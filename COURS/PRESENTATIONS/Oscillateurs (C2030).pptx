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305" r:id="rId2"/>
    <p:sldId id="306" r:id="rId3"/>
    <p:sldId id="342" r:id="rId4"/>
    <p:sldId id="307" r:id="rId5"/>
    <p:sldId id="341" r:id="rId6"/>
    <p:sldId id="308" r:id="rId7"/>
    <p:sldId id="309" r:id="rId8"/>
    <p:sldId id="310" r:id="rId9"/>
    <p:sldId id="311" r:id="rId10"/>
    <p:sldId id="343" r:id="rId11"/>
    <p:sldId id="312" r:id="rId12"/>
    <p:sldId id="313" r:id="rId13"/>
    <p:sldId id="314" r:id="rId14"/>
    <p:sldId id="34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45" r:id="rId25"/>
    <p:sldId id="347" r:id="rId26"/>
    <p:sldId id="346" r:id="rId27"/>
    <p:sldId id="324" r:id="rId28"/>
    <p:sldId id="325" r:id="rId29"/>
    <p:sldId id="326" r:id="rId30"/>
    <p:sldId id="327" r:id="rId31"/>
    <p:sldId id="328" r:id="rId32"/>
    <p:sldId id="348" r:id="rId33"/>
    <p:sldId id="329" r:id="rId34"/>
    <p:sldId id="330" r:id="rId35"/>
    <p:sldId id="331" r:id="rId36"/>
    <p:sldId id="332" r:id="rId37"/>
    <p:sldId id="333" r:id="rId38"/>
    <p:sldId id="334" r:id="rId39"/>
    <p:sldId id="349" r:id="rId40"/>
    <p:sldId id="335" r:id="rId41"/>
    <p:sldId id="336" r:id="rId42"/>
    <p:sldId id="33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6636 1604 874,'-16'-70'-8,"9"-31"3,6 10 2,7-28 2,2 15-2,1 29 3,8-13-2,1 12-1,1 10 0,11-8 0,5 4 2,27-27 4,30 8 1,27 22-1,-27 32-8,20 3-3,-39 11 1,31 0 0,25 2-1,19 2-2,-15 3 1,-17 4-1,31-1-1,24 2-1,21-1-1,-59 3 4,30 0-2,30 0-3,22 2-1,-18 2 1,-39 1 1,33 1 2,19 2 5,11 3 3,-61-1 5,10 5 0,19 7 5,8 9 2,-17 5 5,-46-6-1,14 11 2,-1 12 1,-11 10 0,-36-12-1,-16 4 0,-7 10 0,-12 9-1,-18 2-3,7 45 6,-41-38-12,-3 44 1,-11-41-6,-3 8 1,-2 2-2,-2-7 2,-7 36 1,-33-7 3,-22-41-2,0-44-5,-19-10-3,18-7-2,-7-6-1,-22-7 0,-21-8 1,-8-2 0,36 3-1,-30-3 0,-23-2 0,-18-2 1,30 3 1,4 2 0,-26-1 4,-19 0-3,-9 3-1,62 3-1,-32 2 1,-18 1 0,-10 2 4,-6 0 4,17 2 2,39 0 1,-23-1-3,-12-1-19,-7 0-8,44 0-8,-2 2-8,-14 3-7,-6-2-7,8 0-8,41-1-4,-17 0-2,-6-1-1,4 1 11,31 0 10,8 1 8,-2 1 8,6 1 8,16 1 6,-10-1-3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12611 699 874,'-74'8'-6,"-21"25"-4,5 10 4,22 11 10,64 33-3,108-27-6,5-11 1,-12 13 9,-88 35-2,-85-65-2,11-20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12746 985 874,'-17'105'-6,"6"-40"4,-1 2-55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12969 926 874,'6'102'-12,"-15"1"8,-11-40 6,18-133-12,18-1 1,26-11 12,44 8 3,14 76-4,-26 86 2,-69-5-1,-26-10-2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13445 880 874,'-32'97'-12,"6"-18"12,123-50 0,-42-120 1,-66 19-1,-2-8 0,87 23-3,14 53 3,-13 42 1,-40 31-1,-47 41-2,-11-4 7,90-80-6,7-80-10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13445 758 874,'-15'87'-10,"-4"4"6,20-10 6,32-12-1,51-39-3,-9-48 2,0-87-5,-26-6-13,-16-9-11,-17 53-22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14086 729 874,'-65'60'-10,"-18"31"10,80-16 1,65 19-1,-105-26 0,-36-81-8,14-7-32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14280 880 874,'-55'96'-10,"31"-9"11,110-50-3,-41-118 0,-42-12 0,-20 17 2,96 12-2,4 92 2,-27 65 1,-36-5 1,47-83 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14280 639 874,'82'-17'-19,"-3"6"4,22-2 0,-27 3-15,7 0-10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15084 699 874,'-84'81'-17,"-21"23"4,36-24 8,33-13 11,83 0-2,16-76-7,24-32-5,-12 11-9,7-18-26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15144 427 874,'-1'119'-16,"-3"-51"9,-2-3 3,-4 39-13,3-1-36,6-34-71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15472 729 874,'-76'87'-20,"21"-23"12,-26 32 9,157-170-9,-3-20 15,-58 177-10,-25-7 5,85-26 8,-6-129-20,-16 15-21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15785 367 874,'-28'97'-12,"11"-32"6,-4 13 0,1-2 1,-9 39-3,22-36-10,1-14-63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12537 1408 874,'117'-4'-19,"-33"-1"7,26-2-1,26-2-2,-28 1 1,11 2-3,-4 1 3,1 2-7,36 0 2,26 3 2,17 0 6,-62 1 3,28 0 3,29-1 1,23-4-4,-12-5 2,-41 1-1,25-5 1,-6-1-31,-64 5 4,-29 3-21,-14 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15725 1061 874,'76'-33'-6,"21"-24"0,-26 9-1,2-42 10,-110 18-2,-37 70-2,-9 44 0,14 31-1,38-2 1,51 4 2,86-27 1,-3-82-2,-26-22-2,8-35 0,2 31 5,2 44-1,-24 64-1,-47 28 0,-62 42-8,-36-40-8,15-26-24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16515 6615 874,'-50'82'-8,"-15"5"3,0-9 3,11-11-4,6-2-4,0-2-291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16485 6977 874,'-41'82'-12,"-14"17"5,6-17-6,5-11-4,3-5-33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16529 7399 874,'-67'94'-13,"-3"-6"4,9-15 0,0-5-7,5-4-29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16455 7837 874,'-29'73'-10,"-27"43"1,-4-13 0,4-29-7,-1-10-75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16455 8350 874,'-61'111'-19,"15"-46"9,-36 36-9,25-35-14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16485 8773 874,'-59'88'-17,"-34"21"0,26-19 26,60-24-3,-9-1-178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16500 9317 874,'-57'89'-15,"14"-25"5,-15 11 1,8-12 0,-38 23-18,23-25-34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16500 9890 874,'-101'119'-33,"23"-47"17,7-3-31,6-16-144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15811 9616 874,'-96'-71'-11,"-7"58"9,32 34 3,35 85-3,37-43-3,26 75-9,-1-45 7,-5 3 4,-6-30 1,-9 0 2,-26 47 6,-55-41 7,9-116-4,48-36-7,59-25-9,33 13 3,-3 36 8,24 51 1,-41 95-3,-56 18-4,-6-38-7,-6-7-427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15785 9814 874,'-26'73'-6,"-3"-9"-436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16083 9890 874,'-51'91'-15,"-27"20"7,17-26 10,12-21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15830 9966 874,'-14'89'-11,"42"3"8,58-8 1,-16-55 1,7-25 4,-7-37-2,-40-47 0,-83 10 0,-11 78-2,14 80-2,74-8 0,4-17-26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16605 7113 874,'-118'70'-6,"42"-35"0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16426 7053 874,'52'89'-11,"18"-3"-4,-20-22-59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16589 9060 874,'-76'-3'-7,"11"-5"-57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16471 8924 874,'33'71'-7,"7"3"4,5 8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8097 8214 874,'-71'38'-10,"-9"35"6,-1 36-2,23-5 0,12 24-1,34-47 0,14 0-1,22 26-21,5-33-39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8261 8668 874,'8'114'-15,"-6"-48"9,-3 5 2,-1 35 1,2-29 6,-55-183-4,49 11-7,11 25 10,11-1 0,13 6 1,45-23-1,16 57 1,-16 41 1,-56 63 0,-58-2-5,-56-20 0,30-22-2,0-39-844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8821 8619 874,'-73'-5'-10,"-28"21"12,36 40-3,134-20-1,9-90 1,-10 131 2,10-58-2,-15-80-2,-25-13-2,-3 7 6,40 12 4,-11 155-2,-112 19-2,8-41-5,-24-47-433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8752 8607 874,'8'65'-102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9751 8712 874,'-97'-37'-7,"33"42"7,12 84-1,133-66-4,0-43-3,-12-28-1,-20-17 8,-14-39 0,-24 40 3,4-32 1,-1 12 6,-46 154-6,19-5-3,6 1-1,5 40 1,41 5-1,49-53 2,3-70-1,-18-54 0,-57-25 2,-101 66 0,48 113-5,83 28-4,-9-38-12,26-39-806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10764 8245 874,'-81'40'-10,"-1"44"4,27 18 1,30 3 0,21-41 0,8 16 1,10 10 0,2-8-3,-2-19-2,2 2-4,5 15-28,-6-14-175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10526 8668 874,'118'-22'-17,"-51"26"11,35 15-2,-25 20 7,-21 27 5,-32-1 0,-85-150 7,68-2-10,46 13 1,19 125-3,-44 27 1,4 5 1,31-29-1,15-60 0,-29-98-2,-109 8-5,-12 49 5,12 110 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11375 8124 874,'-13'100'-13,"8"-30"5,6 15 0,4 14 1,-2-33 2,1 15 0,1 48 0,-2-16 5,19-39 12,11-9-273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11553 8170 874,'6'82'-21,"-4"-7"8,-2 12 3,-1-6-4,-1 49-36,1-19-18,3-48 17,8 10-55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11270 8561 874,'97'50'-15,"-33"-25"9,8-3 2,3-6 2,33-2 4,-8-42 2,-49-51 0,-103 15 1,-23 122-5,70 47-5,35-18 2,46-26 6,-1-82-3,-7-68-1,-5 69 3,-43 92-8,-6 25 7,-16-221 1,25 39 2,55 109-5,-34 41-2,20-121 5,22 28-1,-11 115-2,-28-12 1,15-11 2,6-36 0,20-59-2,-44-50 0,-41 18 0,-18-36-2,-58 34 3,54 137-4,33 13-6,57 30 10,9-61 1,-9-81-2,-21-37 3,15 33 3,-36 127-6,16-167-2,-11-3 5,43 116-7,-38 39 1,22-6 5,25-109-6,-59-31-3,-7-24-1,-5-10 1,-6 24 1,-5 2 0,-4-1 11,-8-22 2,-4 206-2,19 19-10,2-34 1,4 3-2,-3-18 5,4 26 4,-30-191 7,16-40-15,14 26-21,30 18-24,6 18-272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13748 8241 874,'52'93'-20,"-23"-17"10,-4 17 1,-11 8 3,-15-2 3,0-35 1,-17 12 2,-30 47-2,-14-44-2,14-12 0,-17 1-11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11896 9090 874,'-82'11'-24,"-1"-7"8,-23-6 4,-24-5 0,-15-3-2,18 3 2,18 1 2,-8 1-24,20 1-12,-29 2-7,-17 0-4,-8 2-4,36-1-4,4 1-3,-9 2 0,4 3 1,22 9 4,27-5-6,4-3-29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10:42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10972 2565 874,'114'0'-4,"68"-8"0,-73 0 3,-10-1 0,3-1-1,-14 3-25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13026 12946 874,'-28'-108'-7,"-9"-30"1,4 5 1,1-12 1,8 39 1,-4-14-1,8 27 1,0-1 1,0-9 2,0-1 1,7 10 1,-2-40 3,26 3 2,50 25-1,81 39-4,-54 49-3,56-3-2,17 15 2,-62 2 0,60 0-1,-55 3 1,14 2-2,1 0 0,-33 2 0,18-1 2,12 1 0,12 1 1,12 2-1,-18 4-1,-16-3 0,20 4-1,13-2 1,5 0 1,-44-2 1,11-1 0,16 3 1,12 3-1,-13 0 0,-23-2 0,22 6 0,9 0 0,1-4 1,-38-3 1,-4-1 0,-1-2 3,0 7-1,2 13 0,-2 16-2,-7 13-1,32 38-1,-28 31 2,-26 0-1,-6 25-3,-20-51 2,-5-8-2,20 71 1,-29-75 1,-6-3 1,-6 29 1,-50-2 1,-109 14-1,50-87-6,-79 10-6,52-26 3,-30-3-1,-22 0-1,-20 1 0,66-8 1,-37 5 0,-29 4 1,-25-1-1,24-3 2,31-4-1,-33-4 3,-16-4 3,-8-6 2,68 1 1,-14-2 0,-11 1 3,-2-1 1,28 0 3,38 2-1,-4 1 3,8-1 1,9 1-1,16-1-2,-9 41 3,14 44-856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3105 9274 874,'0'-105'-3,"0"-51"-16,3 16 10,2 8 5,2 41 3,-2-9 2,-3 19-1,-2-72 5,-3 63-2,-3-13-1,1-52 2,6 56-4,2-7 0,1 16 0,8-64 0,-2-5 2,-6 46 0,3-13 1,5 27 1,16-26-2,31-3-1,27 42-1,44 37-2,-3 27 1,31 15-1,-29 6 2,-44-2-1,13-1 0,8 1-1,-4-3-1,59 0 0,-67 5 4,7-2-1,56 1 0,-64-2 0,11-1 0,4-1 0,55 0 1,-62 2-1,-1 1 0,54 1 0,3 3 2,-20 2 0,2-2-1,19 0 1,-35-1 0,-41 0-1,54 0-2,16-1 2,-21-3 1,-4-6-2,-7-2-1,0 5 0,26 12 2,-42 18-3,-18 43 3,-13 60-1,-23-1 1,-23-32-2,-5 9-1,10 55-3,-20-74 3,1 3 1,0 2 1,0-1 1,6 45-1,-12-51 1,2 9-1,3 10 0,1 0 0,5 54 0,-7-57-1,-2 7 1,-2-16-1,3 81 0,-4-77 1,-2 4 1,-2-2 0,2 40 0,-8 7 3,-12-45 0,-56-8-2,-50-42-1,-1-30-1,31-20-3,-12-4-1,-7-2-1,21 0 1,6 1 1,-18-2 2,-9 1 0,-7 0 1,-56-4-1,63 7 0,-10 1 2,15 0 0,14 1-1,-20-1 0,-13-2-2,-7 2 0,-3-2 2,32 3 0,1 0-1,-13-1 2,-11 1-1,1 0 1,36 1-2,-19-1 1,-10 1 1,-2 2 0,23 0 1,10 1-1,-13 1 0,-6 0 0,-7-1 0,-4 1 0,33 0 0,-7 0 0,-11 0-1,-4 0 1,2 0-1,9 0 1,-41 0 0,-5-1 0,89-88-6,97-15-47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8321 874,'24'81'-3,"21"31"-6,97-7 10,4-58-4,-58-32-3,10-9 2,3-6 1,50-6 5,-6-21 2,-42-33 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8290 874,'84'61'-9,"38"22"1,-30-28-7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6235 8260 874,'-24'127'-13,"3"1"6,10-18-6,7-14-19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7343 8380 874,'-95'16'-5,"3"69"0,115 16 3,27-13-1,11 9 4,-127-2 1,-20-69-294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7382 8139 874,'13'147'-14,"-6"-63"8,2 10 1,6 43 0,5-10 7,5 24-2,-15-63 4,-41-208 9,135 38-15,-16 52-4,18-14-12,-20 36-275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7775 8770 874,'-94'30'-4,"184"-75"-9,-10-47 15,-92 208-1,9-9-1,47-21 2,54-75-4,19-136-6,-71 28 0,8-70-3,-38 57 6,-4 1 4,-2 23 3,-10-26 6,-56 206 5,39 70-16,12-65 2,1 44 2,26-48 2,64-119 4,9-4-2,-62 136-5,-113-7 2,19-187-4,104-64-9,14 42 1,3 5 0,44-67-2,-55 77 16,-12 8 0,-60 239 11,-5-25-14,11-16-2,32 26 4,28-36 1,62-30 1,24-80-7,-37-106 7,-107 28-3,-90 71-1,47 146-1,23-36-6,31-11-178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7833 8561 874,'-105'126'-10,"80"-8"4,62-33-2,53-28-8,-1-14-112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8464 9006 874,'-133'-20'-15,"29"8"4,-22 0 1,-57-5 0,18 7 7,70 6-6,-9-1-9,19-2-101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4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8200 9102 874,'-160'-16'-19,"48"7"8,-41 3-3,61 2-7,-18-2-21,26 1-356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 744 874,'-19'123'-20,"4"-44"11,-3 14 2,1 5 0,5-27 1,1 22 1,4-30-8,5 31-11,-2-13-14,5 0-33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 758 874,'111'-20'-17,"-39"11"9,5 4 2,29 5-14,-29 1-14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 1076 874,'89'-10'-10,"24"0"-1,-29 4-1,-19 4-109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1228 1574 874,'123'14'-18,"-51"-26"9,7-29 2,-9 11-12,-6-11-4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1988 744 874,'-16'117'-21,"2"-29"9,-7 19 0,-4 10 3,4-22 3,6-16-16,2-8-5,7 17-47,5-25-103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2092 1529 874,'75'-112'-22,"-33"41"12,5-9 2,-10 15 2,18-35 19,-127 138-11,7 43-12,11 10 3,23 15 6,31-29 7,64-20 0,21-61 1,10-67-12,-30 18-24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2673 1166 874,'-91'88'-20,"-7"28"10,35-14 12,63-28 3,100-73-12,22-68-8,-53 24-18,-3-16-21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3076 684 874,'-42'83'-10,"18"-13"5,2 19-1,9-22 3,-2 14-4,2 7-2,-6 37-17,8-62 3,-10 1-36,-2-1-493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2822 1227 874,'93'-48'-15,"-26"26"8,8 7 1,35 7 5,-13 66 5,-46 34-5,-42 13 3,-5-201-13,38-10-1,18 20-3,4 42-18,-1 18-184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3698 1098 874,'-12'65'-9,"-10"34"5,0 1 3,13-31 4,0-3-16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895 874,'0'95'-9,"0"-24"3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4059 1016 874,'-43'91'-12,"-10"20"8,18-17 3,17-29 2,116-36 0,25-143-18,-35 9 1,-31 38 24,-66 155-3,-2-17 7,21 0-5,63-37-5,-1-134-7,-22 28-14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4610 624 874,'-19'92'-7,"0"-10"0,-4 9 1,3 3 4,5 41 1,14-54 0,4 35 2,34-26 4,29-70-3,34-69-12,-4-31-5,2-27 6,-24 12 6,-65 23 16,-88 106-11,-8 36-2,19 32 7,68 8-3,54-46-4,82-76-6,-69 2-6,1-22-16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5355 653 874,'-80'66'-12,"-38"1"1,18-30-7,25-12-14,10-24-762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4521 955 874,'81'10'-7,"-10"-2"6,-6 2-185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4357 758 874,'-30'76'4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3746 714 874,'-16'100'-10,"3"-34"4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1154 1876 874,'120'0'-17,"-45"1"8,48 1-4,-57-1 8,85-3-2,-39-3 1,15-3 0,-39 2 2,20-2 0,20-4 0,18-1 0,-5 0 1,-32 3-1,31-1 1,21-2-1,15-1 0,11 0-3,-31 3 0,-17 0-25,21 1-6,12 0-8,5 0-6,-61 4-7,19 1-4,11 0-4,-2 1-3,-26 0 2,-22 1 3,5-1 16,-2-4 8,-10-12 9,-26 7-8,10-1 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5534 1031 874,'-19'74'-9,"-6"-7"7,-4-3-294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5534 1363 874,'-11'68'-6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3821 2464 874,'-6'103'-14,"3"-12"4,1 8 5,4-31 4,2 12 0,0 9-1,4 52 0,-6-46 1,-2 9-1,-1-12 0,-2-15 0,-1 14-4,-3 5-2,0 1-5,1-17-9,0 23-34,1-39-59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3344 4003 874,'83'0'-7,"-19"-1"0,43-2-2,7-1 1,-40 2 6,13 0 0,7 1-5,-25 1-3,2 1 0,5 1-8,0 1-8,33 1-48,-34-1-95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3269 4532 874,'105'-19'-18,"-23"5"8,-13 3 2,0 2 1,4 1 2,-10 3-4,21 1-7,12 4-11,2 2-8,-28-1-6,0 1-6,1 0-5,2 0-80,-10 0-155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2748 3928 874,'-98'35'-17,"-32"70"-1,63-30 11,13-9 2,-16 56 1,32-17 3,40 1 9,47-20 1,86-21-7,-38-56-6,-34-4-2,21 6-18,-20-18-776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3746 4532 874,'-4'95'-12,"-2"39"4,5-54 4,-1 37 0,2-8 1,3-39 3,1 3 1,2-1 0,7 33 3,9 1 3,14-22-2,50-26-4,-22-45-2,45-5-4,-26-13-1,17-3-1,2-1 0,-24 2 1,24 1-1,14 3 2,11 1 0,-28 2 2,2 0 0,18 1 1,16 1 1,0 1 0,-40-1 0,23 1-1,9 1-10,0 0-8,-24 0-8,-22 0-8,-16-1-16,6 0-73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2435 874,'89'-5'-11,"-24"1"4,17-2-1,13 0 2,-2-1 0,-20 1 1,12 0 1,-15 1-1,27-2-1,21-1 0,15-2 0,-17 3 2,-12 0 0,26 1 1,15-2 0,11 3 2,-51 1-1,15 2 1,8 3 2,-3 2 5,-23 1 1,-23 0 1,-1 3 1,-8 4 1,38 41 6,-53 51-6,-39-10-7,-20-28-4,-5 6 1,-7 43-2,-1 16 2,11-60 0,3 2 1,1 1-1,0 36 2,-3-20-2,0-25-107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6160 3340 874,'47'-70'-22,"46"18"24,-16 34-2,5 18-1,31 40-1,-37 32 2,-56 28-1,-42-36-2,-46 40-5,-74 1-3,49-60 6,13-10 1,-24-7 15,153-117 3,20 58-17,56-8-4,-46 33 0,4 15 4,-9 14 3,13 27 4,-74 50 1,-61-8-4,-79 5-7,35-50 2,26-15 0,-11-1 0,-4-6 0,-23-10 16,150-95-11,61 28-6,-27 34 2,10 10 0,-2 14 4,25 17 3,-69 48 5,-74 6-2,-99 21-11,5-32-1,43-36 2,5-11 7,-15-15 5,139-90 3,29 49-3,11 41-5,-23 91-7,-82 32-4,-4-49 1,-16 46-2,11-45 6,-1 2 2,6-13 1,-13 62 2,21-55 0,5 2 0,2 35 3,11-49-4,17 50 1,-1-31 0,-41-10-2,-44-26-2,-55-28-5,43-30 1,4-25 1,-11 5-13,21-34-582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7039 3370 874,'0'97'-11,"-4"20"0,-7-12 4,-7 3 3,4-37 3,2-7 2,-7 46 5,18-10 2,60-24-4,61-39-8,15-30-10,-64-9 3,5-2-22,-11 1-111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6160 5649 874,'-80'2'-6,"14"2"1,-9 0 2,-8-1 1,-37-2 0,51-3 1,-30-2 1,-33-1 1,16-1-1,51 2 0,-10 1 0,-6 1-1,-41 0 0,49 1 1,-4 1 0,-1 0 0,1 0 0,-37-1 1,44 3-1,-2 1 1,-38 3-1,-1-2 4,6-2-2,38-2-1,1-1 0,-42-7 0,34-64 1,52-15-5,18-28 1,4 44 1,2 5 0,3-41-2,2-18 3,-3 30 1,-5-14-1,-1 20 2,1-10 0,-1 35-1,6 0-856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4641 5618 874,'90'26'-7,"8"-5"1,-2-2-3,22-4 3,-39-8 5,1-1 1,53 2-1,-46-6 1,9-1-2,-18-2 2,-4-1-1,7-1 2,1 0 1,-17 1 0,47-1 3,-18-25 0,-36-65-1,-28-10-4,-6-23-5,-7 27 2,2-24 4,-5 23 1,-5-12-1,0-11 2,2 30-2,10-7-1,1 25-2,3 10-107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6384 4457 874,'-3'81'-6,"-5"-16"0,-1 6 4,3 5 1,3 42-1,1-44 1,-2 39 0,0-41 0,-2 5-2,-3 1-2,-1-6-2,-3 32-13,0 3-25,4-20-31,3-7-113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6294 5046 874,'-16'73'-9,"-7"15"7,10-12 1,4 33 1,4-12-1,-9 1 4,-37-22-1,-71-33-3,10-38-2,42-8-1,-10-1-2,-4 1-2,-38-2-15,47 4 3,-4-1-7,-3-1-8,6 1-7,-39-2-62,2 4-20,39-5-11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6384 4653 874,'-4'-67'0,"26"-21"-2,47 11-1,2 18 0,-7 10-58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6309 3279 874,'-79'55'0,"169"-37"-15,-26-34-60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3374 3400 874,'-98'-2'-6,"14"51"-1,46 43 9,106-33-4,5-81 0,6-45 1,-82 169-2,-15 16-5,5-16-8,4-34-17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1466 7053 874,'-71'-17'-8,"-31"31"1,20 24 3,19 13 4,33 41 2,102-57-2,4-41-1,28-71-5,-25-14 2,-30 6 9,-90 157-2,6 49-16,15-34-2,-1 11-9,4-6-7,5-22-8,4 9-6,-1 1-62,5-15-20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1898 6901 874,'-53'107'-17,"18"-41"11,-3 13-1,3 10 2,8-19 1,8-4 2,-3 47 0,37-19 9,65-104 0,-5-60-20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2033 6992 874,'-56'89'-12,"5"16"10,31 0 3,38-35-1,74-53-2,-28-41-1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1869 7173 874,'68'0'-13,"59"-11"-7,-36-12-2,-19-3-25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 7173 874,'137'29'-17,"-62"-16"4,-11 0-823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 7355 874,'69'9'-10,"-7"-9"0,16-10 0,-4 3-11,-11-3-94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2703 7189 874,'2'84'-3,"55"-11"-1,9-53 2,-22-111-2,-120 14-2,-4 43-4,4 10-17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2853 6811 874,'60'71'-12,"13"57"-3,-45-41 9,-11-7 1,-8-15-4,-13 7-3,-23 49-39,-12-53 14,-14-2-6,-39 22-62,1-41-10,28-20-85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7233 874,'66'-4'-10,"7"-1"3,0 1-7,-9 5-821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7445 874,'122'15'-24,"-17"-15"5,-32 1-19,14-2-21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4059 7022 874,'-92'-28'-11,"-20"34"7,27 17 4,40 48 1,50 5-3,74-14 2,-3-73 0,14-76-8,-34-6 0,-35 28 13,-43 140-9,1 57-6,10-38 4,3-1-11,3-21-9,1 15-8,0 4-7,0-22-18,2-1-49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4104 7731 874,'18'77'-5,"70"3"1,-20-66 3,-2-103 0,-103 24-1,-32 4 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3940 8124 874,'-120'11'-25,"26"-13"12,-26-3-1,-25-2-6,47 2 5,-31 1-3,24 0 5,-24 2-8,-36 2 0,-28 0 2,-10 1 5,63 0 2,-35 1-28,-17 1-5,1 0-7,24-6-3,59 2 4,22 2-78,19-2 75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6577 4245 874,'-77'87'-8,"-3"-4"-2,10-29-8,7-36-192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4834 2223 874,'71'44'-5,"1"1"5,10 14-1,-57 5 1,-89 13-1,-16-28-1,16-19-24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5505 1815 874,'-14'82'-3,"-4"44"-27,9-61-34,-2 0-517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5594 1604 874,'-42'64'-440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5921 1544 874,'-53'71'-10,"-17"24"3,17-16 4,16-12 5,19 14 0,67-11 1,16-47-438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6086 1574 874,'-33'78'-9,"-12"15"5,11-14 6,25-8 0,76-19-4,16-48-4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5906 1815 874,'105'-15'-11,"-34"-8"4,-5 3-9,-2-2-173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6413 1574 874,'35'96'-12,"-48"28"5,-29-23 1,-32-14-3,7-48-1,-2 9-14,5-28-16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3344 3446 874,'-21'81'5,"-1"-16"-27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3552 3295 874,'-18'95'-10,"1"-26"9,-1 45 1,28-1 1,59-98-2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3672 3385 874,'-46'74'-10,"4"22"10,48-31 2,61-88-3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3583 3521 874,'90'-25'-8,"-24"3"-13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3761 3325 874,'6'88'-10,"-9"-21"5,-11 35-3,-26 8-2,13-39-10,-16-7-268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5906 7400 874,'68'-94'-11,"-2"-7"6,-10 21 2,16-7 6,-76 172-1,-28 30-4,24-49 3,14-1 0,42 24-2,24-65 0,7-79-3,-15 0-60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6175 6765 874,'30'100'-15,"0"-18"-13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6681 7218 874,'103'7'-13,"-37"2"6,14 2-9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6681 7430 874,'85'-9'-18,"6"-6"-3,-26 4-11,-1 0-10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7725 7097 874,'-70'-58'-10,"-29"33"7,16 27 2,10 46 3,42 34-2,119-10-2,6-83-1,-2-52 4,-47 162-13,-57 37 0,5-44 7,-2 7-6,1 2-7,3-35-9,0 10-7,1-8-22,0-3-44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7620 6599 874,'-23'95'-2,"100"-55"-4,-31-117 6,-113 53-1,31 95 1,120-44 0,-10-93-1,-157 15 1,-4 86 0,84 30 0,73-57 0,-19-72-1,-65-25 1,-52 56 0,-10 73 0,62 23 0,59 13-1,32-70 1,-10-55 1,-107-39 0,-44 88 0,43 83-1,101-14 0,9-96 1,-82-56-1,-58 81-7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8380 874,'34'87'-14,"-32"4"5,-3 1-8,-2 0-3,0-27-21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3686 8743 874,'8'82'-7,"65"-20"5,12-130-4,-28 3-184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3657 9271 874,'83'-14'-10,"35"30"5,-32 10 5,-55 65 0,-113-22-4,4-57-7,-6-16-24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4178 9271 874,'-64'19'-7,"-10"23"7,27 49-1,64-19-2,65-19-6,-10-18-13,-6-25-169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6592 7702 874,'0'89'-9,"0"-9"1,0 7 4,4 43 3,-1-50-1,0 38 1,-4-43 1,-2 2-1,0-13-1,-7 19-8,-1-18-109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0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6369 8441 874,'27'76'-6,"13"35"2,-2-23 3,5-25 3,43-48-2,-14-97-5,-21-7-11,-19 8-5,-8 16-44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6518 9165 874,'75'44'-5,"-27"45"3,-81 8-3,-38-22-1,7-22-7,0-12-34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6756 9180 874,'-76'38'-6,"5"25"1,38 15 4,36 0 0,58 16-4,25-38-2,15-52-7,-34-9-16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6801 8970 874,'-58'81'-48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2628 5740 874,'-93'-5'-11,"5"6"4,4 7 8,2 32 3,37 68-7,54 13 1,-6-26 3,-33 16-2,-19 11 4,69-20-2,78-78-4,-21-45-3,-25-47-7,-14 4-68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2152 6116 874,'73'-4'-14,"-7"0"4,15 2 0,-4-1-15,-13 3-88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2421 6434 874,'88'9'-6,"-17"-61"4,-172 41 0,47 120-1,77-24 2,62-22 0,2-48 0,11-68-2,-24-37-2,-21-35-1,-30 16 9,-41 33 2,-55 165-8,55-20 1,-1 39-2,29 12 7,24-42 1,32-63 1,-1-17-103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3002 6343 874,'116'-11'-17,"-33"10"5,-5-2-9,-13 5-45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3060 6524 874,'146'-15'-11,"-82"8"6,-1-1-1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3508 6222 874,'47'-73'-10,"6"-24"6,-18 10 5,-33 182-12,3-32 6,8 0-4,1 21-19,5-20-773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3508 6524 874,'126'-8'-23,"-39"6"13,44-1-6,-57 1-12,-9 5-155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3537 6811 874,'60'-82'-7,"26"60"5,-40 85 1,-147 20-1,77 6-4,105-65-7,-13 5-28,14-17-15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4447 6057 874,'-33'-65'-6,"-64"28"4,34 37 1,-18 18 1,68 47 0,105-3-1,9-85 1,-29 2 2,-30 104-5,-41 3-3,-2-22 1,-4 36 4,-9-36 6,-3 1-431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4432 5860 874,'72'-47'-8,"17"53"8,-38 86-2,-66-28 1,-14 16 2,45-10-1,88-27-7,-29-19-9,-10-23-279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4118 6569 874,'120'-10'-22,"-33"4"12,9 1-4,-17 1-3,21 2-24,-30 0-51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4432 6765 874,'-74'-25'-9,"-27"43"7,53 73 2,148-33-7,-4-64-4,-33 2-4,16 2-28,-14-9-531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2628 9588 874,'-6'84'-7,"-2"-11"2,-4 10 1,2-20 3,-2 44-1,9 16 1,16-19 2,20-25 1,37-47 0,-2-79-3,-3-16-436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2524 9724 874,'129'-1'-24,"-41"-3"6,-14-1-1,-11-3-7,8 1-31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2584 9935 874,'68'11'-12,"-5"-7"3,15-10 0,-4 3-13,-11-4-91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2942 10283 874,'-5'72'-14,"0"-7"6,1 13 1,4 5 4,5-2 2,1-16 2,6 9 6,12-141-51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2882 10313 874,'77'-16'-9,"5"18"4,1 31 3,-116 62 0,-74-26-10,33-72-16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3490 9870 874,'-89'82'-12,"14"21"8,46-38 3,13 9 0,17 0-1,24 46-3,21-32-1,27-56-4,-7-20-63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3537 10176 874,'66'27'-3,"-18"56"-1,-59 22-1,-37-39 6,-36-50 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3791 10192 874,'-66'22'-5,"-15"43"-3,41 5 7,40 1 3,67-10-4,21-70 0,-23-2-4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3970 10101 874,'62'108'-18,"-31"-40"9,-6 10 4,-11 4-4,-14-1-1,-17 30-25,-19-33-36,-32-16-106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6741 5709 874,'-14'81'-6,"-7"-9"0,-10 5 2,-16 25 2,4-5 2,35-18 3,82-7-2,44-88-6,-26-34-1,-18-11-16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6577 5740 874,'110'-14'-18,"-31"8"7,49 0-7,-64 3-1,2 1-8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6622 5920 874,'79'-6'-16,"8"-4"-4,0 1-23,-21 5-745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7024 6116 874,'-23'100'-9,"86"-165"1,19 39 12,-56 90-5,-35 25 1,73-169-10,9 13 5,-31 149 14,-47-17 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7575 6147 874,'-82'40'-6,"157"-55"-7,16 54 24,-6-69-14,-14-36 4,-137 47-1,83 98-2,58 5-4,3-13-1,-13 14 10,-45-12 0,-68-1-3,-24-49 1,-19-71-3,18-5-15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8097 6057 874,'101'15'-12,"-6"3"6,-31-4-9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8178 6212 874,'81'3'-11,"-17"-13"4,2 2-6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8618 5950 874,'47'-96'-13,"8"3"10,3 29 5,-46 136-5,-19-4 1,6 27-9,10-29-6,2-2-187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8589 6222 874,'84'0'-18,"-10"0"7,17 0-3,-25 0-2,6 0-10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8767 6524 874,'-69'-80'-2,"146"28"-4,2 101 3,-40 31-1,-143 17 5,23-22 1,183-16-8,-33-86-2,18 1-21,-22-13-394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9170 5784 874,'13'69'-5,"-18"36"0,-5-22 2,-2-8 1,5-1 3,24 12 1,68-22-2,-1-87-2,-19 0-13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9542 6011 874,'-4'76'-9,"-6"18"6,1-6 0,2-25-4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9676 5754 874,'105'-17'-13,"15"35"6,-42 19 11,-55 34-3,-91 4 0,3-12 3,129 1-5,0-39-56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9482 5709 874,'-13'65'-102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8558 6237 874,'78'-4'-17,"0"-1"3,32-3-2,-47 3-8,6 0-15,-4 4-518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7054 10101 874,'-83'-13'-5,"-18"32"0,26 24 2,-3 63-1,53-30 2,27 23 3,17-13 1,58 27-2,9-44-4,-22-60 1,14 10-10,-12-31-413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10358 874,'75'26'-17,"-1"-5"1,26 2 0,-28-6-16,10 1-14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7262 10600 874,'-71'32'-3,"-7"55"-2,63-21 2,56 11 0,69-51-6,-26-16-10,-20-25-47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7456 10418 874,'77'6'-15,"5"-2"4,0 0-12,-17 4-794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7531 10584 874,'85'38'-11,"-13"-35"2,-6 3-8,-2-7-100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7963 10373 874,'67'-110'-19,"-6"2"9,-24 39 12,-3 145-1,-17 60-9,7-66 0,-2 9-21,9-14-160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8395 10629 874,'-98'16'-11,"29"-4"5,-44 7-6,41-8-9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8186 11036 874,'-69'-92'-6,"159"64"-8,0 101 14,-85 9 2,-62-18 0,3 4-1,70 1 2,52-30-6,-5-44-4,15 5-18,-15-20-269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8544 10524 874,'20'67'-5,"-4"17"0,-4-19 5,23-132-5,-3-5 6,39 59 0,-30 108-2,-45-27 0,11-171 2,48 34 0,12 108-1,-44 43-8,-11-1-19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9036 10342 874,'23'81'-10,"3"3"6,4 7 6,36-65-5,-33-98-7,-18 4 4,-4-3-5,1 3-14,-5 6-2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9304 9905 874,'73'-20'-6,"18"47"4,-34 74 1,-86-13-3,-16-15 5,26-9 2,69 5-4,29-42 0,-16-8-10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2808 11188 874,'76'3'-6,"3"-6"1,24-5 7,-37 3-4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2837 11354 874,'98'19'-14,"-2"-12"2,-27-3-8,-3-1-404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3314 11128 874,'15'-80'-10,"7"-20"8,7 17 4,43 175-12,-55-3 3,-7 7-9,-5-29-11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3686 11323 874,'-78'3'-9,"-28"18"4,11 10-1,32-11-6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3403 11746 874,'24'-70'-5,"42"55"-1,6 46 5,-61 39 1,-81 27 0,9-20 1,40-3-1,73-5-3,12-63-2,11 12-10,-11-32-174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3806 10901 874,'10'114'-19,"-6"-32"10,-1 9 3,-2 41 2,-3-23 6,-1-45 0,-4 25 3,24-161 2,19-31-9,27-5-1,-2 31 3,-97 142 8,-26 1-8,34 24 2,47-12-2,55-24-1,13-58 0,-23-4-6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4149 11188 874,'85'48'-11,"4"21"7,-49 6 6,-71 17-1,-36-39-1,-20-20 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4461 11202 874,'-93'85'-10,"60"-19"6,29 25 2,32-18 1,58-35-2,-10-22 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4506 10932 874,'71'-34'-7,"5"35"5,-29 68 2,-55-5-1,-36 41 1,54 7-2,84-48-7,-27-23-14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6244 10973 874,'-68'-11'-9,"-35"0"5,37 5 2,-9 0 1,-9-2-1,-5-1-1,-42-5-2,27 1-6,36-2-5,4-6-284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5683 10660 874,'15'104'-12,"-4"-40"7,2 13-1,6 12 0,-2-12-4,4-3-1,-4-9-9,4 3-13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1228 10161 874,'-89'-21'-11,"-34"11"4,51 11 3,-39 11 5,11 37 2,33 32-3,45-16-2,7 12-2,3 43 0,15-42 3,4 4 1,4-10 0,17 46 0,29-5 4,0-46 1,39-40-2,-10-66-3,-23 2-10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602 10644 874,'98'30'-16,"-13"-13"2,32-1-2,-46-6-10,14 4-26,-20-3-496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1109 10947 874,'-3'66'-12,"-2"64"1,1-58 13,0-5 2,-6-4 0,20-148-12,12-18 11,27 11 0,34 69-5,-20 59 0,-25 72-2,-33-35-1,-8 37-1,-25-9 11,39-191 1,27 7-1,33 15-1,38 79-4,-34 45-5,-27 79-5,-36-70 1,-17 22-13,0-22-64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796 5589 874,'-87'13'-10,"-20"-12"8,40-18 4,76 108-7,-23 33-2,-3-45 3,-10 44-4,7-43 5,-1 4 3,4-14 1,0 48 6,51-19 0,36-53-3,42-45-6,-24-30-7,-23 8-65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439 5966 874,'119'-23'-18,"-8"3"2,-43 8-8,-2 6-784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766 6645 874,'77'-37'-12,"-13"-11"10,-24-31 4,-104 58-5,-13 112 0,54-21 2,17 1 0,25 11 3,70-59 1,-39-88-3,24-22 3,-10 108-4,-57 56 1,6-153-1,58 80 1,-52 60 0,-31 10 3,16-154-5,35-8 2,42 19 1,-4 99-1,-75 81 0,-43-37 2,-25-46-625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1139 6162 874,'-80'100'-11,"14"-26"10,1-9-438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1586 6192 874,'112'1'-13,"-45"5"6,-2-2-5,0 7-280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1615 6418 874,'112'17'-15,"-44"-17"8,-4 1-10,2-2-274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5400 6298 874,'116'-9'-20,"-26"9"6,18 5 6,5-1-1,-9-4-14,-38 0 5,9 2-27,-10-2-235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5698 6116 874,'0'84'-10,"3"42"3,7-42 2,-3-16-6,3 8-5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10778 910 874,'9'105'-14,"-6"-28"4,-3 21 0,-3 21-2,-5 13 2,2-42 3,-8 37-7,5-32-1,-4 32-4,-1 38 5,0 33-6,1-4-1,2-39 1,1 49-1,1 38-5,0 29-3,-3 22 2,2-55 5,1-12 2,-1 42 1,4 29 3,6 18 5,-1-107 2,2 53 0,0 37 4,5 28 1,3 21 0,2-24-2,-3-73 1,0 53-3,1 38-1,2 24 0,-2-88 2,0 8 0,0 47 0,-2 33 1,-2 1 1,-2-104 0,1 71 1,-2 51-4,-2 40-3,0 39-2,1-41-1,-1-64 0,4 107 1,-1-165-38,-2-207 23,-1 25 2,1-46 10,0 18-6,1 44-20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4685 3612 874,'-10'121'-18,"5"-44"10,-1 15 0,-2 14 0,-1 10 2,0 7-8,3-43-7,0 23-11,1-24-6,0 7-8,-1 12-5,1 1-6,0-13-4,-4 25-74,3-44-51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4416 4669 874,'14'132'-15,"-4"-35"-4,-2 7 9,-2-19 4,21-3 8,49-150-12,-19-25-6,-8 19-23,-13 8-7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4804 4064 874,'-3'90'-10,"3"-26"4,-1 10 0,1 20 2,9-1 8,54-66-7,-33-111-4,-18 13 2,-1-13-1,-3 10 0,5-22 7,-3 195-2,-10-28-1,2 5-6,7-8-6,-2 13-30,-1-17-706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5222 4366 874,'-39'73'-10,"1"31"6,15-5 2,21-17 5,91-82-4,-9-87-8,-26 23-295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5981 4985 874,'-6'-68'-11,"0"0"-2,0-21 1,2-21 0,2-20 1,3-10 3,0 48 2,1-27-1,-1 31-1,2-16 2,1-12 5,1-6 5,-1-2 2,2 3 3,-2 40-1,2-11-3,0-2-4,-1 22 7,0 5-17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5860 3391 874,'4'-88'-12,"31"-26"9,4 36 3,54 70 2,-49 105-5,-31-19-1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5415 3235 874,'23'120'-18,"-13"-47"10,-1 6 2,0-3 10,24 19 3,31-127-7,-34-41-5,-21 7 1,-3-11 1,-1-31-7,-6 29 11,-4 170-3,6-19-1,5 10-1,1-12-4,12 17-24,-8-24-46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5743 3506 874,'7'109'-17,"-5"-35"13,0-11 1,1 36 9,91-72-5,-24-82-5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11643 1227 874,'-2'134'-24,"-1"-33"10,-5 12 4,1-9 4,1-29 3,1 2 3,5 26 6,83-108 7,-49-69-17,-1-23-2,-9 28 0,-2-17 0,0-8 2,-4 13 2,0 3 15,-28 156-9,4-11-1,4 59-1,12-51-5,21 26-16,-2-36-44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12239 1665 874,'-71'102'-19,"35"-37"11,3 8 2,8-1 4,0 27 8,99-65-3,-4-78-6,10-49-6,-25 27-20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12522 1634 874,'108'16'-8,"17"-28"3,-54 3-1,-6-9-612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12641 1499 874,'-1'92'-11,"-3"25"4,4-39-7,12-9-14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13267 1273 874,'-1'67'-9,"-4"-4"-1,-2 11 3,-2 2 2,4-6 10,34 5 0,53-133-10,-14-37-11,-17-11 6,-23 1 17,-20 38 0,-42 179 2,23-16-7,11-33-9,10 35-12,16-26-33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13654 1544 874,'3'115'-15,"-10"-49"9,-4 6 2,-9 38 3,23-14 8,101-100-10,-32-37-9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14057 1423 874,'79'0'-9,"20"0"5,-10 0 1,-24 1-3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14116 1649 874,'96'11'-13,"-27"-18"5,10-23 0,-11 9-11,-4-8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14832 1363 874,'-39'104'-15,"0"12"14,61-22 3,81-67-4,-40-38-3,29-22-1,4-46 8,-41-18-1,-45 22 1,-66 10 0,-18 38 0,-58 80-10,64-20-7,4 17-9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11911 2646 874,'-79'-34'-7,"-6"48"2,13 46 4,24 3 0,26 5 3,38 0 0,49-17 0,19-48-2,-21-31-1,3-59-3,-36 4 5,-52 150-3,12 13 1,3 7-7,8 29-7,1-26-9,1-26-23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11434 3385 874,'88'2'-7,"40"-1"0,-56-1 3,4-2 2,4-1 2,6-1 0,-10 0-4,4-1 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11971 3672 874,'-113'-47'-7,"-6"73"0,42 15 2,15 28 3,29 33 2,41-11 1,67-13 0,4-42-1,-14-41-2,14 3-7,-15-16-283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12537 3279 874,'96'-1'-12,"-29"-3"4,39-6-7,-19-12-2,-22 6-21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12746 3098 874,'-9'104'-12,"-2"11"7,4-27-6,1-22-14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13178 2751 874,'25'97'-12,"-21"28"4,-9-57 10,-2 0 0,2-1 0,24 36-1,69-53 2,-5-63 0,-17-3-9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13863 3023 874,'-71'39'-6,"3"23"1,35 8 7,35-5-2,104-34-3,-36-63 0,-11-43-2,-14 11-30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13893 2540 874,'4'80'-3,"0"8"-16,1 5 10,2 1-7,2 21-14,-6-48 1,-4 1-6,1 8-59,-6-12-263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14265 2812 874,'-13'99'-8,"-5"12"4,4-17 1,6-24-1,-2-6-60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14280 2525 874,'7'76'-5,"-2"-13"-292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13625 3476 874,'117'-1'-16,"-49"-2"10,10 0 0,3-1 2,34-4-13,-12 0-17,-38 5 4,0 3-6,5-1-65,-6 6-369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13954 3823 874,'-61'63'-13,"-29"51"3,42-46 7,6 2 2,9-3 2,3 35 5,37-29-4,90-75 0,-30-37-6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13982 3703 874,'-8'67'-12,"-1"-4"3,-2 15 1,0 11 2,1 5-4,4-3 0,3-17-7,2 18-30,-2-26-54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14143 3728 874,'-15'86'-12,"4"-19"7,0 13-2,1 11 2,3-10 0,2-16 1,-3 47-12,0-26-16,1-22-174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14012 4064 874,'108'-30'-15,"-39"6"6,-4 2-9,1 2-274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14683 3310 874,'66'0'-10,"61"7"-6,-61-3-1,-2 6-273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14697 3566 874,'89'-14'-11,"51"-23"-3,-72 18-2,-3-2-4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15367 3189 874,'-19'90'-6,"34"-3"5,38-21-1,39-75 0,-2-47-2,-38-9 2,-46-26 2,-50 22-1,-26 33 0,-35 53 1,33 1-4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11896 5377 874,'-51'-76'-7,"-40"93"3,-6 50-3,32-1 1,18 19 7,41-7 2,123-32-2,-17-85-5,-7-48-3,-26-1 2,-43 161 0,-41 2-3,-6 19 1,-2 5 4,8-26 1,1-2 2,3 1 5,4-9 0,1 4 9,-4-1-423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11792 4970 874,'-19'117'-13,"8"-38"6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11950 4924 874,'-18'88'-12,"4"3"9,3-27-56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12239 5468 874,'88'0'-10,"23"0"6,-44 0 0,-4 4-431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12432 5242 874,'8'67'-10,"0"69"-7,-4-60 6,6-7 0,-2 5-15,3-8-161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13029 5513 874,'66'-6'-9,"72"-5"-11,-57 11 8,-6 6 1,-9-2-11,-1 3-7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13341 5815 874,'-92'-25'-8,"24"48"4,-12 42 2,37 35 1,80-9 2,32-42-1,10-54-7,-10 9-5,5-20-16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14260 5117 874,'-81'43'-13,"-27"32"8,23 14 8,92-23-1,63-64-5,44-69-12,-4-28 9,-78 213-5,-56-4 8,4-6-1,11-33-4,3 4-7,0-15-4,3 8-21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14727 5196 874,'82'0'-9,"32"0"3,-46 0-2,-3 4-425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14683 5513 874,'124'-22'-17,"-38"-5"3,-6 3-14,-14 3-47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15472 5136 874,'-26'90'-9,"24"10"9,29-38 0,60-19-4,15-68-2,-14-24 6,-42-37 2,-57 17-2,-96 17-6,35 52 2,7-7-10,-2 16-7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13550 5543 874,'-81'-16'-5,"-40"5"0,20 2 1,18-2 2,-8-6 1,3 3 3,18 4 2,144 8-7,14 2-1,-23 1 2,8 0 1,-1 0 0,33 2 1,3-1 2,-25-3 3,-146-43-207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13133 5030 874,'50'-84'-12,"26"-16"7,12 26 8,-47 198-8,-55-50-1,3 2-3,1-13-7,-2 9-17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12746 5769 874,'11'90'-10,"-20"15"7,-12 13 6,26-28-3,114-20-6,-29-70-1,-13 4-11,8-13-11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12256 7185 874,'-96'-3'-12,"27"10"7,-4 9 2,1 9 1,9 7 2,-10 49 2,77-9-2,68-17-1,28-57-1,0-28 2,-19-31 0,-1-24 1,-46 170 1,-51 24-9,11-25 2,3 11-1,3-15-3,0-9-4,-1 4-7,-4-5-9,1 9-45,-12-15-441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12045 6811 874,'-3'76'-6,"0"-1"6,-1-9-107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12298 6811 874,'-24'76'-7,"2"-12"-2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12686 7430 874,'106'5'-13,"-38"-2"6,12 0-2,-9-1-7,-5 0-4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12864 7294 874,'-9'113'-14,"13"-44"8,-2-4-4,1 1-281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13296 7218 874,'-27'86'-10,"2"17"7,51-27 5,55-86-4,-9-39 1,-32-24 4,-34 152-4,67-21 2,-7-42-3,6-68 0,-37-20-1,-22 1-5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13714 7611 874,'22'85'-5,"43"-26"4,0-64 1,-106-87-3,-33 38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13684 6947 874,'90'-4'-10,"-14"40"8,-52 51 3,-28-6-1,19-2 1,-5-14-21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14623 7203 874,'-96'7'-11,"-19"18"7,31 16 7,103 49-4,61-64-5,43-51-2,-30-17 4,-113 119 5,-4 33-1,16-36-2,2 4-3,2-13-2,1 20-10,1-22-67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14906 7279 874,'126'-24'-22,"-49"20"13,4 9 2,-8-3-12,-9 5 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14980 7430 874,'119'1'-20,"-24"-13"5,-9 2-17,-21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15710 7143 874,'-71'111'-7,"63"-13"3,94-19 3,3-84-2,1-63-2,-41-42 2,-63 32 3,-72 38-3,17 49-3,-17-6-11,22 21-273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13654 6992 874,'78'-89'-5,"13"65"4,-20 74 0,-45 19-2,-37 2-1,-30 16 1,9-7 4,39-10 0,64-8 0,-4-19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11747 8697 874,'112'-4'-16,"-40"18"7,4 11 2,-5 14 3,17 73 8,-72-13-4,-57-20-6,-65-1-4,14-36-17,15-15-50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12358 8743 874,'-101'12'-12,"17"44"10,47 48 0,57 15-1,25-29-6,67-19-16,-36-52-19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12060 8411 874,'-13'92'-6,"4"-26"3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12269 8441 874,'1'94'-7,"5"-30"1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12909 9105 874,'92'22'-12,"42"12"1,-58-21 3,-13-2-4,4-1-7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13118 9014 874,'-8'104'-13,"22"9"5,39-38-12,14-43-805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13595 8924 874,'-19'97'-11,"12"6"12,67-40-1,41-130-8,-31-18 6,-36 10 5,-51 172-2,56-17 3,43-79-4,-1-96-8,-74-2-3,-6 29-16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14116 9241 874,'26'79'-5,"42"-34"4,-1-109-3,-116-12-4,-14 21-431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14012 8607 874,'79'-11'-5,"3"44"4,-47 34-1,-64 0 1,36 27 0,61-26-6,5-16-16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14697 8818 874,'103'111'-18,"-35"6"17,-77-12 4,-63-48-4,-18-24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15010 8894 874,'-89'63'-4,"68"34"-1,42-18 1,74 6-6,-11-78-5,-18-9-21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15308 8954 874,'97'6'-13,"35"8"4,-55-7-3,-10 3-416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15398 9120 874,'90'31'-12,"-14"-25"2,-7 1-11,-2-4-97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15993 8939 874,'-11'87'-8,"44"17"4,67-49 3,-35-58 0,42-54-3,-76-23 2,-67 9-1,-68 12-10,23 19-16,17 21-158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16843 2781 874,'3'-73'-6,"-2"6"1,5-39 2,0 11 2,0 30 0,0-11-1,5-44 0,-5 53 2,2-6 0,3 2 0,9-35 3,12 15 1,65 18-1,26 62-6,-46 16-1,4 3 0,44 6-1,-38-5 2,14-2 0,-12-2-1,-6-1 0,21-2-2,15-1 1,13 0 0,-46-1 1,24 0 1,17-2-1,13-1 1,8 1 0,-9 1 1,-34 1 0,21 0 1,14 0 0,7-1 1,-36 1 0,-2-1 0,12-1 3,-13 1 0,-21 1 1,15 1 0,7 3 1,3 2 0,1 0 0,-25-1-1,-8 1 1,6 3-1,0 3 0,-7 1 0,29 12 2,-15 21-1,-5 54 1,-53 3-6,-19 4-3,-16 12 2,-8-26 1,-1 17 0,4-26 1,7 8 1,7-23 1,-17 10-2,-82-26-7,-19-49-4,26-9 2,-23-3-1,-17-4-1,40 5 2,-26-3 0,-21 1 2,-14 1 1,14 4 0,20 1 2,-24 1 0,-17 0 1,-13 0 1,-7 0 0,38 1 0,5 0 0,-19 0 1,-10 2 0,-1 1 2,48 0-2,-22 0 2,-15 1-1,-8 3 1,-4 3 0,22-1-11,26-2-9,-13 2-8,-3 1-8,3-3-8,37-1-8,2-1-6,2-1-5,4 1-6,-33 2-69,27-9 20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11128 1382 874,'112'6'-20,"-30"-4"8,15-2 4,14-2 0,12-2 3,-43 2 3,24-3-2,-9 2 0,0 1-3,26 2 0,20 1 2,13 0 1,-50 0 1,24 0 1,22-1 0,20-1-1,-15 0 0,-27 0-2,31-1-1,21 1-1,15 2-2,-56 0 1,18 1 0,25-1 0,15 1 1,12-1 1,-1 0 3,-65-1 1,30 0 0,21 1 2,14-1-2,-35-1 1,-17 0 1,26-2 1,15-1 0,10-2 1,-72 2-1,31 0 1,17 2 2,10 2 0,-29 1 3,-26 0-1,17 1 3,5 0 0,-2-2 2,-50 0-1,5-1 0,3 1 2,-4-4 1,-19-2-1,-22 1-3,2-8 0,-6-7-2,35-31 4,-32-22-5,-27-37-5,-24 9-2,-17 34 0,-8-5 1,-12-1-1,-26-36 0,-58 10-1,27 51-1,-44-16-3,29 30 1,-14 0 1,8 7-1,12 4 1,-27-1-2,-23 1-1,-19 0-1,46 8 2,-26-2-4,-26-1-1,-19 0-1,13 2 2,33 4-1,-29 0 4,-22 1 2,-19 3-1,53 3 1,-17 2-3,-33 4-4,-22 3-2,-13 1 0,-4 2 6,-2-1 5,74-1 2,-13-2 2,-16 0 4,-11 2 2,18 1 2,43-1 0,-27 6 3,-15 4 0,-7 1-1,54-4-3,-6 0-1,-15-1 1,-7 0-1,13 0 0,40-3-2,-21 5 1,-9 4-1,-4 3 0,2 1 0,25-4 0,21-3 0,-10 1 1,-2 0 0,2-1 1,37-5-1,-4 2 0,-3 3 0,4 1-1,14 0 0,-36 14 3,15 35-4,43 19-5,38-11-4,9 9 0,11 41-4,-1-58 7,31 55 6,5-39 0,24-21 2,27-18-1,1-20-3,-36-15-2,5-2-1,37-2-1,-40-2 1,9-2 1,6-4 0,-15 2-1,8-3 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9230 5499 874,'83'7'-3,"49"-2"-3,-22-5 1,19-4 2,-60 1 3,5 2-1,39-1 0,-47 0 1,11-1 0,1-1 0,58 0-2,-47 1 0,11-1-2,-21 1 0,3-1 1,17-2-1,11 1 0,3 1 0,-34 2 1,19 1 0,13 3 2,9 0 0,-20 1 1,-7-1-1,20-1-1,14 0 0,10 1-1,-47 0 1,23 0 0,17 3-1,11 1 1,7 2 0,-8 0 0,-35-2 0,23 0 1,17-3-2,11 0 1,-30-1-1,-5 1 1,19 2 1,12 2 1,-1 4 1,-48-3-1,22 3 1,19 3-1,12 0 1,-24-4-1,-12-1-1,21 0 1,13 0 0,3 0 0,-54-3 0,16 2-13,6 4-9,-1 3-7,-24-3-9,-18-2-6,2 1-8,-14-2-6,26 2-72,-29-4-110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12418 7521 874,'14'-74'-6,"-2"-3"-1,-6 5 6,0-28 0,-2-7 0,-1 15 1,-2-21 4,1 49-3,3-26 1,10 16 0,55 15-2,22 38-2,-25 23-1,11 2-3,9 2 0,41 1-3,-46-5 10,6 0-1,-11 1 0,-12-1 0,13 0 1,7-3 0,10 0 1,-29 0-1,11 0 0,14-2-2,12 0-2,-8-1 0,-20 1 0,14 0 1,8-2 1,9-1 0,-28 2 1,6 0 0,17-1-2,9 1 1,-3 2-1,-28 0 1,18 1 1,10 1-1,6 0 1,-26 0 0,0 1 0,18 2-1,12 0 0,1 0 1,-34-2-2,21 1 0,13 0 0,4 1 1,-25 0 0,-7 0 1,11-1 1,9 0 1,8-1-1,5 0 1,-36 0-1,8 0 0,10 2-1,1 0 2,-14-1 1,-22 0 0,7-2 0,3-1 1,2 3-1,42 2 3,-55 0-4,1 2 2,32 7 0,-2 37-2,-40 20-4,-31 29 1,-23-36 0,-2 40 0,-6 14 0,-1-13 2,-2-5 3,-3-11 0,-19 12-2,-60-21-2,-20-62-5,-17-16-4,41-5 5,-3 0 1,-57-3-3,49 2 4,-13 0-1,20 2 1,-2-1-1,-23-3-1,-17-3-1,-5 1 0,42 2 0,-25 0 0,-17 0 1,-11 2 1,23 1 1,13 1 0,-19 0 0,-15-1 1,-9 0 1,49 1 1,-18 1-1,-16 1 0,-10-1 1,16 0-1,25-1 0,-22 1 0,-15-2 0,-10 0-1,42 2 1,-9 1 0,-18 3-12,-7 1-8,10 1-9,34-1-7,-18-1-8,-8 2-7,-4 0-7,31-1-4,3 1-5,-9 2-3,-1-1 4,10 0 5,30-2 9,-2 1 10,4 0 7,-35-5-12,32-3 17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14936 7461 874,'-65'-84'-6,"11"5"5,33 169-3,20-17-2,0 13 0,-1 6 1,1-28 2,-1 3 0,-1 0 4,2-1 1,-1 53 2,0-42 3,-10-12 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14683 7248 874,'73'31'-6,"18"12"-1,-18-6 6,1 3 0,-2 6-1,-9-2-434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14817 7309 874,'-63'91'-14,"-5"4"5,14-24-10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17439 7369 874,'17'101'-8,"-10"-14"3,-6 3-2,-5 32-2,2-52 0,-1 33-16,2-11-18,0-29-43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17379 7355 874,'71'57'-10,"32"26"-1,-13-13 0,-11-9-23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17379 7384 874,'-35'78'-8,"-13"6"7,10-21-56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17409 8426 874,'79'-89'-9,"-13"12"6,12 38 3,-47 129-8,-31 11-2,-10 10-2,-2-28 9,-4 4 0,1-15 4,-5 37 8,19-44 1,26-159 3,-26 12-13,-22-27 1,10-7 0,23 34-2,55-21 0,35-8-3,-17 22 0,-4-14 7,-58 8 1,-90 140-8,55 27-2,0 49-7,16-34 8,1 3 1,-3-3 4,0-17 3,-8 0 5,46-174 3,30 3-5,10 59 0,-51 141-7,-10-24 4,-17-10-112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18392 8336 874,'-86'10'-7,"20"16"6,29 69 1,117-130-3,-15 19 2,-37 113 3,52-81-2,-43-86-5,6-33 5,40 45 1,-50 130-1,-45 19 1,-34-12 3,112-129-10,32-12 0,-21 6 6,-52-9 3,-109 92-1,115 74-2,-4-31-10,38-20-830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19435 8321 874,'-98'44'-6,"39"29"5,143-21-3,3-97-3,-30-20 8,-21 140 0,-7 1 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19107 7958 874,'102'17'-17,"-25"-4"-10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19838 7852 874,'-4'122'-18,"2"-46"11,2 10 1,2 8 2,1-21-4,2-4-2,7 46-29,-4-49-25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20091 7822 874,'-52'119'-19,"19"-47"9,2-3-8,-1-5-271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20254 8365 874,'-72'93'-6,"145"-121"1,-81-63 2,-14-7 4,53 24-2,52 40-2,-12 50 0,-6 19 2,-11 51 4,-57 3 0,-7-5 0,29-17 1,68-149-10,-30-5-1,-1-22 4,-35 43 6,-71 144 2,34 1-6,45-10-11,17-4-192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20717 7852 874,'-22'68'-6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20955 8321 874,'69'1'-5,"9"-49"-1,-63-55 7,-89 47-1,48 182-8,44-45 0,19 41-6,-8-47 12,-7-2 3,-5 28 4,-62-34 0,-62-58 4,35-98-7,27 23-10,43 2-282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21268 8139 874,'-8'89'-11,"13"4"7,20-23-9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21223 7943 874,'30'75'-16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21549 8221 874,'-20'75'-10,"-9"23"11,11-178-19,49-2 10,6 12 1,52 13 10,-20 109 6,-26 56-3,-11-13 1,44-50-1,13-72-9,-16-50-1,-37-7 6,-58-3 0,-49 95-3,21 68-4,58 45-4,-2-58-8,22 2-5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21760 8788 874,'-105'-6'-16,"24"0"4,-24-1 0,-20-2-1,16 1 3,5 2-1,-16 0 1,25 2-3,-36 2-1,-26 6 2,-27 9-1,28 1 2,-2 3-2,-59 10-12,-54 3-13,-57-5-9,115-8-27,130-9 1,-30 3-5,30-5 26,-4-3-8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21194 3400 874,'24'89'-10,"-13"-4"0,-6 12 4,-5-34 3,-3 19-1,-2 14-1,0-11 2,1-7-1,0 21 1,-1 19-1,0 14-1,2-39 0,-1 19 0,-2 24 0,-3 17 1,-4 13-1,1 0-2,4-50 1,-1 24 2,1 14 2,3 9 1,2-28 2,0-14 0,4 18 1,1 10 0,2 2-11,-2-54-8,0 18-8,0 3-9,-2-9-8,1-39 4,-1 4-81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19301 5391 874,'91'15'-8,"-8"-6"3,3-3 2,37-3 3,-49-2-1,10 1 0,9-1-2,-7 1 1,-17 0-1,19-1 0,14-1 0,11 0-2,11-2 0,-19 1-1,-11 0 1,19 2 0,13 1 1,9 0 1,-45 0 1,21 0 0,15 1 1,-23 1 0,-3 0 1,22 2-1,14 3 0,10 3 0,3 1 0,-44-4 0,9 1 1,14-2 2,9-2-1,-15-2 1,-25-2-1,13-1-3,-39-1-1,0 0 0,-6 1-107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21074 5438 874,'80'-67'-11,"-14"17"2,14-12 5,-6 3 3,25-21 1,7-5 1,19-9-2,-47 40-1,4 1-1,-4 4 2,45-28 0,-49 31 2,5-2 0,-16 9-1,73-42 1,-57 35 0,0-1-4,39-25-10,-49 26 3,2-4-6,0 0-9,7-6-40,-13 13-323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22743 4125 874,'77'-28'-10,"1"3"-1,2 2 9,7 11 8,-31 81-6,-75-1 1,-47 32-4,-11 14-10,32-50-10,0 0-788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22117 4245 874,'35'-73'-5,"-28"173"-6,-54-16 2,-31 19-9,17-23-11,25-15-53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21834 4291 874,'76'31'-3,"15"6"-16,-3-1 6,14-3-6,-18-7-27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22147 4200 874,'-34'88'-7,"1"-19"1,-7 8-2,4-12-60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23145 4457 874,'0'88'-9,"0"-21"4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23026 4940 874,'4'101'-9,"-2"-9"8,-2-28-8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22982 5362 874,'11'79'-7,"-7"-13"-852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23011 5574 874,'89'0'-7,"-1"0"-2,-20 0 0,15 0 4,42 1-2,-39 5 1,12 2-4,-11 1-5,-14-1-6,8-1-8,-4-5-8,-9 1-27,-3-3-41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21581 5709 874,'-10'75'-10,"-18"23"10,0-12 0,3-17-2,-1 4 2,-12 0-2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21506 5680 874,'34'63'-4,"6"52"1,-8-9-1,-6-15-5,-2-3-6,-8-23-20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21477 6011 874,'94'-10'-10,"-19"2"1,-6 1-9,-5 3-100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21924 5906 874,'-65'48'-6,"16"28"6,59 2-1,64-60-2,-7-38-1,14-44-1,-15-10 7,-103 141-2,9 10-1,22-5 5,74-27-3,-16-137-1,-59 17 1,-7 9-1,103 14-3,-18 61 2,1 80 2,-88-3-1,-38-16 0,-11-12-292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22445 5950 874,'-23'75'-9,"2"8"10,96-57-5,-18-116 4,-44 181 3,56-55-4,-15-105-3,-28-2-6,-32-3-5,-3 9-67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22683 6192 874,'12'76'-5,"62"-59"5,-42-85-4,-85-9 3,-10 82-9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22966 5815 874,'-21'77'-28,"0"15"34,6 9-3,12 0-2,2-29 1,2-7-852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6072 874,'107'7'-17,"-20"-4"2,-7 0-16,-16 1-16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21134 3959 874,'74'-23'-54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19987 3657 874,'-9'102'-18,"-2"-16"11,-3 9 2,-2 20 6,8-43 6,2-8-42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19927 3703 874,'81'-68'-11,"15"36"8,-25 108 1,-88 4-3,-64 25-8,0-21 16,56-12 3,122-20-3,-32-21 6,-67 54-6,-87-12-11,22-82-6,21-57-433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20479 3747 874,'-97'81'-18,"4"0"9,41-14 14,72 23-1,52-28-2,-53 15 3,-89-53-4,32-87-5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20508 3854 874,'-17'102'-11,"-9"5"6,7-39 3,3-2 5,-9-3-854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20582 3688 874,'-10'65'-17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20627 3974 874,'-27'102'-6,"-7"-31"6,42-160-19,31 8 8,26 8 14,-9 141 2,-47 5-2,-15 11-8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20866 3913 874,'-25'80'-10,"-8"17"11,90-170-1,12 128 2,-10-131-8,-20 12-433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20955 4155 874,'73'34'-6,"-102"-103"7,-37 37 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21119 3717 874,'1'91'-7,"-11"18"1,-2-16 10,-2-16-1,0-13-20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3944 874,'131'-29'-15,"-62"16"4,-6 8-829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4019 874,'-84'54'-16,"20"-17"-8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22058 5438 874,'8'-71'-3,"-6"-13"1,-13-16 2,-17-2-1,-5 11 1,18 25 0,86 50 0,21 37-1,-29-7-1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21983 4910 874,'-47'94'-2,"7"-26"2,-6-2-443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22281 4955 874,'16'69'-4,"-2"30"3,11-25 0,41-86-2,-24-90-1,18 173 5,28-33 1,-30-136-2,-50 12-2,0 22-55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22713 5181 874,'34'67'-3,"30"-37"2,-2-94-1,-134 51 2,-1 9-1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22877 4759 874,'-5'99'-8,"7"0"10,9 21-2,11-27-26,-10-28-28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22802 5015 874,'86'-1'-10,"9"-8"6,-30 4-10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23220 5000 874,'88'3'-9,"29"-14"9,-48 3-2,-3-4-621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23339 4879 874,'8'80'-9,"-8"-17"5,-4 10 1,-3-9-56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23637 4728 874,'-5'71'-6,"9"34"5,44-9 1,39-60-2,3-53 0,-20-37 2,-29-42-1,-43-4 1,-58 26 2,-9 73-3,5 114-3,48-21-6,21 5-8,12 4-13,-4-36-31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21357 5543 874,'63'-34'-292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24099 5680 874,'89'88'-10,"-33"-21"6,-7-1 1,-8 3 1,1 38 1,-17-6 2,-14 10 1,-3-1-1,-3-40 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24218 5589 874,'-98'50'-4,"30"10"3,54 22 0,56 7 1,-3-17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23875 6931 874,'-12'-81'-2,"-55"46"1,-1 130-2,124-13 1,21-74 0,-1-55 1,-46-32 0,-68-18-2,-30 37 1,-6 36 4,59 105 0,86-48-2,34-11 0,-17 29 1,-47 17 0,-30-159-2,10 18 1,43 26 1,1 16-105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24278 6826 874,'3'80'-5,"68"-31"7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24233 6584 874,'21'66'-292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24441 6901 874,'50'-67'-6,"-32"-12"6,-88 90-3,64 72-5,25 18-4,17 12 2,-18-50 12,-19 48 3,-68-36 3,3-84-3,20-56-2,13 0-62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24576 6675 874,'0'91'-5,"12"22"3,31-50 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24694 6706 874,'4'84'-5,"-4"-8"4,80-156-16,-14 16 17,24 72 2,-47 73-3,-28 6 6,7-15-1,55-115-8,-40-31 6,-38 8 1,-76 78-3,69 80 1,44-27 0,-10 1-294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24665 6464 874,'-26'90'-11,"5"-26"1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24013 7187 874,'1'90'-12,"-3"39"8,2-59 3,0 25 0,-1-18 3,-87-94 4,25-10-4,60 102-5,106-41-5,-9-28 5,-5-60 4,-40-9 0,-49-3 2,-64 26 3,53 113-7,44-2-1,16 11 0,-57-1 2,-57-51-182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24441 7550 874,'9'89'-10,"0"28"5,-6-48 2,-3 32 3,-20-16 3,-45-123 2,58-42-6,51-19-2,30 12-3,41-20 1,-33 26 4,-12-28 3,-37 24 1,-62 22 2,-40 87-3,16 53-7,35-5-2,9 8 1,3 39 2,7-17 11,65-104 9,3 9-13,-33 71-5,-12-14-6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25022 7687 874,'-64'29'-5,"0"57"4,147-84 1,-23 65-2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25142 7596 874,'-41'73'-26,"35"25"33,16-25-3,-18 0-1,76-154-4,4 12-4,-144 72 9,50 94-5,11-29-4,35-5-841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24247 5499 874,'-74'53'-4,"37"32"2,22-23 0,19 7 2,61-8 0,12-130 0,-65-22 1,-37-11-1,-4 34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15040 9180 874,'95'30'-11,"4"33"5,-23 15 5,-43-13 1,-46 6 0,-60 19 1,6-55-3,2-13-110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15472 9256 874,'-73'41'-10,"0"7"5,-17 34 5,56 2 0,46-4 0,60-18-2,-9-17-26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15725 9180 874,'-26'78'-7,"-6"48"-2,21-50 3,2 37-1,11-14-10,16-18-17,45-21-245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15890 9317 874,'-13'89'-11,"-2"16"8,7-10 1,9-15 0,10-11-7,-4-5-427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15785 9498 874,'70'11'-11,"62"-7"-5,-63-3-2,-5-2-168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16262 9543 874,'72'28'-9,"28"-12"7,-26-8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16262 9679 874,'99'34'-12,"-32"-29"5,14 2-11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16709 9588 874,'-27'68'-5,"54"18"3,60-54 1,-31-114-2,-94-5-4,-32 40-10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16828 9241 874,'61'89'-19,"-23"-16"10,-1 11 2,7 40 1,-19-14 6,-27-41-1,-13-4 3,-31 23 3,-51-31 2,28-23 1,6-27-299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17096 9588 874,'84'-3'-10,"19"7"9,-28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17141 9754 874,'109'-7'-12,"-19"-17"4,-24 7-26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17975 9346 874,'-46'66'-9,"-32"18"3,-8 14 2,15-11 2,9-6-7,8-3-4,4-13-593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17469 9286 874,'41'72'-10,"34"45"-3,-15-35 4,35 42-5,-28-45 8,-9-8-19,7 3 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18243 9422 874,'-93'73'-10,"35"8"6,36-15 3,28 16-1,34 0 2,52-46 3,-21-69-3,1-41-1,-30 0 2,-48 139-3,34 24-2,48-40 7,-80-127-5,-42-13 4,25 25 2,111 14-8,4 54-2,17 40 7,-38 10 1,-42 43 0,-41-17 1,-54-6 1,-2-17-109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18884 9498 874,'-18'80'-6,"34"41"-1,17-38 4,41-2 4,5-56-1,6-49 0,-13-44-1,-23-44-1,-31 16 2,-44-8 3,-46 62-3,5 106-7,28 40-3,28-27 5,6 5-5,0 39-24,5-53 5,-2-1-7,-3 32-55,-4-9-24,-4-20-134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18749 10283 874,'-82'0'-7,"18"-3"1,-26-2 1,-4 0 2,26 0 2,-13 2 0,-11 1-2,24 1 0,-24 0-1,-19-1-1,-18 0-2,25-1 0,-1 1 0,-23 0 1,-17 1-1,-10 2 1,51-1 1,-30 1-1,-17 2 2,-12 1 1,28-1 2,18 0 0,-12 0 4,0 2 3,10 0 2,40-2 1,1-1 0,4 0 1,-29 0 8,37 3-3,0 29-187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20330 9664 874,'85'21'-7,"30"40"0,-33 7 1,-49 24 9,-50-1-3,-52-14 0,3-22-51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20672 9693 874,'-77'62'-7,"74"30"3,29-8 0,20-10-1,20-9-7,2-31-4,-5-9-114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20612 9452 874,'-30'75'4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21000 9392 874,'-57'86'-10,"20"22"6,26-44 3,1 35-1,10 1-1,9-35 2,4 9 0,4 1 1,13 30 2,52-44 3,-18-73-437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21119 9512 874,'-6'95'-11,"0"-30"7,1-1 1,-2 42 0,4-15 3,12 13-1,19-20 4,47-55 3,-9-26-859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9814 874,'86'11'-6,"8"-5"2,-15-1-4,-16 2-840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21372 9890 874,'104'17'-9,"-20"-14"8,-18 1-56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21417 10041 874,'118'-10'-22,"-47"2"-13,-7 3-775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21819 9859 874,'-36'106'-4,"73"-29"2,29-54 1,-3-69 0,-59-40 0,-96 5-1,27 49-6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21893 9407 874,'50'77'-12,"24"46"2,-35-52 8,11 34-1,-22-11 2,-27 33 2,-15-63 0,-8 0 1,-15 25 0,-10 16-7,23-30-7,4-10-115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22266 9905 874,'110'-6'-5,"-34"4"4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22296 10086 874,'74'7'-5,"14"8"1,-23 0-107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22608 9995 874,'64'4'-21,"29"-3"26,-4-4-1,-24 1 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23369 9739 874,'-71'107'-8,"25"-39"1,-1 3 1,-15 15-6,0-22-7,-1-11-283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23071 9724 874,'39'80'-7,"-3"-7"-3,7 10 3,5 6-8,14 20-10,-21-38-28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23443 9890 874,'-19'84'-3,"13"24"1,35-42 2,37-137-4,-44-8 2,11 165-1,-7-3 2,22-6 6,24-126-4,-43-62-3,-30 19 3,-31 11 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23801 10237 874,'8'65'-2,"69"-16"-2,-68-144 3,-74 51-1,1 39-292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24009 9769 874,'-87'-17'-3,"49"111"-3,94-14 2,4-17 0,22-2 5,-19 0 0,-58 27 3,-71-35 1,2-28-865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24233 9890 874,'-5'88'-6,"5"-18"5,5 4 2,10-2-2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24367 9920 874,'10'89'-10,"0"26"11,-9-214-3,60 27 3,23 88-3,-21 53-2,-50-3 3,-21 11-1,-9 12-4,1-16-11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24247 9543 874,'7'65'-14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24710 9905 874,'-16'88'-7,"22"31"0,14-27 3,42-15 8,30-56-5,-20-54-1,-19-31 1,-28-30 1,-38 11 1,-77 11 1,33 188-10,55-44 1,12 54-4,6-45 0,-4-12-10,7 4-4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24605 9739 874,'-12'92'-11,"6"-26"8,3 9-2,3 4-2,2 31-10,6-13-13,17-1-33,20-29-16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24948 9693 874,'39'94'-13,"-22"-31"7,-4 12 1,-8 3-1,-5 45 2,-14-17 1,-1-33 3,-1 23 0,3-19 1,0-15 3,1 4-838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24412 10614 874,'-98'-8'-11,"-22"4"5,52 3 4,-5 1 2,6-1-1,-58 1 0,-2-2-4,29-2 1,-23-1-3,22 0 0,-5 0-1,-28 0-1,-18-1-2,-8 2 2,51 0 1,-26 2 2,-18-1 3,-14-1 1,26 0 1,14 1 1,-23-3 0,-12 3 0,-4 2-18,57 0-9,-13 4-8,-4 1-8,6 2-7,25 0-7,19-1-5,1 3-5,6-1-3,-29 1-60,27-6 37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7650 10101 874,'-66'22'-6,"-32"-5"0,13-11 4,22-4 1,-11-2 0,-49 1-3,37-3 1,-15-1-2,-11-1 0,-3-2-1,36 2 2,-16 0 0,-6 0 3,5 2 2,19 1 2,-38-1 8,52 2 13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12403 13059 874,'-8'-81'-6,"-1"7"0,-2-4 3,-5-38 2,6 46 0,-7-41-1,6 46 2,3-4 0,1 5 0,-3-37 2,2 5 2,10-17-1,41 19-2,68 29-2,-13 48-2,6 10 0,-36 3 2,1 1 0,50-2 0,-42 4 0,6 0-1,-18 0 2,-1 2 0,11 2 0,8 1 0,2 2 0,48 7-1,-50-3 1,3 3 0,-16-2 0,61 10 1,-63-11 0,-1 2 0,0 2 0,30 11 1,-20 0 1,14 23 0,-18 29-1,-29 10-3,-14 43-4,-20-58 3,3 39 0,2 17 2,-7-60 0,4 33 1,-4-6 4,-13-5-2,-21-18-1,-59-16-2,23-37-1,-37 2-4,-23-5 2,18-3 3,-24-3-1,48-8 1,-49-4-3,44-5 0,6 0 0,9 1 0,-19-2-2,-15-3 1,-10-1 0,33 2 0,-7-1 1,-11-3 1,-3-1 4,2-1 1,5-1 1,31 6 0,-7-3-2,1-1-1,-31-7-7,31-3-9,39-40-76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6771 2947 874,'-12'-84'-7,"12"15"5,2-14-1,3-9-5,0-5 1,-2 31 2,2-6 1,4-46-1,-4 51 7,-1-34 4,-9-16 2,-23 0 1,-69 48-9,-1 43-5,28 23 1,-10 3 0,-9 0 2,-3-1 1,27 0-1,-19-2 0,-12-1 0,-7 1 0,19 0 1,7 1 1,-10 0 1,-2 0 1,4 1 1,7 0 0,-28 0 3,3 12 3,29 12-3,7 40-5,29 3-2,11 35-1,8-2-1,6-33 1,-1 4 1,2 1 1,-3 36 0,8 8 2,5-10-1,4-4 1,25 9 1,19-37-2,64-23-4,1-30-3,22-14 2,-56-5 3,45-1 1,-46 2-1,12-1 1,1-1-2,-25 1 2,15-3-1,10 0 0,5 1 0,-21 1 1,-5 1 0,6 1 1,0 0 1,-5 1 0,28 2 3,11-5 1,-39-1 3,-5-2-870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19882 684 874,'-1'91'-10,"-2"24"5,-7 10 3,-2-33 5,-10-171-4,21-13 2,29-1 0,32 26 0,3 42 0,47 6 0,-46 11-2,-1 14-1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20404 593 874,'-32'-66'-3,"111"-10"-2,17 68 4,-53 111-2,-94-26-3,-14-9 6,55 8 2,76-47-4,17-23 3,-17-3-9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20597 1121 874,'74'-21'-6,"48"-6"-1,-18 9 3,-23 5-4,-16 3-15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20908 993 874,'-15'69'-10,"-6"16"7,7-20-2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21238 865 874,'-38'88'-11,"7"-2"11,123-81-3,-6-87 2,5 138 4,-3-105-6,-11-38 3,-26 25-106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21581 1197 874,'-6'63'-4,"90"-14"-2,-2-105 6,-125-17-1,-38 51 1,15 6-7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21700 639 874,'100'-77'-12,"-11"72"13,-36 68-2,-151 25-7,9-34 9,191 2-8,-21-55-16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22147 865 874,'82'2'-6,"2"4"0,-12 1-2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22087 1121 874,'129'-31'-24,"-27"2"5,-29 8-16,10-3-19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22699 895 874,'-9'82'-6,"52"-6"4,23-44 0,27-46-1,-16-17 1,-38-33 4,-89-13-3,-51 43-1,29 11-5,9-2-836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21864 2102 874,'9'115'-15,"-8"-48"11,-2 3 1,-2 31 2,1-165 1,10 0-2,7-11 2,1 10 0,38-38 1,46 39 1,-14 44-2,3 34 1,-26 1-2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22341 2193 874,'88'-4'-9,"0"4"-1,-24 2-6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22266 2374 874,'87'-5'-10,"31"-12"4,-18-15 1,-32 10-5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22802 2042 874,'86'-10'-10,"27"-7"3,-46 6-3,-4 1-423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22951 1876 874,'-2'91'-11,"-9"14"6,6-31-5,1-4-16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22743 2344 874,'101'-6'-11,"29"-20"0,-54 9-6,-11-2-411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23339 1982 874,'-7'80'-9,"-23"23"4,-5-20 0,2-17-10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23563 1966 874,'-31'89'-8,"-5"9"7,124-119-11,-42-50 4,-1-4 7,-59 145 13,20 9-8,99-15-3,-30-83-4,2-71-2,-33 2 6,-34 13 2,-75 14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23995 2254 874,'-16'64'-4,"99"-4"0,1-104 2,-60-33 2,-107 38-1,15 33-1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23324 1725 874,'-33'79'-7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21775 2646 874,'105'18'-17,"-27"-14"10,24-3-5,21-4 0,22-1-3,17 1-1,11 1 2,-40 2 0,4 2 10,-35-1 2,18 5 0,27 5 0,18 0-1,17-4-2,-65-3-13,-41 0 10,3 0-17,-14-3-226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19197 4577 874,'16'66'-4,"-7"45"2,-7-9 3,-1-36 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19152 4547 874,'98'54'-8,"-14"2"4,-5 10 7,-10-27 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19212 4562 874,'-41'76'-12,"-2"-9"3,-23 10 2,6-13-109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18467 6267 874,'-26'107'-4,"11"-21"2,3-20-5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18377 6116 874,'95'88'-6,"-22"-8"5,-16-15-55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18392 6147 874,'-34'71'-6,"-19"10"0,-3-14-1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17096 5076 874,'33'-81'-4,"-5"-12"-11,-3-1 7,-3-1 4,1-21 1,-11 43 4,-2 2 0,10-49 3,-3 46-2,3-1 0,1 2 0,11-35 2,1-14 1,-16 56-5,3-41 2,-42 5-1,-45 44-5,4 45-1,-11 8-1,-45 3 1,46 3 4,-6-1 1,3 0 1,-48 0 0,47-2 1,-4-4 0,-41-4 2,57 2-3,1-1 0,-33-3 2,-5 7-2,34 21 3,16 52-4,25 24-2,17-28-1,3 8 0,-1 36 1,4-36 1,1 6 0,0-9 1,-6 66 0,2-51-1,-2 4 1,-4 40 0,4-55 0,1-1 1,1 35 1,20-8 3,38-20-1,15-36-3,46-30-3,-14-16 0,-35-3 0,10-2 1,4 0 0,47-5-2,-47 5 2,5-1-1,-16 3-3,60-6-10,-60 5 4,23-2-34,-11 1-83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3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16515 6464 874,'9'-79'-13,"4"-8"16,-5 21-3,-1 0-1,1-15 3,-4-31-2,-4 45-2,-1-1 0,0-37-1,-4 3 4,-1 4-1,2 8 2,-14-4 1,-66 40-6,-14 37-4,34 18 3,-12 4 1,-12 0 0,22 0 1,-12 0-1,-20 0-1,-13 1-1,4-1 1,25-1 0,-17-2 2,-6-1 1,-3-2 3,27 1-1,3-1 2,-8 1 1,-4 0 0,6-1 1,-40 1 3,58 1-3,2 1 0,-39 12 1,23 33-4,31 40-2,26-1-2,15 43-1,8-17 0,3-38 2,0 10-1,0-2 0,3 47-1,-1-58 4,3-1 0,11 31 3,19-17 0,51-9-2,-23-50-3,45-2-5,-41-23 3,14-7 0,10-5 0,9-1-1,-27 3 1,7-2-1,16 0 1,9 2 1,-4 2 1,-25 3 0,16 0 0,7 1 1,5 1 1,-26 1 1,-3 1 0,7 0 2,-1 0-1,-16 1 1,34-3 2,-30 0 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15651 4925 874,'-54'88'-12,"-8"-5"7,3-15-10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15799 5046 874,'-63'64'-10,"-10"1"4,10-18-6,-1-3-18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16471 10358 874,'85'0'-10,"19"-3"3,-22-5-2,-19 6-108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10539 874,'112'-13'-18,"-26"-6"5,-7 3-15,-13 2-44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17155 10358 874,'-70'81'-7,"78"16"4,80-52 0,-11-41 0,-10-33-1,-1-59 0,-26-6-1,-29 29 4,-7-3 2,-3-34 1,-6 2 4,-15 212-5,29-2-8,4-38 3,5 4 3,16 35 3,29-34 4,32-81-2,-20-41-3,-13-49 0,-36 8 2,-55 19-2,-47 126 0,65 21-2,28 12 2,60-30-1,-5-24-1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17602 10146 874,'-91'7'-11,"-17"17"7,27 6-6,18-5-29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17928 10834 874,'-93'-18'-13,"29"8"10,-11 2-1,-6 3 1,-7 6 1,16 2 0,2-1 0,-1 2 0,6 0-1,-17 2 0,-7 2 2,0-1 1,25-1 2,-37-12 7,78-59 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18467 10660 874,'-64'16'-17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10972 2565 874,'114'0'-4,"68"-8"0,-73 0 3,-10-1 0,3-1-1,-14 3-25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16157 2781 874,'-3'87'-102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16218 3174 874,'-2'93'-5,"-2"-6"-437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16128 3612 874,'-27'97'-6,"-8"-11"-435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16068 4064 874,'39'100'-16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16113 4487 874,'29'90'-6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16142 4879 874,'40'100'-7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16247 5633 874,'28'87'-292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16351 6101 874,'0'68'-12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16294 6448 874,'-14'91'1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16262 6690 874,'10'87'-102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16151 2781 874,'-14'106'-6,"-6"-19"-854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16097 3355 874,'43'116'-7,"-15"-30"-4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16113 3959 874,'11'129'-8,"-3"-37"0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16128 4593 874,'34'129'-10,"-8"-37"4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16142 5196 874,'21'118'-11,"2"-3"8,-6-31-25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16217 5950 874,'9'141'-9,"19"5"10,-12-62-2,1 42-1,-9-10-1,-1 22-5,1-44-6,-1-9-113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16255 6913 874,'2'-99'0,"-91"172"-5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15980 2193 874,'-114'-8'-5,"-33"55"3,24 67 1,74 52 0,65-82 0,43 37 0,51-37 1,27-25 0,-49-40 0,4-12 0,-1-13 1,59-51 0,-65-65 0,-70-31-2,-32 35 1,-69 0 0,-48 50 0,40 26-1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15932 2178 874,'-60'89'-9,"-29"19"3,-24 12-4,24-36-11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16080 2344 874,'-102'109'-13,"14"-20"1,-8 5-12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16098 2547 874,'-100'83'-13,"5"0"9,11-13-433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16218 2585 874,'-125'92'-5,"40"-57"7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16029 2359 874,'-129'95'-10,"18"-22"9,25-21-54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15970 2416 874,'-133'125'-12,"48"-41"6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16080 2525 874,'-78'94'-8,"-9"-7"-182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15989 2751 874,'-78'112'-11,"-26"20"3,18-27 3,0-2 5,-39 42-5,16-20-6,21-27-4,4-12-285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15293 3159 874,'-9'103'-6,"-6"-17"2,-9 0 2,-16 18 4,12-20-1,119-87-1,33-62-2,-12 9-3,-28 16-28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6115 2591 874,'17'100'-3,"44"36"-1,5-39 1,38-16 5,2-32-3,5-47 1,-14-47 0,-22-39 0,-36-24 0,-41-1 0,-31 6 0,-58-2 0,-63 47 1,65 62-2,6 19 0,-34 42 0,19 21-3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6426 2555 874,'-26'126'-6,"14"-41"6,-5 18-2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6572 2480 874,'-47'150'-13,"-14"10"4,-47-47 15,46-226-4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6322 2555 874,'-53'108'-8,"12"-9"9,140-117-2,21 6 1,-51 110-4,-95 11-1,0-22-12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11247 6374 874,'-100'-1'-5,"-17"54"4,36 32 0,52 41-2,44-12 1,75-7 2,20-41-1,61-34 1,-79-41 1,31-25 1,-34-39-2,-55-59 0,-51 19 0,-122 9-2,35 39-1,20 45-106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11447 6524 874,'-137'43'-11,"-14"-2"0,54-38-5,12-14-24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11408 6599 874,'-140'64'-14,"2"-29"2,42-18-9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11476 6736 874,'-134'17'-11,"6"-45"2,43 6-9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11011 6523 874,'-100'-39'-7,"-47"-13"2,30 11 3,20 4 2,-27-19-1,-13-24 1,50 26 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10492 6057 874,'-102'19'-9,"-33"-5"7,-6 13 4,108 67-2,119 1 2,-3-38-441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6607 2888 874,'93'112'-11,"9"17"8,12 4-7,-30-53-6,11 0-19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6905 3391 874,'108'121'-10,"18"-32"8,-33-67 2,-9-113-5,-62-62-2,-13 47-9,-13 18-589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11508 6621 874,'123'-46'-14,"-37"8"8,54-29-4,-12-4 6,37-28-4,-76 42-1,37-31-15,-31 4-19,-9 8-386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12015 5996 874,'131'15'-12,"6"1"7,-28 16 8,-35 67-2,-153 2-2,-14-43-2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11070 10528 874,'32'101'-6,"4"17"1,-11-22 3,-11-3 5,-28 1-2,-44-10-2,-78-25-2,42-46-1,-59-4-4,55-13 5,-13-5 1,-14 5 1,-12 2-1,47-1 0,-27 3-1,-17 3 1,-8 1 0,20 0 1,21 0 1,-8 1 1,1 3 2,6 2 1,8-2 1,7-10-1,-45-70 1,52-38-3,1-75-6,25 74 0,7 14 0,-28-33-14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21059 10448 874,'19'109'-9,"5"40"6,-6-35 0,4-7 3,4-11 2,48 11 2,50-73-4,-27-32-2,16-4-4,67-6-7,-60 5 8,11 0 1,-19 2 2,-12 1 0,14 1 2,11 6 0,9 4 1,-46-5 1,17 7 0,10 5 1,-2-1 0,-14-5 2,31-7 3,-46-33-3,-25-71-2,-26-14-2,-18 20-1,-1 1-1,10-41-1,22 37-5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10540 10358 874,'122'7'-5,"-25"-7"1,-8 1-3,-4 3-103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10540 10493 874,'150'31'-16,"-53"-19"7,-5 0-11,-5 0-169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10942 10355 874,'70'-117'-11,"-6"-19"6,-28 35 3,-21 232-4,19 20-6,-8-45-19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10958 10508 874,'145'25'-15,"-58"-5"9,5 1 1,13 3-12,-19 0-407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11047 10931 874,'-18'-123'-2,"138"73"-5,-4 120 6,-132 60 0,-127-5 1,85-22 0,187-36-5,-4-60-10,-35-25-820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11637 10132 874,'-110'53'-11,"10"52"7,46 0 2,40 7 1,49 40-2,38-10 2,33-59 1,17-102 1,-32-19 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11345 10418 874,'152'88'-21,"-47"-51"10,-7 0-13,-14-9-92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11779 10644 874,'-18'116'-11,"-12"29"9,9-50 3,138-233-12,-20 25 15,-5 149-6,-80 54-3,-32 39 2,-7-30 3,75-205-2,16-14 2,24 31 6,21 129-6,-59 143-10,-27-90-2,-12 10-15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23056 10279 874,'118'-15'-8,"0"-7"7,-31 8-23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23100 10473 874,'100'-31'-8,"24"-11"4,-40 13-8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23547 10169 874,'35'-107'-10,"15"-19"7,-9 26 1,29 188-1,-58 43-7,-2-12-8,-2-31-19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23458 10342 874,'105'18'-14,"-14"-3"3,5 1 5,7 1-16,3-5-24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23589 10748 874,'-25'-102'-4,"48"11"1,67 53 0,8 99-2,-63 34 6,-91 21-1,-37-48-1,-4-31 4,17 52 0,241 21-12,-60-103 2,-13 7-11,4-16-6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24284 10007 874,'-102'-58'-5,"-31"62"2,55 119-1,63 21-5,26-54 3,10 8 3,16 39 0,32 5 6,34-41 1,-2-63 2,9-65-3,-26-1-11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23875 10146 874,'164'61'-22,"-55"-38"10,-9 1-13,-12-5-91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24341 10493 874,'-36'131'-6,"-3"-9"5,124-227-15,23 104 17,-51 109 0,-62 5 5,27-217-6,60 7 4,15 153-5,-69 34 2,-46 0 1,-3-6-295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24754 10735 874,'0'-84'-26,"0"17"-22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5519 4719 874,'84'-8'0,"48"3"0,-48 3-2,9 0 0,3 1 1,55 1 0,-66-1 0,51 1-3,-25 0 2,16 0 3,-1 0 0,25 0-3,0 0 4,-7 0-1,-52 0-2,5 0-2,-2 0 0,-5 0 3,35 0 0,23-4 1,-26-2-1,22 4 1,-10 4 0,0 2-1,16 4-1,-20 0 1,46-2-1,-35-3 0,34-2 1,-86-1 0,55 1-1,-55 1 1,7 0 0,58 5 0,-62-5 0,10-1-1,6 3 1,4 0 0,4 1-1,-29-1 1,1 0 0,13 1 0,9 0 0,-2 0-1,60 0 1,-66-1 0,9 0 0,-23-2 0,-3 2 0,14-2 0,10 1 0,7-2 0,5-1 0,-37 2 0,11-2 0,13 0 0,9 1-1,-10 3 1,-22-2-1,17 1 1,11-1 0,6 2-1,-31-1 1,5 0 1,16 2-1,11-1 0,-5-1-1,-28-2 1,17 0-1,16 1 0,8-2 0,5 0 0,-20 1 0,-14-1 0,17 0 0,12 0 0,7 0 0,-43 0 1,14-3 0,16 2-1,7 0 1,-13 1 1,-23 0-1,19 0 0,11 1 0,5-1 1,-36 0 0,6 0 0,13 0 1,10 0-1,-6 1 0,-28-1 0,18 0-1,11 0-1,9 0 1,-29 0 0,0 0 0,14 0 0,7 0 0,2 0 0,62 0 1,-66 0-1,7 0 0,-19 0 0,-10 0-1,21 0 0,12-1 0,9-1-1,-47 0 0,21 4 1,14-4 0,9 0 0,7-1 1,-10 1 0,-30 0 0,19-1 0,13-1 0,-40 0-1,18 0 1,19-1-1,12-1 0,-11 2 0,-25 0 0,24 0-1,13 2 1,10-1-1,6 1-3,-31 0-3,-12 2-4,18 0-8,6 2-7,-4-1-9,-44-1-7,8 0-6,1 0-7,-6 0-6,41 1-71,-42-12-53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18416 4261 874,'-93'69'-7,"-28"3"-2,5-9 4,-12 11 5,-36 33-1,53-26 1,25 28 3,95 6 0,65-28-5,103 10-8,-35-25-11,-39-18-16,-18-4-392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18386 4503 874,'-13'117'-7,"-8"38"6,47-9 1,73-53-2,38-130-7,-39-2-13,-12-22-585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18273 4501 874,'154'-29'-18,"-59"18"18,6 5 0,-11-3-5,-4 6 2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18288 4648 874,'204'-21'-56,"-115"11"-21,-5 1-24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18924 4774 874,'-73'85'-7,"-15"32"6,108-12 1,160-95-11,-64-26-14,-30-10-48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19033 4427 874,'145'65'-17,"-54"-30"9,6 2 1,-3 2 5,26 18 5,-55 50 2,-109 37-6,-27-35 1,-10-16-10,-36 39-37,42-45-59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19629 4641 874,'138'-5'-13,"20"2"1,-66 0-2,-4 8-813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19644 4848 874,'120'19'-13,"-18"-38"1,-10 7-11,-4-7-98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20345 4442 874,'-15'111'-10,"-13"14"8,9-4 3,27-12 0,27-7-2,88-19-1,-26-72-1,-13-9-2,53-39-9,-44 7-16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20240 4436 874,'137'-22'-16,"-45"14"9,10 4-2,-13 0-6,-3 3-9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20270 4637 874,'147'19'-17,"-41"-38"6,-7 6-12,-15-4-47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21014 4865 874,'-127'21'-7,"18"6"1,14 9 6,14 66 2,136-5-5,61-37-2,-24-60-3,-8 10-11,0-21-9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20208 4457 874,'-18'113'-10,"-47"25"4,0-35 6,6-18 4,39 0-3,106 28 0,15-54-1,1-13-3,-14-4-58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20702 4865 874,'5'96'-12,"-4"-11"2,2 2-1,3 45-11,-9-28-18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20657 4869 874,'101'-8'-6,"-14"8"2,2 7 2,3 14 3,-13 71 0,-178 22-4,-55-68 3,47-18-3,23-45-616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20657 5000 874,'7'131'-11,"2"-24"4,5-3-3,-3-18-32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20940 4518 874,'130'35'-12,"-41"-10"4,14 11 2,50 31-3,-44 7 10,-47 38 0,-61-16 3,-95 33-4,-21-21-2,-21 19-11,29-28-22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21595 4713 874,'158'7'-16,"-55"-2"7,-6 0-8,-13 2-96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21670 4996 874,'85'0'-10,"23"-18"-9,-2 3-19,-19 4-762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22214 4643 874,'65'-145'-14,"7"15"16,12 73-2,-36 184-8,-41 27-5,-3-70 4,1 29-25,-3-27-757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22325 4970 874,'98'9'-10,"-11"-3"-1,13-4 1,-5 0-12,-8 1-164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22547 5367 874,'-117'-15'-3,"21"-56"1,191 18-1,-5 87 1,-41 95 0,-114 18-3,-24-51 2,-8 1 7,183-29-4,14-93-10,17 2-21,-33-9-49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23399 4623 874,'-141'20'-17,"46"6"12,-47 24-1,41 5 9,33 40 0,72 18-2,116 6-2,33-61-7,-37-58 1,3-28-6,-19 14-11,-14-10-2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22937 4819 874,'136'73'-18,"-47"-26"10,5 2-3,-6 1 0,3 0-16,-7 4-258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23341 5389 874,'-37'-95'-14,"80"-8"8,18 13 4,59 21 5,-1 98 1,-94 84-4,-41-4 0,70-219-12,46 42 17,-3 151 1,13-26-1,-21 12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23425 5932 874,'-199'22'-46,"2"-26"-29,-82-3 6,-82 1 4,-107 13 4,179-2-26,137-6-53,55 1 94,-28 2-4,-14 4-11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22068 10176 874,'-132'109'-4,"12"-61"-1,32-20-4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21715 10176 874,'96'120'-5,"1"3"4,-19-28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22073 11398 874,'20'93'0,"10"2"0,12-2-1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4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21893 11730 874,'128'29'-6,"-15"28"6,-92 28-1,-118-13 1,10-21-22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22255 11761 874,'-128'105'-4,"72"-16"3,48 6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20851 10222 874,'-95'9'5,"-25"-3"-4,36-4-56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20260 9835 874,'-82'-84'-57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20105 9754 874,'91'32'-3,"22"49"0,-72 32 2,-136-18-1,-13-64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20380 9709 874,'-96'114'-10,"48"-12"11,89 20-1,76-73-5,-19-22-6,-8-44-283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20264 9512 874,'-43'104'1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22215 9485 874,'-121'-72'-6,"17"89"6,65 83-2,66-5-2,80-10 1,16-51 4,-216 15 1,-11 61 0,82 5-3,102-5-2,68-47-5,2-63-2,-46-10-13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22641 9422 874,'-75'89'-10,"8"39"6,32-15 1,22 9 1,14-29-1,9 12 0,8 4-2,10-5-2,-5-16-4,7 7-10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22755 9769 874,'78'152'-5,"-147"-21"-1,2-41-7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22962 9799 874,'-108'127'-8,"61"-7"5,104-10 2,48-92-2,-13-14-25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23131 10056 874,'-28'108'-10,"9"0"7,2-23-56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23313 9739 874,'97'85'-9,"-70"27"5,-66-23 5,-49-11-2,-24-10 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23520 9814 874,'-94'56'-5,"33"64"1,75 17 3,18-52-1,55-68 1,-4-19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23475 9483 874,'-36'99'-33,"5"-12"-86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23700 9543 874,'79'117'-17,"-32"-26"8,21 61-1,-45-47 8,-13 2 0,-8-22 0,-20 28-3,-28 12 0,-40-3-1,23-20-4,-31 5-10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22668 9314 874,'140'-49'-14,"-22"0"12,-34-44 5,-116-20-3,-68 103-1,14 154 2,112-20-7,109-2-7,-46-109 3,27 21-25,-29-67-544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22608 8803 874,'153'-16'-19,"-48"-1"8,-8 2-13,-10 2-93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23056 8456 874,'13'151'-16,"-3"-54"8,2 16 1,3 1 1,13 68-1,-1-27-11,-12-55-2,1-8-7,9 20-36,-5-25-137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23100 8970 874,'126'7'-14,"-34"-2"7,-8-1-6,1 5-174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23647 9313 874,'-104'10'-9,"-26"25"7,29 15 4,202-59-6,10-87 1,-22 35 4,-46 185-1,25-24 3,24-86-2,-8-90-5,-20-58-11,-39 33 5,-5-27 2,-7-10 0,-3 22 3,-10 20 3,-6-1 7,-16-19 5,-12 200 0,25 22-12,-2 71-3,15-54 3,7 3-2,2-9 5,-1-21 2,4-13 5,-17-172 6,34-58-8,30 41-6,65 42-10,-39 29-13,-3 49-573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23498 9156 874,'-109'-15'-3,"57"122"-3,177-33-2,-2-69 7,-8-40 0,-59-55 0,-22 12-22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3105 6087 874,'107'13'-7,"-11"-4"2,8-4 3,45-1 0,-57-3 2,58-1-3,-51-2 3,14-1-2,-1-1 0,75-1-2,-70 3 3,11 4 0,-21 0 0,-6 2-1,27 2-1,17-2-1,18 1 0,-58-2 0,35 4 0,23 1-1,15 2-1,-19-2 2,-23 1 0,28-1 0,20 2 2,16 3-1,-60-5 2,21 2-1,31 4 1,18 1-1,-15 0 0,-43-3 0,28 4-19,8 4-7,-2 2-9,-2-1-7,-38-5-7,-18-2-6,9-2-5,1-2-5,-23-4-2,-24 1-1,-1-3 9,32-11-34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20076 10058 874,'149'-12'-7,"-52"17"5,-5-3-2,-8 10-106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20709 10342 874,'-88'52'-20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23215 10705 874,'-119'108'-5,"-8"-13"4,34-28-1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10600 874,'41'103'-9,"4"0"5,15-1-6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6562 6246 874,'112'-20'-9,"-25"17"7,41 9 1,45 3-3,-56-7-2,11 0 0,6-4 4,-46 1 0,21-2 0,15 1 0,12-1 1,-20 2 0,-12 1 0,22-1-1,20 1 1,10 0-1,-51 0 0,18 0 0,14-2-4,6 2-3,-9-1-6,-18-6-9,-25 2-8,0 1-35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10481 5933 874,'97'-18'-3,"91"4"-5,-66 10-1,7 2 1,7 1 2,-40 1 3,5 0 0,-11-2 3,-2 2 0,-2 2 1,96 2 2,-56 0-2,18 0-1,-43-1-2,21-1-1,23 1 0,15-3-2,-8 1 0,-35-1 2,31 0 0,22 0-1,16 3 1,-46-3 0,10 1 0,24-2 0,21-2 1,-2 0 0,-53 0 0,32-1-1,22 0 1,11 1 1,-42 0 2,-5 0-2,26 0 2,21 2-2,13 1 0,8 0-1,-66 0 2,14-3-1,19 2 1,14-1 0,-17 2 1,-40 0 0,26 2 0,16-1 2,14 2-2,-48-2-1,0 2 1,25 4-1,13 3 1,-11-1-12,-49-4-8,28 1-9,12 0-8,4 0-7,-47-2-7,-2-1-7,12 1-5,5-1-4,-3 0-4,-9 1 3,-47-1 5,5 1 10,-10-1 9,4 0-57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20194 10734 874,'-86'-64'-4,"-47"-27"-5,9 4 2,-57-34-4,65 45 4,24 16 2,-1 2 1,-18-12 1,-6 0 2,3 4 2,-47-26 5,44 32 2,5 42 5,0-13-15,14-8-3,-22-14-2,36 16 1,-18-13-2,-18-6 2,-3 1 4,22 9 2,-38-10 6,38 30 16,0 3-15,11-8-9,-63-31-4,24-16-10,42 25-20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19363 10146 874,'90'107'-12,"-11"20"11,-198-33 0,-26-83-5,18-21-1,39-1-11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16114 8818 874,'-41'115'-11,"-9"54"4,25-57 7,17 9 2,60 20-3,44-62 1,68-83-5,-81-2-6,4-25-10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15890 8914 874,'111'-24'-24,"2"9"8,22 2 2,6 2 5,-54 4-7,25-2-20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15993 9029 874,'154'12'-19,"-45"-16"9,24-16-1,-18 6-15,-11-4-1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16323 9256 874,'-4'139'-12,"4"6"8,1-45 6,33-223-6,17-5 6,57 71 0,-34 185-6,-78 13 1,-18-33 2,-2-213-3,62-10-1,32-3 8,25 63 0,-11 188 1,-90-21-8,-20-5-9,0-23-37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9075 874,'88'8'-9,"70"7"-1,-51-3-5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9300 874,'194'-29'-55,"-111"14"-20,5-1-28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17163 9052 874,'-76'101'-7,"50"-17"4,64 9 2,81-48-2,-19-66-1,17-97-4,-55-59-6,-44 79 8,-7 14 1,-11-13 3,-3 13 2,-20-18 6,-33 220 2,48-13-11,3-14 1,5-6 0,11 12 0,9 0 5,30 41 2,62-80 3,0-88-1,-11-91-6,-47-8 3,-56 5 0,-102 146-3,84 113-4,30 1 1,40-21 1,37-82 2,0-30-17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17625 8697 874,'-145'56'-18,"54"-20"11,-7 5 2,10-4-9,0-2-17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18381 9505 874,'-208'27'-48,"36"-11"10,-45-4 0,-40 0 2,-23 0 10,96-4 8,-39 5 1,58-3-30,-31 8-19,-9 3-3,40 2 1,58-9 11,-10 0-112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5629 5302 874,'-115'23'-13,"-9"0"2,8-7 10,-14-17 5,4 12-2,38 76-1,43 14-1,20 61-2,17-76 1,-4 54 1,-2 11 1,2-33 4,45-2-2,101-30-1,3-65-1,11-35-2,-49-94 1,-67 23-1,-9-9-1,-4-3 1,-2 0-2,8-40-9,-1 27-8,3 19-19,9 3-31,6 3-222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21675 11625 874,'-34'129'-5,"-58"-41"3,0-8-3,-21 3 1,13-22 3,-27 10 1,-21 6 1,33-20-1,-45 11 0,10-12-1,65-29 0,-12 1 0,-10 1 0,-56 17 0,67-22 1,-9 2 0,-7-2 0,-5-1 0,-57 6-1,65-14 1,-9-3-1,16-1 0,14-2 1,-14 0 0,-12 1 0,-3-5 0,-58-1 0,73-9 1,-6-2-1,-3-1 1,7-3 0,-53-9 0,68 6 0,-2-4 0,-50-8 0,-15-13 1,42 2 1,22-47-2,39-4 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20658 11595 874,'-119'0'-4,"-43"4"1,75 2 3,234-32-4,-10 40 4,-51 113 0,-40 13-1,-19-26 2,-25-23-439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16605 11564 874,'106'45'-6,"-24"44"5,-51-3-1,-40-2 0,-73 20 2,-1-103-3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16927 11595 874,'-88'45'-3,"10"63"0,78 9 0,75-21-2,8-40-289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17307 11730 874,'-99'0'-3,"-25"0"3,38-2-56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17304 11899 874,'-111'-7'-3,"9"10"2,17-6-296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17472 11740 874,'-83'140'-6,"118"-11"5,80-81 0,-10-98-1,-51-36-1,-61-11 1,-112 3 3,25 63 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16828 12682 874,'100'21'-5,"10"38"-2,-60 68 9,-143-28-3,6-123 0,7-28-295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17194 12742 874,'-128'78'-4,"111"48"3,112-41-3,10-159-2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17009 12455 874,'-15'109'-5,"85"-8"3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17320 12772 874,'93'33'-7,"-1"-6"8,0-8 0,-6 3-294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17349 12984 874,'118'13'-6,"-18"-7"1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17758 12819 874,'-47'91'-5,"11"38"1,42-12 5,34-26 0,81-72-3,-49-130-2,-52-2 0,-81-17-8,-2 30-15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18516 14186 874,'43'-106'-10,"7"-43"0,-11 3 3,-15-18 2,-19 43 1,-7-15 0,-2 40 1,-7-18 0,-10-22 1,-3 14-1,-2 15 1,-16-29-1,-16-18 0,-14-8-1,24 52 1,-17-17 0,-18-13 1,-13-3 2,-6 7 1,0 19 3,-66-48 3,64 91-2,-6 14 1,22 20 0,2 12-1,-12 12-1,-10 15 0,4 16-1,-47 27 0,67 9-3,-75 108-2,99-66 0,-20 91-4,55-51 1,12 22-1,5-39 0,9 14 1,14 26-1,11 16 1,6-4 1,-6-42 0,15 26 1,15 15 1,15 4 1,-13-42 2,6-7 0,22 10 1,18-1 0,13-11 0,71 46 2,-63-87-2,10-10 1,-26-21 1,-10-12-1,8-13 2,-6-22 1,-10-23-1,30-48 4,-53-36-12,-4-65-6,-13-83-25,-18 87-17,-6 80-11,-7-36-14,-15 36 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5426 533 874,'5'139'-15,"-6"-17"5,1 10 6,-2-34 2,4 23-1,2 19-2,-3-40 0,0 45-1,-1 40-2,-2 35-6,-5 24-7,0-18 2,2-42 2,-3 42 1,0 34 1,-1 31 2,2-81 0,-1 34-2,-1 48-3,-3 39-1,-3-16 2,3-72 2,-5 51 2,-1 31 3,-1 20 5,6-83 3,1 2 1,-2 37 4,2 23 1,2-6 5,3-95-1,-2 36-32,-7 13-9,-5-7-10,-2-24-7,3-48-6,3-57-4,6-49 6,2 4-84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1601 3797 874,'128'10'-11,"-13"-5"5,7-1 2,-34-5 2,19-2 0,20-2-3,-42 0 1,23 0 2,21-2-1,19 0-1,18-3 0,2 2 0,-47 2-1,32 1 1,23-1-1,20 2 0,-36 0 1,-6 2 0,31-2 0,26 0-1,15-2 1,-78 4 1,44-1-2,28 0 1,16 2 0,-34 1 1,-26 1 1,34 5 1,21 1 0,16 1 1,-79-2 0,30 0-1,28 1-1,19 0 0,-23-1 1,-44-3 0,35 1-1,19 1 2,15 2 1,-70-1 1,18 0-1,30 1 1,20-1-3,11 1-2,-2 2 3,-81-4 0,28 2 3,15 2 0,11 2 1,-36 0-1,-25 0 0,28 6 0,23-1 0,15 3-1,-76-7-1,35 1-1,27-1-4,20 2 0,-30-3 1,-36 0 1,21 5-25,-69-8 4,-27-1-9,13 3-49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10325 4245 874,'110'0'-10,"20"37"6,-45 10 4,-60 61 0,-121 18-7,-19-45-2,-12-31 2,19-18-9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10806 4336 874,'-116'90'-11,"3"-11"10,48 10 2,98 24-3,140-64-8,11-44-8,-93-5-7,15-13-15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4565 378 874,'96'-41'-9,"36"34"5,-29 38 1,-18 107 0,-91-53-1,-28 10-2,-38 38 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5059 277 874,'-93'138'-11,"31"-30"7,11-18 3,12 6 3,156-13-1,19-107-11,-12-29-9,-39 14-27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4837 36 874,'-7'99'-5,"-3"-11"-437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2378 3649 874,'-20'103'-12,"2"-16"-53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 4295 874,'16'-86'0,"27"-40"-6,-3 27 1,4 11 2,40-50 3,-11 36 0,16-5 0,11 4 0,-3 14 0,31-14-1,-27 28 0,49-15 1,-22 16-1,26-9 0,-65 38 1,47-19-1,-49 29 1,4 0 0,-7 3 0,65-20 0,-57 24 0,6 2 0,50-14 0,-60 18 0,11 0 0,-2 2 0,63-9 0,-61 12 0,7 0-1,53-3 1,-73 12 0,10 0 1,4 3-1,59-4 0,-58 3 0,8 1-1,-19 2 1,80 3 0,-73 3 0,9 1 0,47 0 1,-56-1-2,8 3 1,-15-1 0,76 10 1,-70-3-1,5 0 0,50 5 0,-56-6 0,6 2 0,-11 0 0,69 14 0,-67-11 0,5 2 0,51 11 1,-59-9-1,7 4 0,-10 0 0,58 21 0,-60-19 0,5 4 0,47 13 1,28 12-1,-25-8 0,-1 9 0,-13 6 2,-20-1-1,15 16-1,-33-17 1,17 23-1,17 25 0,-20 4 1,-31-20 1,-11 0-2,4 18-1,-18-6 3,2 51-2,-11-17-2,-8 31 3,-21-71-1,-9 4 0,-6-6 1,-14 50-2,-38 7 2,-14-32 0,-43-3-2,-11-16 1,-20-7-1,-2-13 1,63-40-1,-65 22-1,66-34 0,0-5 1,-40 9 0,-23 1 2,14-7-1,-14-3 0,58-12 0,-55 10 0,59-10-1,-10 1 1,-7 1-1,-49 5 0,54-7 0,-6 0 1,14-2 0,-81 10-1,71-9 1,-7-1 0,-53 2 1,63-4-1,-7 0 0,-4-1 0,-2 0 0,-59 7 0,66-7 0,-7-3 0,21 0 0,-88 5 0,75-8 0,-4-2 0,-48-2 0,61-1 1,-6 2-1,16-1 0,-73-2 1,66 0-1,-1-2 0,-40-5 1,-34-9 0,79 10-1,-54-9 0,-4-7 1,-14-3 0,28 2 0,-39-11-1,83 15-1,-41-15 1,-24-18 2,62 22-2,-10-6 0,15 5-1,-65-34 1,-10-19 2,9-8-1,43 23-1,12 2 1,-15-27 0,-3-29-1,36 15 0,21-4 0,17-12 0,15-12-1,18 46 0,10-67-2,2 54-3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8417 3850 874,'106'-7'-7,"-204"-47"7,69 174-1,117-80 1,3-95 0,-130-31 0,-47 136 0,119 36 0,60-167 1,-194 7-4,16 139 4,160 17-1,10-146 0,-63-40 1,-106 82-2,-16 112 1,96 25 0,91-77 0,13-105 0,-131-34 0,-53 75-2,-3 134 3,178-33 0,-35-167 2,-155 113-8,12-38-295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9287 3144 874,'99'104'-7,"-70"33"4,-62-36 2,-37-12-3,-22-17-5,-26-31-6,24-19-23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9554 3235 874,'-84'45'-8,"3"1"6,-12 42 3,89 20-1,132-38-6,-16-111-1,-33 7-9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9527 3460 874,'71'135'-4,"48"-132"3,-72-138-1,-165 111 1,25 8 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10143 3446 874,'-79'90'-10,"-19"-11"4,14-30-615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10434 3207 874,'131'-26'-11,"3"41"7,-27 29 4,-103 50 0,-104 31-3,-40-46-3,42-30-7,10-22-816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11013 3189 874,'-113'40'-7,"-8"12"2,26-6 3,14 55 5,95-14-4,100-7-1,31-51-7,-36-14-13,-23-26-404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10818 2797 874,'-58'133'-10,"17"-45"4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11076 3521 874,'-11'87'-4,"47"1"3,78-52-1,-24-99 1,-63-47 1,-154 66-1,43 58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11359 3295 874,'119'0'-6,"-11"2"0,-18 6 2,-6 2-27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11330 3474 874,'129'6'-11,"-45"-10"5,16-13-1,-14 4-7,1-4-7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11890 3291 874,'-37'110'-4,"48"-6"0,100-59 3,-16-78-1,-39-85 1,-101 1-1,-56 69-3,4 23-8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12385 2932 874,'88'77'-12,"14"62"7,-58-50 3,-13 10 0,-4 47-1,-33-6 0,-29-52 2,-33 3-3,-44-12-2,28-11-6,-34 2-14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9182 2902 874,'-94'101'-12,"-11"31"7,27-3 2,31-14 3,18 41-2,31-60 2,34 53 0,57-47-1,-8-20-107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8403 3943 874,'40'-76'-2,"-115"43"0,55 123 1,117-109-2,-46-56 2,-90-2 0,-42 91 1,50 78 0,77-2 1,28-88-1,-50-81 0,-81-5 1,-15 156-1,162-22-1,-61-133 1,-91 5 1,-6 179-1,153-66 1,-156-80-1,71 122 0,81-60-1,-80-101 0,-20 165 5,12-155-61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13176 3279 874,'-74'110'-11,"1"-3"7,22-13 2,19-8 2,28 18 2,47-12-1,106-27-3,-2-55-5,-35-46-1,-20 13-9,16-23-13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13058 3310 874,'152'-17'-20,"-51"6"13,-15 3 1,43-6-10,-41 3-15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13088 3503 874,'91'-4'-13,"-5"-11"2,25-17-1,-7 4-17,-16 0-87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13795 3189 874,'-15'128'-12,"-11"35"7,9-73 4,-6 39 0,3-16-3,-4-8-6,2-19-62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13490 3525 874,'152'-1'-20,"-31"-7"5,-12 3-15,-25 0-3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14185 3493 874,'-137'76'-14,"21"2"10,37 35 9,188-50-6,-4-105-3,14-56 5,-27 89 1,-43 114 0,46-37 0,-6-103-5,-1-99-8,-28 30-16,-25 16-162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14570 3038 874,'-20'161'-18,"4"-60"9,2-5 2,-4 68-3,5-20 11,10-53 0,-1 33 5,25-266 19,51 24-26,33 54-9,-20-1-13,17 15-20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13193 4442 874,'-11'119'-11,"-3"18"8,-4-33-5,0-16-59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13103 4185 874,'14'90'1,"-7"-5"-868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13331 4551 874,'10'112'-11,"-7"38"10,-17-56 3,-1-233-15,31 18 5,31 9 13,53 31-2,8 114-1,-48 64 0,-35 18-4,5-22-32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13762 4457 874,'5'108'-9,"-5"8"5,-12-24 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13693 4215 874,'-15'105'-7,"-4"-19"-852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14086 4042 874,'9'108'-11,"-7"64"5,-4-74 0,-1 3 0,-1-13-2,-3 40-11,-4-41-21,-13-3-393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13982 4455 874,'152'-69'-19,"-63"43"14,4 10 4,40 13 3,-43 76 1,-50 12-4,-46 15 1,-24-11-9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14400 4155 874,'-33'122'-10,"6"-23"2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15019 4321 874,'-130'49'-15,"-30"37"8,39-3 6,17 23 4,243-110-2,-52-59-9,37-38-4,-60 198 28,53-88-5,-31-73-200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15271 3808 874,'-29'117'-11,"-30"57"-1,11-38 4,5-10 8,12 1-1,39 42 3,47-73 0,84 35-6,63-75-16,-71-20-17,-37 4-21,45-21-24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9513 3038 874,'106'35'-5,"51"13"3,-72-18 0,32 53 3,-104 39-2,-67 0 2,7-36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10011 2978 874,'-78'158'0,"81"-17"-3,157-74 1,-46-152 0,-87-52 1,-137 77-1,10 18-24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9825 3325 874,'-29'104'5,"-2"-17"-59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7779 4577 874,'-67'85'-6,"-55"40"3,30-16 3,181-31-1,-1-63 0,58 3-3,-60-7 0,55 8-10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5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 3783 874,'52'-84'-198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5340 2426 874,'86'-29'-292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3970 4789 874,'-104'59'-6,"-43"9"1,14-10 0,12-7 2,23-13 6,77 57 1,111 1-2,0-106-18,-76-76-609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3076 2631 874,'113'2'-27,"-16"6"28,30 5 2,-19 23 3,-58 67-5,-71 11 2,-28-4-1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7097 2495 874,'98'53'-7,"-4"-5"6,33 22 2,-58 37-1,-160-28-4,-16-30-3,-13-13-10,22-13-12,10-7-129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5317 2442 874,'103'-73'0,"-193"156"-5,190-34 0,-22-143 4,-167 12 2,-10 133-1,68 35 2,156-77-3,-74-115 1,-122 25-1,-43 122 1,59 70 0,132-14 0,58-119-2,-40-32 3,-77-40 0,-112 64-2,-6 59 0,22 56 2,87 12 0,78-121 0,-54-84 1,-148 125-3,129 81 1,67-123 5,-165-43-11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5609 1580 874,'127'-98'-7,"10"108"6,-54 100-1,-111 1-2,-52-1-2,-14-26-6,6-19-426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5990 1408 874,'-117'128'-5,"67"-29"2,50 19 1,107-39-1,17-107 0,-42 0-2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6110 1803 874,'61'107'-3,"58"-128"0,-49-72 2,-101-5 1,-103 133-2,18 13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6235 1523 874,'112'-42'0,"-12"17"-56,1-2-65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6338 1645 874,'120'-31'-10,"-21"-2"3,0-4-14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6713 1312 874,'-35'84'-4,"64"10"3,98-63-1,-20-51 1,-17-76 0,-94 7-1,-89 40-1,-11 43-4,3 23-13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7278 1302 874,'-45'121'-11,"-1"4"5,14-40-9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7446 1154 874,'97'-97'-10,"20"63"8,-14 40 0,9 55 0,-95 40 2,-56-3-2,-73 4-3,-21-10-9,36-27-5,15-16-69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7903 1000 874,'-68'88'-5,"14"52"4,125-33-2,109-113-9,-54-4-17,-35-40-399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7712 653 874,'-14'90'1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8133 1348 874,'13'93'0,"108"-43"-4,-23-116 0,-40-23 5,-78-1-2,-105 80 0,35 12 0,6 34-438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7673 656 874,'-32'144'-3,"152"-105"0,-17-138 4,-186 94-1,168-82-40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8261 850 874,'91'29'-8,"38"2"2,12-3 8,-35 6-1,-56 55-1,-88 32-1,-18-21-1,-38 14-5,15-27-10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8748 849 874,'0'133'-3,"91"-73"1,19-79-1,-11-61 2,-67-32 0,-147 6 1,-39 138-1,51-2 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1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8991 351 874,'131'-5'-11,"20"50"5,-42 11 3,15 72 2,-61 39 0,-39-22 0,-29-41-1,-16 11-1,-8-12 1,-45 77-4,7-79 1,-16-14-3,-19-39-2,-5 19-16,20-62-14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5759 1182 874,'-92'134'-11,"35"-11"7,13-7 2,11 8 0,13 46 1,26-36 1,57 14 1,41-53 0,-16-27-25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7061 2404 874,'83'85'-9,"34"11"9,1 28 0,-109 23-4,-62-36-2,-77-31-9,-7-42-4,41-16-19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7785 4547 874,'-89'57'-5,"-26"30"3,22 43 2,146-22-1,42-37 0,43-19 0,-5-30 0,-28-16 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4008 4834 874,'-123'27'-4,"32"-6"1,-11 2 0,-36 5 2,16 26 3,82 55-6,87-19 4,46 30 3,-8-154-108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3120 2570 874,'104'31'-6,"-16"-10"4,65 21 3,-44 58-2,-94 48-3,-43-31-1,-25-14-12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15665 3385 874,'-15'120'-8,"-9"34"6,14-65 2,17-1 1,82 63-3,80-78-5,-34-69 1,-30-57-5,-21 0-62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15547 3391 874,'110'-36'-11,"61"9"3,-22 15 0,-49 5-9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15561 3600 874,'166'-34'-20,"-67"18"13,3 4 1,-9 2-11,-7 3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16085 3876 874,'0'98'-10,"-7"39"9,83-246-10,-20 21 11,61 3 4,-32 150 0,-99 87-7,-21-21-3,60-295 9,61 17 4,17 107-6,-35 167-2,-25-27 1,-44-9-108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2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16709 3718 874,'133'-4'-13,"-48"5"8,12 1-2,-11-2-5,-1 3-9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16813 3953 874,'222'-52'-53,"-122"28"-19,-5 1-21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17918 3415 874,'-101'-11'-9,"-50"40"2,34 11 2,10 71 7,77 30-3,43 16-2,32-7 3,40-61 4,20-51-4,-12-54 0,-11 8 3,1-18-8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17498 3751 874,'150'-7'-20,"-35"2"9,-11 0-15,-16 4-43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17979 3931 874,'5'117'-10,"-13"9"10,-4-232-7,59 6 8,37 58 0,12 154-2,0-202-7,-39 1 3,43 133 11,-80 51-5,5-6 8,-19-2-11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18551 4095 874,'-34'102'-5,"56"-7"5,83-60-6,-29-134 5,-138-10-3,-59 105 0,36 4-5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9692 548 874,'13'122'-10,"-1"32"5,-10-28 2,-7-25 4,9 8 1,66 9 2,35-86-5,42-68-4,-47 5-9,-14-17-597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9676 562 874,'109'-26'-9,"1"6"1,-23 7-7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9676 840 874,'139'-19'-14,"31"-13"5,-69 13-5,-14 4-413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10141 1061 874,'9'98'-5,"-7"36"-1,35-252-1,-4 18 8,63 38 1,-59 152-3,-29 18 2,-34 8 1,51-236-15,35-21 9,6 48 9,26 129-2,-73 89-7,-27-33 0,4-9-11,-11 4-12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3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10630 834 874,'108'-26'-7,"13"7"1,-20 10 1,-14 5-59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10675 1039 874,'103'-32'-10,"42"-25"4,-59 24-4,1 1-604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11121 502 874,'16'98'-10,"-8"-14"1,-3 12 2,-4-4 9,6 31 3,19-23-1,15-13-855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11092 559 874,'128'-45'-12,"34"5"4,-41 27-4,-37 6-10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11151 763 874,'136'-40'-13,"-25"16"5,-28 10-8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11181 1075 874,'128'-40'-12,"29"-23"10,-67 26-1,-4 1-615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11494 915 874,'5'149'-6,"1"-6"5,6-274-7,42-6 9,41 112-2,-48 132-1,-27 0 2,-10-228-1,11 20 4,70 20 1,2 163-3,-11 32-3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12000 1048 874,'-1'94'-3,"136"-51"-4,-36-105 4,-18-49 4,-175 35 0,8 132-7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2067 6776 874,'11'133'-18,"-5"-29"8,-1 21 1,2 16 1,-1 14 2,1 5-6,-4-7-8,-1-31-5,-6-33-12,1 17-43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1898 7326 874,'157'-5'-18,"-52"2"8,11 7 2,-10 8 2,40 23 7,-53 15 4,-38 35 0,-36 57 2,-15-50-2,-15 37 2,-22-258-18,41 45 8,14-5 1,29-40 3,71 56 1,-34 35 11,-2 51-450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4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3014 7490 874,'-111'32'-6,"-10"54"5,138 20-1,81-114-2,26-101-4,-45-12 4,-51 22 8,-63 246 1,68-13-6,27-45 3,71-118-2,-25-134-14,-30-2-1,-30 39 12,-17 258 4,-29-31-6,-1 36-1,-2 22 1,-4 11 1,-9-8 0,5-48 2,-18 14 2,-19-4 4,-40 35 8,-50-116 2,65-133-14,-22 3-8,63-1-17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3404 6962 874,'-32'128'-10,"4"-35"5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3602 7676 874,'80'-97'-6,"5"-48"5,-80 53-1,-125 114-1,57 74 1,71 36 0,77-26-5,27-52 1,9-56 2,-5-51-5,-29 7-12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4169 7399 874,'-111'124'-10,"38"-5"7,48-21 4,42 5-1,117-19-2,-45-112-3,2-41-3,-16-47-2,-10 30-15,-6 0-8,-33 0-739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4410 6931 874,'-13'161'-17,"3"-65"10,4 16 2,3 10 0,2-31 2,1 5 0,0-9-3,3-2-5,1 16-4,5 2-8,-3-18-14,5 3-35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4342 7543 874,'136'-7'-14,"-8"0"2,1 3 12,4-6 5,-114 138 8,-48-15-14,41 10 1,77-49-1,-31-172-1,-87-24-4,-40 25 1,10-5 9,154 35-5,53 59-3,-15 39 9,-33 62-4,-74 18 0,-7 10 1,76-154-25,-59-51-586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5332 7496 874,'-12'137'-11,"4"16"8,4-52 3,-11-210-4,30 10 5,58-29 0,82 65-4,-68 60 1,47 11 0,-28 7 5,21-36 1,-40-63-1,-118-3-1,-84 61-1,27 65-4,45 97-1,45 4-5,34 7-9,-15-63-9,8 4-558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4983 7248 874,'27'148'-14,"6"-55"-1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6695 7676 874,'-126'-27'-10,"36"20"6,-1 11 2,-41 15 2,36 81 2,147 8-3,59-80-2,44-72-5,3-106-4,-99 58 8,22-96-4,-52 73 6,-9 18 3,-12-37 9,-96 212-2,68 10-10,7 18 1,12-4 1,18 51-1,70-18 4,17-67 1,43-65 0,-26-51-1,-50-48 0,-58-16-3,-139 24 5,35 188-3,170 45-10,-11-46-18,17-29-406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7337 7399 874,'15'105'-15,"-6"-9"3,-2 19 1,1 11 4,2-2-6,-2-37-7,8 55-36,2-40-67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5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7411 7476 874,'113'-26'-11,"24"69"7,-41 50 3,-70 4 0,-54 1-2,-86-13 1,13-57 1,-6-119 1,30-4 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7698 6882 874,'1'124'-13,"-2"-23"3,0 20-1,3 14 3,8 5 4,-1-16 2,-1-35 1,9 63 6,7-68 2,38-211-8,6-30 10,28 88 0,-44 181-13,-17-5-6,-11-19-18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8467 7444 874,'-140'13'-13,"-4"47"14,81 44 0,164-21-3,11-140-3,-24-42 5,-46 6 1,-98 244-4,71-37 3,30-27 3,79-102-2,-58-69-2,0-65-1,4 29 3,34 117 0,-47 105-4,-48 13 4,-72-3 2,160-198-5,-5 37-6,3-2 2,39-30 6,-70-4 5,-151-13-2,-27 95-1,3 64 1,54 45-4,78 10-1,84-3-7,-22-31-18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7575 7393 874,'129'-16'-12,"-44"-5"8,49-26 2,-38-9 2,-27-33 0,-49-29-1,-49 19 2,-91 14-1,6 46-2,-20 62-8,46-2-7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9532 7602 874,'74'-104'-13,"-6"-25"5,-26 12 8,-31-20 2,-46 1 0,-67 132 4,68 126-12,26-29 0,6 30-2,4 23-1,1-28 1,1-1 1,-4 24 2,-5 7 3,-5-7 3,4-48 0,-8 5 4,-19 32 7,-63-178 7,96-105-19,24 62-1,17 6-1,41-38 0,50-1 2,-28 31 3,-6-15 2,-38 13 0,-76-11 1,-100 142-7,60 90-3,46-3-1,56 5 5,64-50 2,-10-80-1,-7-89-2,-16-33 0,-14 12 3,36 21 2,-33 202-2,-75-6-3,9 20 3,97-113-4,-28-153-6,-14 13 2,-28 247 12,41-267-10,21 77 9,-29 160-5,-60-2-4,-12 52-3,33-308-1,34 29 2,41 106 22,-68 135-13,19 40 3,81-94-5,-15-142-7,-33-22 8,-64-2 1,-108 107-2,24 102-3,69 45-2,90-5-2,30-60-5,3-87-5,-38 0-15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11123 6706 874,'-89'152'-23,"14"-53"9,7-7-16,-6-8-391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11124 7486 874,'115'-49'-13,"-20"-9"11,-30-53 4,-98 14-2,-70 74-2,-29 121 2,72 34-1,69 5-6,78 12-6,32-66-5,-28-29-20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11747 7359 874,'104'-5'-16,"-19"2"11,13-2 2,-3 0-9,-10 4-168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11717 7510 874,'105'7'-16,"-6"-6"3,14-9 3,0-17 4,-9 7-15,-17-5 9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12123 7169 874,'132'106'-14,"-8"13"11,-35 1 3,-84-16 2,-108 5-5,20-37-3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6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11745 7097 874,'-124'125'-8,"84"39"4,58-25-3,78-35 0,-7-21-61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12926 7158 874,'-115'71'-12,"-32"44"-1,49-12 12,95 11 5,88-19-5,47-94-2,16-45-2,-59-1-1,7-19 1,38-41 9,-116 21 9,-123 216-5,108-4-7,82 1-7,27-73 7,-24-68 1,-69-84-2,-66-28-4,-18-1 9,33 32-1,122 28-4,53 122-6,-30 40-2,-46 33 8,-52-19 5,11-251 0,33 14-10,26 40 3,2 120 2,-31 54 0,-4 43 0,8-24-4,-20-22-111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14154 7068 874,'-137'36'-12,"29"37"11,86 48 1,67 6-5,6-42-1,26 46 3,-73-14 8,-113-41-4,18-108 5,150-58-9,47 5-9,-12 27 5,6-1 1,-11 7 9,24-25 4,-98-16 2,-160 89 1,42 101-9,91 32-4,69-13-3,41-32 7,23-74 0,-1-105-1,-40-28-4,-16-3 7,43 126-2,-80 90 1,-33 43 0,-15-34 0,24-239-6,35 14-4,8 16 6,44 58 5,0 163-8,-43-23 1,-5 5 1,13 35 8,41-204-6,-63-75-6,-7 10-10,-3 24-21,-5 32-47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15304 7328 874,'-106'58'-6,"-1"47"5,103-13 1,114-88-5,-21-122-1,-50 24 4,-1 212 0,0 5 5,9-37 2,59-145-4,-57-57-8,-21 6-1,-4-19-1,-6 14 3,-6 21 0,-8-5 5,-4 17 3,-12-8 5,-46 258-4,44-82-8,3 9 0,4 21 2,11 6-1,18-7 9,24 24 3,51-85 0,-8-88 1,1-116-10,-42 16 0,-39 35 4,-26 205 4,143-23-1,-31-112-6,-47 160-5,28-42 8,-40-211-6,-53 2-1,28-19 6,105 81-4,-12 126 1,-44 20 4,-34 4-2,11-205-3,10 9-4,67 94 7,-45 137-9,-65-31-5,-14-10-30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16023 6872 874,'-59'104'-8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15423 7075 874,'157'28'-26,"-26"-10"11,-35-5-4,-8 1-7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13697 7799 874,'-34'115'-14,"7"-23"6,4 16 1,2 9 3,5-3 3,3-22 2,2 39 5,-73-97-2,-17-70-1,-4 12-1,-5 29 1,95 85-3,111-34-5,50-20-9,49-42-1,-74-20 8,-7-18 5,34-36 2,-63-56 11,-120 37 1,-87 121 4,74 90-13,61-18-8,35-2-1,53 18-5,-14-101 1,5 20-17,-4-54-86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14281 7868 874,'-10'101'-18,"-1"3"3,-11 32 1,-7 26 1,7-33 4,6-19-25,12-12-3,-4 11-45,12-22-142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14529 7980 874,'-43'112'-13,"-3"54"14,23-79-1,6-3-292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14518 8620 874,'111'-66'-12,"19"-46"9,-55 16 5,-58 6 0,-130 90-6,33 128 1,97 0 1,131-30 3,-13-157 0,-43-39-3,-29-2 7,33 196-4,-74 36-4,74-236 1,-31 15 7,26 176-8,-55 25 6,23-25 0,67-77-5,1-79-6,-35-52 10,-51-6-1,-81-5 0,-65 131-1,36 138-1,127-17-2,32-52 4,48-94 1,-34-49 0,-4 3 5,-72 159-9,-18 25-2,0 2 5,-7-256-12,10-3 15,33 38 0,90 33-6,-14 50-1,-246 44 2,60 110 6,167-44-5,12-119 3,-10-8-1,-62 208-17,-19 8 0,-17 11 0,-8-93 9,-7-5 0,-12 7 7,-12-7 6,-25 5 8,-28-123-3,31-96-7,52 15-9,24-15-1,-3 39-1,20-16 0,18-14 1,12-9 2,-5 17 2,-13 22 0,34-45 9,-9 218 18,-65 77-27,18-39 6,64-39-4,22-62-1,9-74-1,-16-67 1,-53 0-1,-59-6 2,-83 36 4,-12 171-2,129 55-6,-1-42-7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7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16023 8260 874,'90'105'-12,"-10"-10"3,-13-10-110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15046 7799 874,'-51'104'-13,"-56"46"3,34-51-4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17210 8365 874,'-57'130'-18,"15"-39"-9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3776 3667 874,'8'-101'-6,"-1"11"2,-2-6 1,4-43 1,-2 54 2,1-11-2,9-57 1,-4 68 1,2-1 1,2 2 0,58-63 0,47 53-4,23 47-1,-51 38 2,7 8 2,69 2-3,-50 2 0,18-1 0,9 1-1,-20 0 0,-16-1 2,23 2 0,11 0 0,5 0 1,-43-1 0,8 2 1,14 1 1,9 2 1,-10 1 1,-27-1-1,17 4 0,7 5-1,-6 3 1,-32-3 1,60 29 4,-47 15 0,-40 73 0,-59-25-5,-29 65 0,18-81-3,3-4 1,-6 41-21,-46-41 5,-62-39 20,-24-29-4,40-14-2,-13-2 0,-12 2 0,33-2 9,-8 3-2,-19 3-7,-14 3-1,-1 2 1,38-5 0,-29 4-1,-22 0 1,-14 0-1,-8 0 0,28-3 0,18-2 1,-16 2 2,-5 0 0,8-4 4,45-4 1,3-2 0,8-5 3,-30-2 5,14 3 4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3974 3450 874,'-84'-84'-2,"-5"27"2,3-4-297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13181 2706 874,'81'-129'-4,"-20"-16"2,-21-23 1,-27 37 1,-14 44-1,-8-3 1,-10 2 0,-13-26 0,-48 21 1,-53 67-1,27 125-1,64-12 1,9 18-2,10-7-1,-1 78-4,22-77 5,3-14 3,18 59 2,45-36 1,2-20-102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11989 4951 874,'-20'-102'-3,"-6"-35"-9,8 23 7,7 1 5,6-32 1,1 22 1,-3-39 1,6 69-3,2-3-2,3-46 3,-1-30 1,-6 77-3,0-41-1,3-22 3,6 33 2,11-19-1,7 40-1,101 50 1,-37 46-3,14 3-2,13 0-2,51 1-3,-25 2 3,-14 2 6,-42 0 0,16 0 0,14-1-1,56-3 1,-56 3-2,15-2-1,-14 1 0,-15-1 0,25 0-1,18 1-1,11-1 0,-48 0 1,17 1-1,16-1 3,12 1 0,-13-1 2,-27 2-1,25-2-1,15-2 0,10 1 0,-42 0 1,7 1-1,18 1 2,8-2-1,-11 2 1,-38 1 0,21 2 1,15 1 0,8-2 0,-35 1 0,0 0-1,16-1 0,8 0 0,-4 2 1,-40-2-1,18 0 0,7 1 1,6 2 0,-24 0 0,-7 0 0,13 0 0,8-1-1,3 4 1,52 3 0,-70-4-1,5-1 0,-16-3-1,72-1 1,-70 0 0,1 3-1,1 1 1,-8 0 0,57 6 2,-54 0-2,3 1 0,65 39 1,-55 23-1,-41 49-3,-37 13-1,-28 4 0,-6-55 2,-12 62 0,-4 32 0,16-73 0,1 5 1,5-22 0,-6 79 0,4-77 0,1 1 1,-5 38 0,-4 15 4,-4-6-2,-48-37-85,-80-45 96,9-27-6,8-15-5,2-3 0,40-6 33,-12 0-36,-2-2 1,-76-1-1,52 0-3,-19-1 0,29-1-1,-2-1 0,-25-1-1,-17 0 0,-5-1 1,50 0 0,-30 1 0,-20-1 1,-13 4 1,34 2 1,13-2 1,-22 3 1,-16 3 0,-9-2-1,-7 0 0,50 1 0,-9-1 0,-21 0-1,-15 2 1,9-2-1,43 0 1,-21 1-1,-17-3 1,-7 0 1,38-2 1,6 2-1,-17-2 2,-12 2-1,-8 0-1,58-3 1,-25 0-1,-14-2 1,-8 2-1,27 0 1,16 2 0,-19 0 0,-5 0-1,-3-4 1,48 1 1,-11 0 1,-2-2 0,1 0-1,20 3 1,-60 3 3,47 0 3,4-3-4,-7-16-10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16108 3192 874,'-32'-86'-5,"-31"-36"0,4 31 2,-46-17 3,12 63 1,-38 46-2,16 31 0,3 39 0,14 26 0,13 22 0,-3 51 0,51-74 0,-11 55 1,28-47-1,3 17-1,4-15-1,1-9 0,0 18 0,4 6 0,5 1 3,6 53 2,12-75-1,7 4 1,3-15 0,32 69 1,-13-72-1,61 73 1,-19-54-1,35-31 1,-7-48-2,44-63-3,-9-55-1,-39-17 2,-1-69-2,-63 70 1,-14 22 0,-6-2 1,-7-15 0,-3-10 1,-8 2 1,-2-64 0,-16 64-1,-8-11 0,-7-2-1,-2 16 1,4 23-1,-4-8 2,-4-3 0,-1-2 0,-4 1 1,-27-52 0,14 42 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16102 4623 874,'-32'85'-8,"-6"28"8,46 17 0,83-67-1,23-88-4,5-78-4,-12-28 5,-54 214 10,6 64 0,53-75-5,5-71-3,-5-59 1,-25-11 1,-67-36 3,-106 61 1,2 37-860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16892 4956 874,'19'106'-3,"69"-44"1,44-111 0,-65-74 1,-179 62-5,20 70 0,-4 36-6,9 0-114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8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17012 4717 874,'-89'-106'-4,"133"21"1,80 59-3,-2 43-1,-47 72 10,-166-7-5,-20-27-2,-37 0 7,238 11-6,-3-64-2,0 2-3,43 5-10,-39-3-39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15249 5938 874,'123'38'-11,"-40"-27"4,23-5 0,-22 0 1,1-4 1,18-3 4,-16 0 0,55-21 2,-296-41 0,43 78-7,19 1 3,-70 38 5,77 42 4,128 34 1,98-46-5,-24-34-1,-250 16-7,-39-35 4,31 33 11,120 60-5,122-27-2,-4 35 6,-132-30-10,-40 0 3,31-6 2,120 29-6,9-32-8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16282 6199 874,'-95'104'-13,"-9"68"3,63-67 7,13 10 0,3 54-1,21-9 0,13-60-1,-2-15-3,8 2-6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16885 6464 874,'-74'128'-14,"-35"36"3,45-71 7,-28 45-12,19-15-13,17-23-42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16411 6479 874,'63'109'-11,"0"39"7,-9-16 2,-4-23 1,22 4 1,31-26 3,-1-73-1,13-76-4,27-48-3,-42 48 4,-69 167 3,-29 23-20,-4-36-25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17162 6524 874,'-46'109'-8,"4"-23"-27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17427 6173 874,'138'132'-16,"-83"-48"10,-7 20 1,-11 12 0,-16 2 1,-6-34 1,-15 9 1,-23 91 0,-22-63-2,-29 10-2,25-47-1,-13 28-11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15412 7310 874,'173'-22'-27,"-53"7"11,-33 4 4,34 2 6,-28 3 1,57 4-4,36 8-4,33 5-5,-30 4 4,-21 0 1,33 6-21,18 4-7,8 0-7,-70-7-7,9-2-6,-2-11-3,-58-2 8,-2 4-106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18175 7143 874,'-88'75'-24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19970 6087 874,'-97'53'-5,"197"37"-1,87-74-5,-93-15 6,45-5 1,-278 37 2,-32 39 3,58-12 6,89 52-2,152-47-5,10-21 2,-30 16 0,-150 51-7,-89-26 5,31-13 5,78 37-3,60-19-3,67 24 2,-40-14 0,-57 43-1,-32-31-2,-7-12-1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69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19928 5845 874,'-127'23'-12,"-35"15"6,78-15 7,-29 17 0,25 96-3,91-40-4,6 21-2,-1-32 2,-1 21 0,-7 21-1,-11 17 4,-4-5 0,4-31 0,-11 25 0,1 16 1,2 4 4,9-42 1,3-3 0,15-3 4,12-10-1,62 41 5,74-88 1,-69-55-5,-1-32-628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0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20285 5906 874,'137'11'-12,"28"40"4,-52 7 3,-25 16 6,-10 66-2,-60-46 1,-3 60-2,-19-43 0,-5 17-2,-3 14 1,2-12 0,2-23 1,2 21-1,2 12 1,2 2 2,2-40 0,2 1 2,-4 4 2,-6-4 0,-14 43 5,-51-42-1,-65-65-5,35-23-3,17-36-188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1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21089 6859 874,'131'-15'-12,"-2"25"6,-41 0-10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2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21119 7157 874,'104'-11'-21,"28"-9"-12,-37 5-29,-10 1-7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3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21998 6691 874,'46'-86'-8,"21"-39"3,-2 16 1,-4 8 3,6-27 1,-22 212 0,-41 5-3,-3-4-2,2 71-11,-5-63 6,2 11-25,-5-17-147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4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21760 7008 874,'116'-2'-31,"-3"-2"30,30-3-5,-17 0 0,22-1-1,11 0 3,-6 0-2,-40 3 1,10 1 7,-2 2 3,-14-1 2,-22-1-1,18 0 25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5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22091 7319 874,'-110'-19'-11,"-28"2"7,28 22 7,15 119-3,83-3-5,25 59-3,-8-79 5,-1 5 4,-1-20-1,-2 80 1,-2-74 0,2-4 0,17 61 5,16-55 0,64-42-5,-11-59-1,-1-29-6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6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22162 7580 874,'9'110'-6,"-3"17"-1,-2-21 6,-3 28 0,1-21-1,16-9-16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7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21909 7672 874,'124'-62'-15,"-27"37"5,-7 9 2,92 3-4,-87 6-10,-8 8 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8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22328 8085 874,'93'-34'-6,"23"-63"5,-147-13 0,-96 167-3,76 41 2,68 52-1,45-43 4,39-78 0,-14-68-1,-4-85-2,-29 4 3,5 282-1,-71-69 1,44-234-7,18 38 7,49 178 3,-44-174-1,-5 245-5,-22-54 5,65-178-10,-60-40 0,-24 29 9,-5 3-1,-2 0 1,-10 192-9,0 16 0,-1 10 1,2-29 0,-2 26-1,1 14 5,3-2 2,1-9 3,2-23 1,1-198 13,8-66-18,1 57-1,6-54 5,11 63 3,99 78 3,27-35-3,7 26-5,-62 58-2,-67 75-1,-96 20-2,-6-28-4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09"/>
    </inkml:context>
    <inkml:brush xml:id="br0">
      <inkml:brushProperty name="width" value="0.01984" units="cm"/>
      <inkml:brushProperty name="height" value="0.01984" units="cm"/>
      <inkml:brushProperty name="color" value="#0000FF"/>
      <inkml:brushProperty name="fitToCurve" value="1"/>
    </inkml:brush>
  </inkml:definitions>
  <inkml:trace contextRef="#ctx0" brushRef="#br0">23026 7375 874,'128'-23'-13,"-37"21"6,10 7 0,51 15-2,-22 15 7,7 46 3,-65 7 4,-52 31 1,-43 37-1,-2-24-2,14 46-3,16-77-1,15 51 0,6-63 1,2 1 0,7 39 1,-51-15 1,-99-38-1,-17-41-7,31-35 1,-16-15 0,21 4-9,-14-10-6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6086 12684 874,'115'7'-3,"29"10"-1,1 1-1,-58-10 2,2-2 1,46 1 0,-50-6 2,11 2 0,-7 0-1,82 4 1,-58-2-2,14 1 0,9-1-1,-25-2 0,-5-1 0,20 0 0,14 0 1,4-1-1,-47 1 1,26-2 0,15-5 0,16 1 1,12-1-1,-14-1 1,-30 2-1,26-3-1,17-2 0,12 0 1,-45 2 0,10-2 0,22-2 0,16 0 0,10-2 1,5-1 0,-66 5 0,30-1 1,20-1-1,13 2 0,-27 2 0,-22 3 0,23-4 1,13-2 0,9-1 1,-63 3 0,21-1 0,15 4 2,8 3-1,3 2 2,-12 2-1,-44-1 0,19 2 1,8-2-1,-1 2 0,-32 0 1,-10-2 0,6 1 0,2-4 0,-9 1 0,38-1 2,-22 1 2,-11 4-3,7 1-3,-27-3-1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15374 13143 874,'0'-105'-9,"5"-46"4,-1 54 2,0-5 0,0-52-1,-1 20 2,-3 50 3,1-4 0,-1-4 0,1 3 0,5-43 3,8 14 2,30 16-3,53 32-3,6 47-3,-4 11-3,-4 6-1,28 6-3,20 5 0,9 2 3,12-1 3,-40 0 2,2-2 0,25-2 0,18-3 0,4-4-1,-49 2 2,30-2-1,17-3 1,10-4 0,-37 2 1,-11 0 0,20-4 1,18 5 0,16 8 0,12 9-1,-61-2-1,13 5 0,5 2 1,-13-5 4,-28-2 3,-30-5 2,0-1-1,4 4-1,41 12 4,13 46-3,-46 25-4,-34 33-6,-20 49 0,-19-14 0,-12-61 2,-2 14-2,0 5 0,0 48 1,-12-74 3,-14 51 2,-41 0-2,-48-21-2,0-40 2,-75-14-5,62-37-2,-82 9-6,58-22 4,-21-1-1,20-3 2,10 1-1,-34 0 0,-30 1 0,-25-4-1,76-3 2,-45-3-4,-34-2-1,-18-2 1,33 2-26,34-1-7,-26 2-7,-17 6-6,-5 0-6,70 0-3,-15-1-3,-10 0-1,2-2 3,28-4 5,36-2 16,5-5 9,21 0 7,-1-8-29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18940 11917 874,'-87'-77'-10,"-22"1"11,-18 36-2,-14 31 0,55 22 1,-48 23 0,-7 44 1,20 39-3,46-19 1,32 42 3,34-50-3,5-2 1,9 47-1,30 24 3,17-19-1,10-28-1,12-23 2,39-24-2,-5-35-1,15-30 1,45-45-1,-28-14-3,6-36 1,-44 5 2,-20-19 2,-23-10 0,-26-5 0,-27-31-1,-15 27 0,-40-30-1,-23 3 0,25 55 1,5 10-107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6711 2736 874,'88'65'-6,"13"-14"1,43-1-1,-9-13 0,-39-13 4,15 2 0,11-1-1,13-1 0,-43-7 1,20-2-1,21-1 0,19-2 1,-12-3-1,-24-1 0,27 2-1,20 0 1,14 0-1,-49-5 1,12 0 1,27-3-1,14-4 1,-9 0 0,-43-1 1,29-2 0,15-3 1,14-4 0,-46 2 1,4 0 0,21-6-1,14-3 1,6-5-1,2-5 1,-64 11 0,19-8 0,6-3 2,1-2 1,-26 5 1,-24 6 0,2-1 1,-4 3 0,-6 4 0,30-6 5,-30 1-2,-6-6-107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9805 10479 874,'123'0'-10,"-11"1"4,53 6 1,-7 0 3,-42-5-2,17 0 1,-28-1-1,11 2 0,28-1-2,25 2-1,21 1 0,18 3 0,-73-2 1,38 3-1,27 7 0,18 3 2,-28 1 1,-28-3 1,35 4 0,23 0 0,13 2 1,-71-6 1,22 1 1,24 6 0,18 4 2,-20-6-1,-41-5-1,31 0 0,14-1 1,5-1 1,-6-3 2,-40-3 2,-30-5 0,5-4 2,-11-7 2,-15-9-1,-18-9 1,31-41 6,-57-24-6,-32-65-5,-33 61-5,-1-50-2,-10 54 2,-2-7-1,2 7 0,1-62 1,4 63 0,-1 2 1,1-38 1,-3 3 2,-20 12-1,-49 5-3,-31 32-2,-33 26-2,-29 11-1,70 22 4,-60-4 1,57 14 0,-21 4-1,-27 2-3,47 0 0,-43-1-3,-41-5-3,-29-1-6,22-3 0,29 1 1,-34-1 4,-20 2 6,-17 2 2,67 1 1,-27 3 1,-36 3-2,-26 2-3,17 0 2,48 0-1,-39 1-3,-21 3 2,-4 4 3,68-4 6,-1 1 1,-17 3 3,-10 3 2,-5-1 1,0 5 0,75-7-1,-14 3 1,2 4 2,23-3 3,38-5-4,4 4-1,-40 47 5,75 50-7,48 3-4,42 61-6,1-25-2,-17-50 1,0 15 0,-6 0 0,-6-31 1,-2 14-4,-4 4-1,-1-14-2,-2 46-27,5-48-86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10787 7032 874,'-111'-13'-3,"-45"23"0,19 49 0,65 30 2,40 16 0,44 4 0,41 20-1,27-13 0,2-29 2,13-20 2,19-15 0,-4-28 0,-5-41-1,-9-81 0,-67 13-2,-4-60-1,-31 52-1,-14-2 0,-10 12 1,-34-41 0,-57 10 2,7 30 0,29 23-3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12766 6967 874,'-51'93'-6,"20"36"0,34 30 5,22-20 0,14-28-2,48 13 5,8-55 0,26-25 0,2-43-1,-7-56-2,-47-37 1,-59-79-1,-32 74-2,-34-56-4,7 70 0,-67-61-11,37 51-19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10809 7731 874,'116'78'-2,"-27"-5"1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14593 6618 874,'61'131'-17,"-18"-34"10,3 20-1,-6 15 1,-11 8 3,-10-32 1,-19-11 1,-23 61 2,-52-13 6,-7-52 4,-5 21 6,177 11-11,9-48-9,24 40 2,-54 6 0,-62 17 1,-40-24 0,1-29-104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15075 7443 874,'124'11'-11,"36"-20"4,-51-6 2,-19-24 9,-60-69-2,-130 24-4,-4 42 0,-35 51 2,33 38-1,40 64 3,53 16-1,73 35-4,89-39 0,4-81-2,-51-21-6,-15-35-101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15516 6872 874,'51'125'-12,"-6"28"10,-5-6 4,-43-249-10,23-13 3,42 7 7,39 47 0,-14 22-14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15859 7097 874,'17'119'-10,"-7"-21"3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16126 6675 874,'-3'112'-10,"-20"40"3,5-32 3,9-10-6,8 36-11,2-54-14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16008 6978 874,'136'-5'-16,"-32"6"5,-10 1-11,-7 4-96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16608 7561 874,'-51'115'-13,"-24"29"3,27-52-4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16971 7629 874,'125'-62'-6,"-32"-60"4,-90 9 1,-115 31-4,-20 110-2,41 37 6,49 45 0,58 16 1,45-5-1,72-14-7,2-81-7,-42-11-16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17215 6996 874,'31'140'-13,"-15"23"10,-8-44 1,13-218-4,13-3-8,18 9-9,61-9-56,-27 61-483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17530 7290 874,'-71'-104'-3,"167"35"0,-34 178 0,-115 15 1,30-25 1,115-24-2,11-144-5,-19 7-32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17736 6796 874,'0'144'-12,"2"15"3,2-38-5,-2-34-2,-3-2-119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17678 7038 874,'161'-10'-18,"-59"-10"8,-7 3-11,-7 0-167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18188 6765 874,'54'127'-12,"-30"16"8,-25-41 2,-42 31 3,0-49 0,-4 30 0,33 5 0,61-2-1,60-17-3,-1-27 4,-222 34-3,30-40 0,21 67 2,49-10-1,41 22 0,-7-20 3,-106-82 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5996 1853 874,'120'-9'-7,"-1"4"-2,31-7 8,-34 5 1,46 0 0,-18 4 0,29 2 0,-70-1 0,9 1-1,-24-1 1,-2 1-1,17-2 0,10-1 0,6 2 0,65-2-2,-65 4 1,9-3 1,-20 2-1,-11-1 1,18-1 0,11 1 0,13-1 0,-48 0 0,25 1 0,16 0-1,12 3 1,5 0 0,-9 1 0,-35-1 0,18 2 1,13 3 0,8-2 0,-31 0 0,1-1 0,18 2 0,13-3-1,9 4 0,3 0 0,-52-2 1,19 0-1,18 1 1,11-1-1,-17 0 0,-24 1 1,19 0 0,9-2 1,8 0 0,6 0 0,-34-2-1,-5-1 1,17 2 0,-9 2 0,-22-1 0,23 0-1,13 0 0,9-1-1,-41 0 0,4-1 1,10 1 1,4-2 3,-2 1-2,-5-1 1,43 0 2,-73 2-3,-2 2-2,44 10-4,-42-2-14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9254 2600 874,'44'-138'-11,"-9"0"8,-10 34 1,-2-26 2,-3 0-1,1-28 1,-9 43 2,-11-29 1,-11 31-1,-25-51-1,15 70-1,-2-5 0,-4 0 1,-3 2-2,-2 8 1,-38-48 1,-33 53-1,-10 41 0,-36 28-3,62 13 1,-47-1-1,-39 2 2,83-1 0,-64 1 0,54-2 1,-14 3-1,24 0 0,-3-1 0,-15 4-1,-9 2 0,-8-1 0,-2 3 2,41-3 0,-14 4 1,-13 4 0,22 1-1,2 2 1,-16 8-1,-9 8-1,-4 5 1,3 5 1,-43 21 0,17 21 2,49-6 0,28 26 0,27 27-2,13 20-2,14-50-1,3 7 0,6 5 1,6 52-1,8-63 1,13 10 1,-2-11-1,-1-15 0,8 16 0,4 8 1,5-2 0,6-2 1,31 44 1,43-2-1,6-36 0,31-15 0,-67-55-1,4-6 0,-11-11 1,75 3-1,-61-20 0,7-6 0,56-3-1,-60-5 1,11-2-1,6-5 1,-4 0-1,60-11 1,-77 7 0,45-9 1,18-15 1,-31 7 0,3-3 0,18-16 1,17-42-1,-13-48-2,-93 55 0,18-58-1,-25-26 1,-35 77-1,3-44 0,-7-18 0,-8 32 0,-2-15 2,-2 16 0,-9-34-1,-3 72 0,-10-53-1,-13 1 1,-29-7 2,-11 30-2,-41 2-2,19 43 3,-53 8 0,56 37-2,-50-8-3,46 23 1,-10 3 3,13 2-1,-86 5 0,72 4 1,-10 1-1,-3 2 1,30-2 0,0 3 0,-12 5 1,-4 1-1,4 2 1,-62 11-1,68-7 1,-5 5-1,-49 15 1,-15 17 0,24 12 0,-3 58-2,55-20-4,-4 0-9,31-22-6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12037 3876 874,'6'-93'-6,"-5"9"2,-2-43 1,-2 20 2,10-68-1,-1 88 0,4 5 1,6-21-2,9-12 0,4 2 0,-2 20 2,13-55 6,-2 25 1,23 9-3,91 5 2,-32 75-5,-24 28-2,16 3-2,11 5-1,-10 0-1,-22 1 1,20-2 3,12-1 1,13-1-1,-38 1 1,14 0-1,23-2 0,11 4 0,-9-1 0,-33 0 1,17 1 2,6 0 0,-1 3 2,-34-1 1,-3 3-1,2 4 0,-6 9 2,63 56 4,-60 44-6,-56 5-3,-32-39-2,-10 14 1,-13 53-3,4-53 2,-1 8 0,2 5 1,3-8 1,0 54 2,13-75-1,0 33 4,-7-4 0,-84-38-6,-32-44-6,12-26-1,-30-2-1,-23-2 0,5 2 0,32-2 0,-35 4 1,-24 3 1,-16 2 2,52-1 1,-9 3 2,-23 2-15,-10 3-8,-3-2-8,13 2-7,62-6-8,-5 0-6,8 0-5,22-5-6,-6 2-65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16694 4427 874,'93'-18'-6,"1"6"1,48 4 2,-22 0 2,21 0-1,-50-6 5,-163-80-2,-57 14-4,25-65 5,93 26-3,64-32-3,47 31 5,-13 60 1,53 47-2,9 36-1,-59 7-2,-4 12 1,43 48 3,-71 13 1,-65 11-1,-73 30-3,-41-10-3,4-35 3,19-30 3,185 12 3,-2-75-6,57-1-4,-45-1 2,-12-1-4,38 7-17,-27 4-41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18184 4084 874,'128'-11'-11,"40"6"2,-27 2 0,-46 2-9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18228 4263 874,'144'-28'-16,"-51"15"8,60-7-3,-55 6-11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18199 4463 874,'136'-27'-14,"-34"6"3,-7 1-10,-7 5-97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18809 4050 874,'31'99'-9,"-15"63"1,-12-67 4,-3 57-1,-2-22 2,5-46 3,1 1 2,6 37 1,-27-237-8,-2-39 2,10 63 7,-8-77 1,15 75-4,16 6-1,41-37 2,53 62 3,23 56-7,-45 56 3,-86 80-1,-94 9-6,-9-53-3,5-67-36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19589 3944 874,'-112'68'-11,"-12"11"2,37 58 13,144-4-5,32-60-1,9-3 4,-48 40 1,-156-52-5,-14-33 2,65-118 2,141 5-8,43 6-11,-40 33 10,57-28-6,-48 23 11,-1-1 4,31-23 8,-264 4 9,-10 122-17,45 21-1,66 61 0,52-19-1,73 15 0,4-49 4,19-73-2,-23-92-2,-36-38 0,-15 20 3,23 194-5,-28 18 5,25-18 0,32-116-2,-65-59-3,-14-57-2,88 284 6,16-150-2,-43-88-5,-26-18-19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20499 4079 874,'-27'141'-6,"39"8"5,37-67 0,68-35-3,-6-85 0,-7-77 2,-96 12 3,-84 12-2,-76 46-4,22 54-7,34 7-17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20629 3642 874,'18'105'-10,"-21"65"3,-8-13 0,0-13 1,9-55-1,4 6-2,26 41-10,-14-51-18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20886 4141 874,'-16'117'-9,"-1"-13"7,32 8 5,79-62-4,-10-96-2,-14-73 0,-47 2 0,-56 17 2,-89 34 2,21 112 1,17 15-24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21163 4265 874,'114'-3'-7,"-28"-5"2,5 2-4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21551 4019 874,'37'132'-13,"-24"-46"7,-7 15 1,-2 10 1,-2-7 2,-2 47 2,1-16 1,24-14 5,32-240 1,-88-18-14,6 52 6,-6-55 0,42 23 4,75 28 0,5 59 1,9 83-1,-69 45-3,-90 15-4,-35-50 3,-3-100 3,146-74-4,-6 27-3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21964 4219 874,'-25'92'-6,"6"-7"5,27 22 1,81-65-2,31-148-5,-55-27 6,-45 220 3,29 36 1,69-177-6,-69-54-6,-25 9 4,-3-15-1,-2 17 3,-5 13 0,8-45 4,-75 223 5,30-5-8,3 18 0,3 52-14,35-29-18,-3-42-38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22773 4019 874,'-99'43'-7,"-2"34"6,68 35-1,105-6-2,-23-1 7,-162-23-6,1-91 2,28-2-4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22984 4281 874,'-139'64'-12,"42"-19"9,82 49 6,131-128-7,-22-15 4,-81 136 0,50 4 0,45-132-2,-27-55-6,-19-37-6,-12-17 0,-28 53 12,-3 7 3,9-45 4,-36 236 15,0-10-17,-2 10-3,2-13-3,-2 71-11,-5-22-5,6-49-21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23197 4118 874,'126'-17'-5,"-24"112"1,-86 37 1,-9-41-3,-35-3-612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23570 4189 874,'-64'116'-11,"24"-29"9,65 14 5,70-163-6,-51-52-1,-26 0 4,14 23 2,81 151-3,-76 36 2,-1-12 1,53-48-1,-7 51-18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16843 4562 874,'128'12'-11,"25"-3"7,-59-5 2,58 3 0,2-2-3,-48-4 1,20 3-1,18 0 0,15 0 1,-38 0 0,9-1 0,26-2-1,20 1 0,2-2 0,-50 0 1,39-2 0,27 2 0,21 0-1,13 0 1,-28 2 0,-35-2 0,34 1 1,20 4 1,11 0 1,-68 1 0,19-1 0,24 4 2,17 5 0,-20-2 0,-39-3 0,36 4-1,22 2 0,18-1-2,9 1-2,-50-5 2,-16 1 2,23-1 0,17 2 0,6-1 1,-74-4 0,34-5 0,20-3 0,8-3-17,-3 1-8,-34 5-9,-46 2-8,-16 9-7,-22-5-27,4 8-79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2585 4914 874,'104'-2'-7,"24"-2"6,-18 4 0,-3 4-1,-23 0-1,10 2 1,7-1 0,0-3 1,60 2 0,-58-1 0,13 1 0,-19-1-1,-3-1 1,24 1-2,18-1 0,19 0-2,-54-1 0,33 0 0,20-2-1,17-2 1,-19 3 1,-23-1 0,28 1 1,26 1 0,16-2 1,-59 0-1,22-1 0,26-1 0,19 0 1,17 0-1,0 3 1,-67 0-1,36 3-1,23 1-1,16-2 2,-37 1 2,-17 1 0,36 0 0,20 1-3,13 0 0,-86-2 1,39 5 5,27 2-2,11 2 0,-29-1 1,-34-5-2,39 1-2,21 1 1,17-2 1,-77-2 4,24 1-1,29 2-5,17-2 2,-23-1 1,-47-1 0,26-2 1,10-4 4,1-1 0,-56 1 2,-5-3 0,3-4 1,-2-7 3,-17-4 0,-42 5-1,5-8-1,-7-7 0,45-42 3,-50-5-3,-33-44-6,-30 16-3,-25-46-1,-15 25 0,-27-7 0,-29 12 2,5 39 0,-44 6 0,-9 22-2,-44 7 0,63 25-1,-61-8-2,63 15 3,-12-1 0,-6 0 0,-76-8-2,64 9 0,-15 1-1,30 3 1,-1 2-1,-22-1 1,-10-1 0,-1 1 1,49 5 1,-29 1 1,-16 2-1,-10 2 1,23 1 0,15-2-1,-21 2 1,-11 0 1,-7 0-1,54 0 1,-22 2 0,-16 0 0,-9-2 0,18 2 0,21-2 0,-22 2-1,-12 1 1,-9 1-1,47-3 0,-16 2-1,-14-2 2,-8-1-1,11 1 1,25-1-1,-24 0 0,-17 2-1,-10 2 0,-10 0-1,36-2 0,6-1 0,-24 2 0,-14 0-1,-8 1 1,58-2 0,-28 3 0,-21 2 0,-12 1 1,27 0 1,14 0-1,-25 3 0,-15 2 0,-11 1 0,61-6 0,-23 3 1,-17 0 0,-13 1 1,17-3 0,33-1-1,-24 4 1,-13 2 0,-7 3 1,-2 0 0,35-3 0,12-2 1,-14 0-1,-3-1 1,3-2 0,47-4 1,-10 2 1,-2-2-1,4 1 1,5-1-1,9 3 1,-35 7 3,10 31-3,48 71-3,50-32-4,7 7 0,5-7 0,3 54-2,10-3 4,3-22 3,-2-25 2,-6-5-4,-5 2-30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4739 7228 874,'-97'-57'-2,"198"-7"-3,-5 69 1,55 5-4,-66-5 6,5 0 1,-1 1 2,47 2-1,35 1 1,-30 0 1,31 3 0,-72-4-3,48 1 0,-51-1 0,15 0 0,-6-1 0,-20-3-1,24 2 0,18 1-2,13 0 1,-37-2-1,12 2 0,20-1 1,12 1 0,9 0 0,7-2 2,-57-1-1,28 1 1,19 2-1,16 1 1,-21-2-1,-20 1 0,29 0 0,18 2-1,12-2 1,-58-2-1,25 0 1,25 0-1,16 2 1,13-2-1,-5 3 1,-60-2 1,29 3-1,22 3 2,13 1-1,-39-4 1,-14 1-1,24-1 2,17 0-1,9-2 1,7 1 0,-63-3 0,13 0 0,19 1 1,-29-2 0,-13-2 0,27 2-2,14 0 0,10 3 0,-64-3 1,24 1 0,18-1 0,10 0 1,-26-1 0,-25 0 0,20-1 0,7 1 1,4-2 0,-48-1 1,6 0 0,6 1 0,-2-1 2,-18 0-1,54 0 4,-8 0 0,-58-27-182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7988 9122 874,'-114'-100'-12,"-12"24"10,-32 10 3,18 24-1,51 28-2,-8 7 0,-3 10 0,-46 11 1,60 6 1,-2 11 0,2 8 0,-49 38 0,4 41 1,18 20-1,28 7-1,48-57 1,8-2 0,-4 52 1,26-52-1,7 9 0,15 53 0,46 17 0,-12-81 0,11 0 0,36 35 0,53 7-1,-10-34 1,33-21 0,-72-46-1,52 3 1,-65-25 1,5-11-1,-1-8 0,-1-8 1,34-19 0,2-37 0,-32-4 0,-2-34 0,-12-13-2,-16-4 0,-22 14 1,-16-31 0,-19 66 0,-4-2 0,-2-48 0,-9-23 1,-4 73-1,-34-68-1,-48 24-7,33 45-1,-8-19-16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19755 6615 874,'112'142'-6,"-22"14"4,-61-42-2,-130-25-1,-55-100-5,42-1 4,6 2 0,20 2 2,-17 3 1,-2 1 3,4 3 3,-39 1 4,31 3 4,0-22-1,26-60-5,38-31-4,37-28-3,7 48-1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11271 6721 874,'23'103'-5,"13"55"3,-36-12 1,-88-69-3,-23-46-2,-9-26 0,34-10 3,-8 2 4,-53-1-1,-13 4 3,36 2 1,28-14 1,25-76 0,65-19-4,91 25-62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8171 10747 874,'52'-116'-11,"8"-29"6,-11 32 1,0 10 4,17-23 2,24 75 1,-49 196-12,-19 22-5,-10-51 6,0 11-10,4-7-9,-5-36-6,22 48-45,-10-45-73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8231 10388 874,'85'23'-9,"3"-10"-4,32-4-1,-8 3-17,-27-6-14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8901 10578 874,'101'44'-9,"14"-18"3,15-55 8,-62-71-2,-137 13 1,-43 154-3,41 34-4,42 63 1,34-75 3,17 36 2,58-19 2,8-71 1,1-72 0,-5-13-186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9413 10283 874,'-16'106'-10,"11"21"7,4-35-2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9527 10573 874,'124'52'-7,"12"-37"7,-55-105-1,-118-72-1,27 77 2,26-31 0,99 74-1,-1 94 1,-94 68-2,-34-18 0,-9-5 0,15-3 2,48 31 0,65-35 1,7-107-1,-43-73-3,-55-11-2,6 15-9,-20-11-9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10192 9935 874,'-23'147'-13,"16"-63"8,3 12 0,4 47-1,7-7 4,-1-48 1,4 43 3,-49-241 14,107-3-16,46 54-2,-21 58-2,20-9-9,-22 38-418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9333 9966 874,'55'129'-10,"-11"-37"3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10853 10615 874,'96'-6'-12,"-8"5"2,13 1 2,-17 1 2,28 3-11,-28 1-23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11047 10434 874,'13'144'-17,"-3"-48"10,4 19-1,-3-15-10,1-12 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8759 10010 874,'-59'86'-9,"11"19"6,12-20-8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11657 10413 874,'18'145'-12,"-4"33"4,-4-50 3,46-272-2,-35 14 2,20-44 12,47 47-2,28 96-2,-9 116 2,-131 21-2,-97-23-4,131 25-1,75-31-1,16 42 2,-96-4 4,-90-24-2,-23-58-1,3-77 0,21-14-110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12308 10086 874,'-130'116'-14,"42"-32"1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12502 10737 874,'107'-11'-6,"26"-34"5,-76-58 0,-123 10 0,-54 100-2,11 82-1,76 10 1,29 22 0,30-1 3,33-7 2,74-60 2,-48-60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12820 10448 874,'131'23'-12,"-42"-16"6,19 2-9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13178 10252 874,'7'127'-7,"1"-18"6,6 11 3,-4-32-6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13147 10101 874,'47'133'-8,"-5"-45"1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13401 10684 874,'100'51'-5,"-16"-22"3,6-31 1,-72-91-1,-88-48 0,33 40 2,70-5 0,93 55-3,-16 47-1,-7 40 7,-43 82 0,-88-10-2,-8-5 1,48 14-1,72-98-3,34-142-7,-80 28 3,16-62-4,-27 69 8,10-51 8,-52 226 5,10 4-15,4 14-1,3-13 2,9 68 1,-6-22 8,-51-280 7,74 46-9,93 24-7,-33 47-1,24-10-10,-24 31-417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14586 10176 874,'58'85'-17,"-11"3"4,-3 30 1,-11 20 3,-24 9 4,-5-39 2,-25 0 0,-3-15-8,-80 56-41,23-55-39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8103 10117 874,'-114'135'-23,"59"-47"16,7 13 2,14 16 2,21 14 0,24 8 0,37 1-1,-19-46-4,-12 5-5,38-12-167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18757 9799 874,'63'113'-10,"-21"-30"6,-2 22 5,-37 18-14,-87-52 16,-25-47-1,22-27-2,-9-1-1,-47-4-2,-27 2 8,80 4-5,-3 4 0,-46 2 0,51 2 1,-3 2 0,-54 3 0,-14 2-1,75-7 1,-37 6-1,-5 0 3,8-4 0,7-11-1,-27-40-2,23-52-6,40 13-7,-7-30-9,5 23-80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3964 11988 874,'-36'88'-5,"-4"49"-1,20-52 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3850 12048 874,'94'57'-7,"10"-3"1,4-12 3,-23-8-25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13476 2549 874,'111'-6'-3,"28"8"-11,21 5 4,-58-3 7,8-1 0,7 0 4,64 0-1,-65-1-1,15-2 1,-7 1-2,-24-1 1,22 0-1,22 0 0,16 0-1,12 0-1,-31 0 0,-9 0-1,25 0 1,16 0 1,8 0 0,-61 0 1,31-1 1,25-1-1,17 0 0,15-1 0,-16 1-1,-41-1 1,32 2-1,18 1 3,11 1-2,10-2 1,-41 1-1,-15 1 1,28 2-1,21 1-1,14 3 2,7 0 1,-70-2 0,14 2-2,24-1 2,12 5 0,11-1 1,0 0 0,-74-3 0,32-1-1,22 0 1,11-1 0,6-1-1,-31 0 2,-38-3-1,19-1 0,9-3 1,-5-3 3,-9-3 3,-40 0-1,-23-3 2,-5-4 0,-10-5-1,32-36 7,-57-42-6,-54-57-9,-26-3-6,0 47 2,-1-13-1,0-5 1,6 28 2,1 10 1,4-4 3,-1 14 0,-2-46 4,-9-1 3,-15 24-3,-48 12-4,-96 28-8,67 47 1,23 6-1,-32 3-1,-23 0 2,-16 0-2,-15-3 1,26 2 1,13-2 0,-29-4 0,-27-1 0,-25 3 0,-20 1 0,61 5-1,-17 3-4,-36 2-1,-24 3-2,8 4 2,57-1 0,-47 6 3,-27 3 0,-20-1 0,-10 1 3,-3 0 3,41-2 5,51-2 0,-26 4 4,-14 1 3,81-4-1,-37 0-1,-21-1 1,-9-2-1,-4 0 1,21-2-2,53-2-2,-26 2 1,-13 3-1,-8 3-2,51-1 0,0 0-1,-18 2 1,-8 0 0,-5 1 0,5 1 0,60-4 0,-15 0 1,-2 0 1,4 1 1,27-3 0,-61 1 5,20 10-1,52 31-3,44 73-5,39-31-4,7 15-3,4-13 1,0-7-1,6 22 2,2 16-1,-1 10 1,-2-44 1,-1 17 0,-2 6 2,-2-9 6,-2 34 6,2-49 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7970 2446 874,'3'117'-15,"0"-30"14,-3 12 0,-2 62 0,2-62-1,0 4 3,4 59-3,0-63 2,-1-7 1,0 56 3,-6-65-3,-12 71 2,-22-49 0,-50-42-1,-60-12-2,9-17-2,2-9-1,5-2 2,-31-3 0,69-13 1,-10-2 0,9-2-1,-65-2 0,65-1 0,-10-1 0,-53-5 1,66 2-1,-8-1 1,1 0 0,-61-4-1,59 5 1,-10-1 0,-8-1 0,16 2 0,17 0-1,-17 1 0,-10 1 1,-5 1 0,-4 0 0,28 1 0,1-2 0,-15 2 0,-10 3 0,-6 0-1,-2 2 0,0 0 2,34-1-1,-5 1 1,-13 2-1,-10 1-1,6-1 1,-63 8 0,76-9 0,-2 0 1,1-4 1,-47 2-1,10-8 4,17-19-2,12-39-1,17-60-4,60 38 1,-1-54-5,29 54 4,9-8 1,6-3 0,6-2 1,14-41 0,18-10 3,0 25 2,23 5-3,19 19-3,7 30 1,42 18-1,-29 23 0,51 3 0,-63 13 0,0 1 1,74-7-3,-56 5 0,12-3-1,10 0 0,-23 3 2,-12 4 0,17-1 0,10 1 0,10-2 1,-48 5 0,19-1 1,16-2 0,9 1 1,7-1 0,-7 2-1,-37 2 1,17 1-1,10 1 1,5 2 0,-28 0 1,-7 1-1,14 0 1,3-1 0,7 1 0,3 0-1,-38 0 1,10-2-1,10 1 0,9 1-1,-1 0 1,-11 1-1,45 1 2,0 1 2,-28 3 0,4 0-1,26 18-12,-51-6-21,-15 16-790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6009 874,'87'-16'-9,"88"13"-4,-45 12 4,-21 1 2,0 4 0,11 6 0,-27-5 1,27 5-15,-14-3-8,44 0-50,-63-3-177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11270 8144 874,'121'-30'-7,"-12"-19"2,-21-32 6,-104-12-2,-113 25 0,22 159 2,113 69-7,30-25-1,58 13-9,47-49-13,-45-40-28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11251 7852 874,'-35'118'-8,"-37"15"0,1-13-3,14-15-5,10-21-41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10913 7837 874,'55'105'-10,"16"24"0,-2-22 7,29 14-4,-13-18-12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11450 7831 874,'124'-14'-12,"-40"4"6,19-2-10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11785 7475 874,'-98'33'0,"43"72"-8,147 1 0,1-53 2,-10 41 13,-60 5-4,51-13 0,-28 6-1,-87 0-2,-52-41-186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12015 7505 874,'17'117'-10,"-13"-33"5,0 48-4,-4-20-6,2 13-11,1-21-49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11926 7811 874,'155'-10'-46,"-32"1"-75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11181 12039 874,'101'10'-6,"-13"-10"2,12-6 5,-14-9 0,2 6-439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11862 11897 874,'-64'126'-13,"-5"17"10,8-14 3,14-24 5,5-18-860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11583 11851 874,'83'116'-13,"36"50"0,-17-29 3,4-7-25,-19-35-49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12005 12062 874,'80'20'-3,"12"-69"0,-54-72 0,-104 28 3,-38 120-2,58 63 2,42 87-3,13-89-2,46 30 6,33-99 0,-5-19-52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12134 11701 874,'85'20'-9,"41"-7"2,-39-3-54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12623 11451 874,'22'-86'-7,"-130"83"6,43 126-2,98-21-2,58 20-5,-33-28 12,-152-52 1,78 45-1,68 33-4,34-2 0,-29 3 6,-82-33-2,-53-3-851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12779 11398 874,'-1'110'-10,"-9"42"6,6-60 2,0 52-1,5-22 1,6-21 4,15-15 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12715 11746 874,'149'45'-11,"-40"-11"3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10388 7897 874,'-105'135'-6,"11"-26"5,8-38-25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10049 7868 874,'72'89'-9,"21"19"1,-4-16-5,27-12-4,-12-16-28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12208 8848 874,'-87'77'-6,"-29"28"3,22-15-3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11866 8803 874,'74'95'-10,"12"12"3,-4-8 1,10-3-6,1 0-25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14015 9377 874,'-107'45'-6,"-13"26"6,35-20-23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13714 9286 874,'121'148'-28,"-28"-47"13,-6-8-27,-11-7-246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10495 8833 874,'107'0'-7,"-20"0"4,12 0 0,53 1 1,8 6-1,-48 3 0,13 3 0,-36-4 0,11-2 0,7-3-3,-5-7-2,-17-14-2,17 3-17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11464 8803 874,'95'51'-6,"-3"-5"1,34 26 6,-109 20 0,-105 4-5,4-24-57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10907 8668 874,'-121'71'-16,"30"-26"10,-43 20 4,-4 3 9,45 32-4,252 0-5,-39-93-8,-15 1-14,8-9-13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12418 9256 874,'133'3'-15,"-3"2"4,10 7 3,-24 1 4,20 4 0,-7 1-2,-20-3 0,23 5-4,7-3-5,-13-10-7,-27 0-9,0 1-32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13386 9195 874,'104'63'-11,"-12"-4"9,-20 29 5,-71 12-4,-95-24-1,15-40-26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12711 9105 874,'-88'51'-9,"0"-12"7,-5 4 4,63 83-7,170 1-7,-12-57-5,-38-23-18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14131 9483 874,'131'11'-11,"32"-6"6,-76-2 2,72-2-2,12 2-2,-41 2 1,14 4 1,-27 1-5,-9 1-4,14 1-8,0-4-8,-15-15-7,-21 4-17,14-6-67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15278 9361 874,'114'45'-10,"-2"15"4,-6 29 8,-116 26-2,-92-41 0,18-23-9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14309 9317 874,'-107'27'-7,"19"5"4,-14 74 5,138-2-5,98 6-7,41-32-5,-88-42-5,17-6-8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15776 9633 874,'-11'92'-3,"-4"-8"-106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15865 9679 874,'-42'94'5,"1"-5"-112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14429 8637 874,'0'118'-7,"5"41"1,2-41 0,-3-2-4,-1-29-14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14116 8563 874,'133'-10'-14,"-32"13"4,-13 1 1,-1 4 1,30 12 1,-25-5-12,24 7-9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14638 8818 874,'135'16'-11,"-9"-15"3,-39 2-10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14623 8993 874,'85'6'-10,"-1"-9"0,21-8-1,-6 4-14,-12-1-91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15173 8766 874,'3'-130'-6,"11"31"6,39 5-1,36 109-1,-89 89 0,-45-13-1,-46-2 2,17 19 4,71-19-3,93-27-2,36-65-4,-37-4-11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15499 8517 874,'-22'129'-11,"5"15"12,32-37 1,-13-20-104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15561 8577 874,'6'108'-3,"3"-18"2,1 3-1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15398 8471 874,'127'21'-15,"-37"-7"6,23 3 0,-15-3-11,-10 0 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16269 8754 874,'-120'53'-13,"-56"28"4,73-34 5,2-2 2,-48 25 1,14-2 2,10 6-4,40-23-2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15442 9272 874,'119'48'-11,"35"22"3,-29-14 2,-26-26 11,-139-170-12,-20 34 9,45-11 5,61 24-7,83 34-1,15 51 2,-29 41 2,-45 68-1,-123 10-2,-19 11 4,52-20-3,197-47-6,-65-58-5,-25-28-103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15636 1537 874,'62'139'-11,"-54"7"8,-14-27 4,17 28-1,53-14 0,31-50-2,37-40-2,-29-31-1,20-9 0,-35-2 1,22-6-2,24-7 1,17-1 0,-10 1 1,-31 1 1,14 1 2,-1-5 4,-21-2 5,31-31 4,-64-73-4,-51 0-3,-41-48-1,6 76-2,0-15 0,52 6 3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7889 4017 874,'9'-97'-5,"-3"3"-3,-1-40 6,-1 17 2,5-57-2,-2 68 1,0-3 0,-1 4 1,5-50 1,-9 69 1,-4-49 2,-33-17-2,-64 31-2,-24 53-2,-52 39-6,56 24 4,16 3-1,3 2 1,-27 6-2,-23 0 0,-19 2 0,58-1 1,-36 0-1,-26 3 1,-20 2 0,24 2 1,22-4 0,-31 5 0,-18 2 1,-7-1 1,62-4 2,-17-1 0,-18 0 2,-9-1 1,18-2 1,34 0-1,-20-3 0,-9 1 1,-1-4 1,7 0 0,31-1 2,23-1-1,0 3 0,3 1-1,-47 12 6,-3 54-3,37 22-6,16 54-5,52-55 2,4 9 1,-14 60-2,30-59 1,6-6 0,-12 86-2,23-73 3,7-1 2,9 38-1,49-21 2,64-46-2,-3-42 0,-26-30-3,21-8-2,-10-3 0,-7-2 0,29-6-1,18-3-1,12-1 0,-48 6 2,20 0 0,22 1 1,14 0 2,-13 5 0,-29 1-1,30 0 1,19-1-1,12 1 1,-52 0 0,13 1 0,23 2 1,13-2-1,11 3 0,-2 1 1,-61-1 0,23 4 0,14 0 1,9-1 0,0 0 2,-20-1 0,-37 0 1,12-1-1,3-1 2,-3 0 1,-33 1 0,-6-1-1,2 0-1,44 0 4,-52-1-3,-170-40-438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6055 3991 874,'-77'-86'-8,"-39"20"5,-14 34 0,-4 26 0,-8 32 1,8 32 2,33 11 0,3 49 1,33-5 2,39 41-1,35-17-2,17-52-2,51 60-2,14-40 3,44-15 1,3-35 0,8-41 1,-59-23 0,58-22-1,-2-24 0,-20-17 0,-22-10 1,-12-39 0,-40 17 0,-41-26 1,-39 9-2,-54 0-2,-15 47-6,1 29-8,13 10-27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5892 4171 874,'88'0'-10,"99"0"-8,-28 0 5,-4 0-11,-62-2 4,11 0-13,4 2-6,44 0-57,-61 1 39,-3 0-83,-4 3-195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6209 4003 874,'-94'74'-7,"-1"50"7,177-17-4,16-66-3,16 23-19,-22-44-95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7113 4064 874,'45'121'-11,"-19"16"7,-14-28 2,-3-12 1,3 31 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7099 4095 874,'127'9'-10,"-28"11"5,-4 20 5,-44 56 1,-102 31-1,-73-79 1,36-17-2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7456 4141 874,'31'91'-5,"-4"50"4,-11-263-4,73 58 3,11 77 1,23 101 4,-42-28-1,-8-191-4,-126 12-1,-62 10 1,14 42 0,187 57 3,75-20 0,-56 15 1,-56 119-4,-65-15-2,-9 51 6,18-30 0,11-275-9,-7-7-2,19 19 8,80 159 11,0-5-5,18-111 0,-29-28-5,18 171 1,-65 62 1,40-36-1,49-91-3,-46-129 1,-199 58 1,98 185-3,57-7-7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9214 3989 874,'11'131'-11,"-5"15"10,-1-39 2,5 3 2,-6-20-106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8856 3920 874,'144'-19'-20,"-33"12"8,-27 3 4,9 3-4,-7 2-6,67 12-36,-56-5-42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9495 4291 874,'61'108'-3,"37"-93"1,-84-110 0,-151 92 0,41 8 1,7 35-623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9780 4116 874,'129'-9'-6,"42"1"-1,-82 4 0,-5 7-284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9811 4301 874,'84'-22'-9,"4"5"-3,32-8-1,-34 8-7,12-3-12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10555 3903 874,'12'-104'-5,"77"21"3,11 70 2,-12 85-3,-88 19 0,-65 12 1,-26-17 2,-5-6 1,70 10 2,164-86-6,-3-62-8,-42 14-14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10987 3688 874,'29'101'-6,"8"67"4,-15-68 0,-8-12-291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11196 3717 874,'8'109'-6,"2"-24"2,1 3-2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10824 3670 874,'135'-27'-18,"-26"17"6,48 1-19,-11 18-20,-53-3-34,-6 14-421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10480 4254 874,'139'-8'-18,"-33"-4"7,28-8 0,20-5 2,-11 2-13,-39 6-4,-7 1-6,34-6-42,-44 7-77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10637 4420 874,'-50'129'-6,"71"-14"5,68-79-2,7-65 0,8-74 2,-9 195-2,43-54 6,-25-93-6,-23-85-5,-99 33-4,-6 25-22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11136 4710 874,'112'85'-7,"1"-110"5,-109-94 1,-125 66-2,33 17-3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16217 4670 874,'129'8'-11,"15"13"9,-20-3 2,2-37 1,-86-101-4,-78-34 1,14 15 0,28-18 2,36 17 0,46 17 0,68 16-1,-67 76 1,53 7 0,15 77-1,-63 31 1,-54 73-1,-42-59-2,-21 53-1,-15-60 3,-11 1 0,-54 57 3,40-58 5,170-15-5,27-57-8,-29-11-15,-19-4-403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17678 4110 874,'92'0'-10,"76"3"-3,-35 3 3,-30 4-19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17767 4340 874,'192'-10'-38,"-106"5"-17,-2 1-14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18243 4137 874,'33'102'-9,"-10"-6"0,-3 13 2,4 57 4,-11-68 3,-2 9 0,2 45 1,-7-62 0,-4-1 1,5 44 3,4-6 1,7-41-2,38-205-7,-38 28 0,-4-41 0,-10 43 2,3-66 1,-2 55-2,1-15-1,3-9 1,2-4 0,-3 37 2,-2-1 0,1-7 1,-3-2 0,0 9 0,3-58 2,6-7 2,22 17 0,70 41-4,7 55-3,3 33-1,2 18-2,52 13 3,-61-5 1,69 7-1,-55-11 0,19 1-3,2-4 0,-37-1 1,32-2-1,19-1 0,15 3 1,-37-1 0,1 0 0,24 3 2,16 0-1,5-1 2,-57-2-1,34-2 1,28 0-1,20 2-1,24 6-1,-81-4-11,-52-5 1,3 2-2,-14 8-247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18897 4034 874,'-48'153'-19,"-2"-13"15,14 15 10,120-68-5,23-147-6,14-67 4,-40 24-1,-88 191 8,-14-3-2,63 5-1,75-122-4,-29-60-1,-22 2-4,-14-7-7,-10 13-25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19250 4487 874,'9'127'-5,"51"-29"4,36-81-2,-11-64 3,-103-61-1,-67 100-2,-10-13-5,7 29-106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19420 3869 874,'126'-102'-11,"-30"74"10,-7 84 2,-72 62-4,-116 2-2,35-4 6,206-59-10,-26-39-20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19718 4400 874,'154'0'-17,"-57"-1"9,11-6 1,-13 2-11,-8-1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20653 3913 874,'-99'48'-6,"9"-9"5,5 50 2,233-5-10,-55-72 3,45 1-5,-36-5 16,-261 56-10,68-38 8,-11 36 3,247 41-10,-18-61 7,-41 50 5,-151 3-9,-65 28 4,100-35 1,-17 0-626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20806 3806 874,'131'-43'-13,"-10"26"12,-4 67 3,-97 66-4,-153 6-2,36-35 8,194 5-6,-13-100-3,22 4-12,-16-19-412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21522 3596 874,'-35'126'-6,"6"-36"2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14805 5264 874,'0'101'-11,"4"52"6,-6-68 4,0 2 0,2 1-2,-2 43-8,8-21-6,-8-25-182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14578 5166 874,'121'14'-11,"24"0"4,-18-3 1,-21 1-4,-20-1-19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15040 5528 874,'117'3'-10,"-4"7"6,-25 2-55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15100 5807 874,'151'-7'-13,"16"-28"4,-71 13-3,-10-6-595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15756 5422 874,'-15'-126'-5,"36"31"4,79 19-2,21 121 0,-114 87-1,-48-19-2,-59 16 5,35-13 6,183-75-3,-17-77-6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16142 5211 874,'23'94'-8,"-19"-3"4,-10 11 1,2-10-3,47-8-31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16322 5287 874,'9'109'-6,"-9"29"-2,-1-50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16023 5136 874,'119'4'-10,"-34"7"3,16 7 0,-15 0 1,72 26-7,-61-16-13,-9 11-560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15740 5784 874,'133'0'-13,"-34"0"3,22 3 0,-17-2 2,-12 3 2,2 1-7,58 8-37,-57-5-29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15845 6396 874,'63'98'-10,"51"6"5,21-18 3,-34-34 6,-145-151-5,-2-30 0,39 15-2,55-9 2,25 25 2,18 23-1,3 35 3,8 63-1,-34 68-1,-71 32-3,-48 16-3,-5-26 7,42 0 1,114-24-3,74-96-9,-90 1-5,2-15-8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16783 5845 874,'144'3'-13,"-53"3"7,-4-1-6,-2 7-175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16858 6057 874,'136'0'-14,"-34"0"3,-7 0-9,-7 3-98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17897 5631 874,'-64'-91'-5,"82"-8"3,80 24-2,27 76-1,-32 55 3,-114 82 0,-78-38-6,-6-6 13,42 45 1,159-61-6,32-59-3,8-58-7,-41 6-19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18392 5468 874,'-3'131'-6,"12"29"4,-1-68-1,7-4-620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18556 5484 874,'8'128'-10,"6"-26"6,18 6-7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18259 5347 874,'158'4'-17,"-66"7"9,63 18-14,-49-7-11,-20 14-754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17484 5981 874,'159'8'-22,"-39"-8"10,-2 0 3,-24 0 3,20 3 1,90 2-1,-48 3-1,23 3 2,-29-1 1,-7 2 2,33 3 0,21 2-1,17 2 0,-72-5 0,26 0 0,15 2-19,-3 3-9,-34-6-7,-32-2-8,-16-8-6,-6 2-51,-6-6-152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17543 6660 874,'15'146'-13,"-9"-61"8,5 13 0,2-4 1,11 49 3,3-27 2,21-4 4,39-258-2,-77 36-10,2-6 1,-2 28 0,2-23-1,1-7 5,-1 2 3,-4 29 1,3-70 4,5 35 6,58 22-3,44 45-5,-23 43-8,28 13-5,21 9 0,-48-4 0,33 9 2,30 2 0,24 3 0,19 4 0,-6-1 0,-47-6 0,33 2 2,18 0-20,6 1-7,-46-6-8,-12 1-8,-1 1-6,-51-6 6,0 0-99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18068 6509 874,'-44'110'-11,"-12"34"9,23-45 4,138-102-4,-26-103 1,-8-10-2,-15 248-9,37-101 17,-1-141-1,-31 26 6,-39-2-194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18289 6849 874,'-5'95'-5,"47"11"4,45-113 1,-122-105-2,-70 62-2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18362 6388 874,'75'129'-5,"-58"-36"4,77-20-2,42-61-3,-44-10-4,-8-13-423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18735 6817 874,'135'-2'-13,"1"-8"4,-23-14-1,-4-32-5,-19 2-27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19351 6511 874,'-101'-8'-3,"89"133"-3,105-57 1,3 11 5,-221-7-1,32-28 5,110 41-4,56 2 1,-111 20 0,-14-23-3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19420 6418 874,'98'-5'-5,"-13"72"4,-82 66 0,25-20-1,59-42-1,0-24-4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18362 6512 874,'49'-125'-4,"52"115"2,-39 100 0,-64 34-3,-31-30 5,142 11 0,-22-66-24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20827 6101 874,'-94'-9'-10,"-65"12"4,61 9 1,12-3-3,-2 3-24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20809 6359 874,'-155'0'-15,"59"0"7,5 0-8,6-4-172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21497 5674 874,'-105'-29'-10,"-2"-32"9,42-56 2,107-4-1,59 79-2,-19 91 2,-45 66-2,-56 5-1,-59-1 1,-10-30 5,27 4 0,208-48-7,-38-65-18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21660 5362 874,'-5'102'-7,"-4"45"7,6-19 0,-2-43-23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21760 5377 874,'17'110'-5,"7"57"5,-12-70-1,-8-12-293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21506 5328 874,'168'-24'-22,"-63"18"12,10 2 2,-13-2-13,-16 5 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22457 5483 874,'-123'129'-14,"-36"11"3,63-62 5,0-3 3,-45 32 3,21-16 1,11-9 7,14-12 17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21864 5895 874,'-80'150'-4,"50"-48"2,136-48-1,-6-97 1,-13-43 1,-22 198 5,37-138-5,-14-105 0,-88 27 2,-6 11-53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22323 6002 874,'35'122'-2,"92"-144"0,-198-70 0,-47 10-5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24131 6318 874,'-152'11'-15,"53"-8"6,-21-2 1,-19-3 0,3-1 2,28 2 1,-28 0-1,38 1-2,-48 1 0,-31 1 1,36 1 2,-14-2 0,-37 0 1,-24-1 1,12-1 1,52-1 1,-20-2-20,-3-4-9,19 2-6,56 1 3,-8 0-73,24-4-303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21089 7124 874,'45'102'-10,"-10"39"6,-19-57 3,-1 9 0,5 51 0,2 7-1,1-30 5,24-32 0,30-231-12,-70 36 2,-11-18 0,-7-4 0,2 40 2,-10-20 2,-8-6 3,-1-3 2,4 24 1,2 9 0,-1-6 3,6 2 0,11-43 4,128 30-3,18 98-9,33 24-5,-50-3 2,12-1 0,-37-4-1,40-1-1,30 1-1,23 2 0,16 1 0,-31-3 2,-26-2 0,21-1-18,6 1-6,-1-2-8,-55-4-8,-2-1-5,-12-4-6,5-14-61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21735 6947 874,'-85'112'-7,"56"-10"4,13 5-1,10 1-3,1-20-31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21879 7262 874,'97'-8'-16,"-2"0"3,17-1 3,5-4 3,-10 2-15,-19 1 10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22757 6901 874,'3'98'-10,"90"-67"3,16-15 1,39-23 6,-100-81 5,-173 79-16,111 122 14,82 0-1,-156-6 3,92-12 2,81-22-299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22713 7430 874,'140'0'-12,"-53"1"6,13 4 1,-16-2 2,58-2-12,-52 0-8,-5 1-566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22834 7641 874,'-26'136'-6,"54"-29"6,82-81-2,-2-132 1,-7 205 1,26-66 1,-55-121-2,-89-9 0,-30-13 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23251 7879 874,'35'96'-4,"109"-55"2,-105-154-2,-159 25 0,17 43-106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22606 6811 874,'-44'117'-11,"-10"61"1,29-68 5,-4 60-2,13-5 1,15-56-1,6 7-2,12-8-2,32 40-35,67-69-18,-32-31-70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23294 6931 874,'72'107'-12,"13"68"0,-41-62 6,-3 10 0,-13-39 4,-3 16-1,7 68-15,-24-71 3,-6 1-7,-2 45-44,-2-47-88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23458 6887 874,'93'8'-6,"-4"113"5,-95-5 1,80-10-4,13-109-3,-3-12-113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8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23040 6676 874,'138'-9'-8,"-50"9"2,49 7-5,-14 8-6,-1 4 0,-34-5-25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22392 5323 874,'112'-14'-11,"64"2"4,-86 6 0,-3 3-285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22490 5554 874,'111'-35'-11,"-22"3"1,18-8-16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23026 5030 874,'9'121'-11,"-9"27"7,6 7-6,4-51-5,5-8-29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22668 5057 874,'145'-39'-17,"-42"30"7,14 8 2,-23 4 1,-9 6 2,18-3-19,-19 18-387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23229 5418 874,'29'103'-5,"108"-15"4,-94-208-3,-124 29-2,-21 76-2,6 10-63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4285 4301 874,'-132'-93'-9,"48"84"5,-15 11-2,-8 10 4,-37 15-1,17 10 0,11 35 4,-7 76 4,53-4-3,22 0-1,41 20-1,32-46 0,61 9 0,3-42 0,28-20 1,29-41 0,-34-32-1,18-52 0,-21-20-1,6-39 0,-22-23 0,-28 5 1,-35-23 0,-31 39 1,-52-20 0,-14 48-1,-62 29 0,36 54-1,8-4-1,1 15-2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5985 4940 874,'-131'97'-5,"45"47"3,61-55 1,6 41 1,54 29-1,19-57 1,32-36 1,42-38-1,-6-36 2,-18-47-2,-32-39 0,-33-1 0,-24-9 0,-27-18-1,-36 10 0,-125-34-10,90 79-3,-34-6-23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22266 4217 874,'116'-15'-7,"40"-5"3,-33-26 5,-113-51-4,-48 0 1,-20-47 4,37 15-2,83-5-4,43 52-1,-17 62 2,48 9-4,-51 26 4,38 26 6,-44 62 2,-57-1 0,-60 38-2,-17-28-3,-12-14 1,3 5 3,71-17-1,130-54-4,-41-26-11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23809 3415 874,'-62'100'-10,"-47"8"4,-23-4 2,27-30 4,9-2-1,17 36 5,85 25-2,55-32-2,77-9-4,-24-36-7,-20-13-6,-7-3-186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23878 3627 874,'-64'115'-6,"44"-4"6,152-26-4,-23-110 2,-12 61 5,-19 64-3,30-103-2,11-65-3,-23-35 1,-59 17 7,-128-1 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24293 4003 874,'33'108'-7,"90"-40"2,13-57 0,-24-46 8,-176-65-5,-27 75-6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7132 7265 874,'-121'-31'-13,"32"7"7,-20-5-4,-16-2 3,-19 0 1,-20 0 0,-17 3-1,65 9 2,-44 0-3,-26 2 1,36 5 0,0 4 2,-27 3 2,-20 5 2,-8 9 0,-9 7 1,65-5 1,-16 10 0,-21 12 0,-12 9 0,16 1 0,44-7 0,-24 13 0,-10 12 0,1 8 3,50-18 0,-5 10-1,-5 13 1,-1 9 1,5 9-1,10 2 1,-43 49 5,81-57-5,12 6-1,-20 51 4,42 14-2,57-5-3,25-48 0,65-1-3,15-20-1,43-3-1,-55-41 0,13-2-1,-8-8 0,-19-8 0,25 1 0,16-1 0,15-2-1,-43-5 2,17-3-1,25 0-1,19-1 1,12 2-1,-4-1 1,-53-4 0,22 3 1,15 0 2,13-2 0,-29-1 1,-12-2-1,24 0 1,5 0-1,-44-2 0,35-2-1,19 1 0,11-2 0,-38 1 0,-7-1 0,20 1 0,16 2 2,10 1-1,11-2 0,-57 1 0,18-3-1,21-3 0,16 2 0,-13-2-1,-37 1 1,30-2-1,19-1 0,15 1 0,8-2 0,-39 3 1,-14-1 0,25 0 0,14 0 1,16 1-1,-76 0 1,39 3-1,26-2-1,18-1 0,14 3-1,-17 0 1,-50 0 0,32-1 0,23 0 0,11 1 1,-54-2 0,1 2 0,29 0 2,18 0-1,-3-1 1,-63 0-1,38-2 0,20-2-1,16 1 1,-49 1 0,-9 2 0,29 0 0,17 5 1,9 1-1,7 0 1,-71-1 0,16 1 0,25 4 0,13 1-1,-15-1 1,-46-1-2,31 3 1,20 4 0,12 3 1,10 1-1,-43-4 0,-18-2 0,28 6 0,-10-1 0,-45-4 1,36 6 0,21 2 0,10 3 0,-46-6 0,-7 0-1,23 4 1,19 1 0,11 1 0,8-2 0,-66-8-1,14 0 1,22 3-1,11-2 1,-18-2 0,-40-3 0,26-1 0,15-1 0,11-1 1,-52-2-1,7 0 0,23 3 1,14 0-1,-6 3 0,-49-4-1,30 1 0,13 0 1,8 1-1,3-1 1,-28 0 1,-25-2 0,20 2 0,16 0-1,9 0 0,-58-2-1,16 0 2,11 0-1,5-2 2,-15-2 0,-27 0 0,19-3 0,14-6-2,10-3 0,-45 1 0,8-4 0,4-10 1,3-9 1,2-15 0,-6-11-1,53-40 0,-72 27-2,-3-17-1,41-61 1,-83 58 1,-13-13-1,-12-5 1,-10-4-1,-8 0 2,-5 21-1,-6-82 3,-12 74-2,-11-4-1,-11 4 0,-29-39 0,-49 8 0,1 45 0,-25 25-1,-11 19 1,-9 15-1,57 14-1,-6-1 1,-64-9-2,56 10 0,-16-1-1,22 1 1,2 3-1,-24-4 0,-18-3-2,-15-1 1,55 7-1,-31-5 0,-21 1 0,-15 1 1,-9 0 1,13 3 2,39 4 0,-30-1-1,-19 1 1,-14-6-1,49 4 1,-8-4-1,-23 1 1,-11-1 0,6 3 1,54 3 0,-25 2 2,-16 2 0,-16-1 1,34 1-2,4-2-1,-31-4-1,-20-7-2,-15-4 0,73 6-1,-37-3 0,-19-3 1,-16 1 0,31 4 2,23-1 0,-29-3 0,-18-2 1,-9-1 1,68 7 0,-20-1 0,-14 1 2,-10 4 1,19 2 0,33 2-2,-29 3 1,-26-4-3,-17-3-2,55 2 0,-12-2 0,-24 1 0,-11 0 0,-5 3 1,-2 0 2,68 4-1,-27-2 1,-23 2-1,-19 2 0,28 0-1,20 0 0,-28 3 0,-16 0-1,-9-1 1,70 0 0,-26 0 1,-23 4 1,-18-1 0,19 1-2,31 0 1,-37 0-2,-24-1-2,-15 5 0,69-4 2,-15 2-1,-22 0 3,-12-3 0,14 0 2,48-1 0,-32 1-1,-21 1 1,-14-1-1,53-1 1,-2 0-1,-22 1-17,-11-1-10,5-1-8,59-1-8,-26-2-7,-16 0-6,-7-5-6,36 0-5,12 1-3,-20-1-1,-9-3 7,-2 0 9,1 0 9,47 3 9,0-1 7,-15 4 7,-3 2 6,13 0 6,33 1 4,-14 2 3,-7 2 3,4 2 0,-47 4 0,14 1 0,36 4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10292 11142 874,'95'73'-9,"53"42"-1,2 1 5,-42-32 5,-8 28 0,-159-20 4,-70-16-7,0 4-2,-20 26 7,45-27 0,-8 1 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10885 11549 874,'-58'100'-5,"14"6"2,19-13 1,29 45 2,42-34 0,65-81-1,-7-60-1,-13-90 2,-64-12 1,-67 4 0,-51 64 0,4 24-55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18086 10146 874,'-110'57'-11,"-20"19"7,-31 21 2,26-15 1,11-9-7,-20 1-5,51-27-14,9-16-774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17595 10947 874,'-80'89'-7,"-44"34"-1,17-23-1,10-8 5,-39 42 3,12 0-4,-1-6-7,16-26-8,25-24-37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21059 11491 874,'106'-148'-9,"-48"48"-10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17692 12521 874,'0'-94'-7,"3"-62"5,-2 63-1,10-56 3,4 3-2,-1 44 0,-3-8 5,3-7-1,-4-8-1,-5 35 0,-3-19 1,-2 25-3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21383 11457 874,'41'139'-7,"-47"-17"4,-69-31 3,-24-41-1,-68-58-1,25-41 3,18-52-2,41-20-1,37-6 1,32-38 1,12 76-1,8-44 1,16-29 0,3 33 1,13-17-1,4 22 1,6 25 2,70 12 0,-22 88-4,24 79-3,-22 22 0,-15 32 2,-44-49 1,14 54 1,-19 26 0,-27-80 1,-7 39 2,-38 34 1,-13-19-4,-21 7 0,23-54-2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22930 10524 874,'-16'-108'-5,"-38"-48"2,-29 20-4,-38 12 4,-37 37 5,64 73-2,-45 16-1,-20 71-1,58 14 3,38 36-2,41 2 1,24 9 1,29 31 0,11-28-1,18-12 2,9-29 1,40-15-2,56-22 0,-75-46 0,1-11-1,-2-11 0,-4-13-2,38-30 0,-39-65 3,-61 28-1,-16-6 1,-14 8-1,-22-13-1,-14 15-106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1715 1031 874,'0'112'-7,"0"11"0,-3 5 2,-9 40-2,4-70 1,3 6-3,0-10-2,1 44-29,1-53-22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1466 895 874,'95'23'-6,"20"-5"-2,16-2 1,42-1-3,-73-5 3,-15-2-9,11 2-8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 1453 874,'107'10'-9,"14"-7"4,11 5-4,-44-3-6,-1 12-813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2256 1758 874,'102'34'-12,"9"-18"8,-5-25 1,-3-42-2,-15 8-27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3449 758 874,'14'130'-12,"-14"45"5,-2-79 4,-2 51 0,1-20-8,0-23-6,-2-19-64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3120 755 874,'120'-28'-13,"-27"18"6,24 2-2,-4 8 2,66 9-20,-94-4-2,3 7-23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3731 1363 874,'136'147'-6,"4"-219"6,-253-54-7,16 177-430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2957 1658 874,'129'-12'-17,"10"1"2,16 1 5,-26 7 5,17 3 1,-12 2-2,-16-1 0,28 4 3,19 4 1,18-2 1,-61-2 0,31 1-1,27 0-1,-30 0 1,-5-2 0,32 0 0,21 4-15,4 2-8,-70-3-8,19 0-7,-10-3-8,-50-1 5,1 1-86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2957 3157 874,'44'-94'-10,"29"-48"4,-23 49 1,27-48-2,-5 21 8,16 56 5,-65 153-4,-28 58-10,-2-42 4,0-10-6,6-9-7,-3 19-29,4-18-519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3597 2928 874,'134'-23'-13,"40"-16"2,-72 15-5,-15 3-411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4712 2148 874,'-102'48'-12,"7"1"8,2 28 8,197-1-13,10-52 12,-58 88 2,-178 1-10,76-18 8,142-13-1,-63 5 0,-52 3 1,-17-4-189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4298 3022 874,'157'-33'-17,"-61"14"10,15 1 1,11 4 2,-28 4 2,-4 6-5,24-5-12,-26 16-400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4389 3298 874,'-22'141'-6,"40"-11"6,77-110-3,1-130-6,-27 16 9,-18 209 3,39-70 1,-2-171-7,-54 15-1,-27 7-5,-5 14-62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4834 3565 874,'104'42'-6,"-10"-74"4,-74-111 1,-128 71-2,25 69-183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4284 2178 874,'-33'147'-15,"9"-43"4,-5 24 0,-17 69-5,14-52 11,9-31 1,0 13-1,4 27-1,12 14-8,12-8-8,-1-54-7,19-9-6,-6 11-46,21-25-393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5057 2148 874,'58'108'-12,"25"78"-4,-47-99 10,-9 2 0,-5 1 3,9 108-6,-29-69 6,-8 7 1,-2-40 2,-6 6 2,-7 10 2,-5-3 1,-1-20 2,-27-2 11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5251 2148 874,'100'-11'-5,"-9"84"2,-111 26 1,-30 22 1,203-55-1,-44-69-5,-24-7-839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6770 1936 874,'-135'9'-16,"34"-3"7,13-1 3,-103 7-1,70-4 5,37-1 0,-36-1-3,-23 2 0,-22 3 1,14 0-1,23-2 2,-35 4-1,-21 5 0,-13 2 0,-4 1 1,47-5 1,9-1 2,-7-2 2,0-1 4,12-3 2,43-3 0,-7 0-1,1 0 1,6-1-1,-43 3 6,5 27-3,28 70-10,46 16-3,40-29 0,3 14-2,-3 64 1,12-63 2,5 17 0,0 13-1,-2 11 0,2-51 1,-1 21 0,-3 11 0,-1 0 3,-1-22 1,4-20 1,-4-1 0,-7 40 3,-72-114 7,35-99-13,1-4 2,-22-37-8,26 43-14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 1792 874,'-88'-29'-12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 1772 874,'109'-10'-24,"-13"-2"19,21-4 5,10-1-1,-40 9-2,-1 8-4,29-2-10,-31 21-792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6190 1765 874,'61'-106'-11,"43"-34"3,4 23 2,11 31 6,-8 64 2,-6 124 1,-74 25 0,9-16 1,95-40-3,11-120-7,-48 7-9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6428 1846 874,'160'12'-17,"-57"-10"8,14 4 2,14 8 1,-23-4-10,8 5-2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1988 5314 874,'27'100'-6,"-3"3"0,-3 41 4,-8-17 0,-6-32 1,2 16-1,-1-3-2,11 81-2,-8-69 4,-1 7 1,-2-32 0,-1-4 1,0 4 2,2 41 2,19-318-12,-19 45-2,-2 37 2,2-19-1,3-23 4,3-10 1,1-3 4,3 7 3,-6 47 0,7-13 2,7-1 3,7 2-1,0 25-1,47-58 6,48 23-6,-42 78-5,54-7 0,-43 41-2,16 6-2,9 6-1,-34 1 0,33 2-1,22 2 0,18 0-1,17-5 0,-22-1 1,-21-1 0,28-2 0,24-2 0,16-2 1,-62 3-15,15-1-7,11 3-7,-33 1-9,-21 2-6,-3 3-6,-23-1-33,11 2-68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2820 5559 874,'-12'87'-11,"-26"78"1,14-66 7,-1 7-4,5-4 0,-5 31-12,15-40-21,-3-7-384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3091 6015 874,'156'-28'-19,"-55"15"11,60-9-5,-55 9-11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3696 5761 874,'133'-64'-7,"-33"110"6,-52 65-2,-78-16 0,-60 13-4,-27-34-5,30-25-15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4105 5694 874,'-90'77'-10,"-13"15"5,43-6 8,104 42-4,137-90-10,-94-26-6,10-19-16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2986 5528 874,'-139'101'-19,"-32"20"1,43-30-5,30-22-35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4878 4865 874,'-46'100'-6,"-27"28"0,21-44 5,-23 32 2,24-21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3056 6811 874,'104'1'-8,"5"53"4,-28 41 2,-89 21 0,-75 22-6,-49-31-3,45-44-9,0-29-95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3503 6811 874,'-136'114'-14,"32"-9"16,51-20-1,90 16-2,98-75-6,15-54-6,-40 1-19,-28-12-555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4147 6781 874,'-118'101'-15,"-8"-7"4,17-15 4,15 10 15,57 20-6,119-1 2,75-96-10,-23-54-10,-42 9-23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4326 6872 874,'-100'55'-10,"3"-3"6,9-3 4,20 50 3,185-15-6,-2-80-2,-30-5-11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4504 6856 874,'-30'108'-9,"-5"34"4,8-17 0,7-32-5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5280 5618 874,'130'0'-14,"-45"0"9,13 0 0,-12 0-8,1 1-5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5325 5894 874,'89'-4'-12,"1"-8"0,35-13-4,-34 8-7,10-4-14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6279 5838 874,'41'-112'-11,"21"-37"5,-8 30 2,-3 18 5,10 5 3,-47 223-5,-16 6-5,5-32 2,1 13-1,0-4-4,-1-16-8,1 6-7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6816 5740 874,'84'-3'-9,"4"-5"-1,32-12-3,-8 5-14,-25 0-16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7471 5418 874,'20'-115'-10,"20"-12"11,51 86-3,-74 160-5,-18 1 0,-1 12-9,9-28-3,0-16-68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7382 5810 874,'121'-24'-12,"-25"15"3,13 4 1,45 2-2,-38 2-14,-29 11-779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7596 6195 874,'-87'-79'-3,"173"-17"0,6 145 2,-88 87-4,-62-37 0,-61 16 3,289-53-13,-58-76-19,-25-4-84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8026 5528 874,'101'-11'-5,"-5"75"3,-83 62-1,-62-22-1,-44-26-2,10-22-29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8516 5499 874,'-99'61'-9,"5"-6"3,1-1 3,9 37 8,290 3-16,-107-67-6,26-8-28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3254 8213 874,'92'-84'-11,"16"-38"3,-38 29 9,1-28 0,-12 225-5,-48 33-6,10 37-7,-7-72-12,-2-14-88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2465 8694 874,'112'4'-10,"43"-5"-17,53-4 10,-55-2 10,18-1 2,17-1-3,-44 4 3,2 1 1,25 1 1,16 2 3,1-1 1,-59 2 0,30-2 1,14-2 0,7-2 1,-36 1 1,-17-1-2,9 0 3,-4 1 3,-10 0-1,40-2 8,-74-5 11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2946 9332 874,'-5'119'-11,"-3"21"8,0-12 2,7-16 0,10-17-5,7-11-33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3575 9664 874,'-6'88'-7,"0"17"7,-2-2-3,0-16-6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3389 9804 874,'149'10'-16,"-47"-10"6,16-7 1,59-21-3,-67 9-14,-22-7-154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4128 9543 874,'106'94'-8,"-39"3"4,-43 36 2,-73-36 2,-46-64 0,-4-37 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4510 9588 874,'-129'43'-9,"21"42"9,87 46-1,105-53-2,11-52-6,19 11-20,-28-30-96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5280 8617 874,'85'-64'-6,"48"35"5,-34 78 2,37 33-2,-40-70 1,3-51-1,-17-57-2,-50 10-620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5430 8818 874,'95'9'-21,"-10"1"22,33 4-1,-31-3-55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2983 9317 874,'-127'128'-5,"32"-32"2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4058 9710 874,'-131'-29'-12,"-31"12"4,31 14 4,19 13 5,-10 41 0,199 44-3,14-86-3,2-9 1,69-11-5,-68-7 12,30-40 3,-264 14-16,-29 51 0,-6 15 3,21 9 8,210 63 12,108-74-19,-47-18 2,-12-6 11,47-20 3,-80-64-1,-186 18-6,-45 33-6,57 33-3,-8 8 1,19 4 7,-41 24 4,171 83 4,48-87-12,68 4-4,-50-28 2,6-9 1,-15-3 2,33-27 8,-225-60-4,-23 89-9,-71 14-8,25 22 4,22 39 19,211 26 0,106-74-12,-42-28-2,1-9 3,-43 6 0,-3-15-2,-1-45 12,-178-7-3,-8 69-6,-69 11-2,63 14 1,14 1 4,-37 37 7,211 41 2,31-89-19,22-9 1,-17 0 0,-28-6 14,25-18 0,-249-18-10,-35 40-6,64 13 17,16 6-2,248 28-24,-48-51 15,-13-2 3,7-20 5,-247-28-1,-21 56-6,15 15 0,61 23 12,239-5-10,-6-39 4,-48-24 7,-196-14-9,-39 62 0,43 26 4,254-8-12,-17-35-4,-24-46 17,-238-30-9,21 77-4,12 2 4,-43 29 11,215 59-11,52-85-6,-43-17 12,42-37 4,-198-42-7,-90 73-3,29 26 8,208 54-4,7-61-12,-193 14-23,14-4-32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6249 8807 874,'57'-88'-6,"20"-36"0,-14 23 3,12-28 6,-27 242-5,-48 40-11,2-61 3,-2-2-2,-2 45-32,0-31-58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6756 8722 874,'145'10'-12,"-57"-7"5,5-8-2,-9-15 0,26 3-19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6969 8561 874,'-6'146'-14,"-1"-19"2,2-35-10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7337 8426 874,'133'45'-13,"-2"43"9,-58-1 4,-66-3 2,-71 25-5,-24-30-4,-9-35-5,11-16-68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7785 8487 874,'-93'72'-10,"1"13"7,27 18 5,68-18-2,88 19-5,5-63-1,18 18-19,-29-39-92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14111 819 874,'-104'96'-13,"-22"21"9,35-26 6,150 2-2,55-81-6,-22-21 1,53-10-2,-287 94 8,4 9 4,118 0 3,111-22-5,-44 45 0,-122-9-6,0 18 7,206-25-3,-59 6 1,-116 0-5,-43-39-851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13461 2156 874,'100'-8'-13,"0"-3"-2,27-2 2,13-2 3,-11 4 2,-35 1-14,-6 2-6,30-6-39,-34 6-93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13542 2503 874,'-28'93'-10,"9"36"8,44-19 4,65-45-3,40-94 0,-38-44 2,-3 10 0,2 102 0,-5-35 0,15-98-3,-91 10 2,-113-1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14086 2769 874,'47'111'-5,"59"-83"4,-2-92 1,-227-40-4,17 84-2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15005 1755 874,'-69'88'-10,"-57"24"2,-10-7 4,40-32 4,30 39 5,181 9-4,23-77-4,-41-16-9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15242 1815 874,'-122'81'-15,"34"-31"7,-1-1 7,-22 19 4,65 18 1,161 12-8,4-77 0,2-37-5,-35 1-13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15502 1741 874,'-16'144'-12,"-24"16"5,7-43-5,2-17-18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17830 939 874,'-144'67'-8,"43"24"9,133 11-4,58-69-2,0-22-2,61 1 2,-50 28 9,-148 63-4,-86-8 1,65 11 8,137 26-10,-83-37 1,-16 14 0,138-92-7,-4-15-18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17409 2062 874,'156'-4'-18,"-48"-6"7,22-4 0,-19 2 3,-11 1 1,1 2-11,79-3-43,-94 6-2,1 5-44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17619 2418 874,'-41'86'-10,"-4"53"6,22 1 7,147-110-4,8-104-10,-33 11 10,-32 169 11,33-53-5,-10-94-7,-10-66-1,-42-19-8,-16 35-11,-22 3-797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18140 2772 874,'88'57'-6,"30"-64"4,-50-103 2,-170 18-5,13 71 1,1 3-110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17467 782 874,'-46'123'-19,"6"-19"4,-8 29 3,-4 26 0,-4 15 3,-1 16 1,8-21 4,10-33 1,-1 21-3,11-41 2,2 33 2,15 19 3,17 12 2,5-36 1,12-10 0,26 16-1,18 0-6,10-20-9,-20-28-1,6-2-26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18433 984 874,'44'141'-21,"-23"-30"9,0 29 0,-1 21 2,-4 19 1,-4 9 3,-4-64-20,-3 18-5,-1-28-12,-2 3-7,-6 17-5,-8 3-4,-9-3-5,-1-27-3,-19 24-65,12-48-61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18756 711 874,'94'13'-9,"1"67"6,-91 65-1,-90-3-5,-14-38-1,31-15 15,139 19 1,63-91-15,-26 5-1,30-14-37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19893 1340 874,'-53'87'-11,"-83"51"-3,38-54 5,-9 0 2,23-18 3,-41 38 3,47-11 4,98 35 8,112-53-12,45-19-5,-69-32 9,-8-9 2,28-23 1,-41 6 10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20254 1392 874,'-118'116'-18,"31"-52"8,-16 2 1,17-12 2,-53 31 3,47-8 13,63 9-3,162 11-4,-28-64-7,89 0-6,-86-39-10,21-41-37,-45 10-62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20768 1333 874,'-135'98'-25,"24"-34"14,26-16 3,-2-2 3,-61 29 2,27 14 13,180 5-9,26-60-4,111 5-8,-67-28-18,-8-10-8,-28-14-7,7 5-66,-14-25-354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21154 1302 874,'-118'65'-13,"-49"15"3,80-37 11,-27 23 3,92 30-2,155 1-8,-42-73 1,11-3-4,48 7-23,-67-2 3,42 79-38,-42-21-83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21387 1695 874,'61'-93'-11,"49"-27"7,12 17 6,-24 122-2,-88 136-7,-20-66 5,-2 13-3,-5 49-11,-26-240-188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21447 1951 874,'153'12'-24,"-1"6"-5,-65-7-11,3 0-22,-4 6-322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5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7646 1166 874,'-15'100'-12,"1"-7"-1,-9 20 2,-6 14 3,9-40 2,-4 9 1,-2 9-8,3-15-6,-5 30-40,7-34-70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7173 1269 874,'165'-111'-18,"-62"84"10,50-1-4,-20 25-11,-26 6-39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7620 1877 874,'30'108'-5,"90"-74"3,-2-63 1,-51-67 1,-246 24-4,49 75 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8776 642 874,'-127'-2'-7,"38"3"-2,-40 0 0,26 15 14,89 152-9,29-46-5,-11 27 0,0-41 1,-16 21 0,0-27 1,-12 16 1,-3-7 0,0-9 1,-9 27 3,-2 14 3,8 6 4,9-49 0,6 13 2,6 5 2,6-6-1,4-23-1,23 45 8,104-46-3,-36-100-14,5-36-5,-10 11-10,-3-19-16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8499 1825 874,'43'-116'-12,"47"-50"1,-31 73 7,-2 2 2,17-25 1,-2 228 0,-112 32-5,18-58 0,-12 60-18,25-60 2,15-2-7,-6 9-49,18-7-429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8916 1710 874,'117'-16'-9,"3"0"-1,-12-1-2,-20 5-34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9121 1529 874,'-7'89'-8,"-3"55"-10,-5-42-2,1-16-279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9415 1462 874,'32'-95'-11,"30"-43"7,10 3 3,17 82 2,-101 201-6,-12 11-7,16-39-7,28-17-38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9513 1669 874,'95'-28'-6,"41"-3"-2,-4 12 2,-31 18-2,-15 4-34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9550 2109 874,'-44'-89'0,"44"-22"-3,118 64 1,-88 181-3,-72-24-4,-27-9 0,-16-18 12,263-71-7,-81-41-17,18-12-26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10505 897 874,'-120'-27'-16,"25"76"12,25 77 7,178-58-5,38-55-10,-5-17 1,-31 10 18,-167 131-5,-34-81-7,-32 14-1,227 0 10,26-54 7,-128 110-2,-93-57-9,-8-6 6,170 29-8,33-75-11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10123 1734 874,'100'-8'-13,"-3"-3"-1,17-3 3,10 0 4,4 0-5,-36 3-7,-2 3-6,55-4-48,-55 7-20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10300 1907 874,'-56'108'-11,"10"26"10,43-32 4,146-141-10,-56-22 0,11 97 15,-11 18-4,-1-86-1,-25-92-14,-27 37-20,-46 3-573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10644 2238 874,'66'119'-4,"45"-134"2,-65-86 1,-144-23-4,-5 64-5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10259 593 874,'-50'92'-16,"6"-1"1,-9 26 3,-3 23 2,1 19 1,16-12 5,10-27 0,8 20 0,5-30-2,7 38 0,10 22 3,3-43 2,6 10 2,14 20-12,11 5-7,7-22-10,-8-38-8,24-14-6,-4 10-66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11021 729 874,'72'161'-23,"-45"-47"11,-6 22 2,-11 11 3,-6-21-11,-6-18-7,-4 0-4,0-16-13,-4 20-7,-3 10-5,-4 5-5,1-33-4,-3-4-4,-11 3-3,2 2-88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11110 508 874,'119'16'-6,"-88"95"4,-91 18 0,32-38 4,145-35-4,-33-44-10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11305 411 874,'97'-41'-10,"49"22"6,12 42 2,-62 18 1,-14 83 0,-87 54-3,-24 0-4,5-43 1,-5 23-1,7-34 1,-2 7 0,-4 29 0,-2 17 2,-2-3 1,10-52 1,-3 21 3,4 5 4,5-6 3,7-37 1,1-13-1,3-1 2,-28 68 7,-107-44-10,56-78-9,-75-13-16,56-8-15,19 3-26,-15-17-14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13641 3400 874,'-111'57'-8,"6"39"7,69-4 0,100 1-2,67-50 0,-19-11 4,-49 54 2,-161 9-5,1-2 5,141-4-3,50 2 1,-146 34-1,24-25-6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13162 4537 874,'133'-29'-14,"-29"5"3,26-2 0,14 4 2,-23 3 3,-20 13-12,-10-3-13,-6 2-9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13310 4830 874,'-15'115'-6,"34"17"5,97-100-2,-1-112-3,-24-8 6,-26 208 1,46-16 3,10-149-5,-43-94 2,-61 37 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13848 5148 874,'81'96'-4,"-59"-202"1,-111 18-56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14102 4387 874,'113'-12'-10,"22"6"4,-35 3-2,-14 6-183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14146 4528 874,'128'-8'-11,"-38"-5"3,-6 1-7,2 3-174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14652 4204 874,'-8'120'-6,"63"-12"5,64-71-2,-16-48 0,3-112 0,-97 29 2,-91 3 0,-20 49 0,-5 52 0,19 5-27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15122 4276 874,'-17'85'-10,"-25"65"3,10-47-2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15318 4184 874,'-18'136'-6,"69"-27"5,89-84-4,-6-107-2,-51-5 7,-85-14 1,-153 3-3,21 80-5,21 49-7,28-4-25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15801 3989 874,'-19'141'-12,"-7"11"5,14-36-7,4-29-16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13115 3235 874,'-88'145'-26,"20"-35"9,-12 26 5,-7 25-3,-6 19 2,22-41 8,7 7-2,7 9-3,13-26 1,6 41 5,19 27 4,25 16 2,3-64 0,24 21 0,34 16 0,32-2-4,42-25-24,-49-58 3,-12 14-27,6-60-25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16090 3400 874,'68'147'-21,"-30"-31"8,-5 25 2,-10 20 1,-14 22 2,-9 4 1,-2-61-21,-12 30-4,6-44-14,-14 27-5,-13 17-5,-5 1-4,0-28-5,5-27-3,-9-9-2,-23 10-58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16187 3206 874,'98'-33'-7,"14"75"5,-71 45 0,-47 13-1,-36-6 0,-20 15 3,51-16 2,135-23-3,1-25-8,-37-36-832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16560 4185 874,'148'18'-15,"-59"-11"7,10-9 2,-12 2-9,1-3-19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16545 4419 874,'145'7'-20,"-22"-20"4,-12 5-19,-25-1-3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17443 4064 874,'-40'100'-6,"1"27"7,76-3-2,111-81-3,-7-69-5,-8-71 2,-92-26 8,-136 22-2,-41 59-3,0 49-4,41 1-14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18015 4261 874,'-65'129'-13,"-25"10"6,22-42-6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18334 4049 874,'-80'98'-11,"7"-2"8,37-6 5,90 4-2,80-93-4,-31-30 1,-18-68 4,-61-2-2,-81-14 1,-26 50 0,-7 25-1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18897 4050 874,'-101'63'-8,"-23"48"-4,60 0 16,125-15-3,70-104-2,-7-48-2,-24-66 6,-158 28-2,-42 12 2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19325 4009 874,'-85'61'-9,"-5"26"10,71 17-1,133-12-5,12-128 2,-35-28 2,-71-64 2,-147 48-2,31 31 1,9 38-185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19758 3898 874,'-19'130'-11,"-4"17"10,-1 18 3,4-36 0,7-41-4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6503 3248 874,'68'-111'-11,"29"-3"6,30 34 5,-9 66 2,-10 118-4,-84-4 3,4 16 2,97-64-3,31-121-10,-52 18-13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6398 3632 874,'120'-74'-13,"38"17"9,-74 44 3,78 29 4,-77 2-2,9-10-1,4-21-2,11 8 4,-22-23-113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7798 2842 874,'26'127'-14,"-19"-33"7,-10 9-3,-8 42-10,-7-24-17,-11 30-37,1-52-25,-26-13-350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7337 2851 874,'127'-18'-12,"-33"9"3,24 2 0,18 6 1,9 4 2,0 5-6,-8 9-7,-43-7 0,7-1-28,-14 14-343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7978 3529 874,'95'128'-7,"35"-89"5,-6-66 2,-69-77-1,-161-7-3,-42 110-2,43 2-6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10257 7131 874,'60'-88'-5,"9"-24"-3,-9 0 2,-8-2 4,6-29 3,-18 14 0,-13 29 3,-8 260-7,-21-17-5,1-47 0,0 8-2,1 59-23,0-74 4,-2 13-44,-2-18-308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11025 6992 874,'-47'140'-14,"-26"36"3,23-77 2,1 1-10,-3-16-49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11649 6580 874,'-133'123'-12,"32"0"8,37-23 2,35-6 4,41 7-1,98-34-1,22-72-4,15-74-3,-16-74 2,-51 12 6,-76-10 3,-73 54-1,-48 74-1,-3 57-5,34-4-11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12237 6540 874,'-114'104'-11,"32"8"9,32 16 2,65-14 1,126-40-2,-22-111 0,-30-55 0,-37-59-1,-41 27 2,-78 37 1,-45 67-2,12 60-1,8 18-8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12743 6600 874,'-132'109'-11,"34"13"8,41 17 4,114-38-2,108-92-3,-71-40-1,50-47-2,-45-15 9,-38-25 1,-65 17 1,-118 20-1,26 66-3,-24-12-4,28 31-288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13267 6615 874,'-91'90'-10,"8"23"10,51-3 1,90 4-2,67-101-1,-12-43 0,-21-26-1,10-68 1,-62 27 3,-69-29 2,-121 32-1,57 65-1,1 33-294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14187 6390 874,'-133'-1'-12,"46"3"9,-47 7 3,31 38 3,44 63-3,18 40 1,75-38 0,113-94-9,-4-39-2,16-13 15,-17 62-2,-88 89 1,-113-33-2,-104 1-9,58-50 1,-5-7-3,19-1-7,-12-6-11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10094 7690 874,'137'-11'-8,"-30"1"-5,24-5 1,66-5-3,10-1 5,-43 6 3,37-2-5,23 4-2,9 2 2,-73 4 4,43 1 1,32-1 0,22-1-1,-42 0 0,-14 1 1,41-1 0,24 4 0,13 1 2,0 4 4,-83-1 2,10 2 3,13 0 5,4 0 3,1-2 0,-14 1-1,-66-1 0,18 0-5,7 0-9,-5 0-9,-57-1-1,1 1-29,-24 1-37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14809 7097 874,'-118'113'-5,"1"-3"3,-48-30 1,34-41-1,38-29 1,-8-5-1,-2-5 1,2-1 0,-39-7-1,21-6 2,15-4 1,0-7 1,-14-16 1,22-2 0,8-1 2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12314 5528 874,'11'131'-11,"1"22"7,-6-64 2,2 10 2,0 9-1,3 58-2,-1-10 0,0-49 1,-1 20-1,2 1 0,-5-36 0,2 26 0,3 19 0,1 21 0,-2-29-1,1 0 0,6 31-1,3 24 0,3 20-2,-2 19 1,-6-66 0,-3 30-1,-4 43-3,-4 34-7,-7 27-4,-9 22-4,4-111-18,7-111 1,-3 20 1,-6 33-20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15806 979 874,'-92'-98'-13,"-55"-21"5,55 62 5,-12 5 1,-4 4 1,20 11 1,-71-15-1,8 16 3,59 25-1,-5 5 0,-8 10 1,-56 14 0,72 4-2,-6 10 0,-4 8 0,-2 9 0,-46 35 0,60-20-1,-6 14-1,-1 13-1,5 3 0,-42 59-1,59-50 3,3 14-1,14-17 1,8-3-1,-2 21 0,2 11 0,4 5 1,7 5 2,11-45 1,5 14 0,8 13 0,8 10-1,7-11 0,2-24-1,11 17 1,8 4 0,5 4 1,-6-37-1,8 5 1,13 3-1,9-1 0,53 43 1,38-14 1,-51-63-3,54 27 0,-58-40-1,10 2 1,8-5 0,5-5 0,53 8 0,-59-26 0,9-2 0,9-5-1,-7-3 0,-29-3 0,20-3 0,15-6-1,-37 0 1,16-4-1,18-4 0,13-7 0,-12-1 1,-25 3-1,19-10 2,12-9-1,3-8 1,1-9 1,-29 9-1,-13 0 1,3-11 1,1-8 1,-3-9-1,35-43 2,5-49-1,-74 71-2,-11 6 0,22-59 0,-40 57 0,-6-7-1,0-51 0,-19 59 1,-9-9-2,-6 4 1,-17-64 0,2 58-1,-9-9 0,-12-3 0,2 16-1,-57-82-2,30 77 2,-7-3 0,-47-42 0,38 65 1,-16 4 0,-17 5 0,-3 9-1,33 18 0,-30 0-1,-24 4-1,53 15-2,8-1-6,0 7-3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1578 11007 874,'92'-64'-11,"43"-10"10,-20-13 2,-224 43-5,24 70 2,-12 98 3,98-32-1,72-5-1,48-5 1,-22-20 1,-14 28 4,-178 16-6,6-59 5,82 79-4,39-8-2,-44 17 0,-38 5-6,16-51-7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1198 11942 874,'139'42'-14,"-38"-30"5,26-6-1,23-3-1,-7-3 3,-28 0 2,32 1 0,17 2-20,-55-2-8,8 3-6,-25-1-15,14 1-74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1399 12244 874,'-8'126'-8,"-9"25"6,44-19 2,57-89-2,4-86 1,-4 32 1,-35 152 0,59-86 0,-18-82-1,-2-109-8,-66-10-4,-11 46-13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 12771 874,'4'139'-12,"23"10"16,67-71-4,3-132-1,-74-45-1,-104-34 1,6 18 1,65 19-21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2990 11776 874,'-97'95'-17,"-72"43"3,85-63 12,-17 79 9,98-24-5,63-23-6,82-1-1,-54-70-2,33-43-13,-36-5-23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3228 11988 874,'-94'61'-7,"-25"14"0,17-10 5,43 52 6,183 3-12,-17-70 0,15-9-7,-25-4-9,-4-7-15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3672 11867 874,'4'104'-6,"-5"71"-4,3-65 5,14 48-3,0-62-7,32-10-9,4 1-405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4506 12003 874,'93'-24'-13,"1"9"0,25 3 1,21 8 2,14 7 1,3 5-15,-11 1-5,-43-4-4,-18-9-14,13 1-60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4670 12274 874,'148'10'-16,"-32"-9"3,37 1-2,23 0-1,-39 1 5,-1-3 1,-48 1-11,20 0-31,-24 3-325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5222 11791 874,'136'64'-20,"-27"-1"5,-13-8 2,-2 11 0,2 11-1,69 83 1,-99-56 10,-13 41 8,-79-38 12,-97-16-11,-24-25 1,52-33-12,-8 3-18,15-13-91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7030 11232 874,'-117'-24'-6,"-19"75"2,44 71 0,59 9-3,42 22-2,31-35 2,24 20-2,-9-28 2,7 4-1,14 20 1,0 5 3,-19-5 11,-31-22 0,-84 17 4,-40-98-4,-21-69 1,14-99 2,134-21-13,78 28-6,-30 42-13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7516 12392 874,'17'-100'-6,"2"-18"2,9 30 7,72 51-6,-3 124-3,-26 31 2,-12 20 3,-5-49 4,32-79-1,30-147-5,-83 38-2,-19-12 0,0 20-10,-8-20-5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8591 11625 874,'-5'127'-12,"0"-35"5,5 22-2,5 17 1,3 10 2,0-27-5,0-13-7,-3-13-11,4 75-50,-3-71-44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8216 11520 874,'175'15'-24,"-49"14"8,22 16 2,1 6 5,-21-7-23,-24-11-13,-1 3-18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8686 12415 874,'-9'97'-5,"58"40"-1,69-49 5,-26-167-1,-84-14-2,-56-36-5,-45 55-21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9095 12289 874,'2'86'5,"5"1"-192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9611 11555 874,'-122'-28'-8,"-17"29"8,47 78-2,114 16-3,71 29-6,48-12 8,-48-38 10,-189-37-2,48 66-1,63 27-5,73 21-11,12-19 12,-17-3 5,-62-45-1,-135 18 0,-2-22-2,66 51-4,133-32 0,9-40-292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9945 12878 874,'9'87'-17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6081 3499 874,'118'0'-7,"3"2"2,50 6-4,-24-1 4,-40-1 2,14-1 0,-1-1 0,-30 0 1,25-1-1,16-2 2,11-1 0,4 1 1,-24 0 0,-16 1 0,18-1 1,10-1-1,4 0 2,-48-1-1,15 1 2,6-3-1,-1-2 1,-20 1-1,58-10 6,-40-34-3,-61-68-3,-54-16-3,4 4-1,3 44 1,4-7 0,8-45 0,-1 53 1,1-3 0,5-49 1,-5 1 3,-16 27 0,-60-6-3,-31 80-4,-75 32-5,63 6 3,-54 1-1,55-3 4,-12-1 2,11 0 0,11-1-1,-27 3 0,-16 1-2,-11 1 0,-6 1 1,37-2 1,5-1-1,-13 0 3,-5 1 0,10 0 2,36-1-1,-8 0 1,-3 1 1,2 0 2,7 0-2,-30 35 3,74 43-6,38 19-2,12 14-4,1 30 0,-12-46 3,-5 10 1,-8 52-1,3-62-1,1-2-2,-8 47-10,9-51-20,-1-11-202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16025 2253 874,'43'-122'-17,"2"27"6,18-16 2,14-10 2,5-2 2,-16 24 2,37-51 7,-21 20 1,5 78 10,-59 192-13,-12 6-3,-7-48-1,5 4 1,-1-2 3,1 39 1,-48-1 1,-110-18-3,51-84-3,-63 14-8,9-42-10,41-14-24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17126 790 874,'-46'162'-18,"13"-62"9,-2-11 1,-35 64-7,26-59-12,-19-7-763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16994 1657 874,'109'-10'-6,"7"-1"-1,-22 0 7,13-6 3,-23 5-4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16949 1882 874,'134'2'-12,"-44"-7"5,11-5 1,55-7-4,-47 6-11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18180 1034 874,'-60'101'-7,"-59"19"0,-11 8 11,216-18-6,45-58 2,-28 36 2,-97 0-4,-112 17-3,-29 3 8,77 1-1,129 6-2,3 2-2,-66 27 1,-76-26-5,0-34-29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18165 854 874,'92'-31'-8,"24"53"7,-64 94 0,-110-7-1,-27 28 4,137-41-2,91-71-6,-44-14-10,-9-8-416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18375 1600 874,'145'-7'-12,"33"-27"2,-94 15-2,4-3-21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18997 1259 874,'-19'143'-8,"10"-32"5,46-12 3,50-102-2,26-99-3,-26-21 1,-25 211 8,-23 15-1,83-22-1,-1-112-2,-33-52-1,-41-66 2,-89 51-16,-16 12-192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19546 1703 874,'97'129'-6,"-10"-110"4,20-91 2,-56-72-2,-164 99 0,32 37-7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19591 808 874,'112'-49'-6,"-8"24"5,38 57 1,-101 101-4,-89-47-1,-58 10 5,73-5 3,135-31-6,21-35 0,10-15 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21285 1246 874,'-40'110'-7,"10"24"7,92-21-1,32-70-2,45-70-1,-43-28 4,-49-45 1,-57-1 0,-79 9-2,-31 53 0,8 114 2,65 20-436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20373 1064 874,'94'73'-10,"18"1"-1,1-5 6,12 20 6,-45 8 2,-96 44-2,-77-10-6,-55-12-7,59-61 1,-7 7-23,7-19-153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17909 1881 874,'-12'-98'-15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17940 1855 874,'0'-101'-26,"0"15"-20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15555 3671 874,'16'-125'-11,"-2"12"7,0 3 2,2-38 1,-7 53 0,6-50 0,-10 58 2,-4-3-1,-6-1 1,-12-42 1,-63 6 0,-20 38-3,-64 15-3,60 40 2,-56-12-1,49 21 0,-17 2 0,8 4 0,20 4 0,-26 0-1,-23 2 0,-15 1 0,45 4 1,-14-1-1,-25 0 0,-11-3 1,11 3 2,38 1-1,-26-1 2,-15-3 0,-11 3 1,43 1 0,-4 2 0,-19 0 0,-8 4 1,1 2 1,4 2 0,54 0 1,-11 2 0,-4 2 0,-1 6 1,20 1-1,-73 25 3,77-1-5,2 13 0,-35 35 0,-9 60-2,38-8-1,17 33 0,52-63 1,0 69-2,28-61-1,11 13-1,7-12 0,-3-29 2,13 7 2,11-2 1,13-7 1,44 32 2,82-16-2,-54-61-4,20-10-2,-51-10 0,33-7-1,20-12-1,17-10 0,-15-4 2,-23 0-1,31-11 1,21-3 0,15-2 1,-56 8 1,19 1-1,23 1 2,14 0 0,8 6 1,-7 4 1,-59 3 0,22 3 0,13 3 2,0 4 1,-34 0 1,-15 0 0,6 5 0,-2 1 2,-4 0-1,-9-4 0,42-3 6,-67-11-8,11-14-1,5 2 6,-16-8-65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6483 2329 874,'37'-102'-4,"-9"-26"-2,-4-9-4,-2-32 2,-13 82 4,13-99-1,-6 70 4,5-7 1,-3 34-1,0-1 3,3-3 1,-5 9 1,5-41 6,-42 21-4,-69 72-3,1 31-2,-34 10-1,36-12 0,-7-9-1,5-5 0,-41 12 1,60 111-1,72 37-2,1-53 2,2 47-1,1-44 1,0 12 0,5 3 1,-1-9 0,4 72 0,-8-70 0,-3 2 1,-1 46-1,4 10 5,4-42-1,47-9-2,68-70-2,10-44-2,-4-31-3,-110-51-6,-21 2-113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5811 153 874,'31'104'-9,"-8"27"3,-1-4 6,88-248-31,-41-28 17,20 52 17,3 141 7,-54 94 2,-10-21 0,-10-31-11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6322 220 874,'4'111'0,"28"-1"-3,63-119 1,-93-111-3,-39 35 5,173 53-6,-45 111 6,-41 16 1,38-206-9,0 19 10,3 172-2,-49 35-7,-24-13-20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5502 625 874,'107'-11'-11,"-22"2"4,24-3-1,31-1-1,27-2-2,-58 6 3,39-3 0,-38 3 2,40-3-1,39-4-3,-10 4-1,-28 3 0,30 2-23,3 7-7,-28 11-6,-55-5 5,13-3-94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5571 719 874,'101'-8'-15,"1"-3"0,30-5 2,-30 4 3,16-4 1,36-3-3,5 2 8,-35 6 0,41 1-6,19 2-22,-52 1-5,15-1-7,22-13-5,-60 6 5,-9 7-94,-14-8 89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5434 5685 874,'-20'109'-7,"-28"-14"0,-34-4-1,-81 10 1,56-67 4,-16-14-2,30-11 2,-5-13 1,-14-15-1,2-16 3,-35-32 8,64-34 1,65 11 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7194 5732 874,'-23'103'-9,"-48"25"4,-58-12 1,-12-41-1,32-47 1,-60-3-4,55-29 5,-1-9 1,17-3 3,-52-20 4,25-7 4,38 38-12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18704 5640 874,'-56'106'-4,"-82"9"-3,39-62 2,-1-14 2,-44-22 2,36-22 3,1-20 2,18 10-49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19215 6036 874,'124'118'-11,"-4"-37"7,9-20 1,17-8-3,-33-27 1,20-6 1,-26-7 0,10-5-2,35-4 0,24-7-2,19-3 0,11-4-17,-62 4-8,20-2-7,16-4-7,6-5-6,-22-2-6,-40 5-4,12-8-5,-6 0-1,-24 2-1,30-14-44,-48 7-44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20562 6476 874,'-120'47'-14,"31"-17"9,3 0 1,-54 16 1,22-7 5,-14 30 0,126 59-3,155-22-9,1-24-1,-7-15 19,-50-37 0,-5 6-846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20597 6446 874,'-65'96'-5,"164"-7"-1,7-57-2,-15-21 1,47-1 0,-259 14 12,32 16 2,94 49 1,96-19-13,6-2 7,-213-3-4,19-17 6,84 42-2,40 8-3,-10 4 0,-6-15-26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0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10823 5929 874,'-111'107'-16,"-49"13"2,20-22 6,22-17 11,-14 23-2,39-9 6,48 40 1,53-18-3,88 27-9,5-42-1,7-19 8,-18-30 1,-2-7-44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11104 5990 874,'-123'63'-12,"-18"1"10,47-15 5,55 54-2,147-42-4,37-24-6,-35-15 13,-224 24-10,-38-6-8,20 7 15,103 59 5,124-50-10,40-4 9,-48 0 7,-87 35-12,-84 28 0,-3-35-186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11349 10164 874,'128'-8'-7,"-13"3"-2,-25 1 5,24-2-2,12-1 2,-40 2 1,34-3-1,32-3-4,24-2 0,-15 5 1,-22 1-1,32 2 2,25 1 1,18 4 0,12 3 2,-50-2-1,2 0 0,31 2 1,23 3-1,8-1-1,-76 0 0,41 2 0,25 3 0,15 3 1,9 2 3,9-1 4,-15-3-1,-69-4 0,33 1 1,21 0-1,15 0-1,-53-1 0,-9-3 0,25 2-24,10-2-10,3-1-8,-2-3-7,-72 0-7,11-2-6,14-2-4,4 1-3,-2 1-1,-16 0 1,-49 1 14,10-2 9,-1-1 9,-6 0 7,-14 0 7,6 0-4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11005 11033 874,'20'-99'-6,"7"-24"1,-2 8 5,-1-25 1,-7 30-1,-38 240-4,-14 26 1,17-65 4,8 1 1,17-3-1,30 19-1,51-93 1,2-97-5,-48-3-291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10929 10628 874,'117'56'-11,"63"-26"0,-95-19-2,3-7-8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11395 10749 874,'105'31'-10,"38"-7"2,-6-19 3,-42-1-6,-9-7-596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11650 10672 874,'144'112'-11,"-51"21"10,-131-13-6,-5-27-23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12054 10642 874,'93'134'-11,"-17"-21"8,9-1 3,30-40 4,9-132-3,-77-39-1,-74-24 0,-71 90-1,-30 104-3,43 52 2,24-24 3,-50-16 1,59-174-1,30-87-1,13 92-1,10 1-4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13151 10642 874,'124'3'-6,"0"52"2,-39 20 1,-54 19 4,-129 28-2,-6-28 3,19-72-857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13537 10612 874,'-84'59'-9,"10"36"5,30-6 4,49 55 1,95-60-4,-7-40-1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13782 10521 874,'-28'120'-11,"14"-33"6,-1 43 0,11-9 4,25 23 2,22-57 2,53-97 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13997 10536 874,'-12'111'-9,"4"26"4,8-28 3,10-17-5,28-1-6,2-7-186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13886 10733 874,'100'45'-9,"24"-22"4,-32-35-1,-4 10-291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14171 10521 874,'55'128'-12,"-14"33"6,-28-71 4,-6 47-8,-16-28-8,5-21-18,-9-1-747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14457 10824 874,'172'2'-21,"-60"4"10,10-1 3,-22-2 2,14-12-13,-28 7-19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14758 10642 874,'132'62'-15,"13"18"3,-53-11 17,-54 56-1,-100-28-3,-25-46-185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15334 10674 874,'-44'105'-6,"45"28"4,33-49 1,85-51 0,-31-97-2,-57-90-5,-56 67 8,-99-26 1,32 45 4,6 73-440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11536 12014 874,'-86'-11'-186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6201 3613 874,'31'-92'-9,"-9"-44"5,-6-13 1,-8 3 2,-4 2-1,3-19 2,-1 44 1,13-17 1,24 7 1,20 41-1,48 27-2,60 22-5,-61 24 0,-16 3 0,-6 3 0,20-4 4,15-2-1,13-2-1,9 1 1,-37 4 0,7 0 0,20 0 0,7-1 1,-9 3 2,-35 2 0,12 6 0,0 2 3,-2 4 0,46 6 3,-1 29 2,-15 67-4,-58 18-5,-45 36-3,-33-71 2,-4 44 1,-13 39-1,4-78 1,-10 52 2,-1 8 3,-1-8-2,-126-56-5,58-92-1,5-3 0,-79-12-6,0-2 1,-2 8 1,38 13 4,26 2 0,-13 5 0,-33 7-2,-21 5 0,3-1 1,45-7 0,-16 1 2,-2-5 5,11-6 5,16-7 0,15-4-1,-35-12 8,46 4-12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10666 7523 874,'2'-88'-6,"-8"8"2,1-4 2,-2-43 0,9 48 1,2-8 0,8-48-1,9-8 5,6 27 1,18 24-3,72 15-1,27 36-2,-5 27-2,-52 9 3,15 0 0,10-1 0,10 0-1,-21 3 0,-6-2 0,20 0 0,17-1-1,15 3-1,13 0-1,-46 1 1,15 0-1,21-2 1,14 1 1,-9-1 1,-33 2 0,29 2-1,19 1 1,13 0 0,10 0 0,-33-1 1,-13 0-1,26-1 1,19 0-1,11-2-1,5 1 1,-57 0 1,3 0 2,21 1 0,13 1 0,-7 1 0,-47 1-1,32-1-1,19-1 1,11 1-1,5 0 2,-33-1 0,-26 0-1,22 1 1,16 3 0,7 1 0,4 2 1,-49 0-1,-4 1 1,11 3 1,2 1 2,-4 0 1,-12 2 1,-9 2-1,-42-4-1,70 19 7,-41 38-3,-57 12-5,-30 62-4,-22-59-1,-2 37-2,-11 25 1,1-27 3,0 15-1,-8-8 1,-11-11 2,-22 18-2,-2-39 0,-40-5-1,-29-35 0,32-36-1,-8-7-1,-11-6 0,18-5-1,-95-6-1,61-4 1,-16 0-1,48 2 0,-24 0 0,-16-1 0,-11-2 2,17 1 1,21 3 0,-20-2 2,-13-2-1,-8 2 0,-7 0 1,33 3-1,2-1 0,-20-3 0,6-2-1,26 3 0,-28-8-2,-19-3 0,-15-2-1,40 6 2,-1-1-1,-20 0 1,-11 1 3,-3-3 0,-6-1 1,56 7-1,-19-1 2,-15-2-1,-13 0-1,17 1-1,27 5 0,-18-1 1,-7 1 0,-4 3 1,-4 4 0,31 0 1,4 1-2,-18 1 0,-14 0-1,-4-1-1,46 2 1,-20-2-1,-8 1 0,-5-2 2,0 1 1,17 2 0,27 0 1,-13 1-1,-12 3 1,-7 2-1,32-1 0,0 3-1,-9 1 1,1-1-1,4-1 2,-39 1 1,-24-1-1,43 2-1,21 3 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8828 2569 874,'148'12'-17,"-42"-5"6,14-1 2,8-1-3,-23 1-9,9-2-10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8858 2811 874,'162'-7'-20,"-49"-1"8,24-9 0,-17 4-16,-13-1-1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9529 2493 874,'93'55'-11,"31"63"3,-57 2 4,-68-9 5,-138 11-13,30-46-13,27-49-5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9054 2463 874,'-130'72'-17,"-26"43"15,43 34 2,76-32 0,59-12-1,92-26-7,-31-28-12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10727 2113 874,'-122'68'-12,"-13"0"3,41-9 13,120 34-3,98-39-8,3-11 10,-64 57 2,-147-7-9,-30-3 3,43 3 6,139 7-6,56-48 0,-37-3 4,-70 60-3,-70-4-4,-64 5-8,34-38-20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10914 2512 874,'152'-14'-14,"-54"19"6,-6-1-7,-4 9-172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10960 2746 874,'168'-19'-24,"-44"-14"9,-36 12-7,12-7-15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11553 2457 874,'-39'108'-10,"12"13"12,133-62-4,-10-147 0,-41-36 1,-36 232 2,63 0-2,49-53-1,-26-103 2,-23-63 0,-36-15-2,-37 5-7,-16 18-19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12101 2778 874,'124'81'-5,"4"-129"3,-98-75 0,-120 86 0,-13 31-2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13322 1866 874,'-110'-6'-32,"-36"-5"7,-31-5 12,-22-4 0,-9-2 6,-7-1 4,55 7 2,-1 4 0,14 4 1,5 4-4,-37 7 4,-22 6 0,-13 7 1,67-5 0,-8 1 2,7 1 10,23 4-1,31 15-1,-7 47 7,61 116-12,27-74-9,4-32 0,-6 33-1,-9 22-1,-9 15-1,7-31 2,-3-7-1,-5 18 3,5 3 3,9-7 3,7-45 2,8 7 0,12-9 1,53 55 5,39-62-4,-12-60-8,40-15-5,42-14-6,-43 0 0,30-13-3,43-6-6,28-2-1,-7 5 2,-52 5 2,39 7 4,23 5 6,13 6 7,-59 2 5,-1 3 1,11 1 2,-7 2 6,-24-2 3,-25-5 3,-48 0-3,25-49 12,-47-39-46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12837 1855 874,'4'157'-18,"-7"-53"9,-8 22 0,2-18 3,-2-4 0,-5 16 1,2-27 0,-5 48-2,-4 38-1,-5 28-1,-6 21-3,12-82-13,9-48-1,-3 3-1,-2-14-342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13811 1276 874,'140'-39'-12,"18"21"7,-46 30 3,-6 86 3,-70 93-9,-26-17 0,-12-55 3,-2 2-5,1-22-3,14 31-39,5-38-87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14126 1611 874,'-28'110'-10,"-32"6"5,-31-63-17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13661 2244 874,'127'-12'-12,"-36"5"4,24-1-1,2 0 2,-28 3 1,21 2 1,59 3-24,-85 0-5,4 7-29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13856 2516 874,'8'95'-11,"-5"83"0,-6-33 11,-2-55 4,18-176-12,14-13 2,31-60 3,27 39 10,14 103-4,-25 150-1,-73-4-4,-25-239-4,83-21 10,47 54 3,-10 241-10,-96-14-12,15-57-51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14547 2098 874,'128'0'-9,"-37"0"5,-5 0-3,-1 4-178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14532 2246 874,'144'1'-15,"-35"-17"3,-9 2-12,-13 0-47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15212 1703 874,'-35'123'-10,"-1"-17"9,35-8 3,124-110-4,-30-111 0,-69 220 0,-8 0 3,102-19 0,-26-105-2,1-78 0,-41-20-5,-68 1-5,1 41-13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15628 2040 874,'37'113'-5,"113"-70"4,-51-163 0,-144 24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14255 1489 874,'-52'94'-6,"-1"-1"1,-24 31 4,6-36 0,-14-12-57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15042 2249 874,'129'0'-11,"54"0"1,-98 0 5,83 3-7,-10-3-10,-58-1-14,-14 1-151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15363 2649 874,'-93'28'-4,"-12"-45"3,46-93-2,147 31 1,28 53 1,-1 71 1,-62 63-1,-63-6-2,-89 27 0,-48-30-1,6-55 5,41-53 2,232 77-3,-46 16-4,4 26 8,56-100-3,-43-65-9,74-79-15,-91 64-20,16-31-53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16897 1019 874,'-170'-31'-19,"58"14"7,-26-1 1,27 6 2,-9 2 1,2 4 3,7 1 0,-42-2-3,-28 2 1,-14 1 3,61 1 2,-23 4 1,-28 3 2,-14 3 0,19 0 0,40-2 0,-17 5 2,6 2 4,16 2 2,40-5 0,-50 29 10,36 110-1,87-53-17,-1 27-6,3-9-1,1-10-2,-6 29 2,-2 16 0,4 13 1,9-55 1,4 26 2,9 22 0,6 16 1,1-20 1,-1-23 0,0 22 0,1 4 1,-2-9 3,2-16 3,0-34 0,37 52 4,77-30-2,19-47-5,-15-45-8,26-9-4,-23-7 0,-3-5-1,28-4 1,22-5 2,8 1 1,-61 1 1,36 0 1,20 0 1,17 0 1,-28 2 1,-20 0 0,22-2-11,10 2-9,-3 0-8,-60 2-8,5-1-8,-14-4-7,-9 1-53,-11-3-26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16443 1079 874,'27'127'-12,"-19"-31"3,-4 22 0,-11 22 1,2-40 2,-14 25-1,0-14 1,-7 13-3,-11 37 1,-9 28-2,-4 21 1,19-74 3,-8 46 0,-8 29-1,-11 2-23,22-76 3,13-45-9,-1 6-6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23092 5268 874,'88'48'-15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15969 4819 874,'103'11'-7,"6"25"5,-24 49 1,-83 41-1,-66 22-3,-10-47-6,-41-9-7,23-28-24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16354 4941 874,'-108'66'-12,"14"65"15,157-22-6,109-89-5,-51-13-11,-27-18-272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16513 4972 874,'96'7'-7,"3"-1"-1,0-3-2,-14 6-288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16499 5139 874,'129'-11'-13,"-23"-8"1,-9 2-11,-10 1-49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17001 4879 874,'-37'104'-4,"16"39"3,128-100-7,-27-153 6,-63-4 3,-90 6 5,-8 106-631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15613 4637 874,'49'132'-12,"-28"-41"4,-2 17 1,-6 11 2,-4-17 1,-7-12 1,-6 8 2,-16 83-10,-8-68 2,-15-2-3,10-18-6,-12 6-20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14171 5257 874,'97'-41'-5,"14"-54"-1,-56-14 7,-198 81-4,35 77-4,12 50 9,63 2-1,94 11-2,36-54 0,85-73-5,-91 3-8,-5-21-3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14865 4941 874,'-93'51'-10,"-23"34"6,13 35 5,204-62-3,-6-88-2,-4-34-1,5-59 6,-43 240-2,-53-27-2,0 10-1,7 45-10,-4-57-14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14534 4606 874,'-56'138'-13,"-22"-9"0,25-45-14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14060 4681 874,'-93'129'-22,"29"-38"13,-2 13 4,8 9 3,15 9 1,25-6 1,8-28-1,26 12 1,54 88-8,41-67 0,-27-21-16,34 8-32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9114 4236 874,'107'-12'-6,"19"3"1,-12-1 2,2-4 1,27 9 1,-56 7 1,61 1-1,-56-1 1,19-1-2,17-2-1,17-2-2,-35 1 1,7-1-1,23 0 0,20 1-1,0 2 2,-44 0-1,31 1 1,21-2 1,16-1 0,15-3 1,-26 1-1,-22 0 1,31 0-2,22 2 1,13 0-1,-65 1 1,23 1 1,28-1 0,18 1-1,-14 1 1,-44 0 1,36 3-1,18 0 1,15 0 0,10 0 1,-46 0 1,-15 0-1,29 3 0,19 2-1,7 3 1,-80-5-1,32 5 2,20 0 1,9 0 0,0-3 1,-22-1 1,-47-3-1,19 1 1,7 0 1,1 2 1,-8-1 1,-40-5 1,-19-2-1,-6-2 0,-6-6 1,-7-13-1,59-61 2,-63-15-3,-38-69-6,-33 35-1,-22-38-2,0 77 3,3 8 0,-3-51 1,-7-3 2,-19 31 0,-93 2-3,-41 68-4,14 24 1,57 10 0,-18 3 1,-11 3-2,40-2 1,-27 3-1,-23 1 1,-20-1-2,-14-1 1,13-2-1,31 1 1,-24-1-1,-20-2 2,-10-3 0,44 0 1,-5 0 1,-29-4 0,-17 1 0,-13 2-1,-9 0 0,71 2 0,-30-1 0,-24 2 1,-13-1-1,29 0 1,24 1 0,-28-1 0,-19 2 1,-12-2-1,67 2 1,-24-2 0,-24 3 0,-18 0 0,-7 4-1,9 1 1,57-1 0,-28 6 1,-16 4-1,-10 2 1,41-3 0,9 0-1,-25 3 1,-13 2 0,-8-1 0,0-1 1,62-5-1,-10-2 2,-10-1 0,-1-3 2,24-1 1,31-3 0,-9 1 1,2 0-1,5 1 0,9 3 0,-44 8 4,32 19-2,7 53-6,28 55-6,32 18-3,27-51 3,0 12 1,-5 52-13,9-77 5,-3-9-5,-14 44-38,5-43-74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9089 3497 874,'-105'119'-18,"-43"55"0,66-68 12,-28 45 0,59-57 7,-12 56 3,53 22 2,31-80-2,28 39 3,63 18-5,-2-49-13,24-25-9,14-22-25,-41-18-19,-20-7-350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8943 4500 874,'89'70'-5,"34"31"2,-56-6 2,-86 34-1,-61-35-5,-41-36-6,19-20-19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14252 7663 874,'54'115'-6,"-14"-19"3,-13-11 0,3 49-3,-38 37 1,-17-78 5,-24 40-1,-53 39 1,42-78 0,6-8 1,-30 50 2,-1-3 1,17-35 0,2-10-103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11834 7526 874,'-21'131'-12,"-18"31"8,18-63 1,-7 52-1,16-43 3,3 16-1,3-30 1,5 8-1,5 16 0,5 13-1,5 3 0,-4-42-3,5 10-3,5 4-2,4-6-8,20 44-44,14-26-28,-12-26-200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16053 7855 874,'-121'-21'-4,"-28"-6"2,34 71 1,50 61-3,32 13-3,19-6 4,7 3 4,2 15 2,-2 19-1,6 3 1,8-17 0,18-21-1,62-10-1,25-68-1,5-44 0,-40-93-1,-51 13-1,-3-11-1,3-54-3,-14 25 1,-12 17 4,-5-25 4,1 29 2,9-28-2,6 24-2,-3 25-6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19965 8991 874,'30'-100'-3,"-14"2"-7,-6-11 2,-4-42 5,-5 21 2,-2-26 5,-1 28 1,-4 44-2,-49-72 0,-78 63-2,45 68 0,-5 11-1,6 14 0,-39 42-1,55 108 0,59 23-3,6-45 2,-5 32 1,7-28 1,19 21 0,22 12 1,-2-41 1,4-18 1,36-12-1,54-78-2,-41-19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19686 7297 874,'-51'109'-9,"10"-13"4,19-7-1,-9 0-613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19800 7373 874,'-49'109'-10,"5"32"5,12-37-2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19859 6854 874,'40'103'-9,"11"31"1,-14-10 4,0 18 3,-14-49-1,2 5 1,10 41 2,-8-21 5,42-232 0,-68-42-12,-5 65 4,-4-53 1,7-10 1,10-2 3,10 10-83,48 35 99,68 66-6,-47 43-8,12 9-2,-4 1 0,78 10-3,-64-7 31,12 1-33,-34-4 2,9 1-2,20 3 1,15 2-1,12 5-1,4 2 0,-47-6 1,27 4-1,20 4-1,14-1 1,-28-4-6,-15-3-4,11-1-9,-4-5-6,-29-1-12,-2-2-41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20321 7054 874,'-30'114'-5,"17"25"3,98-135-1,13-136 0,-13 246 5,23-52 0,-25-183-3,-43 10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20655 7312 874,'7'121'0,"134"-53"-4,-54-208 2,-213 113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20671 6948 874,'121'-59'-7,"1"69"7,-138 121-1,-42-44-1,98 3-2,55-52-4,-4-14-11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21121 7221 874,'155'28'-11,"-61"-19"1,-2-16 0,1 6-10,-7-13-403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21631 6993 874,'40'87'-9,"60"-56"3,-4-12 0,-3-22 10,-163-100-7,-45 77 7,27 40 1,103 105-8,82-21 1,-25 0 3,-154 15-1,122-21 2,-9 16 1,-75-3-4,-41-62-854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21946 7030 874,'141'-45'-6,"-47"91"6,-144 62-4,-43-58 1,142 52-2,57-67-3,-18-5-33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22171 6887 874,'92'119'-3,"-51"-6"1,-14-25-24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22788 10445 874,'20'93'-3,"-4"42"-7,-7 4 6,3 30-7,1-36-4,-6-47-19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22788 10384 874,'60'110'-10,"9"8"7,-9-14-2,-16-16-193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22863 10445 874,'-72'85'-5,"-27"37"1,29-36-25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4038 3539 874,'130'-16'-7,"-19"12"3,15 2 3,42-5-2,-68 3 0,-15 2 0,80-5 1,-65 6 3,9 2-1,8 4 0,-29-1-1,8 0 0,19 0-1,11-1 0,-1-1 1,-33 0-1,25-2 0,17 1-1,11 0 0,-30 2 1,0 0 0,22-1 0,18 1-1,6-1 1,-51 0 0,27-1 0,16 0 0,14 1 1,-29-2 0,-11 0 0,22 0 1,16 0-2,9 0 1,-58 0 1,28 0 0,21 0-1,14 0 0,8 0-1,-10 0 1,-45 0 0,24 1 1,12 3 0,10 0 0,-38-2 1,-3 1 0,20 0-1,15 2 1,8 1 0,3 2 0,-59-2 0,16-1-1,14 1 2,8 1-1,-20-1 1,-23 0 0,20 0-1,13 2 0,8-3 0,2-1 0,-37 0 1,-9 1 0,13 1 0,9 0 1,-3-3-1,-41-1 0,16 0 1,13 2-1,-33-2 0,3 0 0,14-1 0,2-1 0,-2 1-1,-6-2 1,37 0 1,25-14 2,-75-2-4,70-52 2,-58-27-2,-40-38-4,-34-8 1,-28 21 1,-25-39 3,8 75-2,-21-46 2,-23 32 0,-65 29-3,-4 32-2,-24 19 0,66 14 2,-9 1 0,13 0 1,-90-4-2,60 7 1,-11-1-2,41 2 0,-19 0 0,-19-4 1,-12 0 0,-8 2 0,3-2 0,39 1 0,-25 1 0,-17 0 0,43 1 1,-20 4-1,-21 1 0,-13-3 1,13-1 0,29 0 0,-26 1 0,-15-1 0,-13 0 0,41 0 0,-6 0-1,-20 1 1,-10 1 1,6-2 1,44 0-1,-22-3 1,-18-1 0,-8 2 0,-9-1 0,26 0-1,17 3 1,-24-1-2,-13 2-1,-6 2 1,52-2 1,-16-2-1,-16 1 1,-10-1 2,15-1-1,31 2 0,-21-1 0,-15 1 1,-11 0-1,43 0 0,-10 0-1,-15 0 0,-10-3 0,8 1 0,38-1 0,-25-1 0,-14 2 0,-12-2 0,-7-2 0,26 1-1,21 3 1,-18-2 0,-11 1 1,-5 2 0,49-1 0,-13 2 1,-10 0 1,-8-1 0,16 1 0,22-1-1,-14-3 1,-6-1-1,-2-2 0,-53-6 2,78 5-3,1 0 1,1 3-1,5 1 0,-38 0 2,-17 7 0,-6 23 0,13 70-3,17 59-3,40-36-1,-5 20 3,24-28 2,23-2 2,38 9-1,72 19 0,41-23-4,5-29-2,27-15 2,-12-22 2,3-18 0,-55-19 0,63 1 1,-65-13-1,15-4-1,0-3-1,-3-5-2,13 0-6,-22 0-179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2969 1556 874,'100'0'-10,"49"0"6,-58 0 3,13 0-1,52-3-1,-49-1 0,-11 0 0,-4-1 0,21-2 1,16-3-1,11 2 0,11-1 0,-42 3 1,10 0 0,18 4 1,14-1 0,-2-2-1,-41 3 1,28-1 0,19-3-1,10-1 0,-34 3 1,-2-1-1,20 1 1,15 1 0,4 2 0,-52-1 1,27-1-1,20-1 0,13 0 0,-30-1 1,-11 3-1,21 0 1,12 2-1,8 4 2,1 1 0,-48-1 0,5-1 1,16-2 0,13 1-1,-8-1 0,-38-1 0,23 2-1,16-1 0,7 3 0,-39-1 1,-4 0 0,16 0 1,8 0 0,0-2 0,-44 1 0,24-2-1,13 1 0,5-1 0,-27 0 1,-10 0-1,17 0 1,6 0-1,5 0 1,-45 0-1,20 0 0,16 2 0,9-1-1,7 0 0,-10-1 0,-28 2-1,20 1 0,12 1-1,12 3 1,12 2-2,-28-2 1,-8 2-1,24-1 0,2 2 0,-38-1 0,29 1 0,14 1 1,10 1 1,2-2 1,3-3 2,-16-3 0,-33-1-1,21-1 1,21-4-3,-57 2 0,-11 0-1,-7 0-6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7891 4934 874,'24'-97'-3,"-8"-70"-10,-13 79 8,1-64-1,0 50 4,5-6 3,2-7-1,-1 19-1,10-56 5,6 15 4,23 31-3,75 46-1,6 53-5,-33 7-1,8 3-2,2-2 1,47 1-1,-64-5 4,6-1 0,5 0 1,-6 0-1,74-3 0,-60 2 0,13-2-1,-31 2-1,6 0 0,13 1 0,9 1 1,5 4 1,4 2 0,-43-2 1,17 2-1,14-2 1,5 2 0,-21 1 0,73 4 1,-84 0 1,-2 5 0,0 7-1,-4 10-1,38 30 1,-31 44 0,-48 11-1,-39-28-3,-8 9-1,-10 50-2,-5 20 5,4-26 0,4 0 1,2 3 2,-42-43 1,-54-58-7,-20-36-5,-11-14 0,-17-2 3,56 6 6,-4 0 0,-62-4 2,52 5-2,-14-1-1,-12 1-1,10 2-1,23 0 1,-23 1-2,-15 0-1,50-2 1,-29 1 0,-17-2-4,-8 2-2,19-2-6,22 1-7,-17-1-8,-11 2-7,-4 2-8,44 2-6,-8-1-6,-4 1-7,3 2-2,9 1-2,-38 3-56,48-4-59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16918 5701 874,'100'18'-6,"-3"-4"1,6-1 3,70-1-2,-58-6 0,17 0-2,-5-1-1,-25 0 2,32 0-1,22 0 1,21-1 0,16-1-2,-37-1 2,-4 1-1,29 1 1,13 1-15,-4-1-9,-63-1-7,10-2-7,-1 0-7,-13-3-7,-27-2-4,47-11-74,-59 4-65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8744 8703 874,'103'-30'-12,"-14"6"-51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5436 8673 874,'-63'-87'-451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6312 7487 874,'-103'-13'-5,"-33"-1"4,-16 5-3,10 17 4,-1 19 0,-17 36-2,69-14 1,-47 40-1,16 42 3,45-21-2,8 35-1,17 12 3,23-29 0,22 27-1,21-33 0,28 10 0,10-18 0,30 0 0,39-8 0,-7-35-1,28-23 1,-57-33 0,47-5-1,30-27 1,-25-15 0,8-31 0,7-31 0,-39 9 0,-9-31 0,-13-10 0,-11-22 0,-45 56-1,-7 4 1,9-73-1,-27 55 0,-12-60-1,-37 47-2,-51-14-4,30 47-2,-9-28-21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18541 7688 874,'-128'-59'-8,"5"25"3,-19 14 2,22 17 1,-47 16 1,69 3 0,-45 12 1,57-1 0,2 6 0,-41 30 2,15 40-1,20 39-1,30-26 0,4 15 1,24-20 1,33 37-1,23-21-1,46 3-2,20-24 2,19-16-1,32-7 0,-11-27 1,28-15 1,-67-26-2,47-3 2,-10-24 2,16-47-2,2-46-4,-44 6 4,-20-39 0,-29 26-3,-2-34 1,-12 13 2,-13-18-1,-22 66-1,-12-6 1,-21-57-1,-10 56 0,-35-27-4,18 22-6,-23-15-15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17971 13345 874,'-140'23'-7,"18"-15"2,-10-3-3,36-4 4,-65-4-4,48-1 7,-18 0-2,-6 1-1,33 0 1,-32-4-2,-23-1 0,-19 0 1,-15 1 0,26 3 0,19 2 0,-36-1-2,-31 0 0,-21-4-3,77 3 1,-36-3-1,-25-3 1,-16 0 3,28-1 5,38 4 0,-33 0 1,-23-3 0,-21 0 1,-14-1-3,52 3-2,6 0 0,-34-2-2,-17 2-2,-1 4 4,80 3 0,-33 6 3,-20 10 3,-14 2 1,40-2 0,17 0 1,-37-1-2,-20-1-3,-9-3 0,88-4 1,-36 1 1,-12-2 2,-1 1 1,8 3 2,24 1 2,48-3-1,-10 1 2,1-3 1,10 0 0,37 1-1,-73 4 6,43 10-5,184 65-232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21334 5062 874,'16'104'-8,"-17"1"3,-19 14 0,-16 29 0,20-62-1,3 3-3,-1 50-12,-1-27-17,4-28-60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20791 5071 874,'87'-8'-10,"5"-2"-2,29-1-1,21 5 1,-24 2 3,-6 5 1,-2 2 6,-15 1 1,25 5-12,0 6-8,-19-4-8,2 6-31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21782 5412 874,'148'8'-15,"-55"-10"8,60 0-6,-56 0-11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21722 5767 874,'86'-12'-11,"4"-4"-1,21-9 0,14-8 2,-14 3-15,-15 4 3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22759 5245 874,'15'121'-11,"-5"36"7,-9-69 3,-3 40-6,-9 29-9,4-69-7,-7-2-264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22322 5206 874,'153'-7'-24,"-25"0"10,29 2 0,28 3-3,-71 2-12,-10-2-20,-5 3 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23048 5813 874,'34'101'-6,"81"-37"3,-25-112 3,-101-60-3,-127 44-2,30 38-5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21692 5496 874,'100'-54'-10,"-2"6"7,51 12 6,2 57-2,-52 22-10,16 19 11,3-80 0,-19-27 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21617 5721 874,'141'-2'-16,"-36"2"11,67-1-6,-35-5 2,-49 2 0,25 0-24,-26 3-541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21064 6602 874,'153'12'-17,"-44"-9"6,28 2 0,-29-2 1,13 2 1,5 3 2,-8-1 0,55 7-8,35 8 0,26 3 2,14 3 4,-67-10 6,7 0 1,15-9 3,-3-12 5,-17-18 4,-26-20 3,-53 13 0,-6-29 0,-10-28-3,-13-27-3,-21 10-3,-14 5-1,-8-25-3,-12-10 0,-13-2 0,-13 4 2,0 35 1,-9 4 0,-12-5 0,-13-4 0,-19 2 1,-27 2-3,-73-38-3,13 61-6,-39 2-6,16 20-3,8 9-3,-55 6-2,-43 13-2,-33 9-2,-21 12 1,87 3 4,-12 7 3,-18 11 9,11 7 17,27 9 13,42 10 6,60-16-1,21 23 0,-19 127 18,90-46-31,15 3-3,6-26-4,11 36-8,11 27-4,11 21-22,-10-69 3,-2-4-30,2-27-3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7262 9335 874,'-42'89'-8,"3"34"4,19-22 1,16 44 2,21 9-2,14-59 0,-2 5-3,9-12-106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7312 9472 874,'-4'119'-7,"8"22"0,26-12 8,47-18 1,-13-27-5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7192 9593 874,'144'35'-15,"-51"-33"8,-5 4-9,-3-6-171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7505 9396 874,'60'136'-15,"-38"-50"9,3 52-2,-23-18 5,-35 26 5,-9-26 2,-13-16 4,-20-19 1,-8-42-866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12596 9959 874,'120'85'-5,"-5"7"0,9-5 0,41-5 2,-72-48 2,49 8 0,-56-26 1,12-5 0,0-8 0,-3-10 0,44-12 2,22-37-1,-37-4-1,3-23 2,-22 8-9,-18 15-289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13347 10308 874,'13'136'-14,"-5"-7"2,-7-32 9,-1-10 1,-6 73 5,-12-39-1,33-233-2,25-8-1,13 20 3,55-1 0,18 72 1,-34 54 4,-208 15-7,-3-27-2,-3 23 5,109 68-4,77-1-5,22-20-5,1-5-45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2706 874,'116'63'-4,"23"5"2,-49-29 1,10 2 0,62 16-1,-62-31-2,1-5 1,-4-9 2,-6-6 0,35-7 3,13-30 0,-24-15-1,-11-26 3,-27-17-1,-14-5 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7086 3087 874,'-25'127'-12,"14"46"6,5-23 1,6-10 2,-3-24 1,19-216-3,23-6-1,9 14 0,60-52 1,42 41 10,-26 81 1,-75 111 7,-161 7-10,-28-24-11,26-46 13,207 42 4,-29 20-5,20-1-4,0-3-2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13613 5531 874,'-114'-34'-13,"14"18"7,-4 8 7,2 17 2,198 101-15,66-53 0,-62-30 14,-11 2 2,-87 66-1,-126-50-10,12-24 1,5-1 13,-34 14 3,214 65-11,52-49-6,-31 21 16,-215 19-6,91 1 2,39 1 1,-81-5-6,-15-58-437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14163 5534 874,'-118'104'-14,"-20"-7"3,25-24 6,21-12 7,43 37 5,146-18-7,31-13-4,-37-30-4,47 16-17,-51-22-50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14491 5610 874,'-160'65'-19,"64"-31"9,-5 2 5,-34 17 6,68 79 7,213-26-12,-26-59 0,-3-7-12,-10 5-14,-23-6-75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14598 5665 874,'-39'104'-8,"1"15"9,168-43-3,-13-174 1,-70 6 2,-2 188-2,47 3 1,25-85-1,-22-112-1,-102-5 3,-76-1 0,-3 46-292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15112 5986 874,'12'95'-3,"78"-13"1,25-83 0,-63-89 0,-154-2-2,-19 69-2,35 11-5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18180 5403 874,'21'-98'-4,"89"6"0,3 75 3,28 45 0,-13 25 1,20 3-1,-45-43 3,-221-63-7,-31 140-3,31-2 7,0 18 1,30 2 2,47 2 2,50-13 0,71-4-2,54-31-4,-49-51 0,45-34-6,-40 3-11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19005 5579 874,'86'0'-7,"18"0"0,19 5-5,-6 0-17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19050 5809 874,'129'-8'-7,"-2"11"-1,-23 2-6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19756 5381 874,'108'-112'-12,"-38"-3"13,-11-19 0,-48 254-12,-19 33 1,30-16-5,-4-45-15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19606 5698 874,'105'-16'-16,"-7"1"3,19 2 2,12 7 3,60 3 4,-25 12 6,-68 7-8,11-1 5,-20 14-285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19780 6026 874,'-93'-28'-4,"69"-83"2,142 103 0,-22 75 0,-67 28-1,-60 5-2,-56-6-2,-17-10 9,44 25 1,153-69-4,75-85-5,-52 7-11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20252 5853 874,'-102'-9'-3,"-29"27"2,172 79-4,123-50-6,-42-17 1,-240 25 8,-1-39 4,267 92 4,-44-47 0,-231 31 0,85 15-4,160-40-3,-40 30 5,-117-8-292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20131 5671 874,'99'-5'-3,"55"6"0,1 9 2,-60-6-1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21804 4911 874,'-93'27'0,"38"62"-5,184-30 1,-20-34 4,-179 74 1,143-1-4,58-28 2,-197 30 3,16 17 0,121 7-3,-46-25 0,-77-3 0,-23 22 2,62-28-18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22752 4957 874,'-110'132'-11,"3"-36"8,15-27 2,-27 26 2,30 27 4,184-27-4,48-38-1,-19-9 0,-40-30 3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22755 5078 874,'-117'97'-7,"9"18"6,105-30-2,97-23 0,63 17-3,-15 9-8,-45-28-30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22989 5041 874,'-24'104'-3,"16"44"0,59-58 3,36-116-2,6-99-1,-40 268 3,75-56 0,-28-108-1,-8-107 0,-64 14 1,-67 14 1,-58 45-1,11 16-22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23478 5363 874,'13'123'-5,"79"-17"4,28-128 0,-98-88 0,-126 34-1,11 17-25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24214 5746 874,'-116'12'-10,"29"-8"4,-17 0-1,-64 4-4,1-1 5,53-3 1,-25 3 1,-21-2 0,53-1 1,-30 0 0,-23 3 0,-8-2-8,7-1-7,31-1-9,34-1-7,-26 5-46,35-3-110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19816 2706 874,'36'131'-14,"-25"-38"9,-11 7 2,-8 44 3,-3-56 2,4 3 0,19 45 0,-10-49 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19515 2696 874,'99'-13'-11,"-6"6"-1,23 6 1,14 6 2,-39-1 3,14 7 0,-18-4-13,13 7-1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20071 3261 874,'94'43'-9,"23"-64"7,-62-91 1,-197 70-9,27 41-15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19546 3539 874,'145'-10'-17,"-39"-2"6,22-1 1,14 5 2,-48 3 3,19 6 1,-28 0-9,6 7-11,16 0-31,-23 15-485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19647 3740 874,'119'12'-11,"26"-7"2,-9-6 1,-13-3 7,-229 66-10,21-32 6,-18 11 1,-1 6 2,-37 27 11,53 27-2,124 12 6,142-93-16,4-47-9,-57-24 4,-21 13-15,-17 2 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20566 3405 874,'129'0'-11,"-11"0"7,-30 2-24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20566 3618 874,'68'0'-10,"5"0"-5,1 0-15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20491 3606 874,'101'-27'-5,"17"54"1,-33-2-26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21623 2967 874,'-95'32'-5,"-39"-50"4,62-89-2,200 17-2,-31 84 3,-7 144 1,-119-42-1,-86 14 0,9-17 5,68 14 0,155-56-4,-1-115-2,-23-3-8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21740 2903 874,'0'132'-6,"-1"-2"4,-2-44 1,0 16-1,-7-13-435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21902 2919 874,'0'122'-8,"6"24"5,16-37-4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21601 2797 874,'170'13'-20,"-65"-7"10,11-6 3,-14 2-14,-15-4 5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21016 3436 874,'145'3'-18,"-34"-2"7,61-2-3,12 1 5,-48 0 4,29 1-2,14 3 0,-54 0 2,39 5 1,25 12 0,-66-7-7,-13-4-3,-12 5-1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21504 2752 874,'-50'101'-9,"-35"39"2,14-38 8,6-4 3,82 17-3,88-77-3,51-28-6,-49-6-13,-22-2-407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21512 2767 874,'-21'131'-11,"-18"15"7,10-30 2,9-15 2,12 4-1,3-19-20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22448 2721 874,'-96'51'-6,"-13"31"5,168 10-1,63-78-7,-22-28 1,-11 0 3,40-16 2,-229 32-2,-56 32 5,34 9 11,110 66-6,101-53-2,-50 33 2,-147-37-4,32 63 2,128-16-1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21771 3884 874,'-17'119'-11,"10"13"13,31-32 0,106-156-6,-41-53-3,-22 0-2,39 224 18,13-127-5,-15-110 0,-129 0-5,4 34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22128 4132 874,'47'99'-6,"72"-18"1,15-78 4,-122-143-1,-133 49 0,34 28-2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22299 5916 874,'-88'-14'-5,"-44"20"5,84 94-2,143-38-1,-126 37 4,4 13-1,91-20 1,-88 26-1,135-108-18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22840 6157 874,'-103'65'-11,"-14"-4"4,-32 17-1,7-6 6,56-32-3,-3-1-2,-9 7-5,13-14-175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22457 6447 874,'-95'94'-4,"74"1"2,121-129-2,30-55 2,-32 168 3,4-111-3,-17-32-6,-30-29-5,-12 9-67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22857 6440 874,'10'116'-5,"126"-57"4,-89-166 0,-158 50-1,5 9-56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23547 6021 874,'-91'54'-9,"-37"5"4,25-5 5,8 73 2,116 2-4,47-35-1,40-43 3,11-76-1,-33 2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23798 6066 874,'-117'45'-11,"-14"-2"6,21 1 5,26 46 0,168 1-5,45-29-7,-25-19-14,-17-23-566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23942 6096 874,'-7'123'-8,"-2"-14"7,0 31 1,-6-31-4,1-22-11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23344 3055 874,'-81'117'-13,"-44"3"8,-23-16 4,43-35 1,-10 32 3,80-8 3,196 15-7,-15-43-1,-10-1-2,-38-17-6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23502 3192 874,'-64'85'-10,"-60"-4"5,10-22 4,18 15 3,103 13-5,116 3-6,26-31-1,-34-12-11,-11-1-32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23673 3513 874,'64'-94'-11,"47"-31"4,-15 35 2,6 120 7,-74 67-7,-21 21 1,-7 12 9,-6-2 1,-24-36-2,-40-6-179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23748 3725 874,'141'13'-12,"-53"-5"5,17-1 1,65 0-7,-84-4-5,-1 0-24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1979 7442 874,'39'98'-5,"14"40"0,-1-23 2,3-30 1,23 4 1,73 15-1,-51-54 0,56 18-3,-52-37 3,9-4 0,-9-10 2,73 2 0,-71-21 1,3-8 0,-2-9 0,-21 0 1,72-30 1,-69 14-2,-1-4 0,34-21 0,12-19 0,-40 17 2,13-5 1,-19 15-6,-1 8-187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10538 2660 874,'-34'90'-3,"17"-4"-1,-8 62 2,15-63 2,0 15 0,-2 9-1,-2 0 1,-4-3 0,-4-7 0,0-14-4,-16 30 6,-32-18-1,-33-33 0,-13-25-2,0-11 3,-49 13-4,73-22 1,-53 12-2,-2-6 2,13-7 1,7-2 1,-20 3 0,30-2-1,-39-1 0,27-4-1,-34 0 0,73-7 1,-5 2 0,-42-1-1,-36-1 1,26 1 0,-18-6 0,73-2 0,-46 0 0,-24-6 1,31-5 0,-30-15 1,33 1-2,-23-18 3,9-33-1,34-47-2,31-33-1,22 20-1,7-30-1,17 42 2,7-23 1,10 28 2,4 5-1,1 14 1,5 13-56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9966 3315 874,'-139'0'-7,"19"1"5,-13 32-1,32 86 1,67 12-1,4-24 6,9 8-1,87 1 0,35-83-3,26-59 2,-28-7 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9398 3659 874,'145'-28'-14,"-19"18"2,-34 6-8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9758 3725 874,'11'112'-5,"75"-195"-3,15 91 8,-68 117-2,-5-227 3,65 70 1,-12 122 0,-79-3-4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9714 3725 874,'34'119'-4,"-8"-31"-2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10313 3344 874,'-34'105'-9,"-13"42"5,18-30 2,19-26 3,51 35-1,4-29 8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10450 3405 874,'-30'133'-11,"8"-32"8,11 34 6,58-41-2,46-82 0,-11-68-858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10329 3647 874,'145'-22'-14,"8"-36"3,-65 21-6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10762 3375 874,'51'141'-12,"-21"22"5,-26-42 5,-20-28 4,-14-9-1,-61 22 6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3919 4624 874,'133'-13'-11,"30"-2"5,-76 9 3,61-6 0,-6 4 1,-38 3 0,15 0 0,-15 1 1,-10 1 0,25 1-1,21 1-1,17 1 0,-47 0-2,22-2 1,22 2-1,20 0 0,-10 0 2,-33 0-1,36 0 0,22 0 0,17 0-1,11 2 1,-41 0 1,-13 1 1,25 2 1,18 3-1,10 4 2,-72-5-1,35 5 0,19-2 1,16-2 1,-33-1-1,-24-1 1,28 0 0,17 3 0,10 2-1,-64-3 0,16 0 0,20 3 2,13 0 0,-24-2 1,-34-3-1,21 2-5,0-2-8,-12 2-8,-31 2-9,-22-3-9,-3 1-50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15684 8913 874,'23'-108'-6,"-9"17"0,-1-11 6,-5-18 1,-4-47-3,0 68-1,3-4 1,0 12 0,5-69 3,-8 66-2,-2-8 1,3-54 0,3 56 0,2-9 0,2-5-1,-3 4 1,-2-59 1,-13 67 0,-6-56 1,-9-1 0,-50 43 1,-38 62-4,-14 37-2,-43 16 2,67 5 0,-56 9 0,47 1-1,-17 4-2,5-1 0,18-4-1,-29 3 0,-20 1-1,-12-6 1,48-5 1,-13-2 0,-21-5 2,-12 1 2,-14 1-1,-8 3-1,58 0 1,-36 2-2,-23 2 0,-7 0 0,37-3 2,18-2 0,-9-6 3,17-2 3,32-1 1,-2-3 1,2 1 0,-50-3 10,0 13-4,35 51-5,71 99-9,34-1-7,9-51 2,-1 11 1,-4 1 5,-4 65-1,-5-64 1,-3 9 0,0-23 0,0-2 0,-3 16 0,-1 3 1,3-3 1,3-7 0,1 38 2,19-22 2,52-6-3,39-38-2,27-34-3,34-16 0,-75-19 2,49 0-2,-46-4 2,17-1 0,-15 2-1,-5-1 0,20 2-1,13-1-1,7 0 1,5-2 0,-36-2 1,6 1 1,12 1 0,-11 0 1,-12 0-1,19-2 0,21 1-1,10-2-1,-41-1 1,15 3-2,15 1 1,11-1 1,-14 1 0,-29-3 0,20 3 2,13 0 0,11 0-1,-36-3 1,6 3-1,16 0 0,5 3-3,-14-2-2,52 2-15,-8-2-30,-50-2-29,-25 2-253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16183 8058 874,'101'18'-3,"15"-11"-12,8-8 5,39-5 7,-15 0 4,-47-4-1,11-3 0,8-3-1,4-3 0,57-15 1,-68 8 3,9-2-4,6-5 0,-6-3 1,-35 11 0,15-7-3,8-7-1,2-6-3,0-3-1,-19 6-6,66-28-37,-74 32 14,0 4-8,36-17-63,-23 7-8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16571 7754 874,'-96'45'-6,"1"-10"1,-25-3 7,70 71-1,170 9-3,1-16 1,-34-28-10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17790 7267 874,'137'3'-9,"-14"2"-1,12 0 6,-37-2 2,24-2-2,21 2-1,24-1-2,-47 0 1,19 3 0,22 2 0,12-2-10,2 0-8,-10 1-8,-54-4-7,7 2-6,4 3-7,-5-2-5,-24-1-6,53-1-74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17699 7388 874,'92'3'-13,"1"2"1,25-1 2,24-1 0,28 2 0,-5-1 2,-36 0 0,31 1 1,-40 1-27,48 1-6,29 5-7,14 4-4,-47-2-7,-12 3-4,6 3-4,-16 1-2,-50-8 6,4 1-96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18245 7952 874,'-7'128'-12,"3"-39"7,-1 7-2,-5 39-10,-2 3-8,-7-23-34,-4-15-94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17865 7852 874,'153'-23'-22,"-37"18"10,27 9 0,-47 0 3,20 9 2,-22 1-18,0 5-5,8-1-43,-16 9-145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18426 8255 874,'28'129'-8,"58"-17"8,36-81 0,-62-172-4,-165 47 0,5 57-6,-10 46-17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19111 8620 874,'-107'9'-16,"4"-7"1,-22 0 5,-19 1 1,-14 1 3,38-1 2,0 0 0,13-2-9,12-2-12,-7-1-20,15-6-676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17894 8901 874,'151'-29'-19,"-50"25"10,17 7 1,-18 0 2,60 11 2,-284 30 1,-48-15 2,84-1 3,-34 32 8,77 50-4,62-12 1,125 10-8,-34-72-4,87-3-8,-58-55 5,-48 9-2,29-1-17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19482 8482 874,'-145'-16'-18,"43"14"11,-12 4-3,27-2-2,-2 3-5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19570 8757 874,'-87'11'-14,"0"-4"5,-15 0 2,-14-10 1,15 5-10,14-6 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19949 7997 874,'-22'116'-7,"-3"26"2,20-40 2,28-15 3,66-26-2,13-82 0,-18-7-23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20066 8103 874,'-25'124'-11,"-5"1"3,5-10 4,12 21-3,5-44-8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20299 8119 874,'5'113'-10,"-15"22"7,-3-48 5,-28 3-289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20433 8119 874,'-2'139'-12,"-9"0"7,20-31-6,8-8-17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20160 8012 874,'101'10'-15,"-4"1"2,14-2 3,-1-5 4,-9-1-14,-15-1 9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20750 8332 874,'-15'90'-5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19974 8378 874,'-110'-140'-5,"65"5"0,69 29 5,85 53 1,-41 158-7,-50 14-1,-56 47 2,-8-34 7,11-4 0,102-33 0,29-43-1,4-24-5,-9-20-21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20791 8059 874,'111'-33'-7,"9"13"1,-27 12 6,12 33 3,-21 99-4,-68-8 0,-13 46-4,0-36-10,-1-23-4,-3-17-67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21187 8209 874,'-60'99'-10,"-26"13"7,23-22 0,9-2-6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22052 8773 874,'-127'21'-7,"31"-14"-3,-63-4-3,75-7 10,-81-7-1,59 1 3,-69-4-2,56 10 3,-26-1 0,-2 4-2,33 0-1,-33 1-2,-13-3 0,6 0 3,43 0 4,11-1 0,7 0 5,-25-6 5,33 0-35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20041 9027 874,'19'109'-5,"-10"40"4,39-248-7,32-8 9,7 64-3,7 98 0,-38 49 0,-47 20 4,-41-35 0,9-233-7,35 36 4,23 8 5,51 37-2,-1 56-1,13 77 1,-48 39-1,-52 53-1,-5-54 3,-32-23-861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20845 8991 874,'-49'84'-3,"45"46"0,90-40 2,38-105-2,-27-111 2,-32 232 0,28-54 2,27-88-3,-56-66-3,-66-18-4,-3 36-13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21375 9225 874,'-29'109'-3,"68"3"1,73-98 0,-50-152 0,-183 39 0,16 64-3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21601 8712 874,'138'20'-12,"-11"5"5,-42-6-11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21677 8932 874,'144'4'-15,"-51"-14"7,-5 1-10,-3 0-170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22218 8627 874,'-15'-110'-6,"44"-2"5,86 60-1,-61 165 0,-105 51 2,-22-27 0,26-16 1,163-46-3,-16-124-3,2-36-19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22639 8468 874,'-8'120'-10,"-9"22"11,-2-47 0,-3-11-183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22761 8499 874,'-5'112'-9,"-3"4"5,6-7 0,-2-1-9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22428 8393 874,'87'12'-7,"18"1"-12,32 0 6,-38-4-8,12 3-12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22938 8446 874,'109'-62'-10,"31"-4"6,-16 40 5,-15 85-2,-52 29-3,-20 89 2,-19-76-2,2-8-1,18 51-13,18-35-15,-5-23-188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23608 8635 874,'-88'91'-12,"-49"15"12,-1-43 1,41-19 3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23051 9185 874,'-90'-19'-9,"-40"-13"7,-12-3 2,19 6 1,12 1-1,272-14-11,12 46-2,-53 2 5,24 2 3,13 1-1,-47-2 1,34 1-1,21 1 2,15 2 0,4 3-7,-30 0-8,-30-3-8,1 5-8,-12 2-8,-23-4-19,10 5-76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22667 9348 874,'61'143'-8,"-26"-40"4,-3-8 3,5 16 1,4-17 0,53-185-2,-66-38-2,-15-31 5,-8 66 1,15 4-1,80-28-4,56 77-6,-26 46 2,30 14-2,17 9-1,-46-6 1,6 2 0,12 4-18,-2-1-7,-27-5-6,-30-6-7,39 2-53,-43-8-98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23148 9350 874,'19'93'-6,"-14"32"0,-10-11 4,-3 1 4,0-25-1,40-214-6,34-1-1,35 11 4,4 61 5,-6 77 0,-204 59 2,-2-31-2,146 69-3,50-71-4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23494 9472 874,'24'102'-3,"0"0"2,65-213-3,1 93 2,-16 114 1,-78-7 2,14-215-6,86 33 6,2 151 1,-74 44-1,-14-14-1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24529 9183 874,'39'101'-17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23761 10150 874,'-61'137'-12,"15"35"6,38-72 5,9 1 1,9-5 0,15 42-1,10-33 1,51-8 2,8-51 0,35-76-2,-5-72-5,-39-52-3,-62 47 5,-17-8 0,-21-4 1,-25-49 1,-7 77 1,-50-36 7,-14 73 1,37 149 4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23869 10353 874,'1'129'-10,"6"-40"5,4 45 2,-1-20 2,15 38-3,-7-52-4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24063 10764 874,'120'27'-11,"-24"-2"12,9 4 2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24079 10901 874,'162'12'-11,"-63"-7"-1,-14 6-603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24423 10657 874,'11'114'-9,"11"26"4,13 9 4,-8-54 1,3-10 1,34-208-2,-56-15-3,-9-38 0,-2 79 4,-1-46-1,1-12 7,31 44-1,124 44-4,0 73-5,-53 4-5,-15 4-64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24725 10414 874,'-12'140'-8,"-5"-36"4,-6 0 0,-7 16 3,-13-24 2,56-203 0,64 20-3,27 21 2,-146 166 6,87 17-5,55-173-21,-76-32-816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24949 10596 874,'-15'112'-6,"-4"13"1,-2-28 8,36-181-7,54-29 3,25 124 0,-82 86-1,-29 5-1,-20-17 4,23-182-1,78-7 1,35 68 2,-23 135-7,-84 25-2,-2-35-9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24769 10247 874,'116'3'-3,"51"13"0,-21-6 2,-56-5-1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25426 11125 874,'-99'12'-5,"-46"-8"-1,29-8 3,11 0 2,-40-2-1,13-7 1,44 1 1,-54-7 2,47 63 4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24439 11409 874,'130'-91'-6,"-21"94"2,0 39-1,14 66-3,-45 17 7,-51 18-1,-40 9-6,-10-30-7,8-23-6,-1-11-119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24923 11510 874,'-104'72'-11,"-21"18"6,39-21 3,2 27-12,43-10-192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23500 12442 874,'-28'-126'-14,"12"33"10,2-5-1,-8-74-3,-2-2 0,5 35 1,-2-20-1,2 16 2,3 20 1,-2-25 1,-1-11 3,2 2 3,5 48 0,0-3 2,4-4 3,5 2 0,6 18-1,22-54 7,60 22-3,72 50-7,-65 60-4,83 5-6,-46 17 2,20 5-2,-30-1 1,6 2-1,27 2 0,12 1 3,-7 2 1,-45-6 1,18 3 2,9 3 4,1 1 1,-31-3 0,-11 0 1,10 7-1,-5 6 0,41 23 6,-46 31-2,-50 37-7,-39-27-4,-6 18-3,-4 57-4,-3-48 7,2 14-2,1-12 1,2-17 0,5 27-1,4 16 0,6 14 1,-4-50 2,6 18-1,2 13 2,-2 2 1,-4-21 1,-5-28 1,-5 4 2,-9-3 0,-11-7 0,-36 54 4,-22-45-2,-63-18-5,1-34-2,26-32-4,-23-7-2,17-4-1,5-2 1,-30-4-1,-21-4 0,-21-4 1,65 5 0,-36-9 1,-19-6 0,-9-3-11,30 3-7,25 3-7,15 0-8,25 4-7,1 1-7,-3-2-58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24705 10353 874,'1'122'-12,"-20"-15"7,-11 29 2,2-17 3,-1 13 3,116-233 2,56-21-3,-244 204-1,108 6-3,40 11-1,56-6-18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24683 10323 874,'0'111'-3,"-7"16"-12,-4-4 8,-7 19 6,3-23 4,-9-23-222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24848 10642 874,'-128'69'-2,"83"24"1,67 22 0,32-26 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24763 10718 874,'-71'129'-5,"212"-68"-8,-143-151-609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24649 10780 874,'71'109'-6,"-7"-22"-854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25383 11129 874,'-99'9'-3,"-17"-7"-5,-5-9-2,1-2 1,-20-2-9,49 6 4,-4 1-8,-41-3-43,37-13-28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24529 11235 874,'59'106'-25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16297 7463 874,'-102'-37'-3,"4"17"-5,-2 13 5,-6 19 0,-26 26 1,-18 37 1,42 4 2,24 9 1,31 5 1,37 50-1,32-52-2,25 45-2,53 6 0,6-48 1,25-32 0,7-26 2,-7-29-1,11-43 1,-34-29 0,-24-35-1,-21-31-1,-28 8 1,-27-48-1,-13 75 1,-22-58-1,9 61-1,-13 5-615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24356 8201 874,'-136'-102'-12,"-34"17"6,67 46 4,-3 5 0,10 7 1,-67-16-1,21 16 2,49 15 1,-3 1 0,-45 3 2,8 23 2,39 102-2,105-16-2,31 17-1,-3 4 1,-21 19-1,-20-17-1,-20 27 1,-12 17 2,13-76-2,-3-1-2,0-3 1,-9 39 0,-2-9 4,-29 32-4,22-65 0,-23 36-1,5-6 5,12-6-1,37 28 0,78-15-3,48-37 0,17-25 1,-14-18-1,-33-18 1,12-1-1,1-2 1,46 4 0,-59-17-1,1-5 1,46-4-2,13-5 1,-15-3 1,17-4 0,-55 5-1,61-3 0,16-2 1,-82 2 0,41-6 0,14-18 1,-32-3 1,-11-22 1,-12-36-2,-30-51-4,-35 14 0,-25 41 2,-9-10 0,-15-9-1,2 17-1,-37-71-1,-19-1 1,18 54-1,-11-9 1,18 32-1,-8-7 1,-15-11-4,-9-1-3,0 6-6,-41-39-40,36 67-29,8 23-441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6622 9566 874,'116'16'-8,"49"-11"2,-69-8 3,6 0-1,48-6 3,0-3-2,-48 4 2,18 1-1,3 2 0,-30 2 0,30 3-1,20 2-1,17-2 0,9 1-1,-24 1 1,-17-2 0,26 2 1,22-2 0,20-2-1,-64 0 0,33-3 0,27-2-1,19-3 0,-18 2 2,-38 1-1,30 0 2,22-1 0,13 1 2,9 1 0,-45 2 0,-15 1 0,29 1 1,15 4-1,7 3 1,-73-3 0,33 3-1,21-2 0,14 0 0,9 1 0,-19 1 1,-45-2-1,32 2 0,19 2 0,11 1-1,-56-3 0,7 2 1,24-3 0,19 1 0,7 0 1,4-2-1,-81-1 1,30-1 0,18 1 0,12-2 1,-27 2-1,-27-1 1,25 1-1,14-4 0,9 1 0,-64 1 1,25 1-1,21 4 0,10 1-1,1-3 1,-16-1 2,-51-1-1,8-4 3,4-4 1,-8 2 2,-27 0-2,62-2 8,-66-1-3,-12 8-624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19260 11357 874,'77'120'-4,"7"-30"3,16-17-1,63 7-5,-56-43 1,65 8-4,-53-30 6,23-7-1,19-7-1,12-6 0,-57 2 0,31-7 0,21-6 2,11-8 2,5-5 1,-19-1 1,-37 8-1,17-9 2,6-1 2,-10-1 3,-37 9 0,-17-1 3,15-39 3,-60-22-105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1248 1857 874,'43'-141'-17,"-9"26"3,11-28 1,-16 49 3,15-29 0,-11 31 6,10-13 0,11-9 0,-6 20 6,77 78 7,-66 174-14,-36-19 0,-6 32-3,-4 9 3,-2-12 3,-3-43 6,-4-21 2,-5 38 9,-97-110 11,-2-79-14,-55-24-16,42 2-11,27 18-112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2458 744 874,'-100'32'-10,"14"-3"2,-25 11 12,24 53-2,66 35-5,35 59-6,-11-61 4,-7-21 2,-8-5-2,-14 13 6,-3 1 2,18-17 1,68 15 0,49-96-4,56-98-6,-53 20-19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1924 1505 874,'127'-72'-18,"-36"36"10,15 7 1,-12 2-10,-7 8 3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2465 1550 874,'0'147'-13,"-2"6"7,-5-56 8,50-211-13,-4 8 1,24 11 10,34 225-7,-80 10 9,69-253 1,-5-26-14,11 68 20,8 200-11,-100-28-8,7-14-2,-16 12-24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1293 2350 874,'93'-19'-13,"3"-2"-2,35-6 1,30-6-1,-54 12 4,36-4-4,-29 5 9,21 0 0,40 2-5,15 5-23,9 5-6,-2 8-5,-69 0-6,10 8-5,-49-2 6,10-2-102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2383 2573 874,'-142'-19'-13,"-27"-7"13,60 10 0,10 17 3,7 80-4,74 10 0,14 20-4,4-22 1,-6 60-3,-16 14 7,-2-35 2,7-14 2,52 3 2,110-46-2,18-114-5,-52 7-4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1699 2949 874,'119'-56'-12,"68"18"-1,-96 20-2,-3 9-2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2198 3276 874,'2'95'-10,"0"59"5,-9-65 4,-8 34 2,12-215-6,40-44-6,38-22-1,21 95 18,-15 208-13,-72-12 1,-22-37 19,57-232-17,-3 35-2,9 1 2,34-30 10,36 86 1,-9 142 2,-94-14-5,10 24 6,-33-23-302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3440 1932 874,'135'-6'-12,"18"8"2,-50 1-2,-15 3-64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3500 2219 874,'100'0'-15,"-7"0"3,20 0 2,-5 0-17,-23 2-38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4596 1140 874,'9'145'-17,"-16"-44"8,-6 21 1,-5 10 1,7-49 2,-10 24 1,-15 54-22,-5-25-22,13-49-46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4144 1273 874,'153'-77'-22,"-46"46"12,15 6 2,2 12-3,9-1-28,-30 15-30,-11 7-93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4640 1855 874,'45'159'-5,"62"-101"4,-15-91 0,-43-111 0,-196 104-4,42 57-1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4175 2223 874,'148'-8'-17,"-39"-1"5,24-4 1,-21 1 2,-6 1 2,27 2-15,-49 2 5,4 0-31,0 4-82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4271 2552 874,'151'-23'-16,"-59"7"9,8-1 2,40-7-1,-19 3 11,-19 14-1,-189 66-9,-72 25-1,25-6 1,20 2 2,-11 51 7,29-5 4,34 17 1,49-33-2,101-40-5,3-66-5,77-31-10,-32-35 0,-48 21-12,28-9-41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5241 2008 874,'126'0'-11,"17"0"5,-21-4-6,-35 1-9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5241 2204 874,'134'18'-13,"-45"-12"7,23-9-2,-16 5-9,-8-6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6472 1663 874,'-118'-29'-11,"13"-10"10,52-69 1,167 23-6,49 78 2,-43 35 3,-78 101 2,-84-38-6,-60 41-8,-5-56 4,-4-10 9,-62 26 6,61-13 3,211-6-3,-13-62-9,86-2-4,-83-7-4,31-5-26,-33 0-44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6776 1460 874,'-14'149'-12,"-18"13"4,3-43-5,-2-13-4,-2 6-34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6864 1565 874,'-15'144'-12,"-11"-11"8,7-27-4,14-15-3,-2-3-116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6562 1453 874,'165'-21'-24,"-42"13"13,-35 3 4,6 2-5,-7 3-6,32 9-25,-31-1-62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5856 2217 874,'92'-10'-10,"0"1"-3,28-5 0,21-2 2,-32 3 3,3 2 1,-8 1-16,-8 2-4,28-1-14,8 1-6,1 4-5,-38 1-5,-8 6-5,21 10-63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6194 2739 874,'-52'100'-11,"18"34"11,64-21 0,104-42-3,42-86-8,-73-21 6,44-33-3,-2-56 9,-59 10 2,-70-13 3,-78 21-1,-63 39-4,31 48-4,-66 8-12,54 8-16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6472 2721 874,'53'137'-13,"11"7"10,-15-38 4,6-3 3,14-7-4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9309 1847 874,'-109'137'-17,"17"26"16,101-22 2,113-56-5,67-105-12,-79-14 6,-11-6 1,22-30 0,11-27 1,-5-18 3,-13-6 2,-35 31 3,-16 4 2,-20-4 6,-27 0 2,-89-65 4,-46 70-8,15 59-7,-7 12 6,11 15 1,-6 48 1,125 54-7,35-13-5,8 27-3,-18 25 1,-14-42 2,-25 29-1,-23 20-1,-6-1 1,8-24-12,6-27-6,-11 3-7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10119 1854 874,'93'-15'-13,"-2"6"2,26-6-2,-33 5-3,11-1-9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10089 2139 874,'85'-11'-18,"14"-6"2,42-13-2,-42 10-24,16-4-17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10899 1524 874,'39'142'-14,"-25"-55"9,-4 11 1,-4 4 4,1 45 0,-2-20 0,10 9 3,13-47 2,28-182-11,-19-36-3,14-61-3,-21 63 6,-4 2 3,-9 31 0,2-17 2,-2-9 4,4 1 1,-3 30 0,15-75 8,35 55-1,48 84-6,30 45-6,-60-6-2,88 5-5,-39-19 3,34-3-3,-42 2-1,28 2-1,36 8-4,17 10-24,-14-2-6,-44-21-7,-55 2 6,-7 5-59,-2-21-131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11474 1831 874,'105'-147'-12,"-42"48"8,-8-4 3,-10-33 2,-34 12 0,-62 39 3,-28 174-5,50 45-3,25-38 0,3-6 1,4 100-4,-5-71 4,-3 5 1,-6 48 1,-17-68 4,14-191-5,25-4 0,8 2 2,26-43 2,53 5 3,1 47-3,36 33 4,-37 42 1,-118 137-7,-104-37-12,21-47 3,9-8 3,-56-1 11,59-41 1,182-84 12,50 116-17,-3 61 0,-43-12 0,-9 3 4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12153 1489 874,'1'122'-9,"-8"-1"3,-15 26 7,61-256-22,43-21 12,9 22 4,28 69 11,-70 143 2,-40 4-4,-40 36 4,-32-271-3,106 10-1,63 1-5,7 54-1,8 77 5,-27 119-4,-118 15-1,-16-45 2,-16-15 4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10660 2177 874,'117'-19'-10,"-29"6"4,54-8-4,6 7 4,-42 9 3,22 1-2,15 3 1,-51-1 1,32 2 0,21 0 1,19 2-1,-18 0 1,-20 1 0,30 3-1,14 1 0,0 1 2,-54-2 1,4 1 2,-2-1 6,-18 2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11289 2536 874,'100'-82'-11,"57"26"4,-19 39 1,-27 34 7,-6 61-2,-42 40 1,-32 15 2,-18 44 0,-11-80-2,-1 44 1,2-35 2,13-220-6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11848 2615 874,'-60'128'-13,"-29"14"4,21-47 5,-30 5-14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14604 695 874,'-197'-43'-39,"43"21"19,-35 3-4,-31 3-1,-30 8 4,8 6 2,57 2 2,-44 5 2,60-2-7,-65 8 1,-45 5 3,-25 3 3,47-2 9,31-3 4,-31 3 6,-10 0 8,2 4 9,87-7 0,-13 3 1,-9 2 2,5 2 0,40-3 0,32-4-4,8 4 2,17 8-4,-19 27 5,56 84-13,46-45-11,-9 96-8,4-51 2,-4 19-1,4-38 0,-1 11 1,-6 27 0,-4 21 2,0 1 0,7-46 1,-5 35 0,-4 21 1,-3 2 3,10-48 0,4-11 3,10-2 4,15-11 2,23-18 1,30-18-3,60 17 5,6-68-14,41-11-5,-1-8-4,-24-7-3,46-6-4,26-3 2,20 0 3,-66 0 8,20 2 0,31 0 4,25 0 0,-7-2 0,-51 1-1,45 0-3,28-1-2,14 4 1,-69 0 2,0 4 1,11 5 9,-4 2 3,-33 1 4,-52-4 1,-6-1 0,33-10 21,-48-54 11,-61-27-889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13527 654 874,'-32'129'-12,"14"-43"6,1 23 0,0 1-1,5-19 2,-4 25-2,5-29 2,-7 47-3,-6 34-1,-11 26 1,0-33 0,-2-5 2,-13 33-2,-13 20 1,-5 11 3,24-77 1,-6 26 3,-1 11 3,5-5 4,6-18 4,6-32 1,10-34-1,-27 27 13,0-32-96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1902 5144 874,'-108'53'-7,"20"7"-7,-6 29 5,-22 64 6,67-56 3,-7 54-2,52-59 3,23 2 0,43 45 4,81-41-5,-38-77-2,68-21-4,-62-31 2,12-25-1,-9-13 0,55-64-3,-90 37 7,-22-16 2,-23 25 3,-14 2-2,-24-8 2,-26 6 0,-98-51 2,8 68-1,-41 59-10,34 44-8,41-5-18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 5473 874,'24'140'-12,"-8"13"3,-5-21 3,1 10 0,-7-46-2,3 5-10,-6-15-48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2501 6488 874,'71'-126'-16,"-26"26"5,7-22 7,8-21-6,7-18 0,9-14 1,-9 26 1,-11 22 2,4-6-1,-15 33 2,6-12 5,-3 7 9,-11 17 0,5-27 10,-14 27 17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2734 5005 874,'76'-89'-11,"74"-40"-4,1 10 3,-15 28 6,3 24 12,-43 59 1,-49 99-1,-41 6-1,-37 65-6,2-77-6,-6 29-17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4874 5831 874,'39'-128'-15,"-3"15"10,-8 19 3,-4-5 0,-1-7 2,-3 16 1,18-70-2,-14 73 2,8-20 3,41 20 2,-25 178-6,-21 36-7,-15-35 1,0 12 2,-3 3 4,3 44 2,-18-17 3,-73-30-1,-49-53-1,-27-56-6,51-6-11,18-32-819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5546 4925 874,'-8'134'-11,"-12"27"4,1-30 3,3-21 5,5-10 0,42-3 3,77-34-2,-7-63-6,15-39-5,-13 14-12,2-23-18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5376 5020 874,'157'-29'-21,"-36"13"7,31 3 0,-60 5-9,21-4-24,-27 13-503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5466 5306 874,'99'-3'-16,"3"-5"4,41-12-4,-42 7-12,14-4-14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6088 5428 874,'0'91'-9,"-11"36"8,15-232-4,68 7 5,56 58 2,-37 91-2,-61 43 1,-47 33 1,4-229-8,60 8 7,60 27-1,-12 51 1,9 113-1,-115 0 1,-13-12-56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7184 5923 874,'-142'-3'-24,"16"-1"7,-33-1 2,-23 0 0,-21-1 1,32 2 4,19 2 1,-3-1-24,21 0-13,-40 3-5,-22 3-6,65 0-3,-14 1-4,17-10-2,40 2-18,-20 3-79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5740 6142 874,'-164'13'-19,"66"-2"12,-2 3 2,-37 15 1,42 10 10,26 48-4,56 9 2,45 39-1,-10-48-2,9 53 0,-16-24 3,22-15-2,62-51-1,-1-53-8,18-29-2,-14 13-13,2-21-14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5000 6615 874,'93'-32'-19,"12"5"2,29 1 2,-22 5 5,-13 9 2,1 5 3,72 12 9,-81 18 0,22 26 6,-57 37 6,-53 44-4,-31 6-2,-4-39-5,86-188-6,33 6-6,53 36 9,-50 104-2,-82 85 2,-42-49 2,90-197-9,54 13-2,9 36 9,-2 60 0,-15 139 1,-78-11-4,-22-16-8,-8-27-21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7008 4883 874,'56'101'-14,"-12"-14"4,11 23 0,14 22 1,9 16 1,-8-17 1,-8-19 0,5 8-16,-13-21-12,18 29-7,6 15-6,-2 1-5,-20-40-5,-7-8-5,24 41-64,-26-49-77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7492 6267 874,'88'88'-10,"14"12"3,0-11 1,4-6 5,-10-28 2,-11-82 1,-33-137-3,-47 70 0,3-54-10,8-5-9,-6 66-13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8304 6561 874,'-60'90'-5,"10"42"4,32-44-1,75 2 0,67-80 0,1-57-1,-43-41 4,-55-8 0,-105-20-1,-6 81 0,-17-19 1,16 46-185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8813 5655 874,'93'0'-14,"2"3"2,25 3 1,12 2 4,-7 0-5,-18-1-10,1 1-7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8903 5880 874,'88'8'-14,"12"-5"-1,28-5 2,9-7 4,-9-13-14,-19 6-13,-23 3 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9369 5534 874,'104'59'-11,"40"39"4,-11 43 9,-81-30-1,-92 7-3,-60-33 1,16-27-9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10820 5291 874,'-99'25'-11,"-55"63"2,68-17 1,-54 78 5,80-6 9,122-6-6,57-77-5,35-62-3,-52-27 1,7-23 0,44-45-4,-38-63 15,-99 13 6,-69 54 0,-108 45-6,18 46-12,41 8-20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11406 5245 874,'-120'81'-6,"49"32"2,77-5 2,58 8-1,-5-3 3,-39 12 1,-121-12-2,-56-123-6,52-7-11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11648 5367 874,'-104'99'-12,"17"19"9,45 1 3,48-32 0,95 10-1,-7-81 1,31-85 0,-28-38-3,-12-43 0,-21 44 7,-44 209-2,-11 19-3,50-16-3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11866 5078 874,'-48'105'-10,"11"-19"-7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12281 4834 874,'-18'152'-17,"5"-52"12,4 19-1,1 11-1,3-19 2,2-14-5,0 3-4,2 81-43,1-82 18,0 10-71,-4-23-230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12390 4951 874,'0'109'-11,"-1"-23"5,2 15 1,2 15 1,2 9 0,-1-33 1,5 3-4,13 57-13,21-27-17,-11-38-43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12849 5442 874,'-114'24'-6,"29"12"2,-7 85 5,144-29-2,54-92 0,-3-98 3,6 215-3,-18-78-1,9-119-3,-12-6-188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13046 4743 874,'11'93'-14,"-2"-1"1,7 26 3,4 19 0,-3-30 3,0-1 0,-1-6-13,0-10-5,1 4-13,7 76-57,-25-85 40,4 10-110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12911 5528 874,'159'33'-17,"-69"-19"12,-3-7 1,48-7 0,-30-16 6,-12-16 0,-17-53 3,-63-34 2,-113 100-4,14 87-6,29 51 1,59-3 3,93-28-1,9-67-1,22-112-2,-46-17-3,-29 197 13,-18 21-2,109-113-5,-50-85-9,-19-19 8,-98 205 4,61 24 3,112-58-7,-16-132-7,-31-46 2,-24-28 4,-14 41 9,6 222-3,-40-2-8,-19-33 2,-4 52 5,-58-226-4,68-51-6,71-21-9,10 64-24,18 58-19,-28 18-62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14967 4576 874,'64'131'-12,"15"7"5,-16-39-4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15162 4591 874,'42'118'-11,"19"55"1,-24-72-4,-9-13-277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15433 5706 874,'97'-114'-15,"5"-56"2,-30 20 10,-18-2 0,-28 45-2,-10-1 3,-7 18 2,-20-45 9,-74 102 4,44 149-14,27-29-3,10 27-2,12 19-2,3-21 2,4-4 0,6 23 1,0 6 2,-5-4 4,-5-46 0,-7-3 1,88-217 17,-13 26-10,23 174-5,-63 28-7,-2-7-4,-7-2-116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16317 5380 874,'-108'49'-11,"1"33"9,26 43 3,177-87-1,32-190-11,-58 26 0,-54 278 25,99-72-6,1-194-20,-59 21 3,19-43 0,-45 227 11,-31 20-1,-1-21 5,-1 14 8,4-193-11,26-18-5,58-19-4,55 32-10,-43 36-14,-10 54-767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16889 5253 874,'10'108'-9,"-12"14"5,-2-13 6,26-213-9,5 3 5,45-2 6,39 83-4,-21 72-1,-37 55-1,-57 37 5,-63-237-8,116-56 2,8 52 7,48 89-1,-65 116-4,-33 39-2,-15-48-10,-11-11-116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17620 5277 874,'-126'92'-8,"80"8"8,90 11-2,46-82 1,-33-152-1,-95 20-1,3-10 5,59 31 0,80 48-4,6 65 1,-28 70 1,-47 20-3,-32-18 1,4-269-5,48 42-2,49 53 18,-51 156-7,-44 10 2,-9 6 5,93-113-8,-33-130-12,-22 37 9,-18 228 3,0-39 4,-6 0-622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18108 4819 874,'-14'91'-5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18269 5379 874,'125'47'-11,"6"-55"8,-19-77 3,-119-51-1,-46 37-1,-31 33 1,-39 59 3,74 122-2,93-15-6,33 9-3,31 47 1,-48-23 6,-61 39 6,-20-42 1,6-44-4,-13 2-836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18585 5032 874,'11'101'-6,"-6"22"2,-1-20 6,97-97-8,-32-95-3,-12-10 10,7 219 10,24-38-9,70-97-7,-43-41 0,-65-56 7,-107 23 0,-47 93-1,67 138-3,73-22-9,78 16-5,-31-50-16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19442 4500 874,'-51'139'-14,"17"-51"7,-9 21-8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19612 4500 874,'-59'157'-18,"11"-67"8,4-4-12,-13 1-577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20429 6004 874,'-114'17'-12,"22"-13"4,-25-3-4,-24-5 2,-26-3 1,-13-3 1,59 4 1,-46-4 1,52 4-3,-47-5 2,-41 0-2,-30 2-2,21 1 2,29 3-2,-50-1-2,-39 1-6,-29 1-2,77 0 4,-19 1-1,-38 2 5,-22 1 6,22 4 6,65 0 1,-42 3 3,-28 3 1,-21 0-1,71-2 1,-1 0-3,-38 2 0,-30 2-3,-10 4-2,98-4-1,-67 7-2,-71 10-11,126-10-21,128-13 12,5 2 0,2 0 2,-3 2-20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1593 6874 874,'109'-63'-8,"66"14"-2,-74 39 6,-13 8 1,45 22 2,-31 33 1,-33 102-2,-41 13-3,-21-56 0,-3 17 1,-1 4-4,-2-47-7,2 12-7,-3-1-8,-20 31-41,8-41-85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 7131 874,'-77'160'-20,"31"-64"11,-27 52-3,7-17-13,14-29-38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2419 6689 874,'94'87'-11,"28"60"-2,-57-45 6,-9-5 3,30 77-3,-13-1-13,-30-57 2,-6 1-8,-5-21-14,-1 11-41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2674 7559 874,'36'112'-11,"36"10"8,53-13 4,-10-117-1,-27-56-1,-3-73-6,-39 19-7,-16 29-16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3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3188 8008 874,'11'119'-12,"28"22"10,52-48 2,1-60 0,-4-39-2,9-56 3,-48-37 0,-92-49-2,-32 45-5,-29 55-5,15 16-36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1143 5579 874,'32'113'-11,"-15"-15"0,1 31-1,-5 32-1,-5 26-1,-1-69 4,-6 46-2,0-47 4,1 41-2,2 32 3,0 22 3,2 8 3,6-7 3,-4-69 1,11 11-13,13-22-8,-12-48 2,-5 6-25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980 5640 874,'0'119'-26,"-1"-6"10,-4 32 3,-1 29 3,1 22-4,4-19 2,1-26 2,0 13 4,0-26-4,0 43 7,0 21 2,3 2-19,-1-54-9,0-11-6,2-4-7,-1-49 5,-1 4-84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347 8349 874,'-45'85'-7,"178"-52"0,-49-25 3,24-4-1,-1-3 0,-16-1 0,30-4-2,25-2 1,-47 2 1,33-1-1,31 0 0,-32 2 1,9 0 2,33 1 0,5-3-1,-39 1 0,44-4-2,33 2-4,23-2-4,-45 1 5,-8 4-1,36 0 7,22 2-1,15-1 1,12 1 2,-85 1 0,30-2 0,29-1 0,20-2-1,-19 2 0,-54 2 0,38 1-1,24 3 1,14 0 2,11 3 0,-56-3 1,-16 0 0,32 0-1,17 0 1,11 1 0,-93-1 2,42 2-1,32 3-1,21 2-3,-38-2 0,-32 0-1,36-3-1,20 0 2,12 1 3,-83-2 2,23 1 0,28 3 1,17 5 0,-21-1 1,-48-2 0,33 4-2,16 2 3,10-2 0,2-3-1,-46 0 0,-22-3-1,19 2 0,12 0 0,5-1 0,-73-2 0,31-2 0,14-3-1,12 2-1,-31 0 0,-21-1 0,23 1 0,17-1-1,9-1-1,-62 0 1,21 1-1,18 1 1,13-2 0,-20 0 0,-31-1 0,24-1-1,16 0 1,10 1-1,-51 0 1,9 1-1,19-2 1,-19-2 0,-18 1 0,24-3 0,16 2 0,6 0 0,-52 0 0,15-1 0,17-1 1,13-1-1,-16-1 0,-30 1 0,22-3-1,14-2 1,7-1 0,-43 2 0,3 3 0,13-2 1,8 0 1,-8 2-1,-38 1 0,14-2 1,5-2 1,3 2-1,-1-1 0,-19 3-1,74-2 2,-70 5-3,4-4 0,1 3 0,45-3 0,5 1 0,-27-3 0,9-3 0,1-1-1,-10 5 1,21-4-2,-37 3 1,31-4 0,-15 0 0,27-4-1,-20 2 1,-49 5 1,17-1-1,-6 1-1,80-8-4,-65 8 1,4 0 4,58-3 0,-71 6 0,10 0 0,-2-1 0,76-7 0,-63 4-1,20 1-1,13 2-3,-20 2 0,-15 0 0,21 0 0,4 1 1,-42 1 1,28 1 1,22-1 0,14 2 0,-28 1 1,-8-2-1,29 1 0,22-3 0,13 0 0,-68 2-1,34-3 1,20 0 0,15-1 0,-28 1 1,-23 1 0,27-2 1,20 1-1,11-2 1,-64 3 0,22-1 0,20-1 0,13-3 0,-18 2 1,-36 1 0,30-3 0,17 0-1,13-3 0,-55 4 0,13 1-1,26-1 0,15 0 1,-9 2-1,-47 1 0,32 1 0,22 0 0,14 0-1,-49 1 1,-2 1 1,20 1 0,7 2 2,-7-1 1,-56 1 0,21-2 1,17-2 1,15 1-2,-33-2 0,-6 0-2,27-1-1,15-2-1,10 1 0,3 1-10,-57 1-7,5-1-10,-51 1 3,9 0-44,-13 4-583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1158 9243 874,'98'-25'-5,"74"6"-1,-25 17-2,-21 16 5,-21 56 5,-78 28-2,-73 13-1,-79 32-3,-5-20-10,-21-13-15,62-48-19,2-17-353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1939 9198 874,'-89'63'-9,"-14"26"4,-1 49 3,51 14 1,39-24 1,82 11 1,24-56-1,91-66-7,-92-14-3,-3-23-5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1611 8848 874,'-9'105'-7,"8"-12"6,-2-5-184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1803 8803 874,'-32'127'-10,"4"-32"5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9595 874,'114'7'-11,"50"0"6,-69-4 2,-2-5-1,28-10-9,-21-3-22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2548 9396 874,'-14'91'-10,"-4"90"-6,15-69 5,-1-12-9,4-12-2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3079 9173 874,'138'-86'-18,"-38"40"10,53-10-1,-26 39 10,-22 33 4,-26 75-3,-49 66 0,-31 19-6,1-67-4,13 2-2,3-22-7,31 13-29,-11-14-264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3662 9243 874,'-49'112'-12,"-29"23"2,-2-41-2,-6-7-426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3109 9858 874,'92'-14'-11,"0"4"-2,24-1 2,16 0 2,-22 2 2,-14 2-8,-4 2-7,66-2-45,-57-3-21,-14 7-539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3463 9959 874,'5'129'-12,"-6"43"5,-2-32 5,-6-32 3,-18-3 4,38-234-3,59-20-8,5 38 5,54 46 0,-44 138 1,-55 35-1,-52 23-3,-19-29 6,81-238-5,12 28 4,33 13 6,13 88-5,-44 103-2,-53 32 2,-6-32-4,-30-8-847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4340 9795 874,'152'-23'-16,"-44"8"7,-15 4 2,-2 0-3,6-2-15,-9 6-163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4130 9492 874,'103'-46'-10,"39"14"6,21 38 5,-31 61 0,-103 53-4,-84-13 0,-43-29-10,-21-42-7,33-16-23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5033 9517 874,'-93'17'-8,"-29"14"-7,7-1 4,12 16 20,92 53-8,120-5-13,-22-56 5,30-8 0,7-14-14,-7-18-7,-27-29-11,6 10-47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4800 9030 874,'-57'155'-20,"14"-46"-14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5435 9689 874,'140'0'-15,"-44"0"7,10-2 1,-3-4-3,-17 1-8,4-2-7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5670 9532 874,'-7'159'-18,"-1"-61"10,-1 11 3,1-11-10,0-10 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6271 9350 874,'-26'140'-13,"4"27"14,74-34 0,59-89-3,-2-141-4,-33-23-1,-30 26 7,-20 225 2,-1-17 3,56-29 0,10-64-5,15-89-2,-39-36 1,-59-17 0,-60 20 2,-8 13-102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6817 9882 874,'-19'114'-6,"58"2"3,65-48 1,10-46 1,-18-86 0,-79-21-1,-104-25-2,-54 36-6,41 27-13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6607 8973 874,'101'-32'-7,"18"69"6,-70 53-1,-77 32 1,7-2-2,50-22 3,63-24-2,0-52-4,17 11-12,-22-23-174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7147 9365 874,'115'84'-14,"4"47"10,-51 12 5,-66-21-1,-59-16-2,-29-31 4,-2-52 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7606 9441 874,'-93'58'-9,"-13"33"6,27 27 3,97-1-2,114 0-6,33-72-5,-56-23-15,-23-35-13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7838 9548 874,'85'0'-10,"-1"11"0,22 9-3,-4-4-8,-17 6-94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7897 9746 874,'95'18'-11,"-5"-5"0,26-1-2,-31-2-5,9-2-11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8627 9532 874,'-69'101'-10,"34"30"9,32-43 0,52-4 1,59-48 0,-8-76 0,-44-84-2,-66 15-3,-75 33-6,4 21-63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20149 152 874,'-7'152'-16,"-2"-45"5,-3 27 0,-3 29 0,3-2 2,4-30 1,-4 56-7,3 53-10,3-76 2,0 58 5,-8 53-6,-3 42-5,1-17-1,3-52 1,-1 70 0,2 48 0,8 41 5,4-116 13,6 43-3,-5 54-4,-8 42 3,-1 31 3,0 3 4,4-143 1,-2 68-39,-4 42-4,2 20-3,4-91-2,2-35 6,-1 36 8,3 19 4,1 10 4,-1-10 3,-1-110 3,-6-19 17,2-91 5,5-56 3,-4 7 2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20652 2247 874,'139'-94'-11,"-55"-1"8,-7-24-1,-1-19 4,-27-14 3,-179 200-12,86 55 1,2 23 0,12-39 1,9 29-1,7 27 2,5 23 1,5 14 1,0-11 1,2-44 0,-4 10 4,1-22 4,2-17 9,14-220-11,-9-32-5,-13 68 9,-65-52 7,-66 93-3,318 69-6,-69-46-24,-5-24-10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20626 1474 874,'114'3'-10,"38"6"5,-24-11 0,-44-3-6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20987 1277 874,'85'57'-9,"4"43"5,-59 36 2,-57-21 1,-46-13-5,-31-5-17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21076 2160 874,'114'-31'-10,"32"4"2,-33 20-2,-24 3-110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21076 2346 874,'145'-19'-14,"-60"5"9,9-4 0,-10 3-8,3 0-19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21542 2209 874,'136'-25'-15,"-25"2"2,-8 3-13,-14 6-46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21887 1859 874,'71'-116'-12,"49"12"13,-18 64 0,13 87-3,-26 91-4,-39-7 1,-34-38 3,-8 4-4,-8 52-11,-4-54-14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22409 1855 874,'-101'81'-5,"18"44"0,34-27 2,-15 9-6,12-21-29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22568 1814 874,'-6'134'-12,"-5"9"11,43-18 4,78-73-5,6-59-1,-7-56 1,-25-63 1,-92 1 1,-40 22 0,-25 4 4,166 86-3,50 29-2,-42 14-5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22547 1518 874,'141'0'-12,"-53"0"5,14-2 2,9-4 0,-21-1-3,31-20-8,-34 15-24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23028 1353 874,'92'55'-7,"13"30"7,-59 17-1,-56 32-5,-21-21-4,10-13-11,-16 0-14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21246 3679 874,'-112'43'-10,"6"23"4,19 13 4,12 33 3,62 22 0,136-55-1,23-131-6,-24-51 5,-55 6 1,-37-35 1,-27 43-7,-47 198 6,17 42-9,15-54 3,-1 13-3,0 3-6,4 2-8,-2 49-44,18-34-18,-2-43-79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21831 3948 874,'105'-23'-12,"-11"10"4,23 1 1,19 1-2,16 1 1,8-1 1,1 2-8,2 2-6,-7-1-12,-50 3-7,1-3-6,-20 1-22,5-1-71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22892 3618 874,'89'29'-10,"49"55"0,-69 38 10,-87 1 0,-36-36-2,-33 0-842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22245 3649 874,'-116'88'-15,"-55"24"2,80-52 10,-53 67 10,84-26-3,112-10 6,37-47-306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22382 3805 874,'-64'87'-10,"12"24"11,95-5-1,114-81-7,-23-45-3,4-64 10,-74-45 4,-156 49-3,-20 35-2,-5 14-5,33 10-17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23478 3557 874,'124'13'-10,"7"31"6,-42 59 6,-100 19-4,-90 10-4,-24-52-6,32-30-13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23960 3573 874,'-146'129'-12,"55"-45"12,49 21 1,196-1-9,-32-36-14,-26-52-3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20701 5731 874,'52'-104'-7,"38"-57"-2,-7 34 8,-16 35 5,-6 3-2,-39 177-8,-51 53-3,1 22 5,22-78 6,41 60 2,96-132-4,-37-18 3,-8-56-621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21001 4834 874,'-34'134'-29,"8"-46"-30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5488 874,'103'-19'-17,"6"-2"-1,36-5 1,27 0-2,17 0 1,13 2-26,-6 3-1,-62 6-2,23-2-17,-51 6-4,2-3-2,-20 3-43,3-1-50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23037 5062 874,'109'72'-12,"-14"45"9,-70 27 2,-52-34 0,-30-18-2,-40-34 1,13-20-25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21943 5184 874,'-114'109'-14,"-19"19"6,21 3 11,126-18-1,110-62-11,-13-24-13,-25-32-25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22409 5321 874,'-92'117'-8,"75"-30"8,158 3-4,-34-89 0,-12-32 0,23-57 4,-52-13 5,-90 4 0,-107 64-6,38 37-3,-26-5-10,32 15-280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23523 5047 874,'131'9'-11,"13"52"6,-52 48 7,-73-10-2,-51-5-3,-95 3-1,39-76-1,-25 17-13,28-53-407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24036 5032 874,'-124'113'-8,"13"-14"9,48 33-1,181-43-7,-3-75-2,-19 7-11,19-22-12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23763 4713 874,'0'90'-7,"-2"-3"-20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20641 6025 874,'103'-22'-9,"38"29"4,8 29 3,-44 34 1,-22 25-1,-23 52 2,-41-54-1,-5 10 0,-4 4-1,-2-6-3,5 51-11,3-24-5,-9-41-64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21203 6279 874,'-22'111'-10,"-43"19"4,-7-22 0,-1-12-7,-4 3-6,1-12-283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21743 6626 874,'133'-20'-21,"-21"11"8,29-2 1,23 0 1,23 3 2,15 2 0,8-1-23,-32-2-3,-34 0-14,-9-14-6,-49 9 8,12 3-97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22878 6310 874,'94'29'-13,"-5"6"0,15 12 3,-3 9 4,25 69 11,-110-22 1,-126 5-9,-5-64-16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21960 6415 874,'-141'73'-13,"-17"16"9,65 12 7,156-2-1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22278 6539 874,'-5'89'-4,"113"2"-1,38-86 0,-14-42 5,-48-89-1,-154 48 0,-42 59 0,25 9-4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23494 6218 874,'39'120'-10,"-2"42"6,-25-77 3,-1 40-8,-15-19-4,-5-21-185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23430 6119 874,'148'-82'-14,"-59"68"10,7 15 0,2 16 2,32 69 6,-170 37-8,-66-33-7,-20-32 9,13-5 11,136 53-5,155 13-15,-71-58-3,-18-11-8,35 13-51,-34-20-96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1351 349 874,'-57'150'-21,"-9"14"-2,21-57 15,-34 81-4,25-64 11,3 3-2,7-23 5,1 4 13,2-5 33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1266 380 874,'9'91'-10,"-9"-5"-1,-8 21 2,-2 0 1,-13 58-20,4-19-22,13-52 10,4 45-60,16-52-73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946 951 874,'167'-81'-23,"-70"47"14,43-3 1,-26 33 12,-9 95 0,-53 19-4,-48-25-1,-14 6 5,-13 29 5,39-236-15,8 4-2,24-9 14,66 81-4,-80 187-14,-26-58 5,-10 52 20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2003 999 874,'-76'143'-22,"15"-35"10,11-23 2,-27 58 24,166-257-23,-27-24-2,-21 15 18,-11 210-4,-35 4 0,5-5 4,23 10 5,129-205-21,-35-42-8,-52 41 11,-1-25 0,-4-10 0,-12 21 3,-13 28 0,-11-29 14,-152 205-8,24 61-11,52-41 4,12 8 3,20-3 6,27-9-1,28 25 3,96-59 3,-4-68-2,-8-58-3,-28 4 1,-63 171-1,99-80-2,-28-74-4,-20-60 2,-76 7 0,-115 47-4,-35 68-5,42 62-9,25 18-29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3144 700 874,'-84'91'-15,"-25"10"4,-5 23 16,201-96-4,40-112-10,-36 15 10,-59 192-8,-48-36 0,-18 96-3,9-71 8,-6-2 4,-21 46 3,-58-53 2,-20-154 2,42 7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3352 683 874,'-11'102'-16,"-9"-4"3,-14 9 3,6-20 3,-10 48 19,141-59-4,32-162-13,6-50-6,-68 46 4,-4-11 9,-20 10 2,-60-2 2,-101 132 4,49 71-1,52-16-7,24 17-8,22-11 0,38 13-16,37-113-16,-22-14-60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3468 364 874,'-32'145'-17,"4"-46"-7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4548 562 874,'0'103'-16,"-4"3"1,-6 33 1,-9 10 3,7-52 3,0-2 18,57-199-4,-7-39-3,-4 49 1,32-46 10,36 68-11,13 172 0,-94-3-8,-13 14-1,-5 36 0,49-265 0,7-46-4,10 20 17,18 95 4,-35 166-10,-61 23-8,-2-4 11,20-28 1,146-83-1,-22-106-6,3-58-3,-34 18 7,-233 162 4,90 46-9,46 33 10,82-48-290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5620 273 874,'-91'166'-19,"41"-78"6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5814 668 874,'-73'121'-14,"-6"7"3,12-11 10,28 8 6,173-66-5,-33-122-7,-13 17-9,8-23-20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6232 683 874,'-95'49'-9,"-35"48"-1,14 22 6,48-27 5,48 9 3,111-112-3,34-121-8,-37-13-5,-30 7 3,-50 280 12,-1-23 9,91-98 4,-24-130-23,-4-39-2,10 233 2,-88 1 8,-10 57 8,61-294 0,55 260-5,16-149-4,-31-49-8,5 211 4,-68-34-7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6670 486 874,'-9'151'-19,"-2"-39"-11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6741 1085 874,'109'-70'-14,"-2"-19"1,-6-15 7,-19-21 13,-60 32-5,-138 66 3,-25 128-7,54 27-5,63-31 3,19 28-1,13 24-2,-3-47 0,10 39-1,-2 7-13,-6-41-7,-26-17-49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7109 613 874,'-8'93'-9,"-8"77"1,10-45 10,90-80 0,-32-132-9,4-26-4,20-54 5,-43 60 11,-78 247-8,28-21-1,3-3 2,6-18-1,10 7 6,42 16 3,70-153-8,-29-46-7,-5-12 1,36-70-4,-56 32 26,-166 128-6,2 134-4,50-6 9,124-36-12,31-98-6,15 13-4,-28-37-63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7881 985 874,'86'-15'-11,"22"-21"-10,0 1-21,-23 10-751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8347 998 874,'161'-55'-18,"-1"-24"11,-66 11 5,-122-29 5,-100 98-5,29 46 1,8 104 5,87-47-2,98-20-1,38-73-2,33-101-11,-58 20-17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8317 627 874,'206'-73'-75,"-117"38"-26,-2 1-34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8830 333 874,'-5'135'-17,"-4"-33"9,-4 19 1,1 7-4,4-2 1,2-40-6,9 39-24,-3-39-43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8996 957 874,'68'-94'-10,"-2"6"4,-154 93 1,2 83 7,58 37 0,159-55-8,-22-113-3,-14 16-11,10-29-19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9521 683 874,'-110'140'-20,"5"-2"9,64-42 18,138-94-8,15-68-11,-20 19-15,24-33-38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9681 243 874,'-8'105'-17,"-5"-1"3,-8 22 2,-6 9 4,7-35 3,4-7 12,8 1-1,23 13 1,65-206-12,-31 3 3,15-31 0,-3 40 3,-54 247 6,-35-20-6,28-33 10,104-163-9,-36-53-6,40 165 15,-28 32-188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10006 364 874,'-30'99'-45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9368 547 874,'208'-33'-45,"-119"18"-11,-2 2-9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10503 516 874,'-163'131'-28,"43"-38"24,42 4 14,215-120-14,14-108-7,-206 222 11,16 13-2,-14 67-1,32-50-6,1 2-5,-9-22-7,4-12-13,0-2-32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10417 623 874,'-10'91'-10,"-24"66"1,22-63 11,140-138-5,-40-67-10,-27 0 5,-88 214 23,34-3-6,98-58-6,-17-93-4,29-114-4,-71 44 5,-144 74-1,20 134 1,67 26 0,132-14-2,-37-71-25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13344 1292 874,'-106'-4'-16,"8"4"3,-25-1 1,-21 0 2,27 1 3,1 2 0,-2 4 5,14-2-1,-46 5-3,-33 2 0,-24 3 1,56-5 1,-24 2 0,-36 0-3,-30 1-4,1-4 0,61-3 0,-45-1 0,-30-2 3,-22-5 0,58 0 1,2-1-1,-44 1 0,-30 2-1,-9 4 0,94-2 1,-52 2-1,-35 2 4,-24 2-1,-15-2 0,34 1 3,61-3 1,-40-1 0,-22 0 3,-12-1 4,86 0 1,-13 3 2,-31 2-1,-16 1 0,18-1 1,66-2-1,-37 3 0,-19 0 5,-11 1-2,66-3-1,2 2 0,-21 1 0,-5 2 1,13-1 1,66-3-2,-17 2 1,0-2 2,9 0 1,36-2-2,16 1-1,-6 6-1,-3 7-2,15-5 10,4 5-11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19305 1262 874,'139'-113'-12,"-18"65"5,-5 25 2,23 43 6,-32 88 0,-98-23-1,-33 5-4,-45 48-3,-73-3-14,41-63-27,15-26-75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20041 1079 874,'-88'62'-10,"5"29"8,27 0 1,2 38 0,34-36 4,54 4-2,120-80-6,-43-15-10,-23-35-102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19840 607 874,'-14'122'-11,"-31"-1"12,4-34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20048 639 874,'-21'165'-12,"8"-78"5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20310 1418 874,'99'-14'-14,"-12"4"4,16-2 2,-19 0 3,40-8-12,-36 7-16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20567 1125 874,'-25'136'-14,"9"-49"9,-2 6 2,-4 1-3,1 0-7,-7-8-100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21117 410 874,'17'156'-16,"-13"-59"9,-2 16 1,-4 9 1,1-22 2,-5-11 1,0-4 2,-9 82 0,3-74 3,-11 22 7,18-199-2,18-88-7,6 68-2,10 4 0,40-49-4,73 17 5,0 90 3,-134 185-5,-148-8-6,11-53 1,29-46 1,147 89 20,53-41-5,57-109-5,-48 0-2,-20-43-853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20896 1407 874,'136'-26'-13,"-13"3"2,9 5-6,-40 7 7,9 2-6,6 3-10,-21 4-8,26 10-41,-26 4-138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21025 1626 874,'-6'150'-13,"-7"12"10,4-57 1,-2-13 4,38-188-6,9-27 0,9 20 8,60 53-2,-41 140-1,-41 50 3,-54-235-12,95-63 5,53 79 5,-21 137-3,-57 40-1,-24 15-7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21939 1004 874,'117'-25'-11,"5"64"9,-34 62 1,-59-9 0,-38-3-2,-84 24 2,-29-22-3,-40-53-3,69-20-5,5-43-278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4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22405 988 874,'-104'91'-9,"-11"7"4,16 9 7,80-10-2,100 1-1,82-93-6,-48-9-13,-29-19-168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22652 1112 874,'140'-8'-14,"0"9"0,-54 3-6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22622 1379 874,'138'-16'-14,"-46"1"7,11-12 0,-14 6-9,-2-3-6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23357 1045 874,'-49'113'-6,"33"28"5,101-41 1,83-123-5,-31-45-1,-69-61 6,-80 23 1,-134 56-2,37 25 3,18 30-112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19816 2736 874,'-105'83'-14,"9"3"7,14 8 5,9 24 4,44-9 0,136-27 2,-20-102-4,8-87-3,-27-51 0,-25 12 1,-8 4 6,-109 259-4,24 48-3,32-76 2,-8 103-4,18-55 0,3 15-1,2 0 1,1-42-5,-1-10-4,-7 39-28,3-51-48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19581 2371 874,'-29'141'-12,"-3"-27"8,4-26-55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19741 2325 874,'-17'126'-12,"44"-16"-3,-8-11-11,4-14-23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20310 2984 874,'138'-8'-8,"-46"4"4,36 0-1,-29 1-1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20447 2782 874,'0'88'-10,"-4"78"-3,4-18 1,1-52-8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21136 2770 874,'40'-95'-9,"12"-46"4,3 11 0,-4 26 5,25 13 2,-78 222-4,-19 2-4,5-37 3,-4 53-14,8-52-9,2-7-259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20790 2922 874,'147'-1'-16,"-43"-4"6,21 1 1,-27 2 2,8-1 0,-4 3 4,-7 0 1,30 1-4,14 4-5,-50-3-7,16 2-7,-6-3-7,-14 0-21,1 2-50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21070 3131 874,'1'140'-15,"-6"-43"8,-10 58 0,-5-27 6,-24 12 3,2-34 2,11-16 7,155-118-6,61 4-5,-94 14-3,4 8 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21623 3283 874,'-110'94'-13,"2"15"12,52 28 4,85-21-4,104-9-4,26-106-1,-51-10-8,-21-22-591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22293 2615 874,'-50'107'-6,"30"47"5,78-55 0,68-94-3,23-90-7,-56-12 8,-59 6 6,-124 39-2,-38 47-1,12 33 7,194 60-5,29-51 0,-30 91-3,-69-24-4,-15 58-8,-14-58 1,-2 3-6,5-18-8,9 11-49,-2-14-345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2661 874,'132'-5'-12,"-42"7"7,20 0-8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22862 2905 874,'135'-14'-8,"-31"-13"-6,4-1-14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23507 2671 874,'-18'106'-5,"61"20"2,104-28-1,-11-106 1,-24-45 1,-41-78 4,-136 31-2,-70 50-5,27 21-11,14 28-277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19264 623 874,'0'112'-10,"0"65"1,-4-57 3,1-36 1,-5 24-1,0-16 1,-1 16-2,-9 31 0,-2 22 1,-1 10 1,6-54 1,-3 37 0,-1 28 1,0 28-1,5-29 0,0-14 0,1 35-3,-2 22 0,2 11 2,5-78 2,1 33 2,6 26 1,5 21 0,2-28 0,0-34 1,2 34-2,-3 21 3,-5 8 0,-3 6 0,1-56 0,-1-4-1,3 23 1,3 17-1,1-2 0,0-66 0,0 34 0,-7 22 0,-2 17-1,-5-42-1,0-15 1,-4 28-1,0 16 0,0 8 2,5-80-1,-2 32 5,-3 17-3,-4 11 0,1-33-8,2-30-9,-2 16-9,0 1-8,2-5-8,6-50-7,1 2-7,4-2-8,4-10-4,5 42-70,0-43-70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19734 4526 874,'-116'22'-5,"4"-50"4,29-11-1,66 151-1,7 10 1,3 14 0,14 8 1,-2-58 0,-3-1 1,-3 52 1,-3 6 2,124-59-5,-15-106-4,-5-19-17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19349 4930 874,'114'-10'-10,"15"3"6,-41 6-9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19647 5336 874,'0'104'-10,"-2"56"6,-10 22 2,0-49 4,-18-251-8,35 24 3,6-12 0,3 15 1,24-65 2,23 10 3,81 48 5,-44 165-2,-158 57-8,-34-35-6,-23-58-6,30-15-16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20025 4990 874,'153'-9'-8,"-61"2"2,-4 7-846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20010 5189 874,'149'-9'-17,"-39"-2"-11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20505 4926 874,'31'-134'-9,"-11"47"5,5 0 1,15-37-2,14 254 6,-56 3-7,15 24-12,-2-54-13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20400 5198 874,'169'-38'-21,"-65"27"12,4 8 2,-10-4-12,-12 8 5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20534 5659 874,'-103'-28'-3,"86"-99"-2,141 65 0,-34 39 1,19 96 4,-137 53-3,-37-28 0,-55 6 4,33-5 4,189-72-3,6-56-10,-15 9-7,14-16-22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20896 4576 874,'11'125'-11,"-7"-40"5,-2 14 0,1 9 5,5 50-2,5-16-8,7 17-8,-6-57-14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21238 4911 874,'-115'70'-13,"-25"13"8,48-16 10,132 29-5,67-59-11,-13-34 5,19 5-28,-22-11-251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21241 5022 874,'113'-28'-9,"-13"30"6,5 59 2,-100 47-1,-34-16-1,-72-12 5,117-183-7,102-60-5,-25 50 2,10 33 14,-183 196-1,24-22 0,15 34 4,99-42-9,68-93-3,-37-3-6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21511 4477 874,'124'-46'-9,"-8"75"10,-102 76-3,-49-9-3,-17-4 6,88 2 2,61-88-8,-9 7-2,4-19-11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22052 5129 874,'121'-13'-8,"-26"2"0,50 0 2,-1 6 3,-41 4 0,-6-2-2,69-11-14,-66 3-6,-14-6-389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22727 4880 874,'138'51'-14,"-5"18"6,-53 7 11,-90 59-1,-109-54-10,31-27-10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22168 4986 874,'-109'58'-10,"4"14"6,27 58 6,188-30-6,36-93-6,-37-11-15,-22-19-400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22352 5047 874,'-30'78'-4,"73"4"2,103-61 0,-49-66 1,-68-54 1,-140 77-2,5 18-3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23496 4643 874,'-120'-8'-10,"-27"0"6,35 16 8,30 104-7,93-15 1,10 40 1,-7 22-1,-11-29 3,0-14 3,46-7-2,38-63-2,35-92-4,-25-8-10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23027 4966 874,'172'-26'-24,"-78"14"-4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23282 5456 874,'97'18'-5,"16"-58"4,-231 19-3,81 145 1,81-24 3,75-66 0,-18-93-2,-14-101-10,-59 58 7,-2-48 3,-45 14 7,-84 220 0,77 21 0,21 3-4,17-3-8,31 10-8,5-31-17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23354 5017 874,'-8'125'-11,"-13"-1"7,4-34-25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23718 5036 874,'164'-11'-8,"-67"5"2,-11 6-615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23807 5230 874,'136'12'-16,"-32"-4"-9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24706 4470 874,'-96'-8'-6,"-23"58"3,30 68 2,167-33-1,6-148 0,-16-23 3,9 246-8,-76-29 1,1 23-6,-4-45-8,-2-12-28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24648 4074 874,'140'-5'-12,"-14"45"10,-40 63 4,-97 1-2,-42-4 0,-1 0 3,110 3-4,49-72-2,-16-13-7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24138 5001 874,'168'5'-23,"-50"-1"11,58 7-9,-10 5-26,-63 0 16,-10-3-36,2 3-36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24085 5500 874,'-37'-122'-5,"153"63"-1,-25 65 3,1 86 3,-130 21-3,-41-7-1,-29-2 4,17-15 3,63 22 1,132-88-4,33-52-10,-39 6-18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24519 5367 874,'-93'44'-9,"-21"33"5,23 34 2,62 1 2,61-17-2,69-29-3,-12-18-28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3484 2027 874,'-69'-108'-6,"-36"144"2,17 43-2,15 18 2,18 27 7,67-15-1,117-128-3,-21-131-9,-27 1 0,-25 59 9,-18 202-5,-47 11-3,1-28 3,-3 25-2,-5 33-1,5 18-24,3-7-8,3-42-8,-1 15-7,1-19-5,-5-26-59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4057 2190 874,'104'-25'-14,"-17"14"9,19 3-1,17 3-1,11 1 2,-10 0 1,-27 2 0,11-2-3,80-1-27,-76-1 6,49-2-48,-32 2-16,-43 2-84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5030 2008 874,'147'-12'-13,"-28"31"10,-9 50 2,-84 42 0,-84 34-2,1-55-7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5790 1882 874,'116'-3'-11,"5"62"12,-106 80-5,-71-9-5,-38-18-3,-21-23-10,21-31-40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6226 1870 874,'-105'82'-14,"-21"28"5,56-13 15,88-8-5,105-61-6,-42-14-1,3-25-10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4416 1900 874,'-140'104'-20,"-22"37"6,47-33 16,95-16 4,119-6-4,5-63 1,-18-8-9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3248 3667 874,'-36'94'-11,"-9"56"7,8 7 4,44-36 4,81-163-7,12-59-12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3186 3390 874,'-11'86'6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3828 3810 874,'123'0'-13,"-31"0"7,14-2 1,14 0 0,10 2 1,-44 0 2,17 1 0,72 0 0,-58-1 0,-4 2 1,-23-2-2,20-2-2,5-3-2,-12-7-5,-13 4-7,0-5-21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5119 3603 874,'126'32'-11,"-15"41"7,-49 14-4,-43 1-6,-50 0-6,-23-4-413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4042 3588 874,'-88'74'-12,"-31"44"7,20-2 5,63-24 3,160 4-5,-36-89-4,39-21-4,-27 9-11,-12-7-14,0-4-744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5690 3746 874,'29'-121'-7,"41"25"6,27 144-1,-80 51-1,-16 2-1,10 11 7,73-25-1,19-238-5,-90 64 3,-14-4 1,-45-36 0,157 148-3,-15-42-5,18 5-21,-24-12-165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6306 3577 874,'141'-3'-12,"-54"-3"7,18-3-8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6306 3801 874,'144'-39'-10,"-26"4"-12,-32 10-5,0 1-31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6902 3390 874,'110'73'-6,"-72"18"4,-54 9-2,-83 19-4,-2-37-11,15-96-95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7181 3420 874,'-123'126'-10,"55"-17"12,55-22-2,112-18-3,28-113-2,-37 7-9,-3-11-598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7156 2919 874,'-60'157'-19,"20"-52"-9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3288 4515 874,'-7'116'-7,"-3"-29"0,-2 13 4,-5 49-4,6-46-5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2989 5265 874,'145'-7'-14,"-53"2"7,11 0 1,-18 1 1,42 4-8,-40 1-18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3492 5606 874,'-37'-102'-5,"-80"84"-2,-39 103-4,14 52 2,64-22 7,50-23 4,80 32 4,100-62-4,16-62-9,-43-58-1,-22 19-10,-18-2-6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4159 5174 874,'104'-17'-20,"-2"3"5,25 4 2,17 0 4,-4 5 2,-42 1-17,26 2-5,72-6-52,-71-3 28,-24 1-5,32-20-58,-46 8-87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5209 4864 874,'142'9'-16,"14"59"11,-74 53 6,-81-21-1,-56-7-6,-132-1-6,91-52-7,-6-16-8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4371 4925 874,'-123'60'-16,"-50"56"0,44-12 15,60-11 7,102 11-5,56-69-5,109-13-9,-113-23-1,16 5-31,-16-15-355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6124 4703 874,'27'-96'-6,"12"-16"7,-30 226-13,-39 82-3,14-74 9,5-22 1,1-7 1,2 12 4,-1-1 3,-10 51 5,-3-58 2,44-198-1,31-29-16,59-41-2,30 36 9,-29 65 2,-3 51 4,-131 132 4,-81-48-14,8-28-2,-10-6 1,14-6 1,-24-1-4,207-45 26,44 88-12,-26 22-3,36-14-5,-48-29-1,-11-45-614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19831 6157 874,'-116'34'-9,"-36"-8"3,38-17 10,22 9-1,91 82-4,29 43-4,-20-33-1,-8-7 0,-4-15 0,-14 18 1,-7 8 2,-3-2 2,-5 41 4,52-21 5,103-43 1,19-136-9,-48 6-12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19244 6668 874,'98'-9'-16,"31"-4"-7,-39 4-15,-3 0-7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19989 6993 874,'-130'11'-8,"-16"28"2,40 25 6,27 82 1,131-21-4,50-48 0,-15-68 0,5-40-2,-5 15-9,-2-32-2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20010 6861 874,'96'-3'-12,"-11"-1"3,17-1 2,-5 0-12,-8 5-165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20100 7100 874,'124'-5'-11,"-31"-17"2,-7 5-9,1-4-173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20580 6886 874,'15'-114'-13,"9"28"8,6-8 1,5 2 3,17-29 2,2 248-6,-54-31 0,3 0-3,9 32-20,-1-32-44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20550 7074 874,'154'-15'-15,"-58"13"7,69 8-8,-56 0-12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20686 7584 874,'-33'-89'-4,"91"-13"2,41 74 0,-16 154-5,-127-20 4,-11 29 6,189-92-3,-38-53-11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21091 6796 874,'12'121'-11,"-7"29"9,-5-52 3,30-210-7,11 10 8,68 60-1,-67 130-5,-30 62 5,20-258-3,0 20 5,69 44 3,-70 192-10,-35-14-5,0-40-16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21646 6767 874,'12'123'-7,"4"2"0,4-14 5,24 4 3,53-10 1,20-148-1,-70-95-5,-34-1-2,-27 3 7,-12 37 3,36 10 1,134 86-2,-32 22-11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22156 6500 874,'113'-104'-8,"10"116"7,-33 62 0,-91 34-2,-38-15 1,-38-7 3,22 9 2,214-38-7,-73-42-8,0-13-7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22337 7142 874,'99'4'-14,"-7"-4"2,18-3 3,8-3 3,-21-1-5,35-11-14,-41 6-31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22941 6933 874,'80'96'-6,"-58"19"3,-73-17 1,-39-88-1,2-16-108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22291 6978 874,'-69'102'-7,"97"26"4,68-44-3,29-13-14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23512 6613 874,'-110'12'-10,"-21"39"6,18 49 2,52-8 1,27 2 0,41 43 1,29-26 0,55-11 1,22-44-1,-5-72-1,-14-29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23042 6887 874,'141'-1'-14,"-38"1"6,-9 0-10,-7 4-97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23437 7085 874,'-11'124'-11,"2"-2"9,28-255-2,66 91 7,-71 141-4,-23-9 3,22-182-4,19-2 4,-2 188-2,27 17 2,59-71-3,-33-108-1,-80-21 3,-97 15-1,44 169 5,132-198-3,-89 208-4,104-11 1,-10-106 0,-4 34 5,-29-121-7,-161 48 0,78 191-3,68 22-2,0-23 2,-16-27 7,-39-15 5,-90-73-3,20-81-6,-19 0-5,37-32-426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23988 6963 874,'84'0'-8,"-18"0"0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23943 7160 874,'119'45'-12,"6"-54"5,-39 2-10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24318 6599 874,'5'112'-9,"2"30"4,-3-28-5,-1-11-12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24273 7145 874,'173'10'-9,"-68"-3"1,-17 5-611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24335 7509 874,'-69'-94'-2,"157"54"-3,-6 140 2,-128 9 2,-62 43 0,112-41 1,94-86-6,-7-18-13,-7-30-102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24632 6704 874,'-16'119'-10,"-4"-2"6,7-28 4,8 2 4,31 25-4,88-86-1,-8-28-6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24928 6917 874,'-22'122'-10,"17"-7"6,2-22-4,-6-5-430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24978 6666 874,'137'-55'-8,"-51"100"8,-71 84-2,-66 6 2,46-30-1,103-51-2,-2-27-4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24784 6735 874,'40'93'-9,"48"-21"1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3264 6264 874,'18'109'-6,"-7"-7"0,-9 18-2,-19 65 1,-9-28 3,4-59 2,-2-1 3,-13 46 2,52-47 5,106-120-11,-22-2-1,14 2-1,-23 6 1,46 2 4,-49-8-423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4339 6689 874,'128'0'-7,"-41"3"-1,13 0 4,7 4 2,11-1 0,12 1-1,-4-6 1,-32 0 0,17 1-5,63-2-11,-83-3 4,10-1-25,-15 2-241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5209 6553 874,'158'-1'-17,"-66"14"9,2 12 5,41 74 8,-109-6-2,-86-2-9,-47-53-3,19 2-10,-22-13-21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4554 6506 874,'-113'53'-12,"-47"55"-2,14 34 13,117-3 6,112-49-11,42-59-4,52-20-10,-62-3-14,-13 4-27,4-18-6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6166 7510 874,'-11'91'-12,"-3"-6"3,-2 21 0,1 18 3,-1 6 1,3-4 3,8-13 7,5 21 3,99-122 2,-52-99-13,7-32-3,25-63-9,-34 73 17,-6 22 2,-13 224 2,-43 3-2,11 16-2,18-55 1,94-55 3,14-157-8,-57 14-6,19-70-7,-52 71 0,4-53-37,-32 31-19,-4 31-81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5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6752 8133 874,'-15'133'-9,"33"-2"10,81-72-2,-4-131-2,-86-61 3,-117 44 0,3 83 1,15 11-23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7071 7914 874,'153'-3'-16,"-63"-1"16,-5-5 0,17 0-4,-14 0-611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7086 8152 874,'119'-4'-10,"-34"-8"3,12-16 1,-2-24 0,2 9-12,-9-15-96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7673 7912 874,'5'86'-11,"-5"-2"2,-3 24 1,1 18 0,0 15 1,1 14 1,4 13 2,1 11 1,0-31-3,1-10 2,2-10 1,-2-18 2,0 12 4,-1-18 3,4 26 10,42-272-15,-30 4-9,1-33-5,-5 4-1,-4 30-1,-3-35 8,-1-24 1,0-17 3,-1 56 0,3-7 3,8-14 4,7 9 3,-4 45 7,1 20 1,8 0 0,18 3-4,27 5-3,30 13-6,32 14-5,16 18-1,-46 19-1,31 12-2,10 9-19,-13 9-8,-47 2 3,5-3-48,-5 18-564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8256 7434 874,'-2'101'-16,"-2"-7"6,-1 19 2,-4 12-4,-2 4 1,2-1-8,2-8-6,2-24-5,1 33-52,1-43-76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8656 7769 874,'-125'85'0,"14"-26"-1,-3-8-1,4 0 1,150 72-1,61-47-1,45-32-1,-22-45 0,-37-7-6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7972 8446 874,'186'-8'-28,"-98"4"17,9-2 1,27 0-13,0 1-5,-26 1-15,-3-1-27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8142 8666 874,'9'161'-15,"-10"-69"9,-8 3 4,-10 34 1,98-265-9,6 11 13,23 54 2,-12 131-3,-99 85 3,112-159-4,15-62-6,9 42 8,-29 54 0,-53 98-3,-81-25-2,8 24-6,-46-30-607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2022 7723 874,'-70'137'-16,"35"-46"8,0 14 2,6 7 3,4-1 2,8-22 3,10 44 4,101-96-2,0-129-5,11-63-1,-32 32 8,13 42-2,-73 167-4,-35 66-5,4-12 4,42-49 2,79-145-6,-17-108 7,-48 57 0,-5 21-4,0-20 3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2204 8473 874,'-16'116'-10,"29"-7"11,86-49 0,-22-149-2,-56-26 1,-156 34 1,41 61-7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2478 8199 874,'127'-11'-11,"14"6"2,-49 1-12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2493 8418 874,'133'-8'-13,"-28"-5"1,-8 1-11,-7 3-97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6021 6336 874,'47'143'-13,"-36"-55"8,-10 9 1,-8 2 3,-6-9 3,-19 18 2,17-228-11,42 26 3,21-6 1,45-38 3,28 66 2,-32 172-1,-89 33 1,-36 5 4,5-268-26,63 31 12,18-2 2,-3 17 2,50-10 15,-4 83-4,1 122-3,-62-14-4,-30 18-2,4-22-5,-4-6-15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3108 8255 874,'159'-20'-13,"-40"9"-6,-33 2 9,18 2 2,-10 2 3,3 1 2,27 2-7,11 0-8,5 1-11,-48 1-7,9 3-6,1-2-5,-7 0-7,45-2-70,-44 0-88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3408 8693 874,'-24'134'-13,"21"-12"9,-5 10-2,-7 27 5,3-70 2,0-3 2,3 31 3,121-84-2,13-63-5,29 13-4,-55-3-16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4260 8712 874,'-134'-1'-12,"-11"38"9,20 42 2,46 35 1,38-11-1,37-8 2,48 19-1,40-17 0,22-32-1,35-26 2,-42-26 2,-3-44 1,-158-52-18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5026 8441 874,'-140'0'-8,"36"-2"-4,-20-1 3,-13 0 2,13 2 2,22 0 0,-11-1 2,-81 1-3,72 5 6,-2 3 3,31-1 2,-61 8 5,38 14-1,18 84 3,74 4-11,10 65-7,4-83 3,-4 64 1,2-62 2,1 2 0,0-7 2,-5 46 2,-9-50 3,-96-118-4,-2-100-14,70 35-7,21 9-121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3491 7678 874,'-3'109'-7,"-2"42"6,0-60-1,-1 18-2,-4-22-435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6045 8383 874,'-116'-14'-21,"0"6"3,-36 3 1,-27 4-3,-7 2 4,8 2-25,66-1 9,26-2-30,-29 3-39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5088 8103 874,'-132'43'-15,"46"-16"8,-4 7 2,-39 57 11,140 5-5,75-47-11,6 16-16,-7-39-27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5555 8180 874,'119'75'-18,"43"51"10,-54-19 11,-68 20 2,-137-63-7,9-39 0,-24 10-10,29-27-176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3465 9937 874,'-2'131'-8,"-1"-2"-4,2-39 10,-2 3 2,-1 54 0,3-60 1,2 3-2,-4-4 2,-3 30 2,-52-286-5,48 37-4,-2-34 5,9 82 2,12-51 2,46-7 0,61 27-1,-8 60-1,18 60 1,-55 81 0,-135 47-6,-28-44-2,-20-25-1,11-30 1,118 85 12,63 3-2,-5-21-2,12-13-4,-9 1-838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4355 10475 874,'171'12'-21,"-55"-6"9,25 1 0,15 1 3,9 0-18,2 2-4,-23-2-5,-27-2-13,1-5-6,-34 0-5,15-10-4,-14 3-66,1-5-51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5480 10323 874,'133'57'-15,"-44"-7"8,-4 14 4,16 87 4,-118-16 0,-93-60-9,25-67-56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4551 10262 874,'-103'97'-12,"-26"2"8,12 9 8,91-16-3,146 29-10,-1-80-1,-18-2-14,14-8-17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6140 10078 874,'107'-42'-14,"-22"16"8,17 4 2,5 4 1,-2 13 3,43 10 3,-33 66-1,-68 50 0,-40 0-1,-6 10-2,35 34 2,19-49-2,35-27 2,-3-45-619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6875 10369 874,'-113'96'-12,"-10"5"11,28-28 1,7-9-7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6899 11326 874,'-115'66'-12,"-27"62"0,69-41 6,6 11 4,17-8 1,-10 69-2,45-18 4,37-52 0,21 0 0,49 36 2,66-37-2,-62-74 0,47-20-2,-56-34 0,-1-21-1,47-110-2,-62 6 2,-53 58 1,-16-8 1,-4 30 1,-37-80 3,-19 40 4,-51 55 3,20 35-862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6831 11737 874,'20'121'-11,"13"44"5,-5-66 4,7 1-1,6-7-2,37 28-9,-27-34-31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7326 11844 874,'136'9'-13,"-41"3"7,-4-1-5,-3 5-176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7312 12056 874,'107'33'-11,"68"-23"2,-71-6-5,-20-6-173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7912 11464 874,'36'104'-9,"15"66"0,-25-70 7,4 5 0,2-1 2,-4-17 0,26 46 1,22-272-3,-77 15-2,-6 31 2,-4-9-1,1 13 3,-13-75 2,10 71-1,-6-52 3,11 59-1,7-41 2,55 19-1,129 41-8,-83 54-4,3 6-1,34 11-1,23 11-16,6 6-8,-6 3-7,-57-8 4,7 0-74,-24 5-116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8344 11336 874,'-7'-90'-4,"51"209"-10,-35-28 8,-1 59-6,-8-55 11,-4 5 2,-7 43 4,-6-36 2,33-251 3,25 10-20,35-18 13,30 47-1,-196 144-2,-13 35 3,40 66-2,123-17-3,24-36 0,22-41-4,-16-14-35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8723 11463 874,'-5'128'-11,"3"35"6,8-78 6,-6 15 1,6-217-8,9 24 4,32 3 6,54 22-1,-13 213-1,-89-7-2,3-272-10,48 17 14,50 30-1,-8 86-2,-30 106 0,-42 21-1,-41 7-6,2-42-7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9673 12198 874,'-130'-44'-13,"44"25"8,-16 2 0,-7 3 1,-4 3 1,20 4 3,-86 0-2,-8 3 0,61 0 0,40 1 0,-20 0 0,-11-1-3,17 2-5,-7-1-11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8212 12501 874,'137'-124'-14,"22"65"8,-38 44 7,6 72 0,-30 82-3,-45-5 0,-23 2 0,-14-5 0,-8 42 2,1-44 4,40-33 12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8808 12650 874,'-96'60'-10,"-44"22"4,31-15 3,16-3 2,7 16-36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2258 10992 874,'-107'44'-7,"-54"106"-20,40 2 11,27 10 9,53-51 5,7 20-3,19 3 4,7-43 2,24 3 2,33-7 2,35-19-2,9-25-2,98-19-6,-76-58 2,-10-32 1,25-65 0,-92 22 0,-21-21 0,-18 6 0,-3 31-5,-17-14-7,-14-2-8,0 21-9,-41-50-54,21 50-82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2087 11493 874,'33'132'-12,"-13"-47"6,4 20-1,4 17 0,-1 8 4,-3 3 0,-8-45-3,-2 16-5,9 45-26,2-50-18,-7-11-496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2508 11783 874,'120'40'-8,"52"4"8,-82-24-3,-6-4-290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2418 12041 874,'125'82'-14,"-37"-46"6,5-12-3,33-33-8,-39 2-19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3033 11946 874,'53'-89'-8,"8"-53"3,-21 10 3,-12 8 2,-5 20 0,7 229-6,-27-13-1,1-20 1,1-5 1,4 8-6,7-6-3,-1 13-21,4-14-372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2973 12087 874,'139'30'-17,"-38"-11"9,8-2-2,-5-1-1,-17-6-2,16 4-23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3064 12523 874,'7'111'-11,"0"56"6,-3-71 4,2 7 0,-1 2 0,-1 1 3,-4-19 0,-8 3 1,-5-6-437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3003 12529 874,'137'-83'-9,"9"113"4,-55 8 2,-61 94 3,-86-38-2,-55-13 2,-17-42 3,204 66-3,25 32-3,-16-16-9,-17-25-21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3603 12322 874,'32'104'-9,"-12"42"4,-13-49 2,-1 14 0,0-15 0,-1-2-1,2 10-1,-1-16 0,4 35 0,4 19 0,-4-47 1,3 18 1,0 1 8,-1-10 0,10-194-2,-17-19-4,3-83 1,-5 63 0,-1-12 1,1 24-2,1 9 0,0-17 1,-1-12 1,-1-7 0,0 50 1,0-19-1,-3-10 0,-2 1 2,-2 24 0,-7-69 2,-9 1 1,-3 24 0,180 108-4,-59 56-6,15-1-2,60 14-4,-3-1 5,-84-19 3,103 16-5,-76-14 0,-20-2 1,11 1-16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4173 11767 874,'-6'100'-6,"1"-14"2,0 9 1,-7 40 3,-3 21 2,18-43 0,86-61-2,45-48-2,-12-9-1,-16-11-4,-9-6-12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3979 12560 874,'127'-9'-33,"-17"6"18,18 8 20,-27 6-5,-16-1-3,76 7-12,-61-7-4,-14 2-393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4461 12856 874,'-51'-85'-5,"-62"17"2,-13 99 0,41 29 2,25 40-2,57 80-2,35-85 2,52 43-2,78-39 0,-62-94-1,8 15-6,-24-41-22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5837 11471 874,'-135'-53'-20,"22"16"7,-27-3 1,-25-3 1,-15-1 2,65 16 2,-37-6 1,39 8-2,-29-4 2,-33-3 3,-27-2 1,5 0 1,43 9 0,-44-10-4,-32-6-3,-20-3-2,64 12 3,0 1 1,-10-3 9,16 6 5,28 6 9,54 9-2,7 7-2,6 11 1,-37 27 13,8 61-9,27 39-13,25 45-13,37-53 3,6 2 0,4-25-1,5 36 0,2 29-1,0 21-1,4-45 2,-1 6-1,-1 18 3,-2 5 4,2-10 2,2-48 1,2 16 2,16 5 2,20 0 0,26-4-2,-3-23-2,10-22 0,35 2-5,32-5-2,24-10-2,-42-22 0,22-6-1,31-3 0,28-4 0,-2-3 2,-41-9 0,50 8-6,43 4-5,33 4-6,-65-9 2,14 2-1,34 4-31,10 0-6,-14-5-5,-40-17-5,-77-6 8,-22 3-90,-6-10 76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4926 11243 874,'1'113'-12,"5"-15"1,0 28-1,3 30 0,-6 28 1,-9 24-4,3-73 4,-12 44-1,4-38-2,-10 26 0,-6 35 3,-1-14 7,5-30 1,-2 36-24,8 18-6,5-74-7,22 20-7,-3-55 6,-7 8-94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5165 12300 874,'175'-12'-28,"-43"18"12,28 10 3,7-7-25,-12-15-2,-59 1 9,16 8-64,-25-16-154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5750 12011 874,'129'131'-26,"-39"-32"11,0 17 3,-16 2 6,-29-6 11,-17-26-1,-49 36 2,-66-52-5,-46-85-5,38-2-16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5268 11980 874,'-86'96'-11,"1"34"7,26 37 2,54-81 2,20 44-2,50-40 1,31-19 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5485 12184 874,'-84'156'-8,"62"-44"4,33-7 1,62-9 4,29-87-2,-33-143 1,-84 46-3,-23-4 0,-14 3-4,-46-37-13,19 38-26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6373 13648 874,'-38'-129'-8,"15"33"-1,1-17 1,5 4 3,-9-79-1,14 64 4,-6-79-3,7 55 1,1-22-2,-6-11 1,-3 12 1,6 49 1,-3-9 4,0 5 4,4 7 1,4 29 0,11-64 5,39 2 1,52 13-1,17 39-10,64 9-9,-54 47 2,18 2 0,-19 9 0,-5 6 0,32 3-1,26 3-1,17 3 1,-67 7 1,37 1 1,21 3 2,15 1 1,8 1 1,-13 0 0,-46 2 1,25 0 0,14 1 1,8 1 1,-1 2 1,-36 1 1,-32 0 1,0 4 2,-12 5 1,-7 4 0,44 16 6,-57 2-9,52 40 1,11 79-8,-92-46-1,-12 15-2,-19-33 1,-4 18 0,-4 26-1,-4 24 0,0 1-1,-6-32 0,6 46 3,2 38-4,4 27-8,-6-57-5,-2 9-2,-2 19 5,-11-3 13,-14-28 11,4-54 0,-21 2 8,-18-7-2,-17-11 0,-55 40 18,32-83-17,-17-10-3,-10-11-6,-66 11-2,51-38-7,-23-9 0,-19-11-2,7-8-1,31 1 0,-38-14-1,-31-13-2,-27-8-3,56 10 2,-15-5-1,-39-7-2,-22-6 0,10 0-25,58 14-7,-40-14-7,-23-11-5,-8-21-4,90 31 7,51 23-82,0-7 83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10043 2280 874,'39'-99'-7,"88"74"5,-17 46-1,1 74 0,-60 20 0,-90 34-2,-20-65 0,-49 43-3,-6-28-7,28-31-23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10702 2143 874,'-94'66'-10,"-40"49"-1,-7 28 9,90-10 6,79-45-5,74-38-3,1-46-1,21-27-3,-25 8-10,-7-2-11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10465 1778 874,'-19'114'-5,"-6"-2"0,1-24-57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10678 1764 874,'-10'133'-6,"1"-44"9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11079 2589 874,'92'-10'-13,"-6"3"4,14-3 3,4-2-4,-10-2 0,8-1-13,-17 1-92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11375 2401 874,'-55'160'-18,"34"-73"9,1 34-11,11-34-800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11829 2014 874,'137'-127'-11,"0"58"10,-6 54 1,-36 48-1,13 121-2,-83-66 1,5 45-1,-2 29-8,-11-74-5,-6-3-802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12353 2052 874,'-60'153'-16,"-8"-26"-1,-16-19-13,-1-23-774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11860 2629 874,'93'-7'-27,"-1"1"15,23-3 4,16-2 4,5 2 1,-8 3-5,-26-1-10,-4 2 8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12009 2933 874,'-17'126'-13,"-13"46"12,6-52 4,58-240-12,25-5 5,47 36 8,-3 121-4,-63 70-1,-45 35-4,-28-46 11,27-191-6,69-61-8,4 43 12,30 70-1,-8 104-3,-46 46-1,-42 26-5,-36-35-20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12835 2204 874,'132'-9'-12,"17"63"7,-65 60 4,-72-11 1,-53-11-4,-78 15-1,4-36-8,25-19-14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13331 2238 874,'-122'133'-10,"20"-10"11,105 6-1,116-43-4,-33-55-7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13223 1823 874,'-56'91'-7,"-1"-3"-56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13676 2494 874,'132'0'-12,"38"-4"4,-71 1-3,-10 3-420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13783 2371 874,'15'140'-15,"-21"-35"8,2-8-7,-7-13-48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14526 1642 874,'0'84'-9,"-2"1"-1,-3 22 0,-6 11 3,1 3-5,3-5-4,4-10-6,9 40-45,-2-59-44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14709 2033 874,'99'-46'-119,"-158"143"171,-59-12-51,23-23 46,243 15-45,-30-52 2,-24-3 2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14321 2554 874,'93'-8'-17,"0"-2"5,23-5 2,12 0-3,-6 5-7,-18 8-5,-19 0-15,13 3-40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14489 2813 874,'-1'126'-12,"-3"44"8,-4-21 7,11-319-21,29 72 19,61-46 2,-3 140-2,-31 154-3,-67-12 11,27-263-15,45-15 5,41 68 6,-50 210-4,-47-29 5,-28-21-858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15312 2174 874,'118'40'-7,"-27"58"3,-98 32 1,-100-12-2,-6-44-11,11-29-23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15707 2143 874,'-95'75'-11,"-31"22"9,27 8 3,99-13 0,171-29-13,-82-37-7,31-18-25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15987 2249 874,'101'3'-13,"75"7"-5,-84-5 0,-7 5-270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15912 2532 874,'87'14'-12,"2"-12"0,40-18-3,-38 7-7,13-5-13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16750 2281 874,'-99'122'-9,"83"3"9,96-21-2,55-35-1,24-103 2,-29-23-1,-65-43 3,-85 0-1,-70 24 0,-101 39-1,95 21 0,-2 16-1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10591 4059 874,'-131'53'-14,"-18"61"3,31 25 8,63-13 8,90-13-4,51-86 1,16-61-4,11-79-4,-17-30 2,-36 32 6,-87 220 1,8-1-7,3 18-1,6-34 1,3 16-1,3 19-5,0 7-4,3-12-8,-1-32-8,2 6-6,0-8-7,2 15-84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10234 3679 874,'-21'107'-8,"-3"-18"-19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10453 3694 874,'-10'90'-1,"-3"-2"-19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10823 4487 874,'114'-15'-10,"45"-5"3,-71 12 4,1 0-2,45-3-8,-48 4-12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11034 4309 874,'4'93'-9,"1"40"5,10 23 3,-4-59-2,-3-11-616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11975 4211 874,'28'110'-11,"-5"41"8,-11 6 3,-54-293-14,48 49 9,13-71-6,9 52 7,29-48 3,41 12 9,46 66 3,-30 80-2,-59 98-4,-78 21-6,-83 0-5,-57-17-2,24-55 10,257 32 4,-3-3-10,-23-13-15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11724 4584 874,'92'-7'-16,"-6"0"9,21 0 1,13 0 0,9 3 1,0 7-3,-6 5-2,-26 0-7,25 12-36,-36-3-74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11983 4743 874,'24'105'-10,"-19"41"6,-25 21 2,-4-49 2,37-27 2,106-111-5,-10-11-2,32 3-6,-47 11-12,-6 17-787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13197 4188 874,'-115'29'-12,"-29"33"8,31 32 6,66-2-1,74 4 0,94-91 0,-12-110-2,-29-5-1,-4 237-8,-84 29-1,0-56 10,3-12 4,-2 61 2,-14-43 1,-16-18-171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13005 3755 874,'-9'121'-8,"-3"-34"1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13526 4424 874,'89'3'-11,"92"5"-3,-81-5 5,-9-1 0,7 0-14,-9 4-163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13705 4226 874,'11'133'-12,"-3"25"9,0-72 0,-1 21-4,0-18-607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14546 4210 874,'111'-143'-12,"-22"18"11,-33 29 3,-26-24 0,-35 285-4,5-67 0,-1 54-1,6 5 6,9-26-1,-4-46 5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14366 4468 874,'108'11'-10,"48"-15"5,-55-3 2,17-1-2,11-2 2,3 1-1,1 2-4,-26 3-2,26-1-13,-46 4-19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14505 4652 874,'11'109'-9,"-5"33"4,-9 22 5,-1-79 2,-1 0-1,20 25-1,95-102-2,36-42 0,5 11-8,-51 6-9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15308 4713 874,'-133'50'-13,"-14"28"6,27 24 9,106 17 0,100-19-6,30-49-2,26-43-4,-5-40-8,-46 5-17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16009 4148 874,'-101'3'-11,"-60"34"5,8 32 7,94 23 1,157-12-3,52-119 1,-19-38-1,-28 6 2,-70 231-8,-37-69 4,1 56-11,7 12-11,2-30-19,-2-41-46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16183 4151 874,'162'6'-18,"-60"-2"9,-7 1-11,-5 4-168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16152 4393 874,'167'-10'-21,"-50"-9"8,-9 2-15,-20 2-44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16855 4074 874,'-36'89'-8,"14"30"6,71 15 1,62-44-2,-4-64 3,0-60 0,-19-108-2,-87 57 0,-50-46-1,-60 68 4,22 81-2,-24-7 2,24 38-435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6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9781 3381 874,'25'193'-37,"-13"-38"17,-6 34 1,-5 27-1,-2 21 2,1 14 3,0-42-27,6-26-3,2 14-15,0-47-5,1 32-1,2 7-3,1-5 0,-1-48 3,1-28 4,-3-22-36,2 8 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9668 3554 874,'93'-15'-13,"5"5"-1,35-3-1,-20 2 3,3 1 2,16-1 0,-19 3-1,38 1 4,-37 1-6,55 1-1,35 2 2,27 2 4,-40 0 6,-4-1 2,48-3-5,37-3-7,29-1-4,-104 3 1,63-4-4,45-1 0,31 1 3,-42 3 2,-40 1 0,48 2-2,34 3 3,22 1 8,-109-1 3,39-1-1,41 0 3,26-5 3,-32 1 0,-68-1-2,45-2 0,21 2 4,4 3 5,-90 3 2,-3 4 2,10 2 12,-6 0 2,-12 3-1,-13 5 1,-74-4-4,6 8 1,-5 11-4,-13 13-2,-32-2-4,35 56 5,-52 66-14,-43-7-6,-23-34-4,-6 27-3,-6-5-1,0-21 0,-8 38-1,-7 24 0,-4 16 1,5-60 3,1 14 0,5 18 3,2 9 4,5 1 1,4-5 2,1-61-1,0 11 2,4 0 2,0-9 0,1-24 0,-6 49 8,-66-27-7,-66-59-9,18-47-6,-41-15-8,-36-11-7,51 3 7,-34-7-5,-45-11-4,-37-2 0,5 2 1,56 7 2,-51-3 1,-39-1 2,-29 2 3,70 7 4,-5 3-2,-46-2 2,-33 1 4,-4 2 0,98 6 1,-59-3 0,-40-2-1,-22 3 0,70 2 2,17 2 1,-42-1 2,-20-3 4,-13 2 3,119 2-1,-51-1-32,-33-3-9,-14 0-7,54 3-6,39 2-6,-23 3-2,0 4-3,14-1 4,79 1 5,-1 0 4,3 1 17,14 1 6,15 3 7,14 8 6,26-3 0,-13 5 11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13571 6659 874,'0'87'-11,"7"87"0,-2-63 6,4 18-1,5 22 1,-1 20-1,3 18-1,0 27-3,-3-8-2,-2-48 0,-1 1 6,-2-19 5,4 47-4,4 38-5,4 29-6,4 21-2,1-25-2,-5-44 2,8 45 3,4 32 9,-1 21-7,-10-86 3,-1 20 2,2 38 5,-4 26 1,2 12 1,3 0 4,-8-105 0,5 37-31,3 12-10,-2-5-6,-5-53-9,-4-32-4,-3-13-5,-7-49-1,-1-19-52,-2-3-20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11110 9878 874,'113'19'-8,"-23"-23"1,23-7-2,22-3 0,13-3-1,-48 3 3,37-2 2,-36 5-2,41-2-1,40 0 0,32 0-3,-10 2 1,-38 3-1,47 2-1,34 2-1,28-2-1,17 4 1,12 5 1,-43 3 3,-44 0 1,38 5 2,26 1 1,15 1 4,-93-6 3,25 1 2,20 2 4,7 3 4,-1 4 2,-7-1-1,-75-6-1,40-1-2,36-6-4,30-12-11,-42-4-7,-16-7-2,50-28-6,-97 16-22,-88 23-5,50-18-14,-48 5-6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17612 9836 874,'-109'-13'-3,"-23"41"-2,56 77 3,64 2 2,86 22-1,41-99 0,-3-110 0,-73-33 2,-24 202-6,-17 23-1,2 34-4,2-46 0,2 4-1,0-3-6,4-8-8,1 33-36,-2-39-82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17744 9976 874,'110'0'-6,"34"-4"7,-48 0 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17774 10187 874,'127'-1'-6,"-32"-2"3,-5 1-4,-6 1-103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18284 10119 874,'53'-152'-8,"-22"51"2,-5-3 2,0-55 1,-17 34 4,-34 234-4,37-8 0,10 58-4,-6-74 6,4 0 2,19 33 4,58-66 4,-14-151-7,-51 13-5,-12-16-1,-2-55 1,-18 67 4,-18-42 2,-17 262-11,43-41 6,11 7-7,22 43-19,27-47-44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19013 9882 874,'-127'17'-6,"50"77"3,108 6 2,114-50-1,-40-20 0,-15-40-184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18300 10175 874,'138'-17'-15,"-38"14"6,20 7-1,13 10 2,6 8-6,-7 1-7,-20-1-5,-19-6-19,3 4-37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18879 10686 874,'-32'-96'-9,"-56"6"7,-66 53 2,30 59-1,54 62-1,93 74-5,31-72 1,55 30-5,65-77 7,-74-24-4,-13-38-42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13534 6567 874,'-59'128'-6,"27"-34"5,2-8-1,-1 1-183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13690 6553 874,'96'126'-7,"5"3"7,-62-6-2,-147-56-5,17-47 1,-58-2-7,24-29-7,37 0-20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13993 6446 874,'-3'120'-10,"-3"24"5,14 9-6,6-36-2,-6-31-34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13931 6096 874,'30'91'-6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14322 6601 874,'142'-8'-11,"-20"12"7,-37 2-9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14277 6806 874,'129'-7'-11,"46"-9"0,-70 6-4,-18 3-275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15319 6308 874,'-144'-70'-8,"-4"90"6,52 55 3,136 29-3,112-100 1,-20-107 2,-132 272-14,-12-27-6,21-9-7,-2-43-24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20221 8757 874,'19'123'-10,"-9"27"6,-6-65 2,-1 6-2,0-6-1,3 49-12,5-1-12,6-15-30,-3-28-77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20146 9514 874,'128'-16'-11,"-43"6"5,13 0 6,-3 5 0,31 16 3,-55 80-5,-83 81-6,1-58 4,3 15-1,4 7 1,2-44-5,6 23-1,4 13-7,5 5-7,0-7-7,-2-24-8,-7 12-45,-1-29-291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20026 9548 874,'35'133'-15,"-18"-34"7,0 16 2,-5 8 2,-1 8 2,-2 4 0,-1-3 4,1-2-2,-1-32 1,0-13 0,11 44 7,40-26 0,86-55-5,-48-38-4,-12-6-3,47 0-9,-43-2-32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19619 9836 874,'7'141'-12,"-3"35"8,-2-76 2,-1 1 1,2-5 3,-5 21 1,-27-208-25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19635 9826 874,'90'-39'-7,"42"53"3,-52 105 3,-147-16-3,-48-39 4,30 52 1,150-12-4,28-10-5,-6-18-21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20176 8801 874,'137'-31'-14,"-41"18"4,19 4 3,16 6 0,-41 2 2,19 6 2,71 10-3,-65-3-2,-1-3-2,-21-1-3,7 0-14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21161 9024 874,'-43'-88'-8,"35"-45"6,66 13 1,65 18-2,29 77-2,-56 39 3,51 35-2,-8 71 0,-58 2 5,-65-13 4,-107-48 4,60-171-8,82-22-3,25 26-2,58 20 2,-6 62 3,0 87 0,-52 20 0,-34 51 1,-42-31 2,-25-212-6,58-17-5,79-10 2,29 54 4,-19 70 4,-32 48 1,-9 98-2,-38-2-7,-40-35-8,-16-12-118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21817 7678 874,'6'127'-11,"-14"34"5,2-73 7,4 2 0,4-3 1,56 43-4,34-71 0,-8-50-1,21-9-1,9-2-4,-3 2-3,-19-2-8,9 0-13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22488 8780 874,'129'-7'-14,"-8"2"5,-2 2 7,37 7 7,-40 23-4,-35 73 0,-52 69-3,-23-6-5,-5-52 3,4 12 1,1-29 1,3 4 0,8 15-2,5 5-2,-1-6-2,11 50-21,-8-42-20,-9-35-120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23978 9989 874,'-132'0'-11,"-50"0"3,69 1 2,-11 3 2,-6 0 1,-4 0-3,-2 0-4,15 4-3,14-2-8,6 2-11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23726 10337 874,'-88'-10'-11,"-91"-4"-3,71 6 10,-8-3-3,1 3-2,9 3 0,22 7-7,-27-3-32,24 8-701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24028 10308 874,'8'135'-7,"-1"-13"-4,-2 13 2,2-46 6,3 19 1,4 13 0,-3-19-1,1-1 1,7 22 0,2 11 0,-1-5 2,-5-41 1,-3 7 4,-7-9 1,-20 38 3,-51-40-4,-71-48-3,38-36-5,7-3-1,-95-12-6,63 10 6,-14 3 0,44 0 1,-26 4 1,-27 0-2,-20 1-1,10-3 1,28 0 0,-29-1 0,-13-3 1,-6 1 2,52 2 2,-8 2-1,-14 2 3,-4 1 0,16-3 2,35 1 0,-9 0 2,2-1-1,21-1 1,-51-1 5,36-12-4,6-49-4,14-82-4,50 3-2,10-41-5,8 71 1,-1 20 5,0 8 0,-5-10 1,2-1 1,0 3-1,-3-25 4,21 17 9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20911 11594 874,'18'-107'-3,"-9"-3"0,-10-57-2,-6 22-2,-1 40 2,0-19-1,0 8 2,1 26 2,-2-20-1,1-11 2,-3-6 2,-2-3 0,2 26 0,0 9 2,0-14 0,1-9 0,0-2-2,-2-45 2,-3 26 4,-7 52-2,-60 227-6,32-28 2,42-228-3,75-6 3,37 109-4,2 103-3,-41 54-1,-38-55 0,11 24-15,-27-25-571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20976 10004 874,'-12'132'-11,"16"27"6,34 0 2,29-76 4,16-104-2,-36-107-1,-29 45 2,-3-48 3,-15 33 0,-11 211-2,22 10-12,-2-27-14,-1-11-791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22369 9137 874,'-6'131'-8,"6"-34"-1,2 19 1,-1 15 1,0-34 1,2 9 2,0-11 1,5 6 0,5 42-4,5 21 0,-3-45 1,12 49 0,7 35-6,3 24 0,-7-46-25,-4-10-8,-1 16-7,-6-6-5,-5-45-6,-3-28-3,12 12-67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22393 9106 874,'-42'122'-13,"-28"30"0,18-20-5,24-31 0,-1-13-186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22232 9030 874,'62'100'-11,"30"64"-1,-35-59 5,4 11-3,-15-27-6,1-2-7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21920 9836 874,'-10'142'-12,"9"28"7,12-75 3,12-2 2,45 56 3,33-139-2,-63-112-4,-17-48 1,-16 64 4,-5-1 0,1-12 3,5 14-626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22321 10353 874,'-104'38'-5,"-5"58"4,86 24-2,65-17-1,44-27-4,10-75-7,-6-33-24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21137 10384 874,'23'122'-7,"-13"12"1,-4-11-1,-4 9 8,-19-258-2,25-17 4,33 17-1,106 51-1,-27 135 1,-135 25-1,-82-22-1,-7 18 1,65 4-1,99 39-4,28-23-5,-3-15-114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19755 11920 874,'-23'133'-15,"11"-32"6,4 15 4,10 9 1,8-2 2,8-19 2,13 36 1,67-111 9,-37-174-12,-32 37-2,8-57-2,-21 66 4,5-47 4,-4 234 7,-15 55-15,2-43 2,0 0 7,25 35 2,55-34 6,-67 25-9,-18 1-5,-2-41 1,-2 48-2,-30-230-3,27-9 1,3 3 1,2 17 1,6-12 1,6-2 8,9 10 1,45-17 1,36 154 5,-94 57-4,-47-3-4,-8 26-6,76 21 0,31-47-2,35-45-6,-7-16-61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20356 12422 874,'184'44'-10,"-73"-19"2,-21 2-610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20356 12564 874,'85'77'-8,"49"-120"3,-34-2-2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20799 12345 874,'12'117'-10,"-1"59"0,-4-72 6,-3 1 4,0-5 2,0 27 2,-35-246-8,13-33-7,9 42 7,1-6 0,4 21 5,10-79 1,13 86 0,65-44 5,47 87 5,-62 181-7,-115-44-6,-49 21-2,18-17 4,42 26 0,65-1-1,123-53 1,-10-125-3,-48-25 1,-38 208-4,-60-35-1,-5 28-22,6-29-566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21246 12102 874,'-10'90'-6,"-3"-3"-24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15537 6796 874,'149'0'-10,"-18"7"8,-46-3-2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15612 7025 874,'107'-16'-16,"10"-4"-5,-1 1-25,-28 11-738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16108 6888 874,'33'-125'-11,"7"-21"8,-8 50 5,-5 225-9,-13-15 5,41 16 5,41-116-3,14-116-6,-54-13 2,-18-9 1,-30 14 7,-95 224 1,86 29-9,9-57-3,9 51-10,-5-51-19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16643 6773 874,'1'136'-14,"3"-44"15,0-3 0,-47-191-13,37-3 9,39-42 9,62 27-5,-4 67 0,-3 51 2,11 77-1,-113 10-2,-78-20-1,-55-21 0,85 51 2,185 7-9,1-38-4,-37-20-16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16018 7009 874,'92'17'-12,"-2"-4"1,26-1-1,17-3 3,10 1 1,2-1-10,-1 1-6,-11 4-5,-13 3-12,-24-5-20,-4 1-46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16340 7312 874,'36'98'-9,"-18"41"5,-15 33 4,-8-77 0,-2-7 0,-4 33 0,-59-210-7,49-13 1,-5-62-5,21 70 8,9 7 5,41-53 2,72 46 5,27 92-5,-26 41 0,-62 62-2,-126 13-5,-85-71-1,34-27 1,195 94 3,80-3-9,-37-22-12,-33-31-33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14225 8057 874,'112'21'-9,"24"2"-6,-50-12 7,52 9-1,-43-6 6,15 8 4,9 1 0,0 7 0,74 16 3,-65-11-4,16 8-2,-22-6-1,-7-1 1,21 10-1,11 9-1,5 6 1,-54-21 1,22 15 1,11 13 0,2 9 2,-17-7 0,-19-8 1,15 14-1,4 9 1,-1 7 0,-12-2 2,36 47 4,-25 28-1,-65-75-4,20 49 2,-34-52-3,13 58 2,-29 21-2,-27-76-2,-20 40-1,-58 31-1,-10-36 1,-58-2-2,53-66 0,-14-5 1,27-12 0,-7-3-1,-19 3 1,-20-1-1,-3-6 0,38-8 1,-27 1-2,-19 2 0,-14 2 1,32-6 1,7-2 0,-20 4 2,-10 2 0,-7 1 1,-7-5 0,49-6 0,-16-5 0,-19-5-1,-11-3-1,11-1 1,34-2-1,-17-2 1,-12-3 1,-10-2 0,39-2 1,-5-2-2,-23-10 0,-16-8-1,-11-3-1,-1 1 0,61 9 1,-12 0 2,2 0 3,30 5 0,-84-26 5,78 6-5,-3-13 0,-52-33 2,59 18-5,9 2 1,-45-44 1,33-43-1,60 12-1,42 44-3,14-3-1,10 7 1,28-45 0,48-20 3,0 34-1,87-18-4,-71 72-1,-37 21 1,28-3-1,21 2 0,14 4 1,-24 11 1,-9 6 1,29 2-1,26 3 0,19 7-1,11 8 0,-55 3 1,8 6 1,19 7 0,10 7 2,-12 6 0,-42-4 0,23 14 1,13 9 1,1 6 0,-40-7 0,-6 1 1,9 15 2,-4 10 0,-12 7 0,40 45 4,-47 36 0,-60-36-1,-55 16-2,-34-18-4,-47-9-2,-70-3-1,70-66-1,-70 14-2,52-33 1,-11-2 1,28-5 1,-3-2 0,-18 0 1,-19-1-2,-16-5 0,-11-6-1,54 1-1,-26-6 1,-14-3 0,-8 0 1,21 1 1,23 0 1,-15-2 1,-8-6 2,-8-10-1,-4-7 1,32 6-2,12-3 1,-1-5 1,6-3 3,-30-23 2,30-38-2,52-19-5,45-28 0,43 25 0,56 3-2,18 27-2,-26 43-1,20 6 1,65-9-3,-62 32 3,12 5 0,-8 5 1,-27 4 0,22 7 1,12 7 1,13 9 0,-36-4-1,6 5 1,16 11 0,6 7-1,0 11 2,-5 12 0,41 31 3,-19 33 2,-61-18 1,-71 24-1,-51-37-3,-96-9-2,-19-30-5,45-36-1,-10-4-1,28-7 6,-6-2-1,-13-3 1,-7-1 1,-7-5-1,-3-2 1,-54-10 1,71-4 0,-2-4 0,19 0-1,-60-26 0,17-17 1,37-11 2,27-63-2,68 53-1,94-64-3,40 61-6,-31 55 2,12 13 0,9 10 3,-21 7 1,-11 6 1,15 6 1,7 8 1,-3 6 1,44 18 4,-68-8-3,-2 10 0,42 36 1,-31 17 1,-53-5-2,-65-5-1,-84-15-4,-38-30-3,-6-19 2,58-10 2,3-1 1,-49 3 1,4-7 3,-32-34 0,43-45-3,170-45-10,62 81-2,-23-1-22,28 10-17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8225 874,'85'121'-13,"18"25"3,-22-32 4,-12-17 8,-34 2 4,-168-93-6,33-8-5,15-15-110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14382 8954 874,'127'114'-19,"27"16"7,-67-17 13,-163-28 1,-36-73-4,-5-20-5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14052 9396 874,'125'114'-9,"-36"-27"7,-126 14 4,-57-70-4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13871 9517 874,'89'93'-7,"-79"-3"4,-106-75-7,-4-8-29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13736 9804 874,'90'-52'6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13110 3462 874,'36'-120'-6,"-18"-46"2,-14 68 1,-3-6-1,0-5 1,-1-58 0,-9 11 1,-3 57 1,-5-9 1,-6-2 1,-1 4 0,-16-50 1,8 69 0,-10 2-1,-30-39 0,-37 13 0,-6 33 0,-36 20-2,47 48 0,-16 18-2,3 13-1,25 0-1,-19 22-1,-2 17 1,7 16 2,14 17 3,-25 66 2,78-53-1,7 18-2,2 10-1,12-43 1,-4 26 0,1 17 1,4 7 0,7-22 0,6-14 1,15 19-2,16 14 1,15 8-1,13 5 0,-13-43 0,10 1 1,9 11 0,6 2 1,-3-14 2,43 57 2,46-27 3,-10-76-2,-45-56-4,11-22-4,6-22-2,-4-19 1,44-48-2,-75 13 2,-2-20 0,-18 5 0,-12 15 0,-1-28 1,-7-20 0,-12-30 0,-20-38-3,-3 72-6,7 12-6,-20 16-4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15087 5960 874,'-35'118'-8,"10"-34"5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15101 6096 874,'-29'96'-3,"105"-121"0,-106-91 2,-60 91-1,115 119 3,56-85-1,-101-110 0,-61 51 0,44 166 0,132-77 0,-55-141-9,-133 91 11,59 108 0,118-65-1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13945 7875 874,'-99'93'-12,"-36"23"2,25-24-4,16-16-5,-3 5-45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13361 7936 874,'109'50'-10,"51"38"-6,-8 2-4,-53-17-3,-15-6-281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22924 8874 874,'-92'46'-16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22761 8792 874,'-167'-21'0,"286"-87"-3,70-21 1,-257 247-11,-91 9 10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22843 8514 874,'-61'92'-3,"-42"27"0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22925 8514 874,'-81'109'-8,"5"-23"10,-17 9-2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22947 8560 874,'-81'92'-6,"-20"6"5,3-6 2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22998 8908 874,'105'-7'0,"-10"3"-20,14 1 19,17 7-1,-34 2 1,6 3 2,-10-2-1,33-14 5,-10-69-5,22-29-6,-17 19-3,-8 22-10,-22 43-23,-58 103-586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24004 8950 874,'118'-49'-13,"-16"51"7,11 8 1,0 2 2,-17-1 1,48 9 0,-52 62 10,-104 44-2,-7-27-5,1 27-1,3 7-2,7 34 1,8-73 1,1 43-2,-2-1-8,-8-50-4,-4 2-807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24720 9928 874,'-116'-5'-4,"-54"31"-9,86 9 10,-55 90 2,92-34 1,15 16-2,20 17-3,24 6-1,23 1 2,20-5 2,16-11 1,44 31 2,-6-59 3,56-68 1,-78-45-3,50-49-3,-6-104-5,-93 65-1,-21-5-3,-17 13-5,-27-65-39,-12 77 17,-13 3-8,-61-59-63,29 69-10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24473 10141 874,'-8'136'-14,"4"-12"6,0 2 5,6 22 5,4-43 2,-1-15-10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24423 10156 874,'77'93'-10,"15"11"4,18-8-9,-23-27-601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24528 10050 874,'-87'108'-12,"5"-3"-5,12-14-14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24979 10780 874,'3'138'-12,"6"31"5,3-31 2,3-10 6,-1-39-2,1 4 1,-4-1 2,-18 29 2,-93-64-3,12-55-4,-62-9-5,46 0 3,-19 4 2,-10 5 0,-13 2 0,52-1 1,-25 3 0,-13 4 1,-5-2 1,2 0 3,21 0 1,29-2 0,-3 5 1,-42-6 3,86-90-7,31-1-113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24004 9109 874,'31'-153'-19,"-5"37"5,5-49-3,-13 63-12,6-16-25,-5 30-334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22788 8575 874,'37'86'-3,"-18"20"2,-16-18-56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22817 8696 874,'5'106'0,"88"-93"0,-4-58-1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3876 1888 874,'-135'36'-14,"41"-12"6,-17 4 0,-9-1 2,-7 0 3,-7 3 2,-8 3 0,-13 7-2,27-7-1,8-1 2,2 0-1,18-4 2,-27 7-1,-6 1 5,5-2 3,13 1 0,13 1 0,17 6-1,-40 37 2,24 18-1,10 24-2,20 11-6,36-35 0,0 24-2,0 21-2,11-35 0,0 19-1,-2 35-2,-7 29-1,4 7 0,8-49 0,-3 46-4,-2 39-3,-1 33-2,9-54 2,-1 9-1,-1 50-3,0 35 0,0 28 0,-4 20 1,8-114 4,0 43 3,1 40 3,4 26 1,7-30 3,3-62 0,8 56 1,6 40-2,4 24 4,2 19-2,-6-78 2,-2-23 1,-2 46 0,-1 31 1,-1 23-2,-3-135-1,0 66 0,-1 41 1,2 26 0,-2 9 4,-4-43 3,-1-88 0,-2 31 6,-4 6 8,-3-6 10,2-80 4,2-14-2,3 2 2,6-9-1,3-19 0,4-21-3,-2-55-4,3-7-3,0-10-4,14 61 2,-5-48-8,18 31-7,8-31-4,42 42-4,-1-30 1,8-23 2,38-10 1,2-23-1,53-3-2,-64-28-1,15-2-1,-16-5 0,-15-4 0,25 1 1,19 2-1,16-1 1,-52-6 0,23 2 0,25-4 0,18 0 1,13-2 1,-4 0 0,-53-3-1,32 4 1,25-1-1,17 0 0,16 0 0,-27 0-1,-33-3 1,36 3-1,30 2-2,18 0-2,-73-3 2,28 1-3,32 4 0,23 4 1,16 0-1,-2 1 4,-85-5 0,41 5 0,27 1 2,20 2 0,-50-7 2,-18 0 0,33-1 0,26-1 2,18 2-1,16-1-1,-84-4-1,15-1 1,27 4 0,5 1 1,-29-2 7,-62-1 1,16-1 5,5-4 1,2-4 1,-2-6 1,-39 0-2,-23-3-2,9-7 0,-2-8-1,-12-6-1,41-20 3,-23-41-3,-38-41-5,-31 1-3,-12-18-2,-34 54 0,-6 1-1,11-85-3,-20 52-1,-2-19 0,-4 37-1,-1-19 0,2-34-1,2-26-1,-1-1 0,-2 46 0,-2-44-1,-3-27-1,-5-24 1,-2 54 1,-2-7-1,-5-41 0,-4-27-2,-5-22-2,-8-14 1,9 100 3,-6-43 0,-9-29 0,-5-23 2,2 33 2,6 40 1,-9-44 1,-6-32-3,-6-18-1,12 85 0,-3-18 0,-10-34 4,-8-23 2,2 17 3,13 68 0,-8-45-2,-8-29-1,-5-18 3,15 73 0,-3-3 0,-9-36 1,-3-21-2,0-10 1,-4-6 3,24 108 0,-11-39 3,-11-23 0,-8-10-1,9 42 0,6 31 0,-10-31-3,-5-20 2,2-9-1,23 85 0,-5-25 2,-2-22 1,1-11 0,12 31 0,10 39-1,-2-21 1,-4-7 1,2 3 0,9 58 1,0-2-1,-6-4 1,-2 1-1,2 15-1,8 30-1,-7-10-1,-6-5-1,-4 3-1,-24-38 2,-17 6-2,-24 19-2,13 44-1,-60 4-2,13 20 0,-40 5-1,72 25 1,-58-5-1,54 18 0,-13 2-1,10 0 1,22 2-1,-23-2 0,-16-1 1,-8-2 0,41 2 1,-9-2 0,-16-1 0,-13 0 1,3 3 0,34 1 0,-21 1 0,-16 2-1,-7-2 1,34 2 0,0-3 0,-17 0 0,-11 1 0,1 1 1,43-1-1,-21 3 1,-12-1 0,-10 2 0,25 2 0,7 1-1,-20 4 0,-15 2-1,-9 1-1,-4 0 1,44-5 0,-12 6-1,-18 6 1,-11 7 0,12 1 0,30-4-1,-20 7 1,-12 6 1,-7 2 0,36-9 1,0 1-1,-18 3 1,-8 5 0,6 2 1,37-11-1,-18 5 1,-5 6 0,4-2 1,26-9 1,-65 13 6,51-48-9,16-14-112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1226 715 874,'-8'112'-22,"-1"1"6,1 31 3,-2 17 3,2-25 2,-2-24-21,-6 0-4,3-23-15,1 1-54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1068 1594 874,'127'-111'-19,"35"-57"-2,-31 16 7,-23 3 8,-10-24-3,-43 56 7,-8 9 2,-6-3 18,-141 252-24,8 53-5,43-50 7,11 16-1,13 5 5,8-41-1,12-16 7,30 1 12,60-210-7,12-41-4,25 132 5,-52 200-28,-35-95 7,-12 20-28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2665 1018 874,'-137'116'-19,"-27"48"-1,56-44 11,220-105 29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2702 619 874,'-55'143'-23,"12"-28"10,-4 19 3,2 15 3,12-40 3,9-2 2,3-11 2,31 46 11,141-118-4,-64-88-11,3-30-2,-10-13 1,-18 16 3,-26-19 5,-157 154-5,13 102 4,74-57 2,18 26 7,126-95-8,-1-29-2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3348 652 874,'-39'152'-25,"10"-39"14,-4 2-3,4-8-24,-7-12-11,-1-8-195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3720 459 874,'-44'85'-9,"-2"8"4,3-7-4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4267 486 874,'-117'66'-12,"-55"9"0,46-20 12,46 60 6,113 10-7,-18-3 4,-38-3-2,-31-1-2,27-32 3,165-81-3,-41-65-7,2 6-15,-14-10-14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3694 1069 874,'122'-77'-19,"-13"28"4,-9 2-15,-13 14-46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4059 1072 874,'-7'101'-10,"-1"34"9,91-261-23,-14-1 18,31 108 11,-88 154 0,73-136 11,48-139-34,-27 69 6,-1 118 19,-89 76-4,-9-33 13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5193 1489 874,'-136'8'-21,"18"-4"6,-38 1-1,-34 2-5,45-3 3,-22 2 0,20 0 4,-14 0-1,-60 1-8,-35 4 1,-25 2 5,93-5 5,-47 8 4,-38 10 3,-32 15 1,107-14-18,110-18 14,-10 4 0,-49 13-24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2399 3392 874,'54'-139'-17,"-21"31"4,2-8 1,-7 22 3,17-42-1,14-12 4,-22 52 2,14-17-2,0 11 0,14-7 24,17 248 2,-60-39-20,5 6-1,13 55 5,-20-69-1,-9-1 1,-23-3-1,-67 48 2,-104-31-11,50-69 0,2-28-12,32-25-9,8-61-53,59-33-118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3049 2325 874,'23'142'-14,"-22"-48"7,-8 61-4,-5-25 11,28 14 5,34-56-1,95-76-3,-36-55-8,-13 13-8,4-23-24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2959 2365 874,'171'-75'-27,"-41"42"12,-38 7-3,15-1-12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3079 2659 874,'172'-40'-25,"-43"8"9,-36 9-12,13-3-16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3563 2960 874,'8'104'-11,"-5"57"9,-9-64 4,38-189-14,19-41 0,3 12 11,61 34 9,-42 204 1,-73-13-8,-19 4-4,26-231-5,49-9 10,30 56 4,10 115-4,-68 67 1,-32 32-2,-3-47-5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4430 2599 874,'104'0'-14,"5"0"3,0 0-11,-21 6-797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4400 2837 874,'91'-9'-14,"32"-4"-9,-36 3-12,1 2-14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5196 2037 874,'15'87'-11,"-5"8"-2,0 35-1,-5 20 1,-2-21 4,-2-22 1,-1-7 7,5 32 5,71-217 12,-30-91-10,-5 18 6,-12 69-10,11 0-2,41-26 3,23 191 3,-76 74-20,-28-44 4,-6 14 4,0-3 3,0-21 5,18 39 7,93-177 6,-68-56-18,-6 11-1,-4-9-3,7-28-12,7-13-9,9 1-7,-18 47 3,-3-3-60,14 8-373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6343 2007 874,'-73'111'-15,"20"-21"4,-13 29-2,10-15 4,5-4 0,0 12 3,13-23-18,-6 35-11,7 19-6,9 5-7,14-39-6,9-3-5,24 0-3,-7-13-69,16-6 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6368 2599 874,'-7'120'-11,"-17"55"2,0-20 4,3-18-7,-5-12-11,-2-37-34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6322 2509 874,'147'-38'-16,"-45"27"6,-14 4 2,44 14-12,-42-2-21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6306 2838 874,'170'-28'-24,"-24"-1"4,-62 13-9,5-2-17,-2 5-349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6322 2278 874,'178'-24'-26,"-56"12"13,-9-5 4,40-23-37,-58 14-18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6694 1991 874,'129'49'-11,"-37"39"11,-76 4-1,-121 39-5,27-41-13,-16-36-413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7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6757 2914 874,'12'126'-12,"-10"34"10,-7-53 3,39-216-15,33-32-1,51 0 21,-5 101-1,-45 153 0,-70 6-5,-5-35-14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7214 3040 874,'-30'90'-6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7741 2752 874,'-130'75'-16,"-12"23"14,78 14 6,200-48-11,-34-24-13,-14-42-8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7851 1839 874,'70'87'-22,"-14"9"7,-2 33 1,-14 25 4,-25 22 2,-10-28 2,-18-13 0,-21 9 2,3-23-5,-40 38-4,24-58-12,9-5-5,-20-8-53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2224 3667 874,'85'-18'-11,"7"-1"-2,31-3-1,32 0 1,-59 8 4,49-2 4,38 1-4,30 1-4,32-1-7,25 2 0,20 2-1,-102 4 4,56 1-2,-64 1 5,43-1 0,-30 2 0,17 3-1,64 1 2,44 3-1,24 1 1,-115-2 2,62 5 0,39-1 5,27 3 2,-55-2 3,-35-2 2,51-4 1,39 1-2,31-1-4,-136 0-25,-140 0 22,22-1-13,-41 0-2,0 2-15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2260 5467 874,'36'-95'-9,"17"-40"4,-5 11 3,14-39 0,-10 25-2,3-7 4,-15 57 3,55 259-6,-77-66-2,-1 7 0,-1-4 6,6 46 1,-6-2 3,-65-28 0,-97-58-3,7-50-6,6-79 7,42-4 5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3258 4561 874,'-88'24'0,"7"19"-9,-26 49 4,49-3 3,17 37 0,32 45 0,15-30 4,27-3 2,81-58-2,0-130-3,-31 8-4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2869 5048 874,'168'-46'-23,"-52"16"11,-8 2-16,-20 8-40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3331 5108 874,'-16'108'-10,"0"25"8,0-40 3,64-223 0,45 51-2,8 122 1,-73 85-2,20-226 3,44-11 0,7 124-2,-31 114-3,-72-5-3,-2-36-11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4265 5021 874,'85'-8'-10,"42"1"5,-38 4-56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4265 5230 874,'158'-20'-18,"-54"4"7,-7 1-12,-11 4-94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5831 4043 874,'-119'40'-7,"-18"55"-2,41-2 6,26 10 3,16 68-2,37-16 1,25-55 0,11 17-1,7 11-2,-7-42 1,7 27-1,5 18 0,-6 10-4,-7-15-2,-8-20-8,-8 19-7,-9 8-8,-13 2-7,-12-6-6,5-34-8,-58 71-69,-41-35-12,18-68 8,20-27-69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6057 4758 874,'0'123'-11,"0"39"6,-2-67 4,0 0 0,-5 41 0,2-19 1,-4-23 8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6006 4719 874,'176'-24'-23,"-55"15"18,5 7 1,32 2-2,-45 19-8,-17 6-29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6006 5001 874,'87'8'-10,"0"-2"-1,20 2 1,14-2 1,-14 1-13,-15-2 5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6925 4382 874,'-172'-3'-21,"50"5"9,-19 4 2,-1 2-10,31-1-5,23-6-5,-24-23-42,28-8-195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6450 4193 874,'166'4'-22,"-65"11"18,-12 10 9,8 49-1,-100 26-4,-60 1-6,-12-15-184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6430 5283 874,'-8'99'-10,"-18"39"7,-15-6 5,45-231-7,69 6 6,34 79 1,-49 139 1,-36-33-2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6986 5351 874,'-114'48'-6,"17"38"5,215 24-2,-10-62 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6697 5503 874,'24'88'-102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7182 5154 874,'-11'89'-6,"-1"-1"-23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7508 4862 874,'0'124'-7,"2"2"2,6-20 2,39 45 6,31-59-3,-14-184-3,-52 0-2,1-53-1,-5 13 11,43 13-3,104 47-2,-62 83-1,21-5-13,-26 30-417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8202 4561 874,'-157'9'-11,"49"0"1,19-2-1,-57 2-11,52-6-8,6-5-126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7763 4425 874,'144'-3'-14,"4"20"9,-50 26 9,-58 50-3,-66-3-2,-32-3-434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8148 5062 874,'-22'102'-7,"2"-16"-2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8715 5193 874,'-95'-26'-8,"-27"32"3,12 50 6,42 38-1,89 22-2,103-95 2,-33-154-2,-35-43-9,-32 57 1,-7-9 2,-5 4 9,-7 12 2,-2-23 2,-28 259-2,6 29-4,4 1-5,11-12 3,23 8 8,20-60 5,46-112 0,-59-90-9,-8 26-10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8753 4530 874,'4'112'-9,"0"1"4,0 0 1,3 28-3,1-56 0,23 52-10,-9-47-16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8693 4864 874,'149'12'-20,"-34"7"6,-10-2-14,-17 3-45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7237 5311 874,'76'87'-10,"43"17"5,43-2-1,-18-34 3,4-20-2,-32-31 2,25-7-1,-15-9-2,-12-2 1,34-15-2,24-13 0,13-14 1,-57 11 1,11-10 1,-3-8 3,-24 5 6,29-36 13,-89-49-4,-32 41 14,-47 3-651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4385 7014 874,'85'0'-12,"5"0"1,14-2 4,10-5 2,-13 1-11,-15 0 7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4400 7338 874,'173'31'-25,"-36"-66"6,-40 15-21,15-12-19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5075 7208 874,'162'-34'-25,"-13"-1"-4,-62 14-11,5 1-25,-4 4-462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6012 6233 874,'-109'135'-13,"48"34"8,57-60 1,20 17-1,25 67-5,13-1-2,-14-51 6,-5 20 1,-12-10 0,-9-31 1,-16 23-8,-21 13-7,-18 2-8,-17-2-8,4-36-7,-1-17-6,-20-13-8,13-6-57,-23-10-126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6148 6739 874,'45'95'-11,"36"75"-2,-29-62 7,0 9 1,-9-18 2,16 55-13,-23-52-15,-10-14-267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6372 7160 874,'-71'134'-12,"27"-2"6,15-43-9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6893 6986 874,'-1'149'-14,"-2"-58"7,6 6 2,8 47 1,15-41 8,75-1 1,4-121-1,-28-71-2,-48-70-9,-32 53 2,-6 12 0,-20-64 1,-4 22 10,41 29 1,97 38-3,-16 66-5,21-8-6,-25 38-287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7507 6562 874,'111'-83'-8,"-25"72"5,19 56 3,-109 78-1,-106 13 2,103-23 0,142-81-7,-40-19-8,-5-29-419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6741 6653 874,'145'-19'-15,"-48"8"7,11-3 1,-2-7-3,-15 5-7,2-3-8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7057 6385 874,'147'43'-12,"-16"32"12,-86 64 0,-104-39-2,-15-15-183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8529 7130 874,'-121'24'-11,"-35"24"6,16 16 3,75 57 5,178-53-5,-25-78 2,34-106-3,-80 28-2,20-69-3,-29 40 3,-2-13 0,-11 32 5,-5 2 3,-6 5 0,-9-4 4,-15 287-9,7-65-2,2-17-2,2-11 0,1 9 4,6-4 6,14-15 0,94-12 7,-10-201-11,-57 11-4,13-74-5,-35 62 3,-10-1 3,-4 20 4,-12 6 5,-16 211 2,14 71-9,5-64 0,1-25 3,1-4-1,5 5 3,18 9 4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8588 6862 874,'90'-24'-12,"6"7"-3,36 1-1,-38 4-13,13 0-14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5586 7128 874,'-120'44'-12,"30"-26"4,-17-2 0,-47 1-2,42-14 12,208-35-7,62 13-1,-70 11 5,57-3 1,-41 0 9,-204-31 1,-5 29-14,-46 0-3,253 31 3,52-8-8,-16 0 7,-266 3 11,-27-8-11,20 1 6,260 5-1,-21-7-3,-4-2 2,46 5 8,-266-12-10,4 2 0,13 0 0,-37 3 19,250 2-8,-21-1-11,45-1 14,-226 11-7,-9-9-13,13-6-60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10094 6339 874,'-89'100'-15,"-72"32"3,34-36 7,17-12 5,-9 46 1,48 2 3,81 24 0,40-59-6,71 61-8,-28-70 2,17 8-10,-2 0-8,40 37-49,-18-22-27,-40-39-110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10181 6735 874,'-76'129'-14,"29"28"7,36-45 6,27-22 3,80 19-1,20-82 2,27-74-2,-22-74-6,-64-6 0,-61-21 5,-55 57-7,-26 20-37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4535 8946 874,'146'-19'-14,"-56"3"7,55-17-7,-53 11-10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4430 9237 874,'169'-35'-17,"-62"8"6,15-10-1,-14 5-13,-13 2-2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5181 9010 874,'172'-8'-23,"-35"-5"6,-40 6-13,16-5-17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6512 8305 874,'54'95'-12,"26"83"-2,-32-62 7,4 12 2,0 0 0,14 38 9,-18-44 3,-16-32 16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6827 8757 874,'-76'102'-12,"-30"42"3,36-31-5,19-3-1,11-23-29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7072 8590 874,'164'29'-19,"-73"6"11,-6 21 4,10 89 4,-87-28 2,-52-14-7,-75-1 11,28-65 2,35-134 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7548 8620 874,'-91'75'-10,"0"26"7,45-15 4,37 30-2,108-12 0,-5-88 0,-10-82-1,-2-21-618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7316 8225 874,'-11'156'-12,"3"-49"4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7597 8000 874,'95'-26'-9,"22"43"8,-23 90 1,-108 1-3,-34-19 3,-3 1 3,112 5-4,49-34-6,5-65-3,-29-40-34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6321 7814 874,'-79'161'-23,"29"-61"13,0 19 1,14-14 3,9-10 0,9 14 5,7-23-1,17 44-4,21 34-1,21 30-1,17 22-4,-9-27 1,-9-26 1,-7 22 5,-22 1 7,-24-18 5,-1-56 0,-23-11 3,-99 44 9,38-107-11,-9-38 1,-9 13 6,20-50-125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8446 8938 874,'-157'23'-17,"66"-3"11,7 7 7,-25 26 2,97 54-1,142 1-9,26-121 5,-60-37 1,-24-113-3,-45 63 0,-6 11 0,6-32-2,-1-11 3,-9 40 0,3-16 0,-1-1 8,-4 18 0,2 3 4,-12 248-12,-18 34-8,2-55 6,1 8-2,2-7 5,4-32 5,6-22 0,48 46 10,51-167-3,-17-104-12,-42 20-5,1-26-2,-2-4 2,-13 48 3,0-2 0,0-14 15,-51 217 3,-3 45-17,11-40-1,3 17 2,4-16-2,12 57 13,83-197-412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8573 8529 874,'162'7'-26,"-21"14"7,-41-7-24,16 5-20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 10780 874,'-121'16'-7,"-37"61"-5,35 15 4,21 7 4,15 59 8,117-28-2,85-99-1,28-114-9,-62-14 0,-8-14 1,34-94-9,-57 68 11,1-5 4,-15 34 2,-4 9 2,-1-2 3,7-44 8,-64 339-2,-2-43-21,3-26 0,-3-1 0,-6 15 4,2 1 3,8-13 5,8 35 7,110-133 1,1-47 7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 10353 874,'-87'123'-13,"11"48"4,52-69 6,12 7 1,11-12 1,13 64-1,15-34 3,44-25 5,45-103-2,-29-17 0,-1-43-626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10353 874,'148'4'-20,"-39"8"9,15 0 2,1 1-3,-21-4-11,7 2-8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10596 874,'111'46'-11,"-22"-25"3,22-2-1,-21-5 2,-3-6 1,14 4-18,-15-5-257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2707 11034 874,'-43'151'-17,"15"11"19,69-300-13,5 13 7,42 25 8,15 188-4,-102 45 2,-29-44 4,40-194-13,61-42 4,3 39 7,15 40 0,11 95-2,-54 110-3,-47-12-3,-36 8-10,7-44-16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3544 11514 874,'-206'-4'-40,"49"-3"21,-31-4-2,-24-3 2,-11 1-28,3 2 0,56 1-1,22 6-2,10-1-19,37 3-2,-17 8-62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2390 11722 874,'-37'151'-18,"17"-53"10,2 17 1,6 11 2,7 5 2,2-7 4,3-24 2,-11 24 1,-56-232-7,28 17 1,-36-47 0,-7 44 5,-29 92 2,45 108-3,85 53-2,40-32-2,24-37 0,17-38 4,31-67 1,-4-82-5,-21-52-7,-54 48 3,-1-26 0,-16 38 0,0-18 3,-8 22 1,-1-3 2,-4-40 8,-87 264-6,13 48-9,28-50 4,5 14 0,7 3 3,4-35 3,4-14-2,0-7 1,-11 0 16,-5-198-1,40-32-13,23 46-6,29 3-1,29 6-2,-10 17-1,-2 14 0,24-2 2,-18 4-11,9 11 4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3349 11539 874,'96'13'-15,"82"23"-1,-85-16-4,-7 5-265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3349 11798 874,'156'23'-21,"-19"-24"3,-41 1-11,16-1-20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4564 11007 874,'-71'121'-13,"33"-33"5,0 26-1,9-16 1,9 0 2,2 11 1,4-21 1,-6 32-3,-8 10-7,7-40-7,-14 0-8,-88 8-49,39-50-73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4121 11787 874,'-86'-104'-10,"30"19"3,-1-79 2,49 73 4,16-61-3,28 56 3,40-48-2,91-9-2,-68 96 3,77-6-2,-66 62 4,-1 22-1,43 37 2,-41 67 4,-91-39-2,-29 10-2,-37 47-1,-18-57-3,-17 5-1,-58 46-15,44-50-19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5210 11220 874,'-147'67'-18,"56"-9"7,-10 23 1,-50 67-5,89-62 11,-48 119-7,60-51 5,17 19 1,13-50 2,13 18 1,18 11-12,24-7-9,-14-51 3,-6 3-31,24-9-318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4841 11920 874,'-11'144'-12,"4"45"5,3-38 9,-8-244-6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4820 11767 874,'162'19'-22,"-54"6"6,39 20-22,-57-16-13,-4 16-501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4820 11980 874,'166'49'-24,"-34"-12"8,-39-12-9,16 6-15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5421 11635 874,'-139'4'-13,"-36"-13"8,84-5 1,-22-2-8,28-11-597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5145 11425 874,'105'36'-10,"37"54"-2,-41 38 11,-67-27 3,-86 27-2,-49-39 2,13-49-620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5348 12183 874,'-17'137'-11,"-25"-1"10,94-240-6,19-20 1,28 41 8,10 102-2,-91 104-1,-38 10-5,-9-20-9,0-25-37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5767 12284 874,'-64'100'-9,"5"-11"5,-5-4-435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5949 12194 874,'-125'1'-4,"60"131"-3,86-39 4,116-12-7,-50-67-1,1-42-416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6142 11512 874,'68'119'-21,"-26"-10"6,0 35 1,-9 33-2,-18 32-4,-22 8 0,0-64 4,-30 46 0,14-65-34,-32 47-5,-35 18-5,32-70 7,27-42-59,-42 41 15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7981 11295 874,'-137'-76'-7,"21"96"3,33 82 1,83 34-2,38-16 4,55-40 4,11-86-2,13-150-11,-49-16-5,-48 50 9,-9-10 1,-9 11 3,-3 30 0,-3-9 4,-3 15 2,-9 265 6,28-63-12,2-15-1,5 19 2,4 8 0,-2-19 1,-5-24 4,15 46 5,55-149 4,-26-82-12,9-83-8,-39 84 3,11-59 2,-24 66 3,4-41 2,-103 235-2,69-12-6,7 86-4,18-61 6,10 3 2,-4-34 3,51 82 1,44-63 5,-7-119-1,-21-18-52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8182 10840 874,'97'2'-14,"-2"1"1,27-5 1,-34 1-8,11-1-9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8242 11099 874,'158'63'-20,"-54"-56"11,-7 4-11,-10-11-94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8540 11390 874,'-6'121'-12,"11"51"7,4-61 4,55-231-5,-18 7 2,1 14 4,41 15 8,-18 171-3,-55 74-5,-21-74 0,15-183-3,30 10 7,51 50-2,10 74-4,-15 82-3,-40 37-5,-66-46-10,-26-23-29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9332 12046 874,'-150'-32'-19,"48"15"9,-21-5 2,-13 1 1,-9 3 2,-8 7 3,16 3 2,25 4-3,11 1-4,10 1-1,-17-1-2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8397 12178 874,'-24'141'-16,"14"-40"7,8 21 1,4 12 1,4-22 2,-2-23 12,-19 54 0,-74-130-1,-41-108 0,13 57 3,116 188-17,91-46-3,65-40 6,-18-85 4,-18-114-5,-67 17-1,-14 5 1,-10 10 0,-10-23 2,-6-5 4,-6 11 3,-8-20 3,-18 261-2,12 61-11,4-85 4,0 11-2,2 29-1,-2 12 2,1-22 4,-2-30 8,-22 15 8,10-228-4,49-53-14,26 12 3,-2 70-4,19-2 2,17-1-1,4-7 3,-9 33-53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9294 11920 874,'112'13'-8,"5"2"6,-31 0-23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9383 12194 874,'164'9'-30,"-66"-2"-19,-14 7-739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10058 11510 874,'0'155'-17,"0"-58"9,0 16 2,0 11 2,3 5-4,-2-35-2,3 1-4,3 65-43,2-75 17,0 9-69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9969 11449 874,'133'4'-16,"-34"9"7,12 5 3,40 4-14,-39-3-15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9983 11767 874,'102'58'-10,"-16"-36"3,4-7-1,70-6-2,-75-6-7,3-9-4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9864 11053 874,'88'17'-10,"11"-1"-6,27 0 1,21-4 3,-59-5-9,23 5-23,-25-4-705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10209 10824 874,'120'60'-15,"38"57"3,-34 41 9,-75-26 6,-57-19-3,-86 12-2,5-31-5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10314 12178 874,'0'88'-10,"7"77"2,-6-75 9,-2 4 1,35-217-7,4 6 3,89 74 5,-47 185-9,-65-25-5,-20-22-20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10700 12422 874,'-31'121'-5,"19"-34"-19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10944 12284 874,'-91'16'-6,"16"68"4,44 10 0,39 7-1,65 3-2,18-97-5,-9-15-61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11144 12209 874,'-12'117'-8,"4"-27"3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11320 11950 874,'48'111'-10,"8"27"2,4 4 5,-1-28 5,65-44 1,-39-190-4,-77 34-2,-13-10-1,-12-44-2,-8 27 6,152 102-4,-33 65-3,14 6-24,-24 1-255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11921 11601 874,'-120'-5'-11,"-51"9"4,73 2 4,-1 0-3,9 0-6,3 0-5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11650 11449 874,'121'71'-15,"24"29"11,-71-7 9,-149-7-5,-30-11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12579 12207 874,'-132'-17'-12,"-17"-1"7,42 9-2,21-3-109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12527 12493 874,'-121'-17'-11,"26"8"5,10 0-4,-3-3-178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12655 12407 874,'165'17'-20,"-57"-6"9,6-3-2,-6-7-3,-16 2-12,1-3-12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8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13136 11737 874,'127'73'-18,"-42"-6"10,2 22 2,39 69-5,-75-68 7,28 94-6,-41-61-1,12 52-31,-24-67-19,-12-24-463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13561 12270 874,'-62'93'-9,"-5"39"1,21-2 10,32 5-1,3-39 2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13781 12150 874,'35'126'-11,"31"43"0,-21-77 7,26 40 4,-11-41 0,29-130 2,-58-62-4,-22-37-1,-16 46 1,-7-2 1,-12-34 5,49 27 2,133 55-3,-63 49-7,27-1-14,-32 11-412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14367 11722 874,'140'-3'-5,"-28"82"4,-63 16-1,-69 34 0,-33-3 2,70-24-2,69-42 0,0-57-290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14231 11664 874,'-117'0'-10,"-64"-5"-3,77-1 9,17 1-4,-42 5-12,28 4-30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13811 11463 874,'124'86'-18,"25"45"4,-62-23 15,-96 12 6,-91-64-6,13-20-2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15285 12011 874,'-60'105'-10,"-59"-12"5,-6-25 0,11-15 4,-10 13 0,16 52 5,122 37-4,49-11-5,0-51-1,51 46 7,10-202-1,-28-42-1,-73 18-186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15214 12254 874,'-41'95'-9,"7"32"5,25-21 3,39-5 4,100-26-5,-24-104 0,-39-77 0,-66-45-4,-33 40-6,-65 26-32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7283 10402 874,'8'152'-22,"-5"-28"7,-3 30 0,-3 33 0,2 33-6,-2 33-3,2-6 2,1-51 2,0 69-11,-3 39 1,2-94-30,-3 41-5,2 34-2,2 12-3,1-45 2,0-64 3,1-28 7,-1-57 6,0-3-65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7176 10338 874,'162'9'-26,"-34"-5"14,2-1 0,-27-2 4,33 1 1,-41-1 1,53 0 0,45-1-6,-44 0 3,22 0-2,45 2 0,35-2-1,27 1-4,23 4 0,-107-1 2,52 5-1,38 6 0,22 4 3,-37-2 3,-41-1 1,46 2 3,30 5 2,18-1 2,16 2 1,-82-5-1,4 2 0,36 4-1,-24 0 1,-51-5-1,47 5 2,30 5 1,16 0 2,-84-7 0,15 2 1,32 1 2,13 1 1,-23-2 3,-70-8-1,27 4 6,11 3 4,2 3-2,-59-7-1,-6-1-1,16 5-2,0 5 0,-13 6 0,-57-11-3,3 9 6,-10 12-4,38 39 4,-26 51-6,-67-44-9,16 56 1,-35-29-4,-2 24-5,-3 24-2,-4 2 0,-10-38 1,2 41-1,-1 26 0,-7-59 2,3 28 1,-1 22 1,-1 8 3,1-3 4,-5-24 4,-4-51 0,1 0 4,-6-9 2,-8-10-1,-10-5-2,-51 48 6,-25-57-6,-62-33-8,28-31-3,39-17 1,-14-6 0,-15-3-1,3-4-1,28 1 1,-22-3-2,-16-1 1,-12-1 1,28 3 0,1 0 0,-19 0 0,-18-2-1,-6-1 1,46 2 0,-31-1-1,-19-3 0,-13 2 0,28 3 1,11-1-1,-24-2 1,-12-1 1,-7 1 1,60 4 0,-27 2 1,-15 1 0,-10 2 1,23-2 0,22 4-1,-24-5 1,-15 2-2,-11-1 0,55 3 0,-22-3 0,-20 0-1,-13 2 0,-9 1-1,7 2 1,48-1 0,-25 1 0,-18 1 1,-11 0-1,35-1 1,5 1-1,-27 0 1,-18 0-2,-10 0 0,63 0-1,-33 2 1,-20 2 0,-15 2-1,35 0 2,14 0 0,-25-1 1,-19 0 0,-11 0-1,69-2 1,-29 2 0,-16 1 0,-10-2 2,24-2-1,28 0 1,-22-1 0,-10 0 1,-3 2-1,-1-2 2,40-1 0,11-1 0,-7-2 2,2-2-1,10 1 1,-47-4 5,10-1-3,46-15-2,23-3-4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7238 12407 874,'-9'119'-8,"13"38"1,2-32 3,4-13 2,2 41 3,-3-30 2,9 8 2,67-24-4,1-83-2,32-16-4,-33-8 0,37 0-2,-31 1 1,28 2-1,36 8-2,-54-5-3,-13-2-13,-2 6 10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8651 13285 874,'-119'-18'-6,"2"-2"1,13 8 3,-44 11 0,47 4 0,-7-1-1,-70 2-2,67-2 3,0-1 3,23-1-1,-37 3 6,38-6-622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7802 14317 874,'-103'-26'-30,"-51"-34"39,1-50-7,66 12-2,31-6-2,13-62 4,25 20-3,12-14 1,10 26 1,0 32-1,0 6-1,0 2-2,3-36-3,-6-24-3,-5-17 1,-8 3 2,3 44 2,0 10 3,3-3 4,8 4 1,7-2 0,8 0 1,16-77 4,-13 56-9,-10-20-3,-10 20-2,-5 19-1,-14-11-11,-5 3-8,9 15-7,30-23-44,3 49-76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1151 3025 874,'3'93'-13,"2"1"3,-1 28 0,-4 25 0,-4 25 0,-6 23 0,1-29 3,-3-11-3,-1 21-3,1-36 3,-6 53-4,2 42-2,3-63 3,0 36-3,-2 53-2,-2 39-3,-1-4 2,5-71 2,-3 58 3,-4 41-1,5 31 2,5-79 3,0 9-2,2 56 0,2 39-1,7 25-1,7 21-37,-3-142-5,10 52-4,10 37-2,8 24 3,-5-39 6,-4-73 6,-2 51 7,-7 32 4,-11 17 5,-7 11 17,-2-80 5,-3-24 4,0 39 4,-2 21 1,5 1 0,0-122 0,3 39 0,1 15 0,1 7 0,0-54 0,0-42 0,0 0 0,0-71 0,0-22 0,0-3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1037 13425 874,'112'3'-6,"-1"2"-1,75 7-2,-10 0-1,-27-4 3,43 3-5,-9-3-3,-18-2-2,55 2-7,42 3-4,33 4-1,-91-5 6,38 9 1,33 7-31,12 9-4,-8 6-5,-98-14 7,-96-16-22,18 3-9,12 8 38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1015 8377 874,'-3'152'-15,"0"-55"8,-3 19 0,-1 15 1,2-36 1,2 14 1,2 27 0,2 4-2,0-23 1,2 44-2,5 38 0,3 26-5,-3-53-2,4 16-1,2 42-2,4 24 4,-1 20 2,-2 11 3,-5-97 1,0 48 1,0 36-3,0 24 0,-4-40 1,0-36 2,-1 38-29,2 22-8,-1 10-8,-2-90-6,0 22-5,6 19-4,7-9 2,16-48 2,-10-65 6,-14-18-62,21-7 76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1131 13301 874,'152'23'-17,"-49"-13"10,18 2 1,15 3 0,-33-4 1,8 1 1,-3 0 0,-1 0-1,49 6-3,39 2 0,37-2-6,-78-6 2,64 2-7,55 6-9,47 8-6,-28 0 1,-51-3 1,43 11-34,-100-13 8,-88-14-25,-8 3 32,36 6-61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978 7875 874,'-4'91'-10,"7"-6"0,1 22 0,0-21 3,1 5 0,3 36 0,0 13 3,-2-32 0,2 53-5,-2 39-3,1 32-5,-2-40 1,1-4-1,3 45-1,3 31 5,0 18 2,-2-96 0,0 58-1,4 44-1,-3 32-1,-2 21 1,-1-27 1,-4-69 2,0 43 3,-1 21 2,5 9 6,-2-81 5,5-5 3,11 27 6,13 17 2,6-14 1,-10-80-2,11 8-26,-14-67 1,-8-19 9,7-9-86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903 13348 874,'123'19'-13,"-26"-5"4,22 2 0,19-1 2,12 0 0,-49-6 2,38 2 0,-41-5-3,44 4 1,33 0 0,-17 0 1,-6-2 1,45 1-4,34 3-3,23 1-1,-87-4 2,48 3 0,30 10 0,12 10-27,-41-2-7,-36 5-7,19 16-6,10 9-3,11 1-3,-68-17-2,17-7 0,6-8 4,-24-17 6,-57-4 16,12 6-57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1298 16946 874,'-16'-119'-25,"5"20"12,4-13 19,2 20-6,-2-17-1,-1 0 0,3 19-2,-4-27-1,-1-27 3,1-23-1,1 38-4,1-11 0,0-29-1,1-22 1,-1-2 0,3 55 1,-1-35 1,-1-24 1,1-18 1,2 43 1,1 8-1,-1-31 1,-1-19 0,3-13 0,-1 79 0,2-39 1,3-23-1,2-17 0,2-13 0,1 20 0,-3 49 1,5-33-1,2-21-1,-3-11 1,-2 57 1,-2 1 1,-2-24 0,1-11 1,0 6 1,0 58-1,-1-34 0,-1-18 0,-3-11 0,-2-2-1,-1 34 2,1 32 0,-2-18 0,0-13 1,-2-6-1,3 57 0,-4-15-1,-3-17 0,-1-9 0,-1 14 0,4 34 0,-6-21-1,-4-14 0,1-9 0,3 42-1,1-2 1,1-20-1,1-13 1,3 4-1,3 42 1,2-24-1,2-18 0,0-7-1,1 33 1,0 7 0,1-19 1,2-15-1,5-6 0,-3 54 0,3-25 0,2-16 1,2-9-1,-3 21 0,-2 16 0,4-24-1,3-16 0,2-7 0,-4 54 0,2-18 0,2-12 2,-3 2 1,-3 5 3,-4 15-1,-2 35 1,0-3 0,-2-2 0,6 3-1,3-41 5,4 254-10,-21 19-6,2-40 3,-1 16 1,2-6 0,0-18 0,-1 28 0,-2 22 0,-1 21-2,3-47 1,2 24-1,2 33 0,0 25-2,1 15 0,1 2 1,-1-67 1,-1 34 0,-2 22 2,0 19 1,3-36 0,2-17 1,3 38-2,0 28-4,-3 20-1,-1-90 1,-4 43 0,-9 23 1,-9 9 4,0-35 5,1-38 0,-2 25 2,1 20 1,3 14 2,6-70-1,4 29-2,4 31-4,3 22-3,0-21-2,-1-50-1,-6 33 3,-4 15 3,-2 6 1,3-56 1,0 3-1,2 23 0,1 19 1,5-6 1,2-58 0,1 31-1,0 21-2,-3 12 0,-5 7-1,-1-32 1,-1-30 0,-2 22 0,0 17 0,8 14-1,2-61 0,6 22-1,4 26 0,0 8-20,-3-74 3,-2-44-8,2 2-7,-8-7-649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 10905 874,'12'140'-17,"5"-35"8,6 21 1,1 20 0,-5-24 1,-2-1 1,-1 4 1,-3-14 0,5 45-4,-2 23 3,-4 13 2,-4-54 2,-2 10 2,1 19 2,2 6 0,-1-11 2,-1-48 1,1 17 1,-1 0 3,-2-9-1,-1-31-1,1 65 7,15-24-4,68-11-1,16-74-10,-14-34-2,19-3-3,3-6-1,-27-3 0,30-1 4,25 0-2,23-3 0,-31 1-1,5-1 0,31 0 0,19 2 0,-2 2 2,-57 1 2,20 2 1,8 8 3,2 5 2,-28-1 1,-13 1 0,27 5-1,27-1-3,33-1-4,-71-7 0,58 1-7,39-1-8,12 2-2,-45-3-28,-38-3-6,-6-1-7,-38-9-5,-19 1-36,-12 0-55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304 874,'39'125'-15,"-20"-19"3,-8 28 1,-7 13 0,-3-38 2,-2 22 3,-2-20 1,-3 65-8,-1 50-9,-1 46-8,0-24-3,1-24 1,-4 70-2,-3 52 2,1 46 6,3-128 2,6 70-4,11 63 1,11 47 3,9 35 4,7-5 3,-9-138 2,15 75 4,7 50 3,3 33 1,-9-94 2,-3-23 2,9 68 0,9 42 1,5 15 1,-21-166 0,18 82 3,9 44 0,6 25 0,-12-80 1,-7-51-1,5 57 10,-6 36-4,-18 29-2,-16 23-5,-9-124-3,-10 9-2,-6 59 0,0 38 0,3-6 4,2-140 0,7 69-5,12 42-41,13 25-3,-12-168 6,-16-211 13,4 14-14,-1-11 3,4 12-26,1-3 50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16431 1383 874,'94'-80'-10,"33"36"8,-10 85 2,-85 72-3,-76 28-11,-92 27-4,40-105-5,-5 13-37,16-43-17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17047 1125 874,'-82'114'-13,"-46"48"-1,55-72 10,6-2 2,-19 42 7,77-27-1,112-97-6,5-23-7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17234 1135 874,'-54'115'-13,"19"-31"7,1 16 1,6 9-2,12 0-2,17-8 0,-8 15-17,22-30-90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17439 1140 874,'-29'160'-19,"-1"-59"11,-3 4 4,0-4 4,-4 41 5,73-42 0,70-184-2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17203 1510 874,'117'-51'-11,"32"-32"-4,-33 6 0,-29 20-21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17652 1094 874,'50'140'-14,"-32"-46"7,-13 17 0,-17 10 2,-14-5-4,-13-13-1,-10-15-4,12-3-19,-35 1-107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17940 1384 874,'101'30'-9,"11"-50"4,-24 8-56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17894 1713 874,'117'-24'-11,"61"-45"-2,-91 36-3,1-6-8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18955 957 874,'-31'104'-20,"-8"-2"4,-14 23 3,-13 8 5,-6-1-15,1-7-6,10-17-4,-15 21-44,24-42-68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18510 1110 874,'72'109'-13,"8"72"1,-39-76 3,3-5-1,5-12-1,54 24-27,-18-29-87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19134 1509 874,'105'-66'-10,"20"-49"4,-79 5 9,-133 98-4,-15 56-9,2 28 2,3 54 7,49-8 5,100 6-1,111-80-5,-4-91-5,-55 7-16,-19-31-167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19155 979 874,'89'-8'-10,"82"-28"-5,-82 15-2,-2-2-272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19719 395 874,'-92'75'-4,"184"1"0,50-110-6,-44 1 6,-196 66 3,-11 62 8,109-10-5,107-37-2,-65 50 0,-146-13 0,79 32 2,114-24-2,-107 14 1,7-20-25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19995 395 874,'-7'113'-6,"-13"40"3,11-66 4,0 46 1,4-30 1,-2-15-632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19906 623 874,'127'0'-10,"-27"16"-3,-8 9-11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20056 1224 874,'-67'94'-14,"-7"11"13,30-2 2,44 42-2,41-34 0,64-85 2,18-87-6,44-127-13,-97 97 11,19-21 6,-146 259 5,6-22 4,131-29 3,51-160-17,-4-48 7,-69-8 6,-141 18-5,-24 61 1,133-71-7,109 41-14,-38 52 9,7 26 2,-10 26 4,19 47 6,-85 78-3,-53-70 1,-52 50-8,-21-63-9,10-27-78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21298 943 874,'-64'158'-19,"31"-64"10,2 8 4,7-6 9,12 34 4,115-126-6,-29-100-7,-2-38 0,-30 44 5,-33 181 10,16 5-4,6-13-1,78-33-7,-26-161-4,-39 23 1,20-58-14,-28 62-12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21572 1486 874,'13'110'-10,"28"-8"12,65-114-4,-15-53-5,-17-22 5,-66-9 5,-112 119-5,-13 14 3,30-8 0,0-10-851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22040 960 874,'-45'131'-25,"17"-42"27,6 9-2,9 2-2,-2-6 3,6-6-31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1217 874,'130'-32'-13,"45"13"2,-71 8-5,-19 14-272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22278 1298 874,'140'-16'-13,"32"-17"4,-71 13-5,-13 2-414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22478 1049 874,'-43'134'-12,"19"24"12,11-66-1,9-4-620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22854 1003 874,'-44'108'-11,"-1"25"12,46-6-1,96-71-2,62-130-10,-61-2 2,42-49-6,-69 29 24,-163 151-13,-43 83-2,16-18-17,33-76-27,1-22-381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23416 851 874,'94'133'-20,"-50"-38"13,-16 12 8,-23 7-2,-29 3-3,-25-1 0,-21-2-1,-45 42-25,1-64-26,25-40-78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23112 1094 874,'-60'100'-11,"-22"56"2,19-17 2,21-6-5,10-26-22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21168 774 874,'-28'93'-15,"1"-3"6,-10 23-1,-3 20 1,-3 12 3,8 6-9,14-3-6,28-14-6,-3-42-12,87 44-47,-23-50-78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16468 3046 874,'97'-133'-16,"47"61"13,-12 101 4,-69 55-3,-53 42-6,-36-26 2,-4-13-4,-36 21-17,-9-22-286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16956 2781 874,'-55'139'-20,"16"-39"16,-3 5 0,5-5 8,20-12 0,56 16-1,81-142-9,-27-2-9,-6-34-418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16753 2401 874,'23'167'-13,"-11"-80"4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17249 2934 874,'129'-4'-11,"12"20"10,-39 0 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17278 3294 874,'126'-29'-12,"-17"1"-3,-11 2-12,-11 5-50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17849 3156 874,'125'-20'-12,"-37"1"5,21-3-1,-16 2-10,-7 0-2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18988 2524 874,'-26'132'-13,"-7"-43"4,-20 21 2,-13 12-1,-4 0 1,2-1-7,9-9-6,13-22-14,-5 4-26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18555 2645 874,'53'111'-11,"14"39"6,-31-59 2,4 4 1,4 0-3,5 13-8,-7-20-174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19110 3232 874,'127'-98'-9,"-10"-66"8,-79-1 2,-51 57 0,-75 58 1,79 151-5,19 27 2,0 16 0,-2-53 0,8 0 1,26 22 1,60-301-16,-64 71 7,19-50 4,3 52 9,-32 240-3,-29-32-1,1-3 1,8 58 2,25-30 0,71-135 3,-40-185-18,-28 86-1,17-53-32,-19 62-29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19771 3233 874,'37'133'-5,"68"-73"1,-22-156 3,-62-40 2,-147 77-3,42 64-3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20192 3020 874,'98'-53'-9,"21"-47"4,-23-33 7,-183 76-4,-3 93-3,5 35-1,-1 58 5,61 23 3,114-42 0,34-86-4,7-91-6,-39 15-18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20281 2502 874,'125'-4'-11,"-24"-10"1,-10 4-10,-3-2-98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20894 2052 874,'-112'80'-14,"-37"36"12,88-11 5,166-39-5,16-36 3,-139 60-3,-77 23 3,163-25 0,5 14 1,-48 17 1,59-31-55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21025 2082 874,'4'111'-9,"-24"38"3,1-65 4,-1 2 2,5 1 0,3 33-1,41-21-1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20912 2376 874,'119'-7'-6,"-21"1"0,4-1-2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21260 2722 874,'-83'98'-12,"-7"49"10,74-14 4,160-121-6,-45-93-5,-5-36-3,-8-1 7,-47 209 15,-79 41-6,24-21 4,125-66-5,-7-171-4,-62-29 2,-32 54 0,114 36-4,32 72-2,-16 43 3,-48 41 3,-66 36-1,-50-28 1,-66-14-4,-9-26-18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22286 2379 874,'-70'104'-13,"-18"75"2,51-70 8,8 11 1,15 2-4,15-4-1,12-19-1,24 46-30,33-59-28,15-42-292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21397 2463 874,'-126'99'-16,"40"-35"8,-1 5 11,-33 55 1,100-20-2,67-13-5,67-12 0,4-9 6,-28 27-1,-70 3-2,-80 3-1,-26-25 3,-12-44 0,166-165-10,14 10 4,6-26 2,-19 27 5,20 87 5,-83 147-7,-1 2 2,11-16-1,85-72-2,-25-184-8,-40 71 3,15-40-3,1 22 7,-22 199 5,-23 19-2,-7 39 0,-3-42 3,35-201-8,10-74 0,-21 79 2,39-38 1,40 139 1,-72 111-4,-15 9-9,-3-22-5,-6-28-31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21591 2524 874,'-9'118'-9,"-1"-34"5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22427 2744 874,'-27'125'-11,"-2"-1"12,118-109-5,14-124-4,-12 35 9,-72 169 0,62-4 3,20-195-2,-82 2-7,5 13-183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22822 3003 874,'87'70'-6,"30"-112"3,-132-60 2,-91 86-2,2 11-1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23201 2409 874,'-11'97'-10,"-16"60"5,8-67 1,-11 52-8,17-3-4,5-27-28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23163 2691 874,'87'9'-12,"2"-4"2,19-4 1,-18 1 3,33-13-12,-35 5-18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23420 2645 874,'-50'132'-12,"6"-13"8,11-32-24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23671 2488 874,'-30'132'-6,"19"24"4,47-67 2,56-92 0,26-81-2,-37-13 2,-21-28 0,-49 18 1,-132 156-7,39 70-4,35-8 3,1 14-5,16-33-5,3 0-8,-7 21-43,11-27-646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24295 2280 874,'42'139'-19,"-26"-38"14,-15 15 0,-17 16-1,-23 17-2,-24 21 0,17-52 1,-24 17 0,-39 18-7,37-53-13,13-5-14,-28-8-145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16574 4695 874,'90'-50'-9,"72"-2"3,-62 41 3,1 14 0,33 21 3,-45 84 0,-117 57-4,-47-42-2,-61-18-8,39-34-20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17408 4515 874,'-93'55'-5,"-37"51"2,32 46 2,79-1 1,72-46-1,108-47 1,-39-54-1,-38-8-1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16063 5369 874,'117'-8'-7,"-29"2"-2,52-3 3,-5 1 5,-50 3 1,16-2 0,64 0-2,-53 1 1,16-2 1,-11 0-2,-18 0 0,19 2-1,12-1-3,3-1-3,-41 3-1,9 0-9,10-1-7,5 3-8,2-1-7,-5 0-6,49-2-67,-78 5 50,47 9-62,-45-1-74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17122 5735 874,'-60'91'-14,"-75"78"-5,53-66 13,-6 7 1,4 1-4,6-3-2,17-20-8,-16 28-38,21-32-93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16558 5807 874,'44'98'-10,"26"41"5,26 32 1,-45-76-1,-2-1 0,-9-1-5,11 14-13,-27-19-264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17211 6332 874,'117'-48'-11,"35"-37"8,-49-18 6,-202 68-7,-22 80-8,7 23 1,27 12 10,47 54 6,91 5-2,38-53 1,88-40-3,-80-55-4,-12-28-5,16 6-13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17444 5911 874,'133'0'-13,"-43"-4"4,-1-10-1,15 1-13,-20-3-398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18073 5489 874,'-125'35'-6,"13"15"5,137 54-1,90-56-1,-11-16 5,-174 79-6,-44-40 9,257 0-9,-35 9 6,-79 21-3,-69 16-1,27-31-1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18215 5550 874,'-11'119'-10,"6"23"6,3 28-2,0-55-4,-3-27-601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18105 5829 874,'134'-47'-21,"-12"9"3,-15 3-26,-17 10-14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18577 4196 874,'101'84'-15,"34"113"-8,-61-46 10,1 33-3,-6 28-1,-11 27-1,-14 31-6,-25 18 3,-9-98 2,-34 41 9,-39 18 3,-46 0-4,-36-17 0,-35-36-27,63-69 5,44-20-7,-12-35-17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16221 4607 874,'-51'87'-26,"-22"37"-3,-21 37-6,-15 33 2,-1 26 8,11 20 12,26-28 2,18-36-28,13 16-4,10-38-18,11 39-2,20 15-2,30-4 1,37-28 0,50-58 2,-36-23-48,9 4 4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3968 874,'144'-23'-12,"8"64"8,-72 70 5,-78-3-2,-50 4-3,0-1 8,111-1-3,98-43-11,-64-33-8,21-16-26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19185 5463 874,'137'12'-14,"-44"-14"6,13-8 2,6-15 0,-19 9-9,6-9-1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19414 5169 874,'8'149'-15,"-12"-57"10,-2 12 0,0 2-3,10-13 0,-4 15-15,-4-22-566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20342 4683 874,'98'15'-11,"33"54"7,-34 59 2,-92 20 1,-43-38-1,-34-21 0,-57 4-7,40-35-9,3-26-799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20812 4758 874,'-108'62'-11,"6"29"9,47 34 1,55-4 0,40-18 2,94-88-1,-35-20 0,-13-48-439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20671 4287 874,'-23'127'-11,"1"-5"4,4-32-27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20026 5513 874,'136'-8'-16,"-27"-3"4,37-4-2,28-4 0,22 2-2,13 4 6,-35 5 7,-20 4-5,-4 4-21,-34 1-6,10 10-8,-27-5-12,12 8-79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20802 5848 874,'-38'116'-13,"1"-29"7,-12 13-1,-10 6 2,-5 1-3,-1-2-1,0-5-2,10-15-7,-33 37-47,12-30-100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20206 6051 874,'99'127'-15,"26"29"2,-59-67 8,-4 4-2,8 8-14,-24-15-93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20821 6111 874,'-22'121'-6,"3"-36"4,-7 50 0,33-27 4,115-170-8,-60-61 5,-32 21 3,-9 221-2,60-21 3,10-99-3,-8-87-4,-61-52 3,-37 29-1,-17 12-1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21132 6562 874,'30'98'-4,"85"-73"1,-107-109 0,-104-19-8,4 67-606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21395 6259 874,'109'-12'-6,"6"-37"7,-65-54-2,-126 2-2,-20 83-2,9 51 3,16 93 1,48-4-2,62 28 1,53-32 4,2-57-2,33-68 1,-17-28 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21482 5899 874,'117'18'-11,"-29"-10"9,17 3-6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22146 5442 874,'-97'43'-9,"-1"31"9,95 34-1,95-15-4,15-31-3,-20-17 12,-228 53-2,36-54 4,118 56-6,96-21-3,-22 25 5,-103-6-7,-57-12-209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6.9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22324 5427 874,'-29'133'-12,"0"15"8,16 16 4,13-47 1,11 9-2,0-23-2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22172 5717 874,'161'0'-62,"-89"0"-23,-5 0-27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22157 5683 874,'129'-31'-8,"-40"10"4,41-16 0,-35 11-2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22615 4191 874,'84'136'-25,"-30"-23"12,1 31-1,-5 30 3,-10 23-1,-12 16-2,-15 15 4,-17 14 4,-17 19-6,-16-24 3,1-54 1,-28 14 2,16-56 1,-45 38-3,-46 13 0,48-67-16,18-14-10,-13-16-6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20048 4544 874,'-74'200'-38,"21"-52"20,-7 25 4,2 16 3,6 16 3,10 11 3,20 11 3,16 6 1,5-56-5,16 0 3,6-34-20,11-6-6,24 7-8,29-21-6,-24-27-20,3-4-67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22472 3831 874,'151'-7'-15,"14"35"11,-57 60 7,-116 42-3,-50 17 1,52-28 2,131-9-8,-17-94-3,-16 3-11,12-15-13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22998 5279 874,'89'0'-12,"98"-9"-5,-87 4-1,-12 0-94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23013 5518 874,'119'28'-11,"-34"-15"10,27 2-1,-16-1-3,-8-3 3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23704 5459 874,'75'-91'-10,"30"-50"6,-51 56 5,1-7 0,23-44-2,8 68 1,-90 209-7,-10-49 2,0 14 1,-6 52-1,10-65-1,2 1-2,3-6-1,2 33-29,5-30-51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23779 5708 874,'143'-7'-12,"-55"2"6,5-2-2,41 1-8,-48 2-17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18736 6310 874,'-63'92'-9,"-50"28"5,-35-4 2,57-64 2,-13-4-1,-68 20-3,86-42 0,0-2 0,-24 0 0,-17-1 0,-7-4 1,43-7 1,-12-6 2,-6-4 1,-5-8 1,-5-6 1,0-5 0,7-6 0,-42-15 3,23-16 3,33-3-2,11-6-105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22426 6446 874,'-32'101'-5,"-39"24"-1,4-34 3,-87 38 0,52-83 0,-25-5-3,-20-6-2,47-11 2,-33-2-2,-17-2 1,-4-5 2,27-6 5,23-2 1,-5-6 2,-3-6 2,1-10 1,10-5 0,-39-14 5,49 6-3,6-4-624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17473 8084 874,'127'50'-12,"3"25"10,-37 40 2,-71 33-1,-88-16-1,-63-37-4,12-91-4,32-8-13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18135 8209 874,'-105'13'-6,"-24"47"0,20 44 8,108 29-3,121-26-9,10-75-9,-36-14-22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18912 8849 874,'-123'0'-15,"22"0"5,-26 0-1,-24 0 1,-19 0 1,-10 1 2,4 6-16,20 10-6,49-6-1,19-7-24,-1 12-19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18379 9315 874,'-90'-38'-13,"0"11"1,-18 4 2,-4 10 4,8 10 12,19 15-1,-6 89 1,170-1-4,58-73 2,-26-47-6,-2-65 1,-40 1 1,-41 189 1,-9 57-8,10-23-5,-14-51-18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17251 7814 874,'-94'95'-15,"-34"87"-4,63-47 9,5 25 0,12 21 2,18 17 2,19 12-3,27-1 3,36-11 2,40-29 2,48-52 0,-49-42-4,-13 24 6,8-79-12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18589 8049 874,'80'128'-24,"-31"-20"11,3 28 4,-4 28-1,-8 22 0,-10 14 1,-10 7-24,-13-6-4,-13-4-13,-11-22-5,-13-36-4,10-48 6,1 16-103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18799 7732 874,'84'-4'-9,"40"36"5,-31 59 5,-90 48-3,-57 21 2,46-73 0,48 44 0,68-40-7,15-53-5,-30-5-19,35-7-38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20067 8696 874,'-111'9'-12,"-71"14"3,73-7 6,-4-2-3,7-7-1,21-1-5,-16 0-10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19650 8499 874,'11'125'-12,"-11"-38"6,0 14 1,6 3-3,17-5-2,-6-8-9,8-5-5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20551 7830 874,'-8'123'-7,"27"40"1,50-32 7,24-123-1,-4-129-8,-31 8-2,-3 6 15,44 186-4,-78 62-5,-15-49 2,-6 12-1,-10 0 3,-3-19 1,-47 29 4,-44-88 4,112-150-7,77 29-10,8 79 2,16-18-24,-21 50-151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21581 8605 874,'-127'8'-16,"29"-2"9,-17 1 0,-13 0 3,-6 2-5,-3 4 0,4 5-4,47-7 2,-12 0-26,10 2-235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20832 8833 874,'3'160'-16,"-7"-70"9,-5 47-1,0-11 4,-4 0 9,119-158 1,4-37-7,10 29-1,-11 44 6,-69 103-1,-152-16-3,-4-47-8,-19-26-8,39-10-18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20182 7609 874,'-37'124'-18,"1"-19"4,-10 34 2,1 27-1,5 24-2,14 15 3,24 9 5,30 4 5,33 3-4,38-21 2,41-45 0,-49-55-9,-40-8 13,61-22-22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21455 7874 874,'63'156'-30,"-26"-26"13,-1 25 5,-6 18 3,-9 10-23,-9 3-3,-10-7-3,-8-14-4,-9-18-16,-15-49-4,8 0-65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21601 7526 874,'133'44'-6,"-49"67"2,-78 24 3,-19 17 2,54-24-3,63-31-4,-3-58-4,-14 1-14,10-17-18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21917 8468 874,'118'42'-13,"-26"-34"5,25-19-2,-17 8-10,-8-10-4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21962 8666 874,'125'58'-13,"-37"-51"7,21-32-3,-16 12-8,-7-14-3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22757 8209 874,'25'128'-14,"-19"-36"8,0 20-1,-6 14 1,-3 8 0,-9-4-3,4-21-9,-1-13-1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17940 9761 874,'7'109'-9,"-5"56"4,4-66 3,3 5 0,3-6-1,6 36-11,9-47-5,5-1-283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17865 9699 874,'92'62'-11,"53"46"-2,-25-4-2,-35-29-15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17855 9699 874,'-15'129'-12,"-21"29"5,10-70 1,-3 21-11,-7-21-807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18531 10649 874,'-87'-83'-11,"0"32"12,-43 29-2,0 46-1,60 114 1,151-49 1,18-82-1,5-89-2,-31-45 0,-9 221 2,-33 20-5,-9-31-4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18717 10232 874,'-74'101'-11,"9"39"7,43-51 3,17 7-1,14 3-1,15-6-2,29 35-12,53-57-39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18849 10262 874,'-24'148'-13,"16"-64"9,5 12 0,15 3 0,17 0-2,19-12-1,-4 19-15,31-19-785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19020 10460 874,'-104'22'-10,"-5"15"7,22-10-56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19125 10171 874,'53'95'-20,"-7"6"3,6 28 4,-6 22 3,-17 3-18,-20-7-5,-20-18-3,-17-17-4,-19-16-16,15-4-50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20866 9563 874,'3'132'-12,"2"-40"5,4 21-1,0 20 0,6 12 2,2 0 1,-1-25-4,1-27-9,-1 12-19,1-19-253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20837 9563 874,'96'65'-11,"39"31"4,-21-26-4,-20-19-20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20893 9578 874,'-85'113'-13,"0"18"3,28-43-13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21289 10111 874,'7'93'-12,"-4"0"2,-5 24-1,-3 16 2,-4 7 2,-2-4 7,2-24 1,-10 31 5,57-264-7,60-16 7,52 67 2,-29 120-5,-97 93 1,-122-35-5,-28-51-10,-2-73-5,36-5-17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10217 874,'-39'125'-13,"14"-41"7,0 16 1,7 5 1,5 5 2,7-1 4,12-5-1,8-15 0,69-34 4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21909 10262 874,'-7'125'-12,"-2"-40"7,2 14-1,3-3 3,3 37-1,28-29 9,61-73 11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22067 10566 874,'-123'-17'-8,"31"-3"7,7-4-185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22284 10217 874,'34'157'-18,"-29"-57"9,-9 12 2,-13 2 2,-13-5 7,-28 44 0,18-61 2,-38 16 2,4-22-97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18405 11007 874,'17'133'-15,"-2"-31"6,4 13 2,3 11 3,4 4 2,2 1 1,-5-10-4,-4-33-4,2-3-1,22 31-31,4-26-76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18849 11767 874,'6'90'-9,"-27"56"8,-76-66 1,-58-89-3,15-38-2,42 12-4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18700 12373 874,'-59'89'-9,"14"34"5,46 43 2,60-14 2,42-83 0,1-150-2,-55-59-5,-66-28-5,-17 83 2,-58-40-26,6 72-44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16938 10726 874,'-14'101'-11,"0"62"6,12-69 1,6 2-2,6 1-1,13-3-1,41 50-18,21-57-43,3-51-663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16828 11083 874,'141'53'-18,"-23"-27"4,-10 1-15,-21-7-16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17249 11205 874,'165'49'-18,"-56"-28"7,-8 1-9,-11-6-94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17519 11053 874,'63'131'-17,"-20"-41"10,-11 5 10,-23-6-1,-68 23 0,-24-42 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17916 11297 874,'64'95'-9,"30"29"5,14-30 6,-18-130-4,-113-65 0,-97-18 0,-1 106 1,3 78 0,13 71 3,88-314-9,49 85-1,5-33-22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21151 10871 874,'26'97'-9,"-6"63"2,-14-53 2,1 14 0,-2 0 0,-1-35-2,3 77-19,-3-65-14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20972 11495 874,'77'125'-12,"7"-9"12,16-87 0,25-135-5,-67 9 4,-13-42 2,-15 43 3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21130 12071 874,'-60'104'-10,"17"38"5,42 27 3,42-17 2,24-61 0,44-106 1,2-122-5,-96-30-8,-42 38-8,-67 20-60,12 68-79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21618 11235 874,'0'141'-8,"0"-49"4,0 6 2,2 1 3,9-5 0,58 48 0,-4-41 2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21542 11510 874,'161'39'-12,"-74"-23"4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21872 11616 874,'140'27'-14,"14"-4"4,-35-42-5,-11-12-22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22112 11417 874,'85'109'-12,"-11"30"12,-82-13 1,-35-37 0,-39-54-857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22489 11515 874,'23'112'0,"-32"0"0,44-10-1,80-47-1,21-57 1,-41-123-1,-126 24 0,-100 4 1,27 68 0,10-4 0,-2 17 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22784 11701 874,'9'122'-7,"72"2"2,45-92 2,-23-161-9,-75-15 1,-87-6 8,-44 68 5,-9 99 0,43 93-3,23-23-10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1984 9045 874,'112'4'-5,"28"5"0,17-4-1,-72-3 3,74 0-3,-57-2 5,13 1 1,-24-1-1,2 0 1,24 0-2,19-1-1,13-2 0,10 1-1,-51 0 1,21-1 1,20 1-2,19 2 0,-14-1 0,-27 0 0,30-1 0,22 0 1,15-2 0,-51 2 0,15 2 0,26 1-1,13 4 2,8 1 1,3 4 1,-69-3 0,31 2 1,24 1-1,16 0-1,14-1-1,-18-1 0,-43-3 0,30 1 0,20 6-1,11-2 2,8-2 0,1-3 1,-28 0 1,-41-1 0,32 1-1,22 1-1,18-1 0,7 1 0,-50 0 0,-13-1 0,29 0-1,15 1 2,3-1 0,-73-1 0,29 1 1,20-1 1,5-4 2,-38 0-1,-22-1 1,15-4 1,1-3 1,-6-6 1,-6-4 2,-43 3-1,-6 0-1,1-7-1,-8-1 0,48-18 4,-30-12-2,-6-61-3,-76-1-5,-27 12-2,-30-36 0,-6 27 1,-10-9 1,-24 0 3,-40 22-3,7 41-1,-60 29 0,19 16-1,50 9 0,-18 2 1,-21-2-2,-19 0-3,41 2 1,-24-2-2,-33 1-1,-21 1 0,15 0 2,29 1-1,-29-3 1,-17 0 1,-13-2 3,55 2 0,-16 2 1,-29-1 1,-24 1-2,-13 2 0,-6-2-1,76 2 1,-32 0 0,-17-1 1,-10 0 2,40-1 0,21 0 1,-15-1 1,-5 1 2,2-2 2,15-2 2,42-1 1,16-2 1,15 0-2,-29 54 4,55 72-12,18 55-8,26-82 3,4-1-2,4 36 1,12 39-3,-4-57-1,-2-15-6,8 0 2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11941 10709 874,'128'-7'-31,"-26"3"22,8 2 16,-23 2-5,15 1-1,14 0 0,15-2-3,-41 1-1,37-3 3,32-2-3,26-1-6,-23 2-1,-10 0 1,38 0-3,27 1 1,18 2 1,17 1 2,15 0 0,15 4-1,-38-2-1,-37 2 0,42 2-2,21 3 1,16 3 3,6 3 5,-69-2 2,-4 2 0,30 6 1,15 3 2,7-1 3,2-1 3,-91-9 2,22 1 1,14-2 1,3-1-2,-2-4 0,-7 0 0,-14-4 1,-70-2-1,10-6 0,-4-11 1,-8-8-2,-27 1-1,57-37 4,-17-51-4,-37-21-4,-25-19-4,-44 55-1,-6-9 0,-7 2 1,-3-37 0,-26 0 4,-25 37-1,-94-24-5,32 63-4,9 16 0,-97-35-4,72 47 6,-10 4 4,-14 5 0,34 8 0,-21 1-2,-40-3-3,-36 0-3,-4 2-6,47 3 0,-43-1-3,-29 1 1,-20 3 3,-17 4 3,-16 3 1,15 0-1,56 4 1,-50 0-5,-36 6-1,-22 6 1,-9 0 3,65 0 7,26 1 0,-31 3 5,-22 2 2,-18 4 1,-10 4-2,94-7 2,-17 7 0,-22 5 2,-6 6 6,11 5 4,16 2 2,24 3 0,71-14-2,2 6 2,5 6 0,28-4-1,21-2-2,0 8-1,-59 68 3,63-6-8,56 11-5,43 46-4,7-36-1,9 29-3,-7-32-7,-2-14-8,16-25-108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19816 2898 874,'27'96'-4,"31"23"2,52-138 1,-20-109-3,-13 25-3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18564 3466 874,'12'97'0,"-3"-189"-4,-47 177-1,25 1-437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15105 9827 874,'-95'6'-8,"-26"-16"3,24 3-1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14847 9746 874,'127'142'-7,"-22"-7"6,-37-47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13931 9687 874,'118'-10'-8,"8"11"6,-24 32 4,-68 51-3,-69-2-3,-54-2 3,142-161-308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14328 9639 874,'-70'96'-7,"37"12"6,28-4-1,35-16 3,67-39 3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14337 9868 874,'0'128'-7,"19"-29"3,72-25 5,-78-185-4,-41 23 2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14322 9897 874,'102'94'-2,"-67"-9"0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14037 9002 874,'9'100'-23,"31"43"28,37-38-1,46-91-2,-70-117 1,-54 22-1,9-22-3,-28 23-293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14352 9304 874,'30'105'-3,"41"-209"0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14427 9015 874,'100'81'-7,"-4"26"7,-53-6-3,-36-10-2,-45-3-4,-23-1-432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14699 9150 874,'32'91'-3,"109"5"2,-79-209-3,-193 32 4,22 36-108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14432 9243 874,'-76'100'-3,"194"-186"-1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14232 9030 874,'107'105'-7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15133 9457 874,'113'3'-4,"3"4"-1,3 5 0,30-1 1,-17-5 1,24 1-3,3 1-8,-55-4-12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15838 9365 874,'138'45'-3,"-87"78"0,-82-27-1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15265 9320 874,'-92'28'-3,"-8"29"0,73 31 0,138-12-2,-3-52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17898 10832 874,'107'62'-5,"-20"1"-856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15600 10628 874,'-27'105'-4,"5"9"4,2-27-2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15396 10962 874,'-17'121'-7,"8"-35"3,2 13-6,3-2 4,1 45 1,15 12 9,11-45 0,87-88 2,-29-104-5,-15-24 2,-41 211-6,-18 6 6,116-45-2,-38-113-1,-38-57 1,-81 11 1,-77 87-4,16 46-1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15327 11324 874,'143'-27'-13,"-46"4"-12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15493 9563 874,'1'102'-3,"4"10"3,-3-27-108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15523 9959 874,'9'97'-3,"-2"-11"-293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15569 10278 874,'0'110'-5,"-4"-24"-181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19148 10429 874,'-48'95'-4,"-16"17"3,-8 10-4,10-27-2,-22 19-18,18-28-36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10612 874,'87'115'-5,"-6"2"5,-3-23-1,-15-7-295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18703 10946 874,'-27'115'-7,"2"-10"1,-5 33 4,8-19 3,14 18 0,59-49-1,40-116 2,-5 84 0,15-28-1,-100-120-1,-87 55 1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18600 11144 874,'98'13'-3,"8"14"1,-113 60-1,-21 0-295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15612 9472 874,'94'14'-2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16438 10019 874,'11'99'-3,"2"53"0,-4-63 2,0 6 1,2 1 0,-2-3 0,8 70-2,-7-38 0,0-39-3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16383 11023 874,'0'113'-6,"-3"18"-1,-6 10 5,1-16 2,20 10 3,60-37 1,14-31 6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16288 11400 874,'112'-29'5,"-24"6"-10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16724 11555 874,'23'95'-5,"7"8"2,6-13-109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16243 9775 874,'11'102'-3,"78"-14"2,13 11 0,22 21 0,-24-31 0,8-13 2,24 13 0,-31-5 1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16724 10385 874,'111'5'5,"-49"-95"-4,-76 2-636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0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16288 9797 874,'115'-15'-3,"-28"9"-22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19095 11570 874,'106'-6'-3,"-20"14"0,12 6 2,6 6-1,-8-6 1,22-22-1,-31 2-5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19575 11586 874,'98'61'-6,"-96"26"0,-11 1-292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19374 10780 874,'-17'118'-8,"-2"-34"-72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19310 11068 874,'-8'104'-3,"-2"-16"-293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19306 11433 874,'9'87'-17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19445 9897 874,'-1'129'-7,"-6"5"2,2-21 3,6 1 5,25 13-1,52-67 1,1-29-4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19365 10242 874,'108'-23'5,"-20"5"-27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19696 10293 874,'19'91'-3,"2"139"-100,-13-145-5,0 2-46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23580 10019 874,'-92'-57'-2,"72"156"-53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23373 10002 874,'95'-16'-3,"-1"-5"3,-7 3-23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23420 10672 874,'-7'93'-6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23433 10672 874,'11'87'0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22878 10055 874,'87'-82'-7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23118 10009 874,'-85'-15'-3,"-42"8"-7,0 11 11,39-7-293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22127 9639 874,'15'95'-7,"2"16"-2,6 7 8,9 5 4,21-9-2,18-261-7,-62 25-1,-2 12 2,50 17 8,58 59 1,-9 62 2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22395 9959 874,'-45'92'-3,"35"22"1,103-102 1,-55-113-1,51 29-624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22441 9548 874,'113'68'-7,"-9"38"7,-75-15-1,-77 45-1,-17-37-13,0-13-122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22692 9578 874,'-34'138'-4,"96"-42"1,63-167 2,-166-53 0,-12 24 2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22348 10025 874,'-46'-87'-866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23372 10064 874,'1'104'-8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23405 10064 874,'-12'86'3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23357 10490 874,'6'102'-6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23072 10445 874,'115'-52'-7,"-30"77"8,-88 118-2,-95-81 0,12-81-184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23342 10429 874,'-118'74'-4,"121"15"1,125-24 0,-34-35-56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23403 10536 874,'16'116'-3,"9"-214"-17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23688 10689 874,'-64'99'-3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23643 10672 874,'98'43'6,"-13"-12"-6,2-17-446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23222 11388 874,'61'104'0,"-3"-15"-109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23515 11517 874,'102'11'-5,"-212"-12"4,-27-9 0,47-17 2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23297 11388 874,'5'98'0,"4"4"-3,-4-17-185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23312 11463 874,'45'87'-7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18537 11478 874,'-128'14'-4,"-8"0"3,48-3-1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17644 10707 874,'-119'-9'-8,"33"-2"-6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15027 11767 874,'-64'-1'-37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14836 11744 874,'80'103'-19,"-16"-16"-55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17214 2295 874,'-26'112'-6,"6"-29"4,-33 62 3,-12-41 0,8-19-185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16934 2432 874,'88'101'-11,"10"10"9,6-22 5,-3-15-6,-12-19-123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18706 4713 874,'-75'93'-7,"-36"34"4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18465 4743 874,'87'51'-3,"41"18"1,-16-19 2,-24-3-296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17549 3725 874,'49'85'-17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18314 3704 874,'-16'90'-10,"-5"76"3,24-75 6,21 45 0,52-18 2,10-37-2,56-43 1,-17-46 0,-14-64 0,-54-69 0,-59 5-1,-109-23-7,15 88 3,-67-13-5,51 59 7,15 10 1,-37 18 6,219 24-1,25-42-9,23-8 0,7-3 1,-46 9 1,2 4 1,41 41 13,-92 112 2,-66-53-9,-17 49 3,15 11 3,52-38-5,66-68-2,21-74-1,13-91-7,-73 34 2,13-53 4,-66 40 3,-57 194-1,54 86-4,20-34-3,37-26-6,-6-28-32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19660 3586 874,'-107'-97'-20,"18"42"11,-22 7 3,-16 11 0,2 13 2,35 9 2,-24 14-1,-69 12-2,63 19 4,0 20 2,23 0 1,-66 74 2,87-31-1,10 14-2,-7 56 4,61-56-3,23 10-1,14-12-1,2-17-1,26 15-2,22 3 0,17-3 0,61 38 0,-47-76 3,14-10 0,8-14 1,4-16 0,-42-9 1,23-16 0,9-18-1,6-20 0,4-20-2,-18-7 0,-28 9 0,8-26-1,-5-13 0,-11-11 3,-25-3 2,-17 23 1,-44-99 1,-52 54-9,-57-37-9,41 59-14,17 15-14,-21 3-20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18401 6545 874,'-139'28'-16,"43"-13"10,-10-1 4,-2-2 1,20-2 2,-31 4 2,144 102-1,61-45-8,32 35-5,-40-19-12,-16 1-36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12643 12078 874,'-104'-32'-6,"17"8"-10,-53-3 16,-9 16 0,53 8 0,-12 2-1,-57 1 0,53 2 3,-10 3-3,-5 6-1,-8 3 1,6 1-3,39-5-2,-11 1-2,-3-3-1,3-3-7,-48-2-39,-9 2-29,41 9-26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10345 12278 874,'-25'-111'-6,"-1"9"1,3-28 3,15 27 2,34-34-1,26-11 0,-9 38 2,1 9 2,42 15-2,27 40-2,44 35-3,-50 17 0,14 2 0,-6 1 0,-25-3 1,16 1 0,8-3 2,7-4 2,-30-1 0,1-5 0,17-2 0,8-1 1,6 4 0,0 5-1,53 8 2,-75 5-3,-9 6 2,49 15 2,-30 5 0,-25 35-1,-39 20-3,-31 62-3,-20-30 0,-23 17 2,-50-8 3,-65-30-4,-7-35-4,52-39-1,-6 3-13,18-19-49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13767 14129 874,'87'7'-866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13829 14018 874,'-10'100'0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9098 3451 874,'-32'-66'-10,"-9"-46"1,13 9 1,16 37 4,1-16 1,2-12 0,3 17 0,1 2 0,1-13 1,-2-5 3,-1 2 2,-4 0 0,3 27 0,0-5 0,0-8 0,2-4-1,2 7 1,0-39 2,20 18 0,50 41-3,58 14-2,-44 22 0,-13 5 0,65-6-3,-59 11 1,-1 2 1,33-1 1,-40 5 0,5 1 0,44 1 0,-49 0 0,12-1 0,9-2 0,49-3-4,-43 0 1,11-2-2,8 1 1,-2 2 0,-30 1 1,18 2-1,12 0 2,9 1 0,6 1 0,-18-1 1,-14 0 0,17 0 0,13 0 0,8-2-1,3 1 1,-33 0 1,1 2-1,13 0 1,-9 1 0,-18 0 0,22 0 0,13 2 0,9-1-1,-37-1 0,7 0 0,15 0 1,8 1 1,-8 0-1,-28 0 1,18 1 0,9-1 0,9 0 0,5-1 0,-20 0-1,-16 0 1,14-1 0,8 0 0,2 0 0,-39 0 0,13 1 1,9-1 0,3 2 1,-16-1 0,-14 0 1,11 1-1,3 0 0,1 0 0,32 0 2,4 3 0,-27 3 0,-7 5-2,-16 6-2,-2 55-2,-65 5 1,-15 20-3,-6 12 0,8-45 2,-4 44 0,5-46 1,-2 11-1,-1 8 1,1 4-1,2-21 0,0 1 0,-1 9 1,2 3 0,1-8 1,-1 41 0,0-1 1,-2-18 2,-8-1-1,-75-25-3,2-53-2,-35-7-1,28-2 2,-30 2 0,18-2 1,41-1 0,-9 0 0,-11-1-1,-43 0-2,8-1-1,38-2 1,5 0 1,10-1 0,-18-2 0,-13 0-1,-11 0 1,31 1 0,-13 0 0,-17-2-1,12 1 1,8 0 0,-21 0-2,-13 1 1,-12 1 0,40 0 0,-14 0 1,-18-2 0,-12-1-1,-8 2 2,4 0-1,43 0 1,-20 0 1,-13 0 0,-8 0 1,-5-1 0,19 1 0,25-1 1,-19 0-1,-12 1 0,-9 0-1,40 0 1,-11 2-2,-14-2 1,-10 0-1,11 1 1,28 0 0,-18 1 0,-13 2 1,-6 1 0,35-1 0,-1 1 0,-11 3 1,-5 2 2,-1 4-1,4-1 2,40-3-1,-9 1 1,-1 0 0,9 0 0,-38 6 5,20-3-3,27-29-111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17579 2995 874,'71'-68'-5,"5"-17"-2,-17 5 5,-11 3 1,-1-23 1,-17 21 0,-6-9 1,-31 14 2,-64 142-9,42-3 0,-10 52-7,24-23 7,2 17 0,4-13-1,0-6 1,0 21 2,-1 11 0,0-1 3,2-7 5,3-34 0,3-9 3,5-7 1,15 3 7,24-147-10,-22-58-7,-16 58 1,-5-38-1,-10 47 2,-7-1 1,-18-33 3,-25 30 4,-10 86-3,37 71-3,105-40-3,20-41-4,-24-6-7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18194 2447 874,'-38'74'-10,"-3"18"4,10 2 0,3 16 1,9-31 2,0 6 1,-7 39 2,12-52 2,2 1-1,4 36 4,38-29 1,73-79-4,-30-35-10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18344 2584 874,'-31'111'-18,"5"-15"6,-2 4 7,11-35 6,4-1 3,-1 35-1,35 5 4,-3-39 8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18375 2934 874,'-78'27'-6,"8"12"2,3 0-55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18600 2538 874,'35'75'-10,"-3"43"4,-24-43 3,-5 41-2,-16-11 2,-19 23-7,10-46-4,-6-17-801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18885 2934 874,'88'8'-3,"-24"-6"0,11 1 2,10 1 0,-10-1-2,-8 1 2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18885 3283 874,'83'-7'-6,"21"-4"-1,13-2 1,-38 4-5,-14 4-279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21107 1261 874,'-121'-1'-16,"41"5"7,-15 1 0,-10 3 1,38-3 3,-19 3 1,-4 2 6,21-3-1,-35 13 5,181 37 4,14-36-12,4 1-4,0 22 11,-28 50 4,-103 10-5,-26-19-5,-68 30-7,13-28-1,0-8 12,39-1 4,94-13 1,85-62-9,30-25-7,-48 5-3,6 0-4,-1 3-8,37-5-45,-53 10 23,1 3-6,38-1-67,-11 3-15,-36 3-146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1688 874,'-61'-66'-7,"-42"108"1,24 28-2,18 28 4,50 21 8,45-50-2,58-73-2,10-85-6,-34-4 0,-39 26 7,-9-1 0,-20-10 3,-43 146-7,21 57-7,15-11-16,17-16-21,-1-34-50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21917 2022 874,'-7'101'-13,"-19"26"7,2-35 3,12-206 5,70 4 3,15 32-5,14 33 1,-12 105 1,-70 12-5,-35 28-7,-11-37-30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22457 1535 874,'-68'108'-21,"28"-38"11,0 6 4,-9 29 7,48 6 7,83-69-8,3-65-3,-3-53-4,-6-35-7,-7 3 11,-20 40 13,-57 135-1,-21 21-10,-1 38 5,25-37 0,81-61-1,3-85-3,-22-20 7,-54-16-4,-65 27-4,-30 39 2,26 16 4,136-40-10,4 43-3,2 9 1,44 20-1,-21 43 12,-52 26-2,-53 16 2,-34-33 4,-27-17 4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23313 1626 874,'8'97'-11,"-13"13"5,-1-32 3,-2-4 7,26-181-15,5 10 6,15 13 10,38 22-2,-6 47 1,3 66-1,-39 14 0,-31 22-3,-17-10 2,-10-13-180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23854 1550 874,'-36'108'-12,"-4"-9"6,17-26 12,120-58-13,-9-95-3,-26 12 10,-40 170 14,18-38-7,44-118-9,-49-16 2,-34-10 0,-42 6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24394 1216 874,'-14'98'-12,"4"-34"8,-6 29-1,1-8 5,0 28 0,5-25 1,-11-162 8,52 4-9,69 14-2,-35 30 1,-2-17 0,22-6-2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23433 1185 874,'-73'94'-18,"31"-28"11,-3 12 0,2 5 1,-14 41 0,18-12 9,31-39 0,15-7 0,35 42 3,84-24-8,-53-41-6,-6-30-16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24454 1794 874,'107'-20'-16,"-4"0"0,-33 6-7,-5 4-397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24589 1611 874,'-19'96'-12,"-6"9"8,16-39 6,75-84-48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24799 1535 874,'-30'90'-8,"37"-1"9,64-64-4,4-52-1,1-29-6,9-59 3,-41 21 9,-62 22 3,-67 87-3,24 83-3,33-25-2,-8 42-5,21-40 0,4 8-2,4-12-3,1 48-37,4-47-27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24979 1900 874,'-8'109'-7,"-3"-37"6,17-162-26,46 0 23,21 41 9,-10 140 2,-43-10 5,-24-17-633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25249 1444 874,'39'76'-10,"-3"53"0,-25-47 6,-9-4 0,-12 55-1,-15-8-2,-6-41 4,-14 2 1,9-15-2,-10 7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20476 2295 874,'9'99'-10,"-2"-4"6,0-14 6,11-158-4,28-30 4,32 45-1,4 77-2,-12 87-3,-65-22-3,-9-13-33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21587 623 874,'-99'78'-9,"11"-5"10,163-6-5,18-54 4,-16 64 0,-106 14-3,-63-16-6,12-40-19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21797 774 874,'-12'86'-3,"1"3"2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21827 486 874,'-36'65'-7,"-7"1"-438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22067 729 874,'70'-52'-10,"16"-37"1,-20 11 2,-11 6 7,-6-4 5,-130 161-5,44-6-8,-19 54-6,27-38 8,0 8 2,8-20 2,4-9 1,3 0 6,12-10 1,73-17 13,-13-118-15,-27-40-3,-73-3 2,-75 51-3,21 54 2,211-14-8,-51-10 2,22-5-16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22592 805 874,'74'-98'-6,"-81"33"5,-79 65-1,30 81 2,130-33-4,5-35 1,9 4 5,-50 78-2,-104-58 2,0-46-297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22953 395 874,'-7'96'-12,"-23"28"7,10-54 4,-10 36 1,8-31 2,22-140 4,38-14-8,67-1-5,-30 29-10,-11 34-169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23253 516 874,'-14'68'-12,"-16"62"1,12-57 4,-1-3-1,-10 29-10,6-35-34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23088 897 874,'92'-80'-21,"33"-21"9,-23 13 10,-36 27 6,-131 59 7,2 68-7,52 10-1,97-27-5,18-90-9,-30 9-19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23523 304 874,'-72'98'-14,"24"-29"1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23598 501 874,'6'97'-11,"-16"-1"12,25-162-4,33-13 1,35 33 5,-11 130-5,-78-3 4,-14-5 6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23794 364 874,'0'66'-3,"-6"0"-860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23838 683 874,'64'25'-5,"26"-52"3,-48-49 2,-122 53-2,6 31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24169 486 874,'-45'80'-11,"-11"-2"7,38-7 7,91-113-7,-5-55-7,-12-35 6,-40 63 5,-10 5 4,-16 152-6,2 24 1,4-18 3,29-24 5,61-135-4,-21 11 6,9 91-7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24454 334 874,'-14'91'-7,"13"-26"-1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24499 577 874,'35'-82'-7,"-77"182"-5,28-2 1,10-31 7,-3 43 6,-1-43 5,-2 1-616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24529 668 874,'-13'75'-5,"2"16"4,91-47 2,11-66-6,-14 18 8,-64 155-14,-11-80 0,1 9-17,-9-15-89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22157 2509 874,'-31'99'-16,"8"-30"12,-12 36 3,30-37 6,87-114-8,-16-50-8,-20 26 8,-18 163 1,-26 2 10,85-44 2,-6-132-5,-74-7-2,-5 21-3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22667 2691 874,'102'-20'-9,"-39"18"10,3 6-295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22638 2843 874,'104'-21'-8,"-21"-3"-10,3 1-17,-23 9-771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23148 2509 874,'-11'-70'-6,"49"3"5,32 60 1,-32 97-4,-77-4 1,-11-20 3,17-2 3,103-45-5,-4-29-3,0 4-7,1-10-30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23613 2386 874,'3'82'-9,"-22"24"5,3-28-3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23733 2386 874,'-6'91'0,"-4"-1"-45,-1-25-103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23403 2342 874,'107'-7'-15,"-33"4"7,-10 1 1,46 0-7,-10 7-12,-34-1-23,-3 10-507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23043 2812 874,'105'-14'-14,"-33"5"5,53-3-4,-57 9 7,65 3-7,-48 6-5,34 8-39,-47-4-29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23478 3010 874,'-17'109'-9,"5"16"9,3-47 1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23163 3055 874,'103'2'-13,"-32"0"5,53 1-6,-52-2 9,56 3-9,-63-2-7,3 0-5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19756 2174 874,'5'64'-9,"0"1"-2,2 21-1,2 16 1,-1-15 2,-1-7 2,-2 2 5,-2-12 0,-5 26-2,-9 13 2,-10 7 1,3-33 2,-7 3 2,-12 3 0,-5-7 0,-13 21 15,43-26-6,91 26-4,4-3-11,-48-36 1,-6 24-5,-13 22 0,-10-4-2,-5-17 1,-13 23 0,-9 14 1,-8 5 3,8-38 2,-2 3 2,-2 0 4,6-13 5,4 26 10,48-35 17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21016 3497 874,'-65'11'-28,"-25"27"36,8 41-6,26-3-2,6 37-3,31-50 7,3 4-4,-5 32-1,11 29 1,10-20 1,8 20-1,0-56 0,7 37-1,-7-42 1,1 5 0,-3 5 0,-2-2 0,-3 41 0,-6-47 0,-3 4 0,-10 39 0,-15 9 0,-27-4 1,2-37 0,-28-4-1,12-24 2,2-22 2,5-32-108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20897 4972 874,'47'-64'-9,"10"-38"4,-16 17 3,-2-14 1,-5-10-1,-16 45 2,9-34 1,-98 210-7,55-45-1,-2 22-1,0 15 2,0 5 0,0-1 5,3-5 2,4-31 2,3-4 0,5-3 4,11 25 5,60-104 0,-36-57-12,-28-34-3,-27 5 1,-29 20 3,12 10 1,115 5-8,31 24-6,-18 14-26,-24 20-146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21497 4394 874,'-36'104'-14,"-26"25"3,31-64 7,-8 32 4,19-16 2,29 18 1,79-57 3,-15-52-4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1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21647 4500 874,'-34'90'-11,"0"2"7,14-10 5,16 3 1,81-14-2,-13-62-107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21512 4713 874,'75'-7'-8,"9"-8"-1,-4-8 2,-4-27-14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21767 4378 874,'44'83'-10,"-3"30"4,-17-23 2,-12-3 4,-13-2-2,-44 22 3,-79-19-4,36-34-5,22-47-179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22157 4773 874,'88'-30'-7,"-10"-5"2,-9-3 8,-6-63-2,-123 27-4,-39 78-2,16 39 2,24 39 1,36-9 2,36 27 1,28-10 1,71-28 1,-44-80-4,16 4-2,-20-19-291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22353 4333 874,'113'0'-8,"-43"0"2,-4 5-846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22728 4196 874,'-14'76'-9,"-2"-11"6,-3-1-9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22713 3846 874,'-8'77'-7,"0"-13"-2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23028 4151 874,'-68'3'-6,"-4"-42"6,79-56-2,66 43 0,-3 64 1,-36 57-1,-70 45-5,-44-1-5,10-39 16,140-16-12,-6-58-25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23208 4059 874,'-25'80'-10,"-7"17"7,3-3 1,10-30-4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23313 4090 874,'-12'84'-9,"-1"-10"4,-3 0-1,-2-10-59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23073 3984 874,'114'1'-17,"-40"1"5,3-3 0,-9 0-10,-4 0-6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23313 4454 874,'62'-69'-12,"7"-33"7,-24 24 3,-12-5 3,-52 147 2,0 34-1,22-29 0,73-107-7,-28-28-1,-6-34 8,-70 176-3,17-8 2,66 9 4,12-52-437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23883 3923 874,'-16'83'-6,"-5"7"1,5-14 3,-2 2 3,6 0 1,3-15 2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23719 4180 874,'107'-19'-17,"-25"15"5,-6-1-12,-12 6-47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23823 4864 874,'-95'-15'-8,"31"32"4,-7 24 3,12 24 2,52 15-1,91-38-1,15-84-6,-17-30 1,0-63 1,-44 52 2,14-44 1,-26 56 5,6-9 4,-68 206-11,3-26 0,15-33 3,4 0 4,2 32 1,84-55 15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24214 4515 874,'-25'73'-9,"-8"36"4,5-8 2,8-19 2,9-18 4,22 3 9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24033 4773 874,'110'4'-16,"-22"-5"2,-9 0-13,-14 0-17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21917 5230 874,'-34'-96'-157,"28"18"215,6 14-29,16-44-11,-3 41-15,10-34 34,-1 9-38,0 5-1,6-26 1,0 18 1,5-6 2,1 9-1,28-24-2,36 8-2,-15 41 3,29 10 1,-2 11-2,-35 20-2,8 2-1,5 5 3,-17 6 1,-7 2 0,3 4 0,0 2 1,0 2 0,4 1 0,37-1 2,-40 3-2,5 1 0,39 2 0,12 10 3,-15 3-5,3 5-1,-24 3 5,-22 6-1,-12 46-2,-29 41 1,-29-51 0,-22 34-1,-44 8-2,4-27 0,-21 8-1,2-10 3,14-16 0,-25 10 0,23-18 0,-16 13 1,-12 0-1,22-16-1,-27 13 1,19-16-1,-7 0 2,5 14 0,14-2 0,9-3 1,-14 17 0,-21-5-1,37-47-3,-7-11-1,-3-9 1,-4-8-1,-39-8-1,52 1 0,-41-9-10,23 5-9,59-49-449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24004 2128 874,'-66'-18'-15,"-9"0"0,1-1-17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1182 979 874,'85'-33'-6,"19"-72"-4,-35-10 4,-8-40 7,-42 50 2,-128 137-2,68 61-6,6 3-2,6 2-2,0 43-2,-1 32-1,6 20 0,8-63 3,3 22 2,3 3 5,4-19 13,4-46-1,33 6 8,45-190 0,-53-11-21,-11-8 0,-12-55-4,-27 81 8,-66-35 3,-29 66-1,5 37 7,255-69-10,-30 53-8,-14 3-13,8 2-7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1668 547 874,'-39'121'-11,"17"-33"3,-2 7 0,-17 83-6,7-4 5,19-62 12,6 23 5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1772 668 874,'-37'153'-16,"15"-62"11,-5 6 1,-10 44 5,47-27 5,87-108-6,-11-77-23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1548 1038 874,'137'-56'-15,"-14"-18"4,-24 2-14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1877 639 874,'56'99'-10,"-19"63"3,-32-68 3,-10 58-2,-25-3-9,8-53-7,-16-9-265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 1230 874,'93'-139'-20,"-29"50"10,40-48-4,-4 81 23,-66 197-24,-57 16 2,8-72 7,-4 6 2,-2 17 0,2 1 5,3-18 4,-2 27 12,7-31 31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2478 1319 874,'150'-32'-15,"-1"-36"5,-33-29 3,-16-17 5,-11-8 3,-186 83 10,-34 153-17,64 14 11,108 28-6,130-93-5,-67-67-3,-17-42-281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3073 577 874,'-66'87'-16,"-60"57"-1,39-50-8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3078 861 874,'20'104'-10,"-16"49"6,-12-25 2,-51-213-4,126-52 10,23 33-1,21 4 4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3279 805 874,'16'120'-11,"-6"-13"6,-10 4 5,-14-9 3,-29-15-102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3285 668 874,'-45'90'-6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3378 1023 874,'40'102'-5,"58"-11"2,9-84 0,-16-68 1,-15-43 1,-61 8 2,-124 14-2,-20 105-2,30 33-7,14 35-195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3942 927 874,'-80'133'-15,"-4"-6"8,35-24 12,146-101-4,-22-122-15,-35 20 5,-8-27-1,-10-14 2,-8 36 4,-6 9 2,-2-6 11,-43 230 12,37-21-23,4 12-1,7 0 0,-1-25 3,37 49 6,43-112 4,-14-164-11,-28 29 1,-20 212-1,35-20 15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4129 623 874,'0'96'-9,"0"-25"5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4385 1046 874,'103'-42'-9,"20"-55"0,-53-26 12,-105 26-3,-106 113-4,33 128-4,42 19-2,43-53 0,8 9-2,7-16-9,41 11-42,59-48-663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4580 760 874,'4'88'-9,"5"54"8,106-131 1,-51-118-1,-51 202-2,46 12 4,95-175-11,-12-71-12,-37-17 2,-94 59 29,-117 140 4,14 105 2,87-26-10,93-14-4,3-29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1292 1639 874,'177'-8'-28,"-34"0"10,6-3 4,-37 4 3,39-6 1,-51 5 3,50-7 0,40-2-5,27-4 6,23 0 1,-12 2 3,-47 4-2,49-2-7,28-2-2,19 1 1,-67 3-30,3 0-6,24-1-6,9-2-8,-16 2-5,-67 4-2,18 1 0,2-1 4,-7 0 8,-40 2 5,-16-2 16,9-10 8,-40 8-6,9-1 13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6131 623 874,'0'128'-11,"-6"32"4,-4-33 3,2-19-7,11-2-6,-2-16-65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5855 595 874,'162'-4'-21,"-46"0"10,65-1-9,-19 10-22,-43 32-18,-33 2-107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2958 1991 874,'-88'-30'-6,"74"127"-1,0 64-8,10-24 4,4 30-1,0-50 2,5 37-1,2 46-3,-3 36-3,-6-8-1,1-40 1,-8 55-4,-9 40-1,-4 24 2,4-82 5,-1 17 0,-7 33-30,0 15-6,-1-25-4,8-72-4,-5 16-4,4-9 0,10-33 2,4-61 7,-2-21-74,7 3 79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2598 2478 874,'44'-142'-18,"-4"40"7,25-49-2,5 22 16,16 41 3,-38 239-6,-48-54-2,10 60-15,-4-57-20,12-11-536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3199 2516 874,'15'-85'-13,"6"-6"0,8-26 1,3-15 4,-4 11 2,-9 33 3,7-59 8,-32 43 2,-86 243 0,68-34-10,6 24-2,6-7 1,4-17-3,8 25 2,4 14 2,0-2 3,-2-42 2,1-8 2,22 48 12,65-204 3,-112-58-15,-48 21-4,-29 18-1,25-9 2,130-48-11,68 27-7,-33 40-28,-6 32 2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3490 1718 874,'-25'125'-12,"-17"50"3,15-29 4,22-22 6,34 3 0,52-64 8,1-51-298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3645 1809 874,'-10'85'-9,"-7"62"2,2-34 6,16-16 6,3-10-16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3484 2119 874,'131'-3'-12,"-16"-34"7,-31-21-1,-26-27-12,-34 1-588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3904 1657 874,'53'119'-11,"-61"50"3,-15-38 7,-11-16 0,8-27 1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2868 3846 874,'124'-20'-16,"4"9"7,23 0-1,-33 3 4,-7 2 1,-10-1 1,34-1 0,26 0-1,23 0-1,-49 3 1,20-1 0,33 0-1,24 0 1,-8 2 1,-48 0 0,36 3 1,24-2 0,14-1 2,-55 2 0,6-2 0,31 1 1,20 0-1,7 2 0,1 0 2,-82 1 1,24 0 0,16 0 1,14-3 0,-26 0 0,-34 1-1,25-1 0,14-2-9,2-3-10,-57 1-8,7-2-9,7-3-7,5 1-9,-19 2-5,-32 2-7,12-2-4,-28 2-41,19-1-47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7852 3466 874,'126'68'-13,"6"4"4,-29 21 15,-105 19-6,-104-15-6,22-31-7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2778 4412 874,'73'-101'-14,"9"-13"10,15-31-3,-29 44 1,-3 8 1,55-86-2,-44 66 4,8-12 1,-21 32 0,4-6 0,9-13 2,6-8 1,-3 11 1,49-61 2,-46 78 0,5 1-1,48-37 4,9 26 2,-10 52-3,-3 85-3,-59 119-4,-100-10-4,-35-4 1,-18 3 4,22-41 3,45 2 4,99-81-6,11-31-1,53-26 1,-19 24 0,-61 103-1,-106 7-2,-50 13 1,78-13 1,122-69-3,-5-9 3,-19 56-155,-105 40 183,-21-2-1,44 12-5,41-32 26,65 37-13,-57-45-35,21 61-1,-47-56 0,0 11 0,18 57-2,-17-73 2,5 2 0,2-1 1,21 41 0,12 33 1,-39-74-1,17 55 1,3 14 0,-23-72-2,10 36 2,-2-6 0,6-17 5,16-274-15,-10 13-4,-14 58 7,5-16 0,4-12 4,1-6 0,-13 39 1,4-10 0,7-19 1,1-15 0,-4 9 0,-10 29 0,6-22 0,10-18-1,3-12-1,-12 38 1,3-3-1,8-20 0,2-4 2,-1 6 1,-14 40 0,9-18 2,8-12 0,8-7-1,8-3 0,-10 24-1,-3 19-1,9-5 1,5 2 2,38-43 6,-2 73-1,-6 143-6,-75 84-4,-27-28-2,-25 28 5,-1-35 2,11-32 4,112-26 2,-8-88-9,9 4 0,1 67-1,-56 41 1,-29 30 0,39-14 2,24 8-1,20-31-1,16 34-2,-57-19-1,-12 34 2,-15-14 1,-6 37-1,-6-9 0,-2-56 0,4 4 0,6-3 0,15 44 1,20 1 0,-6-26 1,13 21-1,-11-12 3,15 44-2,-33-74 0,-3-1-1,-5 1 1,-3-2 0,8 28-1,-24-205-6,1-61-1,3 37 5,-3 26 0,7-18-2,8-23-1,10-15-1,4 5 0,-10 37-1,14-20 7,8-9 1,6 0-2,-13 30 3,-5 6 0,2-15 1,3-13 1,5-11-1,7-12-2,-18 49-1,12-22-2,7-15-1,4-2-5,-9 25-4,-10 23-8,2 1-9,40-69-51,-5 51-25,8 48-378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5315 5380 874,'121'-8'-7,"-2"2"1,6 4 1,12-3 0,53-3 0,-69 2 1,9 0 2,1-1 1,-38 2 0,26-2 1,17 1 0,13 0-1,8 2-2,-28 3 0,-21 0-4,3-1-2,-8 1-9,-12-4-8,33-15-38,-38 8-121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7086 5062 874,'116'36'-6,"13"12"-25,-20 0 33,-16 41 10,-116 1-12,-121 14-3,40-36-12,18-40-174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5624 5169 874,'-93'57'-10,"-25"7"-3,21-13 11,-7 21 7,136 22-10,73-30-5,-15-41 6,23 10-23,-26-18-253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6081 5746 874,'4'128'-6,"7"30"4,-2-56 1,-6-15-108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5871 5640 874,'128'30'-12,"49"12"3,-77-23 2,48-2-11,-13-28-5,-43 2-26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4264 2254 874,'124'-8'-7,"-20"4"2,11 0 0,-18 1 0,21-1 0,20-1 0,15 1-1,-52 1 1,26 0 1,19-2 0,12 0 1,-21 1-4,-24 1-3,17 2-7,3 0-8,-5-2-7,-40 2-8,42-10-49,-44 3-89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5990 2037 874,'109'52'-6,"-6"21"5,-31 47-1,-80-33-1,-72 8-1,-19-15-6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4559 2067 874,'-111'85'-12,"-6"-5"8,38 21 6,148 10-2,46-50 1,-24-18-5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5255 1657 874,'11'131'-11,"-5"16"9,9 0 5,-4-52 2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5000 1696 874,'158'-32'-17,"-60"18"9,-9 2 2,79-9-3,-81 9-7,3 3 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1732 7006 874,'87'-59'-6,"4"-26"0,-11-10 2,-1-19 2,-17-30 3,-52 44 2,-101 111-3,2 69-6,36 17-3,4 29-1,9-4 3,10-16 0,2 33-1,3 19 3,4 13 0,6-54 4,2 12-1,2 5 5,9-13 7,15-27 0,93-52 13,-76-184-18,-33 21-3,-60-17-3,-15 48 3,-6 4 3,245-37-16,-49 83 4,-15 3-15,8 6-2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2262 6583 874,'-41'136'-13,"-2"-1"3,6 1 1,3 40 5,18-77 1,-12 80 1,22-83 4,11 24 7,84-168-1,-19-38-298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2426 6781 874,'-41'156'-16,"10"-62"9,1 10 2,-5 42-1,20-27 11,49 11-4,90-44 5,-19-136-2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2148 7159 874,'85'8'-10,"2"-8"-1,14-10 2,0-18-2,32-45-19,-92-33-12,-10 18-79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2598 6689 874,'79'108'-11,"-19"54"-1,-31-12 3,-22-8 4,-14 3 0,-8-51-1,-10-2-1,0 7-6,-14-13-173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2943 7054 874,'132'6'-14,"-44"-2"7,10-1 3,-11 1-8,-2 0-3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2989 7339 874,'183'-19'-29,"-26"-13"2,-66 13-12,5 0-21,-9 3-322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4783 6264 874,'-94'-5'-16,"-6"8"1,-28 5 3,-16 10 3,-9 6 2,54-8 2,-26 11 2,40-10 3,-18 10-3,7 5 9,-16 28 10,149 27-5,54-30-13,86 34-8,-53-33 4,-5 7 1,-27 11 5,-46 11 3,-44 6-1,-48 49-6,-122 23-1,75-86 6,-51 40 10,80-6 0,281-23-14,-37-78-19,30-8-4,-52-1 11,9-1 1,22 1 4,2 2 9,-33-1 6,-39 3 8,-27 0-1,-4 5-129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3874 7850 874,'7'111'-9,"5"0"5,-6-8 4,25-199 1,89-54-3,23 67-4,-40 70 0,-1 21 1,38 29 5,-73 74 3,-69 14-2,-37-18 0,-2-22-24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4519 7952 874,'126'1'-12,"7"10"8,-48-3-4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4519 8157 874,'152'13'-17,"-55"-15"10,5-6-3,-3-1-1,5 0-13,-19 0-46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4580 7956 874,'96'-11'-18,"17"7"18,4 10 4,2 4-1,-30 1 2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5298 7885 874,'-85'123'-7,"53"-26"5,79 33 2,88-60-1,-11-142-1,-51-30-2,-58-15 2,-52 28 2,-72 33 0,-29 39 1,44 10-1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3844 6030 874,'117'-12'-10,"56"5"0,-17-3-2,-51 2-11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4070 5887 874,'-38'93'-11,"-7"49"8,48-40 5,109-28 2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4430 5951 874,'3'108'-28,"168"-22"41,-77-234-11,-210 84 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4712 6041 874,'125'82'-4,"-17"-86"3,-70-79-1,-161 1-4,-13 91 3,56 77-9,62-2-287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6036 6826 874,'-86'-4'-9,"-76"37"-3,70 10 7,5 14 2,-23 36 2,46 46 3,97-28-1,76-48 3,18-90-5,0-63 0,-40-29-1,-47 29 1,14-52-1,-112 232 4,37 1-5,6 4 1,11-8 4,15 36 2,114-62 2,-24-143-5,-4-14 5,6 69-2,-72 165-9,-52 17 1,-7-25 4,80-273 3,4 3-2,3 55 0,28 53 0,-13 132-1,-68 13-1,8 1-7,-2-27-11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6876 6796 874,'-108'81'-16,"12"10"6,23 6 10,49-5 5,107-5-5,77-76-5,-31-49 1,-11-58 4,-50 11 3,-102 208-6,3-1-3,28-7 8,113-28 4,11-145-2,-54-27 1,-99-59-4,-107 29-10,26 59 3,198 12-4,8 39 2,29 2 2,-9 11 8,-28-1 3,30 77 5,-126 52-12,-86 11-3,-13-33-8,24-32-39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7701 6857 874,'24'132'-12,"-12"33"12,-9-26 0,-22-40 1,23-215-10,32 17 4,43-30 4,-5 39 5,37 30 0,-14 71-1,-22 88-2,-46-1-2,-26 9-8,-11-18-14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8286 6844 874,'-39'130'-4,"12"40"2,48-55 1,75-78 0,24-151-3,-52-15 4,30 181 0,29 3 0,-25-162-1,-131-14-1,2 27-4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8768 6385 874,'0'133'-9,"0"-38"5,-1 51-6,-1 5 2,2-50 7,2 3 2,0-14-1,12 36 5,-22-241 1,13 27-6,20-45 0,47 17 0,28 60 0,-13 24-18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9082 7002 874,'162'-8'-21,"-54"3"6,29-1-18,-24-6-11,-25 3-58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9278 6720 874,'0'90'-10,"0"-26"4,0 11 0,0 46-7,0-38-13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9593 6744 874,'-9'131'-12,"34"7"10,66-36 2,41-66-2,-35-29-1,-10-58 5,-10-76-2,-40-15-3,-47-13 1,-37 57 7,-78 93-3,34 120-10,29 63-4,46-54 0,9 11-7,11-1-9,0-44-7,8 10-7,4-9-7,-2 4-67,4-10-300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9961 7206 874,'-6'85'-9,"-8"63"3,3-32 5,40-241-11,52-10 14,19 85 2,4 127-3,-69 44-4,-46-3-7,3-32-64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10355 6302 874,'86'113'-15,"-37"-19"6,-4 19 1,-11 19 1,-14 14 1,-16-2 1,-2-37 1,-18 25 0,4-35-2,-19 35 1,-20 17-10,-34-5-7,29-50 3,11 0-26,-41-8-653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7733 6461 874,'-101'147'-18,"50"-47"9,1 22 0,9 21 1,13-41 2,10 16 2,7-14 0,6 4-2,13 29 1,24 15-9,26 0-7,-16-51-7,32-5-7,-9 7-43,23-27-287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2328 7480 874,'7'108'-3,"2"-17"-12,2 15 5,-2-12-3,2 75-20,-9-66 8,-4-1-6,-3 5-12,-2 45-64,15-39-6,0-27-228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2298 7480 874,'105'56'-10,"10"13"5,-29-6-1,31 55-16,-46-30-29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2433 7495 874,'-65'108'-11,"-7"-3"7,7-12-3,10-1-5,-2 20-11,8-17-40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8467 7267 874,'17'115'-3,"-5"6"-10,4-1 7,1 1 3,-5 14 2,-2 0 3,2-27 5,19-22-16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8422 7236 874,'98'74'-11,"19"23"6,-26-24-5,-6 3-290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8496 7252 874,'-40'110'-10,"-5"-1"6,2-23-1,-10 2-291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8431 8301 874,'-22'107'-9,"12"27"5,20-25 2,17-13 2,34-9 0,29-100 0,-20-80-2,-27-22 1,-29 27 2,55 225-4,5-19 2,33-93 2,-64-123-2,-28 0-4,-37-3-6,-16 5-28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9037 8514 874,'89'0'-7,"18"0"5,-22 2-57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8978 8656 874,'135'1'-8,"-31"-10"-5,4-1-14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9745 8508 874,'-121'-33'-8,"58"-80"6,70 15 2,69 1 1,18 120-1,-9 122-1,-89-63 0,-22 0 1,-38 36-1,-57-43 2,214-51 4,16-25-6,-13-73-4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9953 8241 874,'4'104'-5,"-4"8"4,-2 6 1,-1-31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10044 8241 874,'-4'124'-6,"0"-18"5,12 34 2,2-32 3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9728 8133 874,'153'9'-24,"-65"1"4,43 4-34,-33 3-5,-11 1-359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10223 8514 874,'28'89'-292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2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10344 8331 874,'84'96'-6,"0"41"1,-63-14 6,-56-8 0,121-105-6,9-85-3,-16-43 9,-48-11 1,-58-30-2,-71 15 1,24 52-1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10854 8514 874,'88'9'-12,"8"3"-2,32 4-1,19 7 3,2-1-18,-37-6-5,-19-8-3,13 4-54,-22-9-188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11164 8362 874,'-116'45'-10,"-9"-2"5,21 23 8,100 27-3,71 21-3,16-21-7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11853 8630 874,'72'-101'-10,"-9"-34"5,-39 27 6,-85 19 0,-57 53-2,27 121-1,47 42-3,47-24-2,19 28-2,14 15-1,-10-47 2,11 28 1,0 12 3,-6 1 4,-11-30 3,-9-18 1,-14-5 3,-28 21 8,-83-136 2,63-75-15,44 11-5,18-11-2,12-4 1,19-46 2,22 5 4,-1 36 3,30 38 1,-4 54 0,10 119-4,-80 47-1,9-20 0,57-80-2,49-111-7,-36-32-2,-38-48 10,-47 25 3,-122 48 2,22 154-2,55 25-3,92 34-3,47-66-2,-19-26-9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12327 8172 874,'-61'92'-12,"-3"-5"-287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12445 8870 874,'122'4'-8,"6"-76"3,-53-37 2,-55-2 1,-58-7-2,-39 22 5,-28 85 2,20 177-7,89-39-6,19 22-1,-7-50 1,10 27 3,3 9 2,-7-15 9,-6-34 1,-8 22 5,-16-21-156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12746 8444 874,'-6'89'-12,"8"80"-1,9-77 10,17 38 6,77-89 2,-18-162-13,-43-13-1,-17 0 16,9 264 0,34-17-3,46-118-4,-29-60-3,-38-93-3,-47 17 8,-42 44 2,-51 119 0,75 68-3,53 62-3,15-39 1,66-150-2,-65-76-1,-20 8 3,61 180 3,-70 51-6,-6-19 1,44-206 9,-26-12-4,33 24 3,42 164-4,-71 32-6,-14-8-6,-8-16-38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13845 8285 874,'-46'92'-6,"19"6"1,23-7 4,33 7 0,68 14 0,-6-83 3,44-82-4,-48-68-1,-57 14 2,-39 9 1,-97 19 3,41 173-2,78 1-5,38 25-7,-13-15-16,19 7-20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14663 9079 874,'-164'4'-27,"30"-11"10,-35-4 0,-39-1-9,-38 0-1,35 2 3,3 5 0,-11 2 2,11 3-7,-87 5-8,-72 13-4,-49 12 0,-37 14 1,160-16-26,169-20 0,-42 7 11,58-1 25,3 0-14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2722 9190 874,'0'97'-11,"-5"73"4,1-56 1,3 22 0,0 21-2,1 10 0,-2-48 2,1 49-4,0 34 1,1-62 1,0 43-3,0 42-6,2 31-6,-2 24 0,0 16 4,2-103 4,0 47 6,1 25 8,-1 16 0,-1 13-3,-1-25-25,0-73-6,0-71-5,-5 40-6,2-59 4,1-22-77,-4 4 42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2816 8954 874,'-51'142'-13,"-16"34"1,16-34 5,9-11-7,-7 38-16,26-84 3,-1 8-41,-1-5-455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2733 9015 874,'41'124'-12,"29"58"-1,-34-95 8,1-3 0,10 16 0,46 95-6,-29-56 3,-23-49-1,14 28-13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2673 12920 874,'116'0'-26,"-16"0"25,11 2 2,-22 0-1,14-2 0,-6 0 0,96 0-4,-59 0 4,20 0-4,-38-2-2,15 2 0,26 0 0,18-1 0,-2-3 2,-43 1-1,32-3 1,26 2-1,20 0 1,17-2 1,-30 2-1,-24 0 0,35-1-3,24 4-2,12 1 2,9 3 5,-63 0 3,-1 2 0,23 2 0,18 2 0,-4-3 1,-65-4 0,29 3-18,15-3-8,5 3-9,-43-1-8,-13 0-9,18 3-6,9 2-6,-2 1-5,-61-3-2,19-2-1,6-2 9,1-4 9,-9-3 10,-20-2 7,-27 2 8,4-2 7,0-1 5,47-10 1,-50 6 12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8422 12634 874,'111'39'-11,"50"45"-2,-34-5 8,-31-5 7,-64 35 0,-122 16-2,0-32 2,-3 22 10,25-27-444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9324 13132 874,'37'-102'-11,"-1"-60"6,-31 68 4,-10 2 1,-22-38 0,-59 77 1,-12 180-7,88 10-6,11 6-3,5-19-1,7 36-1,1 18 3,-9 2 10,-2-53 5,-10-6 1,-10-8 5,-10-21 4,-58-46 23,63-165-20,30 15-17,17-11 0,16-1 2,35-41-2,49 21 7,-21 54 2,5 76 7,-83 99-11,-8 38-2,19-11 1,65-59 1,25-179-8,-88-50 4,-70 35 5,-85 145-2,78 106-2,65 19-3,76-49-7,-14-25-33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9746 12589 874,'-66'89'-8,"-2"-2"-55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9757 13347 874,'101'42'-7,"6"-113"2,-51-21 2,-44-19 4,-53 21-1,-7 203-11,29 4 1,2 77-7,18-49 8,6 10 2,1-22 2,-3-33 10,6 0 9,-2-200-12,-1 16-3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10058 12979 874,'12'122'-14,"-3"-28"7,6 0 2,4 30 1,67-114 0,-11-141-5,-33-10 8,27 260 6,-23 10 1,63-50 6,-28-180-17,-50 6 0,-5-62-3,-34 72 13,-20-16 0,-49 249-7,84-31-5,3-12 0,21 36-7,65-182 19,-63-79-8,-9-5 6,81 265 10,-87-47-16,4 57-1,39-286 13,-37 10-8,63 284 0,-35-31-18,-12-39-23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11100 13166 874,'-57'92'-6,"-4"33"0,34-1 6,76-15 0,79-51-2,-14-67 1,-31-115 3,-178 171-12,69 54 3,-17 19-24,34-35-35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3711 10063 874,'0'132'-15,"-1"-35"8,-3 22-1,0 22 0,1 23-1,6 24 1,5-6 1,-1-38 0,7 43-9,-1-54 2,8 62-4,9 45-3,6 38-1,-5-37 1,-2-21 2,2 40 0,-4 5-30,-10-92 5,-6-86-7,3 60-21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4909 11311 874,'11'85'-9,"-3"2"-3,3 28 1,8 25 0,2 25 0,6 26 2,-10-63 2,4 33-3,-2-25-1,-2 14-1,3 29-22,-3 9-6,-5-68 5,0-4-55,-4-29 25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6275 11889 874,'18'157'-22,"-3"-31"8,2 24 2,-6-49 4,3 30 1,-2-20 1,0 6 1,2 29-22,-4-50 3,-1-6-20,-1-6-29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7356 12331 874,'20'103'-18,"8"7"-1,16 52-10,20 73-23,-26-94-13,-11-39-20,12 38-34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8630 3207 874,'-9'128'-11,"-24"36"5,12-74 3,0 2 3,3-1 0,8-2 1,6 48-1,19-33 1,54-1 1,48-85-1,-21-24-3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8392 3674 874,'92'-9'-11,"12"-4"-8,1-2-19,-18 10-761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9140 3352 874,'-54'116'-13,"16"-24"2,-3 18 4,3 16 2,9 7 1,13 2 2,15-5 3,18-16 3,24 25-1,57-104 6,-12-67-291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9361 3466 874,'-8'151'-16,"-3"-54"7,1 8 4,-3 4-4,-1-6-1,-11 29-13,11-48-24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9188 3992 874,'113'-9'-10,"26"-23"5,-34-15 2,-5-29 3,-32-23 2,-184 29-1,38 229-1,84-31-3,46-15 3,60-138-1,-57-89-1,-7 13 6,37 149 3,27-147-11,-3 107 5,-83 93 0,69-135-3,-12-2 2,25 107 3,3-158-7,-34-9-3,-86 250-9,-30-29 8,0 5 2,14-42-2,3 13 5,0 47 15,110-245 12,-68-83-13,-2 14-10,-3 75-1,78 95 3,0 5-4,29-59 1,-26 9 2,-3 77-2,-93 97-2,-108-24-3,7-34-9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10789 3488 874,'85'131'-23,"-40"-30"14,-11 16 3,-18 6-4,-20-4-1,-17-8-6,-16-12-7,-53 51-47,10-63-30,-7-27-177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3740 13060 874,'60'93'-6,"5"41"1,-26-6 3,-28-34 2,-2 21 3,105-139-5,-36-124-2,-58-5 3,17 59 2,34 9-620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4893 13187 874,'-86'-31'0,"61"-51"-5,164 90 0,-40 79 4,-158 33 0,-26-42 1,6 35 1,97 12-1,86-76-3,5-82 0,-27-91-3,-49 12 2,-26 5 4,48 258 8,-56-36-6,17-29 1,77-78-4,1-95 0,-36-23 1,-44-9-2,-26 6-5,-17 22-4,-1 8-114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6051 13049 874,'89'-18'-5,"25"16"0,-24 25 3,12 91 4,-95-26-2,-131 3 1,100 28-2,103-7 1,-73-11 1,-114-70 0,22-99-1,58-22-625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6457 13251 874,'16'107'-9,"-4"-8"5,14-1 7,73-80-4,-37-110 0,-30-17 1,-20-35 0,4 26-1,-1 30 1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7331 13105 874,'-24'116'-6,"38"4"6,100-39-1,-16-136-2,-149 198-14,17-21-1,53-31-64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7552 13300 874,'100'147'-8,"-79"4"8,-8-35 0,77-105-3,-38-108 1,-21-58-2,-24 8 3,3 51 5,6 6-624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7957 13425 874,'92'71'-10,"-8"-8"-54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8467 13546 874,'90'15'-11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3571 12725 874,'-73'97'-30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3687 13235 874,'-95'-37'-5,"-38"12"1,18 17 0,30 9-3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3667 13406 874,'-112'10'-3,"-44"-30"-2,55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2704 13136 874,'57'-125'0,"15"231"-11,-48 35 4,0-50 6,17-2 14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3256 13319 874,'-91'35'-29,"3"-6"34,-5-1-2,-4-2-2,-51 15-1,43-12-1,17-7-29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2944 13486 874,'9'104'-24,"3"-9"20,4 11 6,5 14-4,1-18-10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3339 13532 874,'-132'6'-8,"2"-10"-8,-28 0 1,42 4 4,15 0-14,-2 2-3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5485 11852 874,'-111'-17'-18,"23"0"-38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4764 11815 874,'-113'-4'-32,"27"-3"-42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4081 11783 874,'-95'5'-3,"-7"-29"1,15-8-295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3386 11781 874,'-92'-3'0,"-3"-22"-7,10-4-293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2969 11820 874,'-102'23'-9,"5"-38"6,12-6-108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2666 11813 874,'-86'41'-102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 11570 874,'111'30'-2,"-202"1"-5,46 108 2,44-22 3,87-39 3,23-215-5,-62 2-3,-23 21 8,38 243-2,-50 27-13,-6-54-21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2043 11767 874,'106'23'-5,"-18"25"3,-126 47 2,55 19-2,59 4 3,-169-35-2,6-63-439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2846 9984 874,'-108'-12'-3,"10"4"-1,-2 0-1,15-5-849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1885 9674 874,'-117'-91'-10,"9"109"6,23 24 3,17 47 1,55 12 0,167-15 0,-26-119 0,-8-80 1,-60 211 0,-57 18-1,29-17-1,4-9-109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2016 9897 874,'-3'113'-6,"-2"30"3,4-42 1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2890 11016 874,'-104'-4'-5,"-54"-9"4,62 5 0,7-5-293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1904 10596 874,'-117'40'-10,"-19"40"7,65 32 5,196-39-5,9-149-6,-45-19 2,-48 9-43,-98 192 88,38 58-39,8-53-2,10-23-817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 10885 874,'97'25'0,"-40"90"-8,-100-28 8,14 1 1,117-37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2622 13018 874,'22'-127'-7,"-14"15"-9,-8-29 4,-10 41 9,-2 6 2,-13-70-2,11 74 6,10-9 5,14 236-6,-8-5-6,-5-50 4,-2 5 3,1-3-2,1 48 3,1-12 3,5-252-7,-3 15-6,0-40 2,2 28 7,16 23 3,34 196 0,-47 49-9,-3 18-2,-5-65 4,-1 1 1,-3 47 0,-23-263-1,24-32-8,6 55 5,1-50 2,-1 26 4,15 42 4,21 190-5,-26 18-6,-6 47 2,-8-71 2,0-1 2,1-18 1,-10 34 5,-41-246-6,43-26-8,12 62 7,3-49 4,26 46 0,38 180 5,-53 52-15,-15-41 2,-3 7-6,-1 45-17,-6-45-30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14887 1482 874,'0'121'-15,"-2"-23"6,-2 24-1,0 29 1,2 24 1,-2 23-1,-2 24-2,2 26-7,2-27-6,0-14 0,-2 3 1,0-28 1,-4 62 0,-1 45 3,0 35-3,1-76 5,1 17 0,0 58 2,3 45 1,0 10-1,2-107 0,0 72-1,-2 47 3,-6 29 1,-2-84 4,-2-15 2,-6 60 9,0 40-3,4 26-4,6 18-1,3-146 0,7 44-1,2 49 1,0 28 1,1-37 6,0-84-2,-3 60-3,-3 42 1,-2 30 1,-1-117 2,1 17 0,-3 56 2,-3 31-4,-1-12-40,3-117-8,-3 67-3,-1 30-1,-9-2 4,-11-40 5,12-127 5,14-116-57,-4 14 76,-10 0 18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16408 2164 874,'118'-116'-17,"22"-56"0,-63 72 11,36-48 11,-55 56 1,-169 220-4,61-35-8,-26 79-7,41-49 7,11 14 3,16 9 1,10-22 1,4-18 1,12 13 1,4 3 2,-3-6 4,-6-8-1,-6 35 6,-60-29-4,-57-128-3,60-176-15,63 74 0,3 24 1,23-17-15,9-1-7,-12 13-26,15 4-38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17088 1596 874,'-49'173'-27,"14"-53"14,-4 13 4,1 2 5,11-10 4,12-10 5,15-26 0,24 48 0,93-55 7,-33-82-4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17298 1743 874,'-59'119'-15,"-18"53"9,46-80 6,15-4 2,49 44 1,57-108-4,-1-32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17053 2098 874,'107'-44'-19,"-12"1"5,24-20 0,-33 19-9,8-5-9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17524 1565 874,'72'93'-11,"-8"64"4,-52-52 3,-20 13 0,-19-1 0,-21-17-3,18-9-8,-25-1-7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16874 2888 874,'20'96'-6,"-8"80"-6,-11-59 2,0 21 1,1 8 1,-2-43 2,1 44-1,0-47-1,0 49-1,6 40 1,-3 34-3,-3 23-1,-1-7 0,0-59 0,-1 43 1,-3 29 1,-3 21 1,4 19-27,-1 7-7,1-38-8,2-56-4,-1 28-4,6 10-4,8-3-3,-1-68 1,11-11 2,-6-58 6,-8-12-51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16843 5412 874,'131'7'-13,"-34"-3"5,56 2-4,-33-4 6,-20 0 3,6-1-1,36-2-4,30-3 1,25-1-1,-59 3 2,31 0-1,36 2-3,26-1 1,18 1 0,-3 1 1,-69-1 1,43-1 0,36 0-3,29 3-3,-52 1-1,-3 3 0,44 2-2,29 7 2,13 3 2,4-1 8,-99-6 4,15-2 3,19-2 7,7 2 7,5-4 0,-15-1 0,-75-1 0,34 0-3,25-2-3,12-4-5,-2-12-26,-87 7 1,-46 5-12,-10-4-12,-16 0-596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22715 5124 874,'117'89'-18,"-26"-26"12,7 6 0,-6 4 4,22 47 6,-79-25-1,-95 8-4,-122 38-9,58-69 4,26-12-12,6-8-10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17099 5895 874,'76'-138'-16,"-23"52"7,15-17 1,12-12 0,14-9 3,-2 8 0,-20 29 0,20-21-1,61-67-4,-45 60 8,-24 29 2,7-6 1,18-16 1,19-12-2,4 1 0,-35 34 0,31-21-2,26-10 0,16 0-2,-34 27 2,-4 9-1,22-5 2,12 5 1,6 10 2,-1 14 2,-52 19 1,5 9 1,5 11 2,-1 13 0,-21 10-1,58 33 5,-21 65-3,-60-3-5,-13 54-3,-15-6-1,-4-10 0,21 42-4,-25-70 2,2 5 0,-6-13 1,33 67 0,-5-20 1,-17-50 0,11 10 0,-11-18-1,1-3-1,13 21 0,11 12-2,4 10 1,7 3-1,-27-39 2,12 4-1,16 13 2,12 13-1,-1-6 0,-22-27-1,15 19 0,68 80-3,-60-64 2,-5-3-11,-25-30-6,4 4-14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22998 5929 874,'19'91'-5,"-19"39"-1,-6-21 3,1-12 2,4 18 1,14-6 1,27-9 1,83-24-2,-17-72-5,-15 7-6,9-22-13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22923 6198 874,'110'-3'-19,"0"-2"2,40-8-2,-64 5-12,10 1-18,-9 3-492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17233 5124 874,'-70'112'-11,"15"-27"7,0 0-3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6254 6432 874,'-125'-28'-12,"-30"22"9,70 24 3,-6 17-1,-3 17-1,-2 20-1,-1 15-1,1 17-2,-34 66 0,60-13 2,54-59 4,20 14 0,18 9-1,24 9-1,-8-33 1,16 1-1,23 11-1,21 3 0,20-2 1,21-8-1,-47-34 0,31-1 0,22-7 1,10-12 1,1-13 2,-20-16 2,-37-9 1,-1-16 2,-6-17 0,-7-20 0,50-74 3,-50-14-2,-55 38-5,-17-18-3,-14-12 0,-3 28-2,-15-1 0,-21-20-2,-17-11 1,-14-6 0,-16-1 0,30 46-4,-21-9-3,-16-6-8,-13 4-8,7 0-28,12 27-20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6426 8027 874,'68'119'-15,"-12"-26"4,15 20 1,38 60-4,-57-86 9,-2-1 0,16 30-13,6 17-7,6 9-8,-27-50-6,9 12-6,0-9-6,24 15-58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7087 8909 874,'117'93'-18,"-1"31"3,-25 3 11,-26 24 7,-54-35 1,-99-82 0,-7-60-7,-26-18-4,13 2 0,4 2-14,13 7-15,-2-6-41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6152 8438 874,'-84'97'-8,"-27"28"4,-10-17 4,245-226-10,42 62 12,-44 41 2,-54 152-2,-135-1-4,10-21-7,11-27-19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6186 8848 874,'88'117'-13,"23"0"3,-9-70-3,-14-9-65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6450 8924 874,'73'96'-8,"-33"7"7,-142 20 0,-37-80-1,40-13 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6653 9279 874,'17'99'-6,"-21"56"3,4-62 2,14 43-2,24-41 2,69-50 1,-22-196-1,-132 12 0,-76 48 0,20 57 3,6 37 1,-3-22-1,19-88-2,123-21-2,130 107-8,-49 15-16,-36 56-265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7780 9694 874,'-160'-46'-12,"-2"47"10,33 61 1,95 64 0,82-1-5,51-28-2,56-39 3,17-73 9,-62-50-1,-67-113-5,-73 66-2,12 22-3,-28-19-21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18774 6567 874,'-94'57'-9,"-34"37"2,-26 63-1,84-57 4,-25 80-5,37 1-1,39-40 4,14 21 0,9-18 1,2-18 1,16 26 1,7 21 1,6 14 0,0 6 0,-10-45 1,-5-8 1,-8 12 3,-12 2 2,-17-11 1,2-44 0,-24 6-1,-24-5-1,-23-14-1,-18-25-1,-12-48-1,21 9-1,11-14-8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18465 7903 874,'61'-96'-7,"40"-31"2,-19 24 7,-24-12 0,-37 18-3,-122 141-7,68 55-1,13 34-2,13 20-1,5-44 2,6 41-2,4 18 4,-4 0 4,-3-38 4,-1-15 2,-4-5 6,1-18 1,-14 22 10,-61-209 1,63 2-23,19-22-2,9 18 1,13 6-1,29-9 0,31 7-5,-3-14-10,3 49-20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19059 7404 874,'-73'146'-18,"43"-55"10,6 14 2,9 9 1,6 3 5,4-27 0,3 68 1,37-47 5,77-106 3,-35-135-17,-24 35-21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19114 7571 874,'0'131'-7,"-2"-19"2,0-5 6,10 5 1,91-47-2,-19-107-625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19080 7817 874,'134'-9'-12,"-9"-18"8,-30-18 3,-44-41 2,-38 1-3,5 210-1,2 35-3,-23-45 3,-22 1 1,-5-31 1,-97 37-1,10-46-1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19739 7950 874,'129'3'-11,"-6"-31"7,-28-76 4,-149 10-4,-61 80-4,28 36 3,-40 30 2,51 80 6,90-14-1,131-21-8,-27-74 1,-30-8 1,7-26-1,20 7-25,-30-28-247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19860 7503 874,'114'4'-18,"7"-16"-2,-34 5-9,0-1-11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20266 7396 874,'-8'93'-9,"21"26"10,7-27 2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20276 7039 874,'-22'102'-8,"2"-16"2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20592 7436 874,'-51'-133'-5,"141"73"3,-49 156-2,-98-4-3,8 22 4,58-19 5,80-26-3,49-48-5,-40-10-7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20908 7289 874,'-24'94'-9,"4"35"6,13-12 1,0-30-8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21001 7297 874,'-8'117'-11,"-13"40"7,2-29-6,9-43-7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20671 7207 874,'122'-4'-24,"0"4"5,35 1-3,-67 0-13,11 1-20,-15 4-472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21062 7811 874,'32'-87'-9,"-4"-1"5,3-9 2,2-8 3,4 7 1,-31 239-6,-2-21 1,21 13 7,87-136-4,-39-141 2,-51 29 2,-4 224-20,38-20-3,30-19-129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21576 7131 874,'-10'120'-6,"4"53"-2,9-38 6,13-15 1,-5-18 4,-17 1 7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21482 7420 874,'118'6'-22,"2"0"2,-34-2-15,3 1-22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22233 8240 874,'-119'-1'-11,"-50"19"2,81 0 7,-31 21 4,68 49 1,155-34-5,46-66-2,-23-54-2,-27-81 4,-62 48 1,13-60-1,-26 58 2,-6 13 1,-2-5 4,-61 257-9,28-54-1,7 16 0,2-36 5,7 9 0,12 2 4,61-4 1,13-71 16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22349 7723 874,'-8'162'-18,"0"-62"11,-3 9 2,3 2-3,3-6-1,5-10-2,-1-10-11,-2 3-52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22203 8057 874,'108'10'-18,"-11"-1"6,19-1 1,-31-2-7,9 1-7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21047 7359 874,'93'65'-25,"-14"22"35,-63 37-8,-44-11 0,169-164-1,-16-67-2,-65-13-3,-26 46-5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3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21062 7418 874,'60'85'-8,"-8"31"8,-21 3 0,70-83-2,-6-138-3,-6-15 8,-54 3-1,-35-8-4,-3 35-6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21047 7430 874,'68'97'-6,"1"33"5,-21-5 1,52-148-2,-1-117-3,-19-13-12,-45 35-4,-7 30-114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17375 7795 874,'-116'67'-13,"-29"58"4,76-38 6,9 18-1,11 19 1,17 17-2,15 16 0,6-18-3,15-11 1,6-10 1,12-4 6,25 32-3,23 22-2,25 9-3,-25-50-3,16 4 0,17 6-23,-1-5-8,-14-19-6,26 46-70,-47-67-71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17441 9502 874,'43'93'-9,"-1"17"4,-4-10 4,-22 18 1,-97-15-1,-31-54 0,-44-21-1,64 7-12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18019 9746 874,'-2'144'-16,"-1"-48"10,-4 25-3,1 29 0,5 27-1,4 28-1,2 24-4,6 27-5,0 16-2,-1-65 6,-3 0 2,-1-29-27,-3-8-5,-5 32-7,-1 15-4,1 1-5,-1-41-2,4-44-1,12-25 0,-6-17-48,7 0-15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17989 9684 874,'-64'109'-11,"-5"31"6,8 19-6,24-42-2,6-33-35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17969 9608 874,'90'152'-21,"-30"-52"8,11 21 3,2 16 1,-7 9-15,-23-55 5,6 4-29,-18-8-41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17954 12408 874,'103'0'-32,"6"0"35,16 0-5,3 0 3,-33 0 0,17 0-2,-8 0 1,-16 0 3,26 0-4,22 0-2,16-2-1,-41 1 0,13-3 0,21 0 0,14 1 2,-11 1-1,-32 1 1,28-1 1,18 0-2,14-2 1,-44 1 0,10 0 0,22-1 0,16 0 1,-6 0 0,-46 2-1,29-2 1,17 0 0,6 0-5,2-1-8,-31 1-9,-22 1-7,18 3-8,4 1-8,1 3-7,-49-1-5,12 2-6,6 2-4,2 1-1,-23-3 3,29-1-43,-43-21 34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22049 12132 874,'124'146'-13,"-53"-6"12,-54-43 1,-77 34-2,-33-15 1,35-10-6,15 9-16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22307 12109 874,'72'97'-5,"-3"74"2,-55-86 3,13 15 1,79-108-8,0-128-1,-56 40-6,-19-33-9,-29 25-27,-28 7-29,-34 0-87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23029 11362 874,'-124'5'-6,"66"146"-2,56-28-4,18 18 1,-4-41 3,8 7 4,8 62-4,-20-75 11,-13 40 5,-96-74 17,53-196-17,81-10-13,42 31 3,35 44 2,-6 69 2,4 119 1,-47 15 1,36-97-6,31-130-3,-86-45 7,-76 49-1,-54 247-10,93-60 5,5-10-4,33 22-11,-12-20-112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23332 11570 874,'-14'117'-10,"8"-27"-1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23395 12162 874,'57'93'-4,"42"-190"-2,-67-5 3,-20 12 1,-84 6 1,-12 216-9,72-25 2,8 20 0,8 4 1,3-22 4,13-2 11,8-218-3,-19 11-6,4-5 1,14-48 3,6 36 1,66 278 5,-67-44-4,59-111-3,-33-91-5,-21-66 5,-46 279-7,59-28 8,69-61 0,-7-166-7,-75-9-5,-34 41 5,-18-46-2,-72 229 8,93 16-5,3-12 0,31 47 10,64-151-2,-50-76-5,20-8 15,-32 181-12,-26 10-1,52-207-12,-28 14 1,15 244 3,-42-45-9,42 6-64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24546 11889 874,'-71'99'-9,"5"50"10,66-65-2,77 51-1,41-92 0,-24-58 1,-43-81 2,-136-3 0,-23 177-4,96 16-4,-22 20-17,50-26-95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21145 11808 874,'-46'-100'-7,"-32"-58"0,31 73 6,-20-29-1,-13-4 3,-5-2-3,-48-48 2,17 30-4,37 48 0,-5-1 1,-44-41 2,-11 26 4,18 40 0,-8 23 2,-23 16-2,31 21 0,-11 47-1,25 27-2,7 55-2,17 25 0,34-35 2,5 23 0,5 16 0,14-40 1,-10 40 1,3-15 0,10-49-1,-13 62 0,27-64-3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18794 11433 874,'45'111'-12,"-15"-18"5,1 1 6,17 62-2,-19-55 1,-4-12-1,17 71 2,-26-71 4,1 53 4,-11-27-2,-6-29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20574 11388 874,'-18'100'-6,"6"0"0,7 15 1,18 46 3,1-66 1,8 57-1,3 8 4,-9-43 3,0 6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19996 10414 874,'-135'-24'-12,"44"11"4,-59 0-3,-3 5 2,54 9 1,-10 7-5,5 10-9,16-6-12,-4 7-29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20230 10770 874,'-159'-34'-22,"49"16"13,-15 7 3,-7 5 3,16 5 1,27 2 1,-7 3 2,-62 7 2,107 75-27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20581 11046 874,'-156'-20'-19,"45"11"8,-26 4 0,-22 9 1,53 0 3,-25 9 1,27-2 2,-16 10-3,-18 8 4,0 6 4,25-6 3,25 13 15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20764 11266 874,'-95'11'-13,"-2"-1"-1,-32 4 0,-24 2 2,57-6 3,-44 6 1,48-5 5,-40 6 0,-28 8-4,-6 1 4,25-4 5,36-5 2,16 3 7,121 67 11,56-35-115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20659 11798 874,'-120'-8'-13,"24"4"4,-26 3 0,-19 2 0,-16 4 2,-8 5 1,-2 4 4,34 4 2,20-2-3,19 5 9,-20 33 5,43 33-86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20627 12056 874,'-122'3'-13,"28"5"5,-22 9-1,-20 8 1,-12 4 1,-6 4 2,1-1 4,26-8 2,23-7-3,15-2 5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20595 12262 874,'-120'-28'-14,"25"13"6,-19 6 0,-17 5 2,-14 9 0,51-2-3,-19 4-3,-59-1-38,82-12 13,-13 3-65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20360 12211 874,'8'130'-13,"-5"-39"8,-2 12-2,3-1-1,-1-17-1,9 36-15,-1-27-35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20074 12203 874,'18'115'-12,"13"56"4,-9-35-5,-9-40-2,-3-9-69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19891 12174 874,'0'103'-10,"0"54"2,0-71 2,-2 30-9,-24-30-812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19500 12071 874,'13'126'-12,"-1"-42"7,5 15 0,7 54-5,-16-44-3,-4-20-114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19275 12102 874,'10'90'-12,"14"89"-5,-3-50-3,-4-33-11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19035 12163 874,'25'108'-17,"-4"-14"5,8 18 2,-2-4-18,-6-20-84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2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19544 13023 874,'0'-117'-12,"-3"2"10,-8-10 1,1 38-1,0-7 1,0-6 1,-8-66-2,6 53 0,-3-15-2,-4-12 1,0 16-1,3 20 1,-4-13 1,-5-8 1,0-6 2,7 42 1,1-10-1,-4-10 1,-3-5 1,-3 2-1,3 10 1,-13-44 1,16 57-2,38 202-4,3 9 3,1 36-1,-5-22 0,-6-45 2,0 9-2,5 7 0,-2-15-1,17 88 0,-13-70-1,-3 10 2,0 4-1,-4-32 0,-2 3 1,3 14 0,0 10 0,1 3 0,-2-2 0,5 48 1,-6-77 2,10 62 1,-19-281-8,-7 42 3,-3-24-3,-4-10 2,4 30-1,-1-5 1,-1-16 0,-1-11 2,-2 0 1,4 33-1,-5-27 1,-1-16-4,-3-9 2,-2-4-1,4 23 2,1 21 0,-2-8 2,-1-1 0,2 6 1,-8-38 1,1-6 5,11 61-3,27 228-11,0-39-1,0-9 0,17 82 0,-10-67 5,-2 8 2,12 62 0,-10-64 0,0 12-1,0-11 0,-6-26 1,1 11 1,-3 4-1,0 3 1,1 1-1,-2-22 1,9 76 0,-4-24 4,-6-14-2,1 6-2,0-18 0,-19-223-17,-3-21 10,2 44 1,-5-25-1,-6-22 0,0 3 0,4 31 3,-6-26-1,-2-17 1,-4-10 1,0-6 1,5 29 0,5 15 1,-2-13 1,-3-9 1,2 4 1,6 43-1,-2-4 1,0 2 2,-14-51 4,42 297-11,2-39-5,4 18-2,5 16 4,3 16-2,1 8 1,-8-58 0,4 29 0,2 10 2,-1-1 4,0-4 3,-6-20 2,-4-32 0,-1 15-1,1 6 0,1 0 0,-5-30-1,8 72 8,-3-57-5,-8-16-446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13705 4124 874,'-18'-94'-3,"-6"4"-5,-10-43 5,13 21 0,12 25 2,3-27-3,6 10 0,2 13 0,7-17 0,8-2 2,-1 22 2,19-29 1,70 60 8,-16 65-5,9 5-1,10-3-2,57-8-2,-21-5 1,-43-3-1,19 3-2,17-3-1,8 1 0,-46 1 0,27 0-1,20 2 1,13-1 0,12 2 0,-14 0 1,-32-1 0,27 2 0,25-1 0,18 0 0,11 1-1,-39 0 0,-10 0 1,27-1 0,18-2 1,13-2-1,-71 2 1,37-2-1,28-1 0,20-1 1,16 1 0,-17 1-1,-52 2 0,33 2 0,19 3 0,13 0 3,11 0 0,-48 0 1,-19-1-1,32 0 0,19-1 0,10 0 1,-86 1-1,36-1 1,16 0 2,-51 0 0,3 2-1,25 2 1,15-3-1,1-1 1,-65 0-1,28-3 0,17-1 1,7 1 1,-6-1 0,-31 2 1,-35 1 0,-2 2 3,-9 5 2,-10 4-2,-11 10 0,25 38 4,-57 49-7,-41 30-4,-26 4-3,-2-51 1,-5 7-1,-7 49 1,9-59 1,1-2 0,-9 46 4,-2-13-1,-10-26 0,-56-26-1,3-44-4,3-5-1,1-7-3,-32-2-3,-22-3 0,-15-2 3,51-2 0,-26-1 2,-20-1 0,-18-4 0,17 2 1,21 1 1,-37 0-1,-24 1 0,-22-2-1,-16 0-1,50 0 0,3-1 0,-26-1 1,-16 0 1,4-2 2,62 4 1,-33-1 1,-26-3 0,-15-1 0,40 2-2,13 0 1,-29-3 0,-19 0-1,-15-2 1,-6 0-1,69 2 1,-10 0 2,-25 0-1,28 1 0,20 2-1,-30-3 0,-19 1-1,-13 0 1,69 3 0,-22 1 0,-24 2 3,-12 0-2,-11 2 0,10 2 0,62-2 0,-27 5 3,-16 2-1,-6 2-1,39-1-1,14 2-10,-19 2-8,-2 2-9,2-1-8,56-4-8,-17 3-6,-2-2-9,5 1-4,28-2-5,-49 4-71,47-5 20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8048 5001 874,'59'111'-7,"-7"2"2,4-1 2,5-15 2,36 10 0,10-11 1,15-11 0,37-11 0,-20-28 0,-54-32-1,7-4 1,51-5 0,23-37 0,-1-45-1,-57 6-6,4-35-8,-38 11-12,-16-12-30,-19 19-30,-12-2-86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10149 5078 874,'45'85'-4,"49"58"0,4-17-2,-11-36 4,5-13 0,17-11 1,39 2 1,-31-22 1,51 2 0,-71-27-1,-6-7 0,65 2-1,-65-12 1,3-4 0,42-6 0,20-27 1,-11-24 0,-47 6 1,7-34-1,5-40-1,-48 15-1,4-27-1,-20 31-7,-6 20-111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12521 5159 874,'63'84'-3,"19"6"-11,10-9 6,37 3 5,-6-23 2,57-11 2,-71-34 0,7-8-1,65-7 0,-65-15-1,16-10-1,11-8-2,5-8 0,-51 12 0,21-10 1,9-10-5,-7-4-1,-14-1-8,22-41-30,-42 22-69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15822 4953 874,'123'9'-12,"34"39"7,-44 16 3,-26 44 2,-43-1-1,-66 49 1,-19-70-2,-20 0 0,-49 34-3,21-63-1,-5 8-10,8-31-49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16717 5032 874,'-118'93'-16,"-48"36"3,81-56 10,-19 16 1,35 10 7,52 5-1,114-6 0,7-62-9,31-22-2,-47-5-2,28 7-29,-28-21-749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16834 5489 874,'-28'141'-14,"-18"34"8,15-43-6,13-16-5,7-11-23,3-17-76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17009 5579 874,'-14'118'-7,"-2"-15"2,-1-1-2,6-8-6,15 3-5,0-9-115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16649 5792 874,'163'-13'-17,"-38"-5"2,-9 1-15,-30 4-3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3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17577 5078 874,'-80'126'-13,"4"39"7,45-66 4,-3 47 0,24-15 1,55-5 4,45-91-1,49-124-12,-41 23-18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17795 5108 874,'-55'141'-15,"-4"8"8,20-15 11,61 12-1,95-112-5,-32-23 2,-1-65-620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17489 5397 874,'99'6'-13,"-6"-10"1,11-11 2,-4-20-3,-9 9-10,-5-11-22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18202 5111 874,'26'95'-10,"-22"55"6,-16-62 3,-10 7-1,-25 51 1,-6-21-1,-2-22-2,-2-19-109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18475 5473 874,'124'-8'-15,"-23"2"5,24 1-1,22 0 2,-24 1 2,-3 1 0,-6 0 2,1 1 0,31-2-3,-34 1 1,44-2 2,24 0-19,4 1-7,-47 2-8,-14 1-6,-11-6-7,-24 3-27,12-1-79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19958 5204 874,'121'36'-17,"-25"-5"7,16 6 3,-4 6 5,-20-6 1,3 36 6,-68 12-2,-81 18-4,-51-22 0,21-22-16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20778 5260 874,'-46'104'-10,"32"17"9,43-30 1,99-22-3,47-73-3,-35-26 4,-34-33 5,-86-46-2,-132 11-4,-42 62-4,43 20-15,22 35-794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18615 5948 874,'90'-8'-14,"6"-3"0,19-3 4,4-3 1,-9 1-16,-21 2 7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18802 5655 874,'-5'121'-6,"-4"-14"0,-1-7 4,4 24 2,18-4 0,26-23 1,60-41 0,-13-17-22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19200 6014 874,'189'-14'-26,"-95"10"15,1 0 1,-2 0 2,-4 0-14,15-2-28,-17 3-237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4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19546 5822 874,'118'65'-11,"-7"61"10,-128 7 0,-66-47-3,-6-21-54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19952 5957 874,'113'39'-11,"21"43"7,-18 14 3,4 9 1,-29-58 4,9-130-3,-118-44-1,-142 59-1,71 89-1,1 26 2,-68 68 1,1-88-2,45-89-3,71-75-2,94 16-5,-6 35-14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21599 3557 874,'-100'76'-12,"0"-14"0,-48 13 9,-16-13-3,55-35 4,-13-7 0,-59-1 0,71-19 2,-8-4 3,10-3-1,22 2 0,-20-3 0,-13-4-1,-12-2-1,36 4-1,-7-4 1,-9-1-4,7-7-2,-42-14-13,39 16-27,23 14-204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14592 8194 874,'68'105'-8,"18"-4"5,6-33 3,7-29-1,41-36-1,-7-40 0,-21-21-4,-15-4-8,-9 1-42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13526 8165 874,'0'107'-5,"3"-18"3,1 15 1,2-17 0,8 9 1,8 6 0,6-14-1,43 50-1,62-27-1,-15-47 1,40-14 1,-67-28 1,5 0-1,53 13 1,-45-15-1,15-1-1,-14-2 0,-11-1-1,19 1 0,12 1 1,7-4 0,7 2 2,-37-5-1,5 1 1,14 4 0,14 1-1,-6 5 1,-35-8 0,11 5 1,-13-3 4,27-1 3,-35-7 10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13526 8165 874,'96'67'-10,"4"15"7,0-3-7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13579 8209 874,'-80'153'-19,"17"-61"8,4-4-12,-10-4-575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15883 9249 874,'93'-56'-6,"-4"-17"2,-17-34 2,-95-9 2,-83 83-2,21 72-1,48 111-2,49-5-4,69 15-4,27-72-7,-23-30-25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16576 8986 874,'-80'121'-14,"-33"15"1,20-34 5,3-14-15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16213 8878 874,'40'136'-14,"-17"-50"9,7 13 1,9 1-4,30 31-9,-21-45-11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5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16779 9001 874,'-94'79'-10,"3"20"6,55 15 6,92 11-4,80-40-2,-39-93 4,19-90-2,-49-30 1,-34 36 3,-62 181 0,23 38 1,41-42 0,28 3-293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16779 8772 874,'-21'90'-5,"-3"-3"-21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17099 8620 874,'17'134'-13,"-9"-39"5,-1 10 0,0 66-3,-5-16 6,-2-48 3,4-2 4,0-18 1,27 2 7,54-25-610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17053 9116 874,'156'-32'-20,"-43"36"9,-9-6-14,-17 14-44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17693 9398 874,'-150'41'-16,"5"12"8,47 1 13,210-41-6,7-78-6,-14-28 13,-85 187-6,-11 26 4,35-28 1,79-88-6,-17-89-6,-59-2-1,-7-31-1,-4-22 1,-13 32 1,-5-8 0,-7-14 4,-7 7 4,-4 20 3,-17-1 6,-50 263-1,52-36-12,6-33-2,3 18-1,6 13 1,10 2 6,6-21 1,23 50 5,30-48 5,22-81-1,15-105-5,-37-27-9,-18-43 0,-34 58 4,-73 188 1,63 29 2,42-37 0,60-79-6,-12-60-1,-14-55 4,-96 229-3,30-21 1,33-13 1,6-205-3,-92-27 3,34-4 6,69 64-5,46 85-3,-6 84 0,-46 22 0,-33 29 1,-4-241 1,24-1 6,21 21-2,47 82-3,-18 124-5,-62-7 0,-79-6-10,-44-28-72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18422 8757 874,'-14'90'-5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18037 8833 874,'-123'33'-12,"29"-15"7,9 1-6,-4-7-175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19685 9546 874,'-94'-23'-18,"-2"10"5,-32 3 1,-32 8 1,-26 11-1,33-1 1,5 7 0,-34 9 4,-8 2 0,47-6 1,-40 8 4,-28 2 0,-23-4-2,42-9-2,14-5 3,-30-8-1,-12-10-25,9-14-8,75 9 2,36 6-31,11-6-9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12476 8166 874,'90'125'-3,"-95"-19"2,-91-47-1,-62-51-1,64-14 3,-6-4 0,-1-3 0,5-4 1,-52-53-1,89-28-1,24 11-25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13112 9482 874,'-120'0'-10,"-52"0"0,12 0 0,36 0 6,-79-1-4,46-1 0,-28-2-1,-27-1-4,-19 0-4,78 2 4,-40 0 1,-30-1 5,-16 2 2,28 1 2,34 1 1,-26 1 3,-5-1 3,10 1 6,18 0 4,44-1 1,27 2 2,-41 2 8,45 5 12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6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6141 10399 874,'136'84'-28,"-16"14"15,-35-32 3,46 28-26,10-27-30,-57-31-57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2764 9375 874,'132'0'-11,"32"-2"5,-21-3 0,-35-4 3,-7 2 0,-2-1-2,31-1-1,29-1-2,21 2 0,16 2 1,-37 3 0,-3 1 1,32-3 0,21 2 1,10-1 1,-73 1 0,36-2 2,20 1 2,17 4 0,10 2 0,-17 5 0,-45-1 0,38 7-2,31 4-4,24 0-4,-67-6 1,10-1 0,24-4 2,7-1 9,2 2 2,-1 3 2,-83-4 0,27 1-9,-65-3 2,-20 0 18,2 1-47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8213 10475 874,'115'130'-10,"-30"-53"3,35 4 6,-8-26 0,55 0-1,-66-36 2,14 0 0,-3-3-1,-22-4-1,30 0-2,23-2-2,16 0 0,-41-4 1,14 1-1,22-2 1,15 2 1,10-1 0,5 0 2,-63-2 1,27-3 0,15-2 2,10-3 0,7-4 0,-18-3 1,-37 2 0,22-4-1,7-3-5,1-1-3,-43 2-8,-4 0-8,0-3-8,-8-3-8,-15-6-8,33-19-66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15943 8024 874,'157'10'-17,"-61"-24"8,-6 4-10,-3-4-169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15943 8220 874,'178'-19'-27,"-76"4"-9,-14 8-768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17375 7723 874,'-94'104'-12,"-52"30"-2,60-56 8,-34 38-13,-25 31-22,49-49-41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16760 7792 874,'96'95'-16,"75"62"-4,-41-49 7,-37-31-15,29 22-21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17996 7773 874,'-87'-33'-8,"-47"59"3,35 17 4,13 70 1,91 28-3,53-50 2,107-31-5,-75-52 1,72-21-4,-28-23 5,-24-9 9,-19-35 8,-187 170 1,88 13-16,86 10-1,13-53 0,33-64 2,-38-48 1,-71-54-1,-83-14-2,-40 17-3,-6 18 10,94-28 2,116 75-7,-5 34-4,25 16-3,10 17 1,42 34 0,-62 70 9,-117 29-1,-51-28-2,-45-4 2,30-42-14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19317 7830 874,'-41'103'-9,"-14"4"5,35-13 5,131 5-3,8-104 0,4-79 2,-29 123 4,21 67-8,-7-56-1,27-65 6,-72-95 0,-72 0-2,-98-45-7,28 51-12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19969 7464 874,'24'150'-15,"-17"-57"10,-9 15-1,-3 8 3,0-24 1,-4 61 2,5-28 4,-30-245 5,52 2-8,70 8-2,4 52 0,41 41 1,-41 9-1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7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20311 8046 874,'153'0'-16,"-59"-2"9,57-6-8,-55 3-11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20476 7830 874,'-1'112'-10,"1"45"7,8-69 3,-2 19-1,4-23-434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20807 7814 874,'-14'116'-6,"37"8"3,41-11 0,28-69 4,3-44-2,23-98-1,-46-5-2,-47-47 2,-39 45 3,-110 126 2,62 105-11,39-41 3,7 18 0,9 2-4,11 43-23,0-60-17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21212 8108 874,'164'-11'-23,"-55"7"13,-7 0-14,-12 5-90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21900 7663 874,'-41'108'-10,"-27"21"7,0 15 5,79-248-12,38-48 6,-6 34 6,45 190 3,-63 67-7,0-28 2,19-16 6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21692 7621 874,'173'-4'-22,"-85"1"6,76-3-20,-70 2-12,-7 4-146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22271 7779 874,'-30'107'-11,"-43"56"0,24-68 9,-32 49-11,13-31-4,5 4-29,16-30-58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21977 8247 874,'89'-55'-9,"20"27"5,-20 36 5,-38 84 1,-158 37-3,8-22 3,105-9-2,155-56-11,-44-25-18,-29-34-95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22685 7627 874,'80'139'-23,"-31"-30"11,-4 22 5,-11 16 1,-14 11 2,-22 7 0,-2-49 2,-19 11 0,-7-20-3,-11-7 1,-41-8-5,1 16-7,-5-54-57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19425 7388 874,'-78'104'-13,"26"-15"3,-11 31-3,17-33 4,-5 23-1,10-12 3,2 8 1,-1 38-3,17 21 3,29 18 2,1-63 1,47 33 0,76 32-13,-46-66-15,-27-12-8,38-11-32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8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18063 7556 874,'-148'12'-13,"11"9"10,20 3 4,-13 35 3,64 77-5,151 8-3,7-33-2,11 25 4,-38 24 3,-46-43 0,-56 11 4,-24-41 3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18048 7739 874,'-6'130'-7,"2"-44"3,0 46 0,2-15 3,2 21 1,15-6 1,78-117 4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18330 7769 874,'8'130'-14,"-4"-35"7,1 54-5,-2-2 8,-3-58 4,0 52-1,15-238 5,7 5-7,9-12 0,-2 19 1,39-68 4,39 12 4,-16 66 1,17 92 0,-12 150-6,-85-61-7,-7 69-16,-11-70 4,-5 5-8,-7-8-8,-37 19-44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18269 7464 874,'0'124'-9,"0"-26"0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18011 7556 874,'-112'23'-6,"11"5"1,7 10 2,-8 30 4,42 46 0,103 31-3,27-40-2,42 21 2,-35-1 3,-63-9 1,-44-9 1,-26-15 5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18015 7769 874,'0'121'-6,"0"-14"-1,-2 1 5,1 35 1,1-24 5,2-31 3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18269 7556 874,'20'87'-102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18284 8133 874,'46'155'-19,"-12"-46"-11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13376 11402 874,'149'25'-14,"-59"5"7,15 15 2,55 41-4,-45 7 10,-45 59 1,-110-4-1,-72-40-2,28-56-1,-53 17-11,37-53-10,14-12-276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14165 11463 874,'-137'57'-12,"4"40"6,49 1 5,45 0 1,68 34-1,98 1-7,53-44-4,-92-51-6,20-10-13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49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14436 12336 874,'-115'-14'-10,"-67"9"-2,27 10 3,6 7-10,52-1 1,12-7-9,-11 2-41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13667 10992 874,'-6'108'-10,"-3"2"7,0-23-55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13922 10977 874,'-19'157'-16,"19"-66"10,-3-5-10,3 1-274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15347 12041 874,'-146'12'-14,"54"-7"7,-17 1 0,9-2 2,-77 3-8,92-5-4,-6 1-7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14802 11661 874,'18'145'-15,"-7"-47"6,1 11 0,13 81-4,8-12-23,-15-84-7,5 4-30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15312 11704 874,'-12'-100'-7,"52"-14"5,94 34-2,-40 85 2,13 61 2,-101 58 0,-72-14-4,-72 27-5,28-10 9,61 9 2,84-1-1,55-44-1,51-62-2,-40-11-11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15895 11449 874,'-68'120'-9,"82"-29"5,111 25-3,40-74 3,-41-38 4,-16-96 5,-137-28-4,-50 30 2,-36 52-1,24 104-3,78 79-7,65 20-3,-2-66 6,31 46 6,-41-51 5,-157-1 7,38 0-7,63 25-7,63 43-8,-1-29 6,-27-11 8,-41-31 13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16499 11645 874,'141'49'-20,"-50"10"12,42 52-1,-54 13 6,-78 21 3,-81-20-3,-33-34 0,9-34-11,21-131-793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16964 11691 874,'-93'124'-9,"27"-3"5,41-25 3,20 18-1,54 34 0,23-54 2,30-39 0,-19-21 2,5-20-621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17351 12437 874,'-142'9'-13,"53"-10"6,-14-2 1,8 3 1,-55 6 4,61-1 5,-11 10 10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0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16755 11235 874,'-19'114'-10,"-7"5"3,5-34-26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17399 12202 874,'92'7'-11,"-1"1"-1,18-3 2,7-5-3,-8-16-4,-16 6-11,0-8-13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17579 11950 874,'-4'143'-16,"9"-50"8,14 64-7,-5-55-12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18110 11889 874,'-15'91'-10,"10"-6"0,5 18 1,13 7 3,18 36 0,14-38 13,46-54 0,15-192-2,-66 23-9,55 244-1,-26-9 10,59-90 0,-38-176-7,-79 61 0,-14-8 0,-22-49-14,-28 36-5,-1 18-114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18699 12466 874,'-21'139'-8,"43"-4"3,37-45 5,49-122-4,-85-119-4,-36 68 6,-28-42 2,-52 37 6,11 94-177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18359 11266 874,'114'5'-10,"21"74"3,-28 33 5,-99-22 2,-69 0-1,-43 15 5,119 28-1,72-76-9,6 14-11,-4-32-104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19361 11737 874,'-28'125'-8,"3"-29"-2,-6 19 2,-14 57-3,1 1 4,20-57 0,0 14-6,6-27-8,3-18-6,-1 20-37,0-19-248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18945 11813 874,'61'107'-12,"33"71"-3,-31-56 7,-1 0 0,-18-35-6,2 10-7,25 51-50,-30-58-38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7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19020 12788 874,'132'9'-8,"-35"-7"0,40 1-11,-12-4-2,-27-17-10,-14 8-184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8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19696 12369 874,'117'-7'-9,"26"-3"2,-49-4-1,-8 9-185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19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19741 12558 874,'118'16'-6,"28"-12"-1,-52-16 3,-7 12-292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0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20251 12011 874,'37'102'-7,"-15"-7"3,-9 13 1,-8-20-1,-2 12 1,-2-1 1,1 52 1,-29-255 0,20 2-1,5 4-1,2-74 1,2 67 3,2 1-1,0 7 2,4-40 4,8 31 2,115 24-3,3 98-10,-42 20-2,-6-8-10,-2 17-12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1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20296 12026 874,'144'30'-17,"-44"-14"10,48 2-13,-40-4-9,-20-1-765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2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20160 12610 874,'98'33'-6,"31"-21"1,-5-16 0,10-11-1,-48-17-1,21-1-13,-20-13-797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3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18719 11783 874,'113'20'-7,"31"21"2,-39 3 2,8 33 2,-16 10-1,-18 40 2,-43-29 1,-47 30 0,-50 4 0,-7-37-2,-25 0 1,-15-13 5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4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19346 11752 874,'-91'108'-8,"32"-5"6,6 60 0,31-31-2,26-14 2,35 18 2,9-28 0,36-19 3,39-81-2,-17-40-2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5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18825 11722 874,'106'60'-11,"24"52"3,-28 7 10,-42-7-1,-47 37-3,-56 15 1,-12-36 2,13-24 2,22-15 1,-7-2-624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6"/>
    </inkml:context>
    <inkml:brush xml:id="br0">
      <inkml:brushProperty name="width" value="0.01984" units="cm"/>
      <inkml:brushProperty name="height" value="0.01984" units="cm"/>
      <inkml:brushProperty name="fitToCurve" value="1"/>
    </inkml:brush>
  </inkml:definitions>
  <inkml:trace contextRef="#ctx0" brushRef="#br0">19285 11767 874,'-54'120'-11,"-15"4"5,14-18 3,14 0 3,46 56-1,53-22 0,40-55-6,-7 10-9,-6-40-11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8044 11456 874,'48'-93'-7,"-6"0"1,4-19 0,10-67 1,-32 70 4,-4-10-1,-10 26 1,-3 5 1,-4-16 0,-3-7 1,-4-8 0,-2-2 0,2 36 0,-3-9 0,-8-8 0,-9-1-1,-9 6 1,-28-39 2,-48 53 0,-10 90-1,-13 127-11,71-19 0,8 20 0,13-11 4,11-19 0,6 28 0,14 21 1,17 19 0,1-53 0,19 20 0,29 19 1,4-27 1,1-18 0,23 4-16,2-21-9,-3 3-26,2-25-106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11466 11169 874,'60'-93'-8,"-1"-33"2,-26 26 4,-1-58 0,-22 67 1,-2-57 1,-10 63 0,-4-10 0,-10-6 0,-8 1 0,-22-39 0,-35 11 2,-43 55 1,-17 94-3,25 60-5,11 103-3,70-58 3,11-28 1,16 13-2,21 29-1,34 16 0,34 4-1,42-5-1,-43-57-9,-12 9-12,16-36-14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2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21885 10186 874,'35'103'-9,"1"62"-2,-16 3 2,-16-55 5,-7 78-3,-12-63 3,-8-5 2,-2-23 2,-36 43 7,-59-100 1,18-78-4,19-96-5,62-5 4,96 5-6,93 32-4,-70 62 0,11-9-10,-23 30-51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21917 9868 874,'122'51'-12,"10"31"8,-99 33 8,-96-10-4,39 7 0,101 3-1,26-27-4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21662 9836 874,'32'111'-16,"-4"-19"-16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22292 10475 874,'113'57'-12,"26"-23"13,-39-14 1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22292 10733 874,'114'33'-10,"39"-14"4,-64-10-3,-4-6-423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22803 10703 874,'124'59'-12,"24"-58"8,-61-4-3,-1-23-608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23357 10536 874,'-32'121'-12,"10"-33"5,-2 32-2,1-18-7,5-6-3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24321 10823 874,'-42'-129'-41,"-19"-31"3,-25-25 7,-31-17 5,-38 0 5,-35 11 6,-40 20-1,52 48 4,-18 30 0,15 13-9,2 31 8,-44 26 7,-12 38 11,11 45 6,79-19 3,-1 58 0,13 60-5,23 61-11,34-8-6,21-16-4,23 60-5,32 35 0,38 14 2,-10-97 8,39 21 0,44 11 19,40 0-8,5-32 0,-24-47 0,43 14-1,26-11 6,15-30 7,3-46 9,-51-40-1,-14-34-3,6-51-10,1-56-3,-3-61-11,-10-61-10,-50 65 2,-13-76-10,-30-81-11,-52-71-12,-84-81-9,26 160-30,55 184-6,-24-46 19,-9 45 25,-14-7-16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15102 2979 874,'67'-50'-9,"32"-22"1,-5 2 0,38-21 3,-7 5-4,-35 25 3,13-8 0,10-6-1,-10 8 3,-15 12-1,23-14 1,19-9-2,14-7-1,8-3-1,-54 30-13,-30 19 1,-3 1-1,-1 6-692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18810 3025 874,'74'-67'-12,"27"-41"1,2-2-1,-34 44 5,20-9 0,57-41-8,-40 42 8,19-6 0,21-6 0,11 3-4,-41 23-1,53-13-12,-60 25-16,-34 12-8,36-7-45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3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5451 7663 874,'-123'-7'-17,"52"9"10,-39 7-9,41-3-10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5346 7906 874,'-115'5'-17,"36"-1"8,5 0-8,8-4-96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3369 7293 874,'-50'85'-16,"6"-21"6,-8 10 2,-7 9 2,-3 6-5,16-23-2,-34 49-33,11-23-37,3-61-169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2974 7282 874,'45'112'-18,"-18"-43"11,5 10 1,6 9 1,-10-25 2,6 4 0,31 48-14,30 3-25,-33-45-34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3604 7754 874,'88'-38'-7,"-20"-9"1,13-57 4,-57 29 4,-60 11-3,-48 62 0,17 37 0,6 70-5,30-1 2,24-36 2,9 9 0,8 4 2,9-4 1,20 24 2,62-67 4,-37-51-3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3994 7160 874,'2'100'-11,"9"17"4,-5-47-3,-1-5-422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3935 7206 874,'36'78'-9,"-4"37"8,-22-15 2,-31 14-2,-48-80 1,51-121-3,36 8-2,49-21-10,43 26-8,-35 27-21,-10 37-723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3994 6917 874,'0'80'-6,"-5"-14"-854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4295 7069 874,'-37'85'-11,"17"8"9,35-10 2,51-16-1,35-62 0,-12-27 0,1-54-2,-29-27 2,-49 12 5,-79 56-4,18 106-5,26-1 0,6 16-1,6 12-1,3-34-4,5 19-7,-2-10-14,6 0-20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4852 6793 874,'-121'-47'-31,"17"20"2,-26 5 8,-24 7 0,-18 10 4,65 2 5,-38 9 0,40-1 7,-29 8-9,-19 8 12,-4 5 7,17 2 5,42-7 1,-2 7 4,9 6 5,13 5-2,-27 55 13,49 10-10,37-26-17,2 18-5,0 16-1,4-24-3,-1 8-2,-3 19-1,1 11 2,6-4 1,3-34 2,13 12 2,20-2 2,-2-30 3,89 51 1,-16-77-7,9-12-2,-25-11 0,30-8-2,26-7 1,21-7-1,15-1-3,-27-1 0,-19 2 6,15 2 1,-4 1 5,-17-1 6,-40 1 0,-10-5 5,39-44 8,-42-32-5,-40 7-15,-2-18-4,-1-16-1,-6 17-2,-5 4-1,-2-20 0,-1-13 0,-3-8 3,-3 43-1,-1-24 2,2-15 0,1-7 2,-1 4-5,-2 45 0,0-4-4,1 20-56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4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10510 10035 874,'66'5'-12,"72"0"-4,-19-9 6,-44 1-10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10570 10293 874,'105'15'-16,"-26"-16"5,21-4-1,-14 1-13,-6-1-4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11289 9548 874,'10'91'-11,"-8"-24"4,-1 22-3,-4 19 0,-2 4 1,1-32 2,0 19 1,1-26 0,1 24 1,3 9-9,6-6-7,-1-20-7,9 1-37,-5-16-171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11830 9669 874,'-14'74'-15,"-1"-4"3,-6 21 1,-5 14 2,-5 9 2,9-32 3,-4 3 0,5-13-7,-1-2-13,1 3-6,2-9-17,-1 0-50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11575 9699 874,'26'112'-16,"-9"-41"9,5 13 0,3 11 2,-7-23 1,2 4 0,-2-8-3,-1-3-6,0 7-8,3 8-27,-8-16-235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11590 10824 874,'65'-4'-9,"69"-9"-8,-62 6-3,-5 2-169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12205 9761 874,'9'91'-11,"-5"-18"1,4 24-2,2 24 0,0-11 1,-1-11 0,5 31-3,-4-43-18,-2-3-25,0-19 14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14067 10035 874,'7'91'-7,"13"-18"2,21-3 1,55 8 0,-32-46 3,34 6-4,27-36 6,-22-34 1,-11-54-2,-41-25-1,-45 0 1,-40 10 1,-39 47 5,-15 156-8,62-17-5,7 18-2,7-31 2,3 16-1,5 11-11,3 6-8,4-15-7,0-22-8,19 33-48,-7-37-80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14908 10384 874,'75'2'-17,"-7"1"8,12 1 2,-3 0-12,-11 3-162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14862 10551 874,'151'49'-35,"-64"-27"-13,-20-6-736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5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15733 10308 874,'-85'-15'-7,"-15"46"2,15 35 1,65 10 3,33 3 0,52-42 3,25-89-2,-38-22 1,-33-18 2,-26 183-13,30 16 7,11-40 7,31-101-2,0-100-13,-35 70 7,23-29 10,12 98-4,-48 82-4,-1 17-6,10-36-8,4-2-289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16424 10338 874,'-76'-24'-7,"4"65"4,25 45-1,60-9 4,60-36 0,-4-123-2,-55-17 2,7 225-12,-15 11-1,-7-37 10,-3-6 6,-1-25 0,-8 0 1,-40 14 2,-36-97-1,34-56-11,-15-7-23,40 11-21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17114 9897 874,'-26'85'-11,"-20"56"-3,19-51 7,-1 8 1,10-34-4,-2 12-3,-11 42-43,4-17-17,10-38-70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16753 9851 874,'60'85'-12,"2"34"0,-15-8 3,-5 1 3,-10-28 2,6 1-4,-8-14-4,5 7-6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16859 10916 874,'82'-1'-10,"21"-11"4,-26-7-3,-12 8-183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17399 9699 874,'56'87'-16,"-21"-15"6,4 23-2,-5 10 2,-12-31 1,1 29 2,-9-35 1,-2 31-2,-11 13-19,-16-2-7,-11-24-6,-48 15-59,3-40-114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16603 10111 874,'-17'108'-13,"7"-37"6,0 16-1,8 16 0,5-10 2,3-10-1,8 6 2,-1-13-2,20 20 0,-8-13-11,10 0 4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5421 10035 874,'8'-80'-7,"-10"5"2,-14 2 3,-37-15 1,-41 2 1,-14 44 2,15 50-1,-3 69-3,25 32 1,33-18 0,24 27 0,17-50 0,10 5 1,14 32-1,37 21 1,21-19 0,-13-45 1,28-33 2,-13-40-1,5-73-4,-44-3-2,-35-42 1,-18 63 3,-10-28 2,-11 24 0,-4 5-99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8273 10871 874,'8'-109'-4,"-29"-16"1,-3 56 2,-8 5 0,-52-32 2,-24 69-2,16 101-1,66-7 0,14 6-1,9 37-2,17-22 5,28 15 3,32-17 0,29-56 0,-6-90 0,-47-55-3,-44 36-2,-9 13-25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9908 10445 874,'-72'-48'-4,"-26"77"0,31 65 1,49 1 1,25 3 0,28 11 4,17-20-1,32-10 0,-11-47 1,7-65-2,-24-35-1,-30-47 0,-26 46-1,-10-37 0,-28-1 3,-20 37 0,-1 5-436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6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3448 9415 874,'-34'71'-11,"-39"59"-4,27-46 8,-6 9 0,14-23 2,-4 6 0,4-9 2,-1 3-2,-10 13-5,-2 0-7,9-14-8,-3 4-28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2929 9457 874,'84'113'-23,"-38"-38"12,6 16 1,2 15 1,-8-16 3,-6-6 1,2 5 1,-7-15-2,8 16-13,5-3-7,-13-19-6,0-4-36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3679 9571 874,'-13'80'-14,"-1"-14"8,-1 16-2,2 15 1,7 12 0,9 9 1,-2-41 2,12 22 1,-5-30-1,14 16 0,15-3-3,-8-12-3,9-3-9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3860 9836 874,'18'75'-9,"-5"51"0,-6-48 4,-1-8 2,6 40 1,0-21 4,12-22 3,58-140 0,-35-48-7,-17 25 1,-7 11 3,-2 184-4,-11-33-1,13 38-1,24-14 7,19-73 0,-20-86-2,-28-27-4,-22 21 0,-10-8-1,-9-7-5,5 16-8,0 11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4475 9567 874,'42'80'-14,"-11"-10"2,-1 22 0,-6 22 1,-14 7 1,-4-36 3,-21 33-3,4-42 4,-26 42-9,-29 19-3,-29-2 0,32-48-15,10 1-22,-12-25-3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5325 11916 874,'-75'-17'-11,"-48"-3"6,44 13 0,-12 5 1,18 1 0,-1 1 0,6 0 1,-4 0 0,-20 0 0,-9 0 2,-4-2-1,4 0-2,25 1-3,-28-2-7,39 0-20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2779 11677 874,'-18'68'-5,"10"5"-1,8 8 3,21 40-1,1-45 0,0-10 0,30 44 1,30-28 7,-6-52 0,26-78-4,-16-88-6,-44 15-3,-35 44 6,-9 9 5,-11-21 3,-87 133-6,41 55-5,28-17 4,-11 52-6,25-40 3,8 12 0,5 1 3,3-32 1,4 14 1,1 2 6,-2-10 1,-6-9 11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3575 11889 874,'-28'105'-18,"7"-26"8,-14 50-4,18-63 10,2 1 0,-2 23 1,2 19-2,3 7-5,5-39-5,5 13-7,8 2-7,1-26-7,18 0-59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3679 12284 874,'-7'93'-7,"-2"3"-2,5 1 3,10 24 6,6-29 1,42-19 4,20-141-3,-36-6-3,-10-21 0,-13 14 0,-19 184-6,23 9-5,-1-44 10,17 31 4,43-49 7,6-170-5,-57 17-8,-26-21-12,-15 40-17,-9 11-63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4265 12163 874,'75'82'-18,"-27"-12"8,24 58-5,-43-47 8,-8-16 1,-2 27 0,-8 14-1,-13-2 4,-2-25 4,-11-13 3,-28 32 12,-23-22-2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7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9338 12239 874,'1'-75'0,"-3"-44"-5,-6 55 5,-31-51-1,-40 44 1,-28 55-2,23 36 1,8 63 0,32 5 0,38 35-1,28-30 0,48-5 3,7-42-1,29-55 1,-19-54 0,-27-7-1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4037 13175 874,'-114'-33'-12,"47"19"7,-13 2 0,-10 2 0,-8 5 1,20 2 1,8 3 1,4 1 0,-45 6 7,176 60-37,0-54-59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3974 13452 874,'-75'-10'-11,"-53"-8"4,48 7 2,12 2 2,-55-4-6,12 5-9,19 1-22,25-16-120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3994 10856 874,'-102'-13'-8,"25"7"-3,-2 1 5,-42 0 1,24 4 5,24 10 5,138 47-11,18-21-27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4025 11053 874,'-105'-2'-8,"34"1"3,-33 0 1,12 2 4,-6 10 3,32 20-1,0 12-434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7860 12455 874,'18'82'-20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5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8975 12080 874,'-63'-28'-11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6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8153 12451 874,'8'67'-102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7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7522 11920 874,'72'74'7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8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18195 1125 874,'-62'155'-23,"1"-37"8,-35 56-4,22-61-4,14-22-5,2-3-5,-8 20-13,-2 6-7,3-12-5,9-14-57,1-2-13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89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17609 1292 874,'65'152'-16,"-27"-64"10,4 14 1,-4-16 1,21 79 0,-1 19-2,-28-68 0,-4-21-3,-2 11-9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90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18380 1155 874,'-17'85'-11,"-26"102"-7,13-70 12,-1 8-3,-15 54-17,18-41-31,33-31-19,-5-20-444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91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18537 1353 874,'-21'132'-12,"-17"2"5,2-27 4,24 5 9,133-164-2,-32-63-1,5 161-2,21 27-2,-24-174-3,-88-23 3,-10 20 0,-18 15-435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92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18959 1003 874,'95'81'-12,"2"67"3,-36-9 2,-37-1 4,-25-46 1,-15 17 0,-18 12-1,-36 49-1,-57-63-6,39-37-14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93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20467 1069 874,'-82'-107'-13,"-50"-19"9,44 60 1,-8 6-1,-72-25-3,40 45 3,28 11-2,-20 5 0,-26 7 0,-18 10 0,0 14 1,47-2 1,-29 18 1,-20 18 1,-18 26-1,37-6 0,7 8 0,-22 31-1,-9 27-3,1 20 1,6 19 3,52-52 1,5 19 1,10 19 3,15 11 2,24-18 3,18-29-1,19 18 1,20 10 1,18 3 0,24-5-3,-5-34 0,16-11-1,26-1-1,21-9-3,16-14-1,82 22-3,-57-58 1,20-8 0,-25-10 0,-6-8 0,28-9-1,20-10 1,12-12 0,9-12 1,-57 7 0,13-11 0,20-15 1,8-14-1,-21 1 3,-38 12-1,12-14 2,0-14 3,-4-12 0,-36 20 0,-7-4 0,-2-20 1,-10-12-1,-16-2-1,12-73 3,-57 69-4,-17-12-3,-14-3-1,-2 20 1,-6 14 0,-18-10-1,-14 1-3,-67-30-7,37 48-14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6041" units="1/cm"/>
          <inkml:channelProperty channel="Y" name="resolution" value="28.36041" units="1/cm"/>
          <inkml:channelProperty channel="F" name="resolution" value="1" units="1/dev"/>
        </inkml:channelProperties>
      </inkml:inkSource>
      <inkml:timestamp xml:id="ts0" timeString="2025-11-17T17:09:37.594"/>
    </inkml:context>
    <inkml:brush xml:id="br0">
      <inkml:brushProperty name="width" value="0.01984" units="cm"/>
      <inkml:brushProperty name="height" value="0.01984" units="cm"/>
      <inkml:brushProperty name="color" value="#FF0000"/>
      <inkml:brushProperty name="fitToCurve" value="1"/>
    </inkml:brush>
  </inkml:definitions>
  <inkml:trace contextRef="#ctx0" brushRef="#br0">2550 11629 874,'-41'-102'-10,"7"18"7,1-23 0,-7-61-1,20 59 1,3-7 1,5 14 1,3-74 0,14 81 2,8 1 2,21-52 3,48 21-3,80 52-3,-60 62-3,-8 8 0,75 9-2,-64-4 4,11-3 0,-30 0 1,10-2-1,19-5 0,16-3-2,16-1 1,6 0-1,-52 4 1,25-3-2,16-2 2,8-2 0,7 3 1,-12 4 0,-36 1 1,24 6 0,16 5 0,12 7-1,10 6 0,-32 1 0,-15-4-1,14 8 2,8 2 0,-4 3 3,-48-10-1,12 7 2,1 6 0,2 5 1,-5 6-1,-13 3 0,42 33 2,-20 37-2,-40 13-2,-33 2-1,-28-43-2,-5 14 0,-5 56-1,-8-54 0,-9 9 0,-9 3 1,-13 0 1,-12-8 0,-35 35 0,-67-11 1,52-77-1,-4-12-1,-78 8-2,60-34 0,-17-11-1,-15-12 0,17-3-1,15-2 1,-32-9-2,-24-3-1,-20-5 0,-12-3 1,52 7 1,-6 0 0,-24-5 2,-18-1 0,7 2 1,54 9 1,-29-4 2,-19-1 0,-11-7 1,-2 1 0,34 5 1,30 5 0,-8 2 1,4 3 3,28 5 1,27 6 2,-2 2-1,0-3-1,1-13-2,4-28-2,-12 3 7,18-43-864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2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104858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58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8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88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8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590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59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35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3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3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3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0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0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0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0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0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09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10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11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12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13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14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15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17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18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19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5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2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2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45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46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4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48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49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8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29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1048930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48931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32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33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40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41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4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4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921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92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92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04892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1048577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104857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6F0FC-F267-4408-8B06-C8393864CF9E}" type="datetimeFigureOut">
              <a:rPr lang="fr-MA" smtClean="0"/>
              <a:t>18/11/2025</a:t>
            </a:fld>
            <a:endParaRPr lang="fr-MA"/>
          </a:p>
        </p:txBody>
      </p:sp>
      <p:sp>
        <p:nvSpPr>
          <p:cNvPr id="104857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1048580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26139-956C-4D61-AC15-FC9E026380DC}" type="slidenum">
              <a:rPr lang="fr-MA" smtClean="0"/>
              <a:t>‹#›</a:t>
            </a:fld>
            <a:endParaRPr lang="fr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customXml" Target="../ink/ink12.xml"/><Relationship Id="rId26" Type="http://schemas.openxmlformats.org/officeDocument/2006/relationships/customXml" Target="../ink/ink20.xml"/><Relationship Id="rId39" Type="http://schemas.openxmlformats.org/officeDocument/2006/relationships/customXml" Target="../ink/ink33.xml"/><Relationship Id="rId21" Type="http://schemas.openxmlformats.org/officeDocument/2006/relationships/customXml" Target="../ink/ink15.xml"/><Relationship Id="rId34" Type="http://schemas.openxmlformats.org/officeDocument/2006/relationships/customXml" Target="../ink/ink28.xml"/><Relationship Id="rId42" Type="http://schemas.openxmlformats.org/officeDocument/2006/relationships/customXml" Target="../ink/ink36.xml"/><Relationship Id="rId47" Type="http://schemas.openxmlformats.org/officeDocument/2006/relationships/customXml" Target="../ink/ink41.xml"/><Relationship Id="rId7" Type="http://schemas.openxmlformats.org/officeDocument/2006/relationships/customXml" Target="../ink/ink1.xml"/><Relationship Id="rId2" Type="http://schemas.openxmlformats.org/officeDocument/2006/relationships/image" Target="../media/image3.emf"/><Relationship Id="rId16" Type="http://schemas.openxmlformats.org/officeDocument/2006/relationships/customXml" Target="../ink/ink10.xml"/><Relationship Id="rId29" Type="http://schemas.openxmlformats.org/officeDocument/2006/relationships/customXml" Target="../ink/ink23.xml"/><Relationship Id="rId11" Type="http://schemas.openxmlformats.org/officeDocument/2006/relationships/customXml" Target="../ink/ink5.xml"/><Relationship Id="rId24" Type="http://schemas.openxmlformats.org/officeDocument/2006/relationships/customXml" Target="../ink/ink18.xml"/><Relationship Id="rId32" Type="http://schemas.openxmlformats.org/officeDocument/2006/relationships/customXml" Target="../ink/ink26.xml"/><Relationship Id="rId37" Type="http://schemas.openxmlformats.org/officeDocument/2006/relationships/customXml" Target="../ink/ink31.xml"/><Relationship Id="rId40" Type="http://schemas.openxmlformats.org/officeDocument/2006/relationships/customXml" Target="../ink/ink34.xml"/><Relationship Id="rId45" Type="http://schemas.openxmlformats.org/officeDocument/2006/relationships/customXml" Target="../ink/ink39.xml"/><Relationship Id="rId5" Type="http://schemas.openxmlformats.org/officeDocument/2006/relationships/image" Target="../media/image6.png"/><Relationship Id="rId15" Type="http://schemas.openxmlformats.org/officeDocument/2006/relationships/customXml" Target="../ink/ink9.xml"/><Relationship Id="rId23" Type="http://schemas.openxmlformats.org/officeDocument/2006/relationships/customXml" Target="../ink/ink17.xml"/><Relationship Id="rId28" Type="http://schemas.openxmlformats.org/officeDocument/2006/relationships/customXml" Target="../ink/ink22.xml"/><Relationship Id="rId36" Type="http://schemas.openxmlformats.org/officeDocument/2006/relationships/customXml" Target="../ink/ink30.xml"/><Relationship Id="rId49" Type="http://schemas.openxmlformats.org/officeDocument/2006/relationships/customXml" Target="../ink/ink43.xml"/><Relationship Id="rId10" Type="http://schemas.openxmlformats.org/officeDocument/2006/relationships/customXml" Target="../ink/ink4.xml"/><Relationship Id="rId19" Type="http://schemas.openxmlformats.org/officeDocument/2006/relationships/customXml" Target="../ink/ink13.xml"/><Relationship Id="rId31" Type="http://schemas.openxmlformats.org/officeDocument/2006/relationships/customXml" Target="../ink/ink25.xml"/><Relationship Id="rId44" Type="http://schemas.openxmlformats.org/officeDocument/2006/relationships/customXml" Target="../ink/ink38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customXml" Target="../ink/ink8.xml"/><Relationship Id="rId22" Type="http://schemas.openxmlformats.org/officeDocument/2006/relationships/customXml" Target="../ink/ink16.xml"/><Relationship Id="rId27" Type="http://schemas.openxmlformats.org/officeDocument/2006/relationships/customXml" Target="../ink/ink21.xml"/><Relationship Id="rId30" Type="http://schemas.openxmlformats.org/officeDocument/2006/relationships/customXml" Target="../ink/ink24.xml"/><Relationship Id="rId35" Type="http://schemas.openxmlformats.org/officeDocument/2006/relationships/customXml" Target="../ink/ink29.xml"/><Relationship Id="rId43" Type="http://schemas.openxmlformats.org/officeDocument/2006/relationships/customXml" Target="../ink/ink37.xml"/><Relationship Id="rId48" Type="http://schemas.openxmlformats.org/officeDocument/2006/relationships/customXml" Target="../ink/ink42.xml"/><Relationship Id="rId8" Type="http://schemas.openxmlformats.org/officeDocument/2006/relationships/customXml" Target="../ink/ink2.xml"/><Relationship Id="rId3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customXml" Target="../ink/ink11.xml"/><Relationship Id="rId25" Type="http://schemas.openxmlformats.org/officeDocument/2006/relationships/customXml" Target="../ink/ink19.xml"/><Relationship Id="rId33" Type="http://schemas.openxmlformats.org/officeDocument/2006/relationships/customXml" Target="../ink/ink27.xml"/><Relationship Id="rId38" Type="http://schemas.openxmlformats.org/officeDocument/2006/relationships/customXml" Target="../ink/ink32.xml"/><Relationship Id="rId46" Type="http://schemas.openxmlformats.org/officeDocument/2006/relationships/customXml" Target="../ink/ink40.xml"/><Relationship Id="rId20" Type="http://schemas.openxmlformats.org/officeDocument/2006/relationships/customXml" Target="../ink/ink14.xml"/><Relationship Id="rId41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46.xml"/><Relationship Id="rId18" Type="http://schemas.openxmlformats.org/officeDocument/2006/relationships/customXml" Target="../ink/ink51.xml"/><Relationship Id="rId3" Type="http://schemas.openxmlformats.org/officeDocument/2006/relationships/image" Target="../media/image14.png"/><Relationship Id="rId21" Type="http://schemas.openxmlformats.org/officeDocument/2006/relationships/customXml" Target="../ink/ink54.xml"/><Relationship Id="rId7" Type="http://schemas.openxmlformats.org/officeDocument/2006/relationships/image" Target="../media/image18.png"/><Relationship Id="rId12" Type="http://schemas.openxmlformats.org/officeDocument/2006/relationships/customXml" Target="../ink/ink45.xml"/><Relationship Id="rId17" Type="http://schemas.openxmlformats.org/officeDocument/2006/relationships/customXml" Target="../ink/ink50.xml"/><Relationship Id="rId2" Type="http://schemas.openxmlformats.org/officeDocument/2006/relationships/image" Target="../media/image13.png"/><Relationship Id="rId16" Type="http://schemas.openxmlformats.org/officeDocument/2006/relationships/customXml" Target="../ink/ink49.xml"/><Relationship Id="rId20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customXml" Target="../ink/ink48.xml"/><Relationship Id="rId10" Type="http://schemas.openxmlformats.org/officeDocument/2006/relationships/image" Target="../media/image21.png"/><Relationship Id="rId19" Type="http://schemas.openxmlformats.org/officeDocument/2006/relationships/customXml" Target="../ink/ink52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customXml" Target="../ink/ink47.xml"/><Relationship Id="rId22" Type="http://schemas.openxmlformats.org/officeDocument/2006/relationships/customXml" Target="../ink/ink5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1.xml"/><Relationship Id="rId21" Type="http://schemas.openxmlformats.org/officeDocument/2006/relationships/customXml" Target="../ink/ink75.xml"/><Relationship Id="rId42" Type="http://schemas.openxmlformats.org/officeDocument/2006/relationships/customXml" Target="../ink/ink96.xml"/><Relationship Id="rId63" Type="http://schemas.openxmlformats.org/officeDocument/2006/relationships/customXml" Target="../ink/ink117.xml"/><Relationship Id="rId84" Type="http://schemas.openxmlformats.org/officeDocument/2006/relationships/customXml" Target="../ink/ink138.xml"/><Relationship Id="rId138" Type="http://schemas.openxmlformats.org/officeDocument/2006/relationships/customXml" Target="../ink/ink192.xml"/><Relationship Id="rId159" Type="http://schemas.openxmlformats.org/officeDocument/2006/relationships/customXml" Target="../ink/ink213.xml"/><Relationship Id="rId170" Type="http://schemas.openxmlformats.org/officeDocument/2006/relationships/customXml" Target="../ink/ink224.xml"/><Relationship Id="rId191" Type="http://schemas.openxmlformats.org/officeDocument/2006/relationships/customXml" Target="../ink/ink245.xml"/><Relationship Id="rId205" Type="http://schemas.openxmlformats.org/officeDocument/2006/relationships/customXml" Target="../ink/ink259.xml"/><Relationship Id="rId107" Type="http://schemas.openxmlformats.org/officeDocument/2006/relationships/customXml" Target="../ink/ink161.xml"/><Relationship Id="rId11" Type="http://schemas.openxmlformats.org/officeDocument/2006/relationships/customXml" Target="../ink/ink65.xml"/><Relationship Id="rId32" Type="http://schemas.openxmlformats.org/officeDocument/2006/relationships/customXml" Target="../ink/ink86.xml"/><Relationship Id="rId53" Type="http://schemas.openxmlformats.org/officeDocument/2006/relationships/customXml" Target="../ink/ink107.xml"/><Relationship Id="rId74" Type="http://schemas.openxmlformats.org/officeDocument/2006/relationships/customXml" Target="../ink/ink128.xml"/><Relationship Id="rId128" Type="http://schemas.openxmlformats.org/officeDocument/2006/relationships/customXml" Target="../ink/ink182.xml"/><Relationship Id="rId149" Type="http://schemas.openxmlformats.org/officeDocument/2006/relationships/customXml" Target="../ink/ink203.xml"/><Relationship Id="rId5" Type="http://schemas.openxmlformats.org/officeDocument/2006/relationships/customXml" Target="../ink/ink59.xml"/><Relationship Id="rId95" Type="http://schemas.openxmlformats.org/officeDocument/2006/relationships/customXml" Target="../ink/ink149.xml"/><Relationship Id="rId160" Type="http://schemas.openxmlformats.org/officeDocument/2006/relationships/customXml" Target="../ink/ink214.xml"/><Relationship Id="rId181" Type="http://schemas.openxmlformats.org/officeDocument/2006/relationships/customXml" Target="../ink/ink235.xml"/><Relationship Id="rId216" Type="http://schemas.openxmlformats.org/officeDocument/2006/relationships/customXml" Target="../ink/ink270.xml"/><Relationship Id="rId22" Type="http://schemas.openxmlformats.org/officeDocument/2006/relationships/customXml" Target="../ink/ink76.xml"/><Relationship Id="rId43" Type="http://schemas.openxmlformats.org/officeDocument/2006/relationships/customXml" Target="../ink/ink97.xml"/><Relationship Id="rId64" Type="http://schemas.openxmlformats.org/officeDocument/2006/relationships/customXml" Target="../ink/ink118.xml"/><Relationship Id="rId118" Type="http://schemas.openxmlformats.org/officeDocument/2006/relationships/customXml" Target="../ink/ink172.xml"/><Relationship Id="rId139" Type="http://schemas.openxmlformats.org/officeDocument/2006/relationships/customXml" Target="../ink/ink193.xml"/><Relationship Id="rId85" Type="http://schemas.openxmlformats.org/officeDocument/2006/relationships/customXml" Target="../ink/ink139.xml"/><Relationship Id="rId150" Type="http://schemas.openxmlformats.org/officeDocument/2006/relationships/customXml" Target="../ink/ink204.xml"/><Relationship Id="rId171" Type="http://schemas.openxmlformats.org/officeDocument/2006/relationships/customXml" Target="../ink/ink225.xml"/><Relationship Id="rId192" Type="http://schemas.openxmlformats.org/officeDocument/2006/relationships/customXml" Target="../ink/ink246.xml"/><Relationship Id="rId206" Type="http://schemas.openxmlformats.org/officeDocument/2006/relationships/customXml" Target="../ink/ink260.xml"/><Relationship Id="rId12" Type="http://schemas.openxmlformats.org/officeDocument/2006/relationships/customXml" Target="../ink/ink66.xml"/><Relationship Id="rId33" Type="http://schemas.openxmlformats.org/officeDocument/2006/relationships/customXml" Target="../ink/ink87.xml"/><Relationship Id="rId108" Type="http://schemas.openxmlformats.org/officeDocument/2006/relationships/customXml" Target="../ink/ink162.xml"/><Relationship Id="rId129" Type="http://schemas.openxmlformats.org/officeDocument/2006/relationships/customXml" Target="../ink/ink183.xml"/><Relationship Id="rId54" Type="http://schemas.openxmlformats.org/officeDocument/2006/relationships/customXml" Target="../ink/ink108.xml"/><Relationship Id="rId75" Type="http://schemas.openxmlformats.org/officeDocument/2006/relationships/customXml" Target="../ink/ink129.xml"/><Relationship Id="rId96" Type="http://schemas.openxmlformats.org/officeDocument/2006/relationships/customXml" Target="../ink/ink150.xml"/><Relationship Id="rId140" Type="http://schemas.openxmlformats.org/officeDocument/2006/relationships/customXml" Target="../ink/ink194.xml"/><Relationship Id="rId161" Type="http://schemas.openxmlformats.org/officeDocument/2006/relationships/customXml" Target="../ink/ink215.xml"/><Relationship Id="rId182" Type="http://schemas.openxmlformats.org/officeDocument/2006/relationships/customXml" Target="../ink/ink236.xml"/><Relationship Id="rId217" Type="http://schemas.openxmlformats.org/officeDocument/2006/relationships/customXml" Target="../ink/ink271.xml"/><Relationship Id="rId6" Type="http://schemas.openxmlformats.org/officeDocument/2006/relationships/customXml" Target="../ink/ink60.xml"/><Relationship Id="rId23" Type="http://schemas.openxmlformats.org/officeDocument/2006/relationships/customXml" Target="../ink/ink77.xml"/><Relationship Id="rId119" Type="http://schemas.openxmlformats.org/officeDocument/2006/relationships/customXml" Target="../ink/ink173.xml"/><Relationship Id="rId44" Type="http://schemas.openxmlformats.org/officeDocument/2006/relationships/customXml" Target="../ink/ink98.xml"/><Relationship Id="rId65" Type="http://schemas.openxmlformats.org/officeDocument/2006/relationships/customXml" Target="../ink/ink119.xml"/><Relationship Id="rId86" Type="http://schemas.openxmlformats.org/officeDocument/2006/relationships/customXml" Target="../ink/ink140.xml"/><Relationship Id="rId130" Type="http://schemas.openxmlformats.org/officeDocument/2006/relationships/customXml" Target="../ink/ink184.xml"/><Relationship Id="rId151" Type="http://schemas.openxmlformats.org/officeDocument/2006/relationships/customXml" Target="../ink/ink205.xml"/><Relationship Id="rId172" Type="http://schemas.openxmlformats.org/officeDocument/2006/relationships/customXml" Target="../ink/ink226.xml"/><Relationship Id="rId193" Type="http://schemas.openxmlformats.org/officeDocument/2006/relationships/customXml" Target="../ink/ink247.xml"/><Relationship Id="rId207" Type="http://schemas.openxmlformats.org/officeDocument/2006/relationships/customXml" Target="../ink/ink261.xml"/><Relationship Id="rId13" Type="http://schemas.openxmlformats.org/officeDocument/2006/relationships/customXml" Target="../ink/ink67.xml"/><Relationship Id="rId109" Type="http://schemas.openxmlformats.org/officeDocument/2006/relationships/customXml" Target="../ink/ink163.xml"/><Relationship Id="rId34" Type="http://schemas.openxmlformats.org/officeDocument/2006/relationships/customXml" Target="../ink/ink88.xml"/><Relationship Id="rId55" Type="http://schemas.openxmlformats.org/officeDocument/2006/relationships/customXml" Target="../ink/ink109.xml"/><Relationship Id="rId76" Type="http://schemas.openxmlformats.org/officeDocument/2006/relationships/customXml" Target="../ink/ink130.xml"/><Relationship Id="rId97" Type="http://schemas.openxmlformats.org/officeDocument/2006/relationships/customXml" Target="../ink/ink151.xml"/><Relationship Id="rId120" Type="http://schemas.openxmlformats.org/officeDocument/2006/relationships/customXml" Target="../ink/ink174.xml"/><Relationship Id="rId141" Type="http://schemas.openxmlformats.org/officeDocument/2006/relationships/customXml" Target="../ink/ink195.xml"/><Relationship Id="rId7" Type="http://schemas.openxmlformats.org/officeDocument/2006/relationships/customXml" Target="../ink/ink61.xml"/><Relationship Id="rId162" Type="http://schemas.openxmlformats.org/officeDocument/2006/relationships/customXml" Target="../ink/ink216.xml"/><Relationship Id="rId183" Type="http://schemas.openxmlformats.org/officeDocument/2006/relationships/customXml" Target="../ink/ink237.xml"/><Relationship Id="rId218" Type="http://schemas.openxmlformats.org/officeDocument/2006/relationships/customXml" Target="../ink/ink272.xml"/><Relationship Id="rId24" Type="http://schemas.openxmlformats.org/officeDocument/2006/relationships/customXml" Target="../ink/ink78.xml"/><Relationship Id="rId45" Type="http://schemas.openxmlformats.org/officeDocument/2006/relationships/customXml" Target="../ink/ink99.xml"/><Relationship Id="rId66" Type="http://schemas.openxmlformats.org/officeDocument/2006/relationships/customXml" Target="../ink/ink120.xml"/><Relationship Id="rId87" Type="http://schemas.openxmlformats.org/officeDocument/2006/relationships/customXml" Target="../ink/ink141.xml"/><Relationship Id="rId110" Type="http://schemas.openxmlformats.org/officeDocument/2006/relationships/customXml" Target="../ink/ink164.xml"/><Relationship Id="rId131" Type="http://schemas.openxmlformats.org/officeDocument/2006/relationships/customXml" Target="../ink/ink185.xml"/><Relationship Id="rId152" Type="http://schemas.openxmlformats.org/officeDocument/2006/relationships/customXml" Target="../ink/ink206.xml"/><Relationship Id="rId173" Type="http://schemas.openxmlformats.org/officeDocument/2006/relationships/customXml" Target="../ink/ink227.xml"/><Relationship Id="rId194" Type="http://schemas.openxmlformats.org/officeDocument/2006/relationships/customXml" Target="../ink/ink248.xml"/><Relationship Id="rId208" Type="http://schemas.openxmlformats.org/officeDocument/2006/relationships/customXml" Target="../ink/ink262.xml"/><Relationship Id="rId14" Type="http://schemas.openxmlformats.org/officeDocument/2006/relationships/customXml" Target="../ink/ink68.xml"/><Relationship Id="rId35" Type="http://schemas.openxmlformats.org/officeDocument/2006/relationships/customXml" Target="../ink/ink89.xml"/><Relationship Id="rId56" Type="http://schemas.openxmlformats.org/officeDocument/2006/relationships/customXml" Target="../ink/ink110.xml"/><Relationship Id="rId77" Type="http://schemas.openxmlformats.org/officeDocument/2006/relationships/customXml" Target="../ink/ink131.xml"/><Relationship Id="rId100" Type="http://schemas.openxmlformats.org/officeDocument/2006/relationships/customXml" Target="../ink/ink154.xml"/><Relationship Id="rId8" Type="http://schemas.openxmlformats.org/officeDocument/2006/relationships/customXml" Target="../ink/ink62.xml"/><Relationship Id="rId51" Type="http://schemas.openxmlformats.org/officeDocument/2006/relationships/customXml" Target="../ink/ink105.xml"/><Relationship Id="rId72" Type="http://schemas.openxmlformats.org/officeDocument/2006/relationships/customXml" Target="../ink/ink126.xml"/><Relationship Id="rId93" Type="http://schemas.openxmlformats.org/officeDocument/2006/relationships/customXml" Target="../ink/ink147.xml"/><Relationship Id="rId98" Type="http://schemas.openxmlformats.org/officeDocument/2006/relationships/customXml" Target="../ink/ink152.xml"/><Relationship Id="rId121" Type="http://schemas.openxmlformats.org/officeDocument/2006/relationships/customXml" Target="../ink/ink175.xml"/><Relationship Id="rId142" Type="http://schemas.openxmlformats.org/officeDocument/2006/relationships/customXml" Target="../ink/ink196.xml"/><Relationship Id="rId163" Type="http://schemas.openxmlformats.org/officeDocument/2006/relationships/customXml" Target="../ink/ink217.xml"/><Relationship Id="rId184" Type="http://schemas.openxmlformats.org/officeDocument/2006/relationships/customXml" Target="../ink/ink238.xml"/><Relationship Id="rId189" Type="http://schemas.openxmlformats.org/officeDocument/2006/relationships/customXml" Target="../ink/ink243.xml"/><Relationship Id="rId219" Type="http://schemas.openxmlformats.org/officeDocument/2006/relationships/customXml" Target="../ink/ink273.xml"/><Relationship Id="rId3" Type="http://schemas.openxmlformats.org/officeDocument/2006/relationships/customXml" Target="../ink/ink57.xml"/><Relationship Id="rId214" Type="http://schemas.openxmlformats.org/officeDocument/2006/relationships/customXml" Target="../ink/ink268.xml"/><Relationship Id="rId25" Type="http://schemas.openxmlformats.org/officeDocument/2006/relationships/customXml" Target="../ink/ink79.xml"/><Relationship Id="rId46" Type="http://schemas.openxmlformats.org/officeDocument/2006/relationships/customXml" Target="../ink/ink100.xml"/><Relationship Id="rId67" Type="http://schemas.openxmlformats.org/officeDocument/2006/relationships/customXml" Target="../ink/ink121.xml"/><Relationship Id="rId116" Type="http://schemas.openxmlformats.org/officeDocument/2006/relationships/customXml" Target="../ink/ink170.xml"/><Relationship Id="rId137" Type="http://schemas.openxmlformats.org/officeDocument/2006/relationships/customXml" Target="../ink/ink191.xml"/><Relationship Id="rId158" Type="http://schemas.openxmlformats.org/officeDocument/2006/relationships/customXml" Target="../ink/ink212.xml"/><Relationship Id="rId20" Type="http://schemas.openxmlformats.org/officeDocument/2006/relationships/customXml" Target="../ink/ink74.xml"/><Relationship Id="rId41" Type="http://schemas.openxmlformats.org/officeDocument/2006/relationships/customXml" Target="../ink/ink95.xml"/><Relationship Id="rId62" Type="http://schemas.openxmlformats.org/officeDocument/2006/relationships/customXml" Target="../ink/ink116.xml"/><Relationship Id="rId83" Type="http://schemas.openxmlformats.org/officeDocument/2006/relationships/customXml" Target="../ink/ink137.xml"/><Relationship Id="rId88" Type="http://schemas.openxmlformats.org/officeDocument/2006/relationships/customXml" Target="../ink/ink142.xml"/><Relationship Id="rId111" Type="http://schemas.openxmlformats.org/officeDocument/2006/relationships/customXml" Target="../ink/ink165.xml"/><Relationship Id="rId132" Type="http://schemas.openxmlformats.org/officeDocument/2006/relationships/customXml" Target="../ink/ink186.xml"/><Relationship Id="rId153" Type="http://schemas.openxmlformats.org/officeDocument/2006/relationships/customXml" Target="../ink/ink207.xml"/><Relationship Id="rId174" Type="http://schemas.openxmlformats.org/officeDocument/2006/relationships/customXml" Target="../ink/ink228.xml"/><Relationship Id="rId179" Type="http://schemas.openxmlformats.org/officeDocument/2006/relationships/customXml" Target="../ink/ink233.xml"/><Relationship Id="rId195" Type="http://schemas.openxmlformats.org/officeDocument/2006/relationships/customXml" Target="../ink/ink249.xml"/><Relationship Id="rId209" Type="http://schemas.openxmlformats.org/officeDocument/2006/relationships/customXml" Target="../ink/ink263.xml"/><Relationship Id="rId190" Type="http://schemas.openxmlformats.org/officeDocument/2006/relationships/customXml" Target="../ink/ink244.xml"/><Relationship Id="rId204" Type="http://schemas.openxmlformats.org/officeDocument/2006/relationships/customXml" Target="../ink/ink258.xml"/><Relationship Id="rId220" Type="http://schemas.openxmlformats.org/officeDocument/2006/relationships/customXml" Target="../ink/ink274.xml"/><Relationship Id="rId15" Type="http://schemas.openxmlformats.org/officeDocument/2006/relationships/customXml" Target="../ink/ink69.xml"/><Relationship Id="rId36" Type="http://schemas.openxmlformats.org/officeDocument/2006/relationships/customXml" Target="../ink/ink90.xml"/><Relationship Id="rId57" Type="http://schemas.openxmlformats.org/officeDocument/2006/relationships/customXml" Target="../ink/ink111.xml"/><Relationship Id="rId106" Type="http://schemas.openxmlformats.org/officeDocument/2006/relationships/customXml" Target="../ink/ink160.xml"/><Relationship Id="rId127" Type="http://schemas.openxmlformats.org/officeDocument/2006/relationships/customXml" Target="../ink/ink181.xml"/><Relationship Id="rId10" Type="http://schemas.openxmlformats.org/officeDocument/2006/relationships/customXml" Target="../ink/ink64.xml"/><Relationship Id="rId31" Type="http://schemas.openxmlformats.org/officeDocument/2006/relationships/customXml" Target="../ink/ink85.xml"/><Relationship Id="rId52" Type="http://schemas.openxmlformats.org/officeDocument/2006/relationships/customXml" Target="../ink/ink106.xml"/><Relationship Id="rId73" Type="http://schemas.openxmlformats.org/officeDocument/2006/relationships/customXml" Target="../ink/ink127.xml"/><Relationship Id="rId78" Type="http://schemas.openxmlformats.org/officeDocument/2006/relationships/customXml" Target="../ink/ink132.xml"/><Relationship Id="rId94" Type="http://schemas.openxmlformats.org/officeDocument/2006/relationships/customXml" Target="../ink/ink148.xml"/><Relationship Id="rId99" Type="http://schemas.openxmlformats.org/officeDocument/2006/relationships/customXml" Target="../ink/ink153.xml"/><Relationship Id="rId101" Type="http://schemas.openxmlformats.org/officeDocument/2006/relationships/customXml" Target="../ink/ink155.xml"/><Relationship Id="rId122" Type="http://schemas.openxmlformats.org/officeDocument/2006/relationships/customXml" Target="../ink/ink176.xml"/><Relationship Id="rId143" Type="http://schemas.openxmlformats.org/officeDocument/2006/relationships/customXml" Target="../ink/ink197.xml"/><Relationship Id="rId148" Type="http://schemas.openxmlformats.org/officeDocument/2006/relationships/customXml" Target="../ink/ink202.xml"/><Relationship Id="rId164" Type="http://schemas.openxmlformats.org/officeDocument/2006/relationships/customXml" Target="../ink/ink218.xml"/><Relationship Id="rId169" Type="http://schemas.openxmlformats.org/officeDocument/2006/relationships/customXml" Target="../ink/ink223.xml"/><Relationship Id="rId185" Type="http://schemas.openxmlformats.org/officeDocument/2006/relationships/customXml" Target="../ink/ink239.xml"/><Relationship Id="rId4" Type="http://schemas.openxmlformats.org/officeDocument/2006/relationships/customXml" Target="../ink/ink58.xml"/><Relationship Id="rId9" Type="http://schemas.openxmlformats.org/officeDocument/2006/relationships/customXml" Target="../ink/ink63.xml"/><Relationship Id="rId180" Type="http://schemas.openxmlformats.org/officeDocument/2006/relationships/customXml" Target="../ink/ink234.xml"/><Relationship Id="rId210" Type="http://schemas.openxmlformats.org/officeDocument/2006/relationships/customXml" Target="../ink/ink264.xml"/><Relationship Id="rId215" Type="http://schemas.openxmlformats.org/officeDocument/2006/relationships/customXml" Target="../ink/ink269.xml"/><Relationship Id="rId26" Type="http://schemas.openxmlformats.org/officeDocument/2006/relationships/customXml" Target="../ink/ink80.xml"/><Relationship Id="rId47" Type="http://schemas.openxmlformats.org/officeDocument/2006/relationships/customXml" Target="../ink/ink101.xml"/><Relationship Id="rId68" Type="http://schemas.openxmlformats.org/officeDocument/2006/relationships/customXml" Target="../ink/ink122.xml"/><Relationship Id="rId89" Type="http://schemas.openxmlformats.org/officeDocument/2006/relationships/customXml" Target="../ink/ink143.xml"/><Relationship Id="rId112" Type="http://schemas.openxmlformats.org/officeDocument/2006/relationships/customXml" Target="../ink/ink166.xml"/><Relationship Id="rId133" Type="http://schemas.openxmlformats.org/officeDocument/2006/relationships/customXml" Target="../ink/ink187.xml"/><Relationship Id="rId154" Type="http://schemas.openxmlformats.org/officeDocument/2006/relationships/customXml" Target="../ink/ink208.xml"/><Relationship Id="rId175" Type="http://schemas.openxmlformats.org/officeDocument/2006/relationships/customXml" Target="../ink/ink229.xml"/><Relationship Id="rId196" Type="http://schemas.openxmlformats.org/officeDocument/2006/relationships/customXml" Target="../ink/ink250.xml"/><Relationship Id="rId200" Type="http://schemas.openxmlformats.org/officeDocument/2006/relationships/customXml" Target="../ink/ink254.xml"/><Relationship Id="rId16" Type="http://schemas.openxmlformats.org/officeDocument/2006/relationships/customXml" Target="../ink/ink70.xml"/><Relationship Id="rId221" Type="http://schemas.openxmlformats.org/officeDocument/2006/relationships/customXml" Target="../ink/ink275.xml"/><Relationship Id="rId37" Type="http://schemas.openxmlformats.org/officeDocument/2006/relationships/customXml" Target="../ink/ink91.xml"/><Relationship Id="rId58" Type="http://schemas.openxmlformats.org/officeDocument/2006/relationships/customXml" Target="../ink/ink112.xml"/><Relationship Id="rId79" Type="http://schemas.openxmlformats.org/officeDocument/2006/relationships/customXml" Target="../ink/ink133.xml"/><Relationship Id="rId102" Type="http://schemas.openxmlformats.org/officeDocument/2006/relationships/customXml" Target="../ink/ink156.xml"/><Relationship Id="rId123" Type="http://schemas.openxmlformats.org/officeDocument/2006/relationships/customXml" Target="../ink/ink177.xml"/><Relationship Id="rId144" Type="http://schemas.openxmlformats.org/officeDocument/2006/relationships/customXml" Target="../ink/ink198.xml"/><Relationship Id="rId90" Type="http://schemas.openxmlformats.org/officeDocument/2006/relationships/customXml" Target="../ink/ink144.xml"/><Relationship Id="rId165" Type="http://schemas.openxmlformats.org/officeDocument/2006/relationships/customXml" Target="../ink/ink219.xml"/><Relationship Id="rId186" Type="http://schemas.openxmlformats.org/officeDocument/2006/relationships/customXml" Target="../ink/ink240.xml"/><Relationship Id="rId211" Type="http://schemas.openxmlformats.org/officeDocument/2006/relationships/customXml" Target="../ink/ink265.xml"/><Relationship Id="rId27" Type="http://schemas.openxmlformats.org/officeDocument/2006/relationships/customXml" Target="../ink/ink81.xml"/><Relationship Id="rId48" Type="http://schemas.openxmlformats.org/officeDocument/2006/relationships/customXml" Target="../ink/ink102.xml"/><Relationship Id="rId69" Type="http://schemas.openxmlformats.org/officeDocument/2006/relationships/customXml" Target="../ink/ink123.xml"/><Relationship Id="rId113" Type="http://schemas.openxmlformats.org/officeDocument/2006/relationships/customXml" Target="../ink/ink167.xml"/><Relationship Id="rId134" Type="http://schemas.openxmlformats.org/officeDocument/2006/relationships/customXml" Target="../ink/ink188.xml"/><Relationship Id="rId80" Type="http://schemas.openxmlformats.org/officeDocument/2006/relationships/customXml" Target="../ink/ink134.xml"/><Relationship Id="rId155" Type="http://schemas.openxmlformats.org/officeDocument/2006/relationships/customXml" Target="../ink/ink209.xml"/><Relationship Id="rId176" Type="http://schemas.openxmlformats.org/officeDocument/2006/relationships/customXml" Target="../ink/ink230.xml"/><Relationship Id="rId197" Type="http://schemas.openxmlformats.org/officeDocument/2006/relationships/customXml" Target="../ink/ink251.xml"/><Relationship Id="rId201" Type="http://schemas.openxmlformats.org/officeDocument/2006/relationships/customXml" Target="../ink/ink255.xml"/><Relationship Id="rId222" Type="http://schemas.openxmlformats.org/officeDocument/2006/relationships/customXml" Target="../ink/ink276.xml"/><Relationship Id="rId17" Type="http://schemas.openxmlformats.org/officeDocument/2006/relationships/customXml" Target="../ink/ink71.xml"/><Relationship Id="rId38" Type="http://schemas.openxmlformats.org/officeDocument/2006/relationships/customXml" Target="../ink/ink92.xml"/><Relationship Id="rId59" Type="http://schemas.openxmlformats.org/officeDocument/2006/relationships/customXml" Target="../ink/ink113.xml"/><Relationship Id="rId103" Type="http://schemas.openxmlformats.org/officeDocument/2006/relationships/customXml" Target="../ink/ink157.xml"/><Relationship Id="rId124" Type="http://schemas.openxmlformats.org/officeDocument/2006/relationships/customXml" Target="../ink/ink178.xml"/><Relationship Id="rId70" Type="http://schemas.openxmlformats.org/officeDocument/2006/relationships/customXml" Target="../ink/ink124.xml"/><Relationship Id="rId91" Type="http://schemas.openxmlformats.org/officeDocument/2006/relationships/customXml" Target="../ink/ink145.xml"/><Relationship Id="rId145" Type="http://schemas.openxmlformats.org/officeDocument/2006/relationships/customXml" Target="../ink/ink199.xml"/><Relationship Id="rId166" Type="http://schemas.openxmlformats.org/officeDocument/2006/relationships/customXml" Target="../ink/ink220.xml"/><Relationship Id="rId187" Type="http://schemas.openxmlformats.org/officeDocument/2006/relationships/customXml" Target="../ink/ink241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66.xml"/><Relationship Id="rId28" Type="http://schemas.openxmlformats.org/officeDocument/2006/relationships/customXml" Target="../ink/ink82.xml"/><Relationship Id="rId49" Type="http://schemas.openxmlformats.org/officeDocument/2006/relationships/customXml" Target="../ink/ink103.xml"/><Relationship Id="rId114" Type="http://schemas.openxmlformats.org/officeDocument/2006/relationships/customXml" Target="../ink/ink168.xml"/><Relationship Id="rId60" Type="http://schemas.openxmlformats.org/officeDocument/2006/relationships/customXml" Target="../ink/ink114.xml"/><Relationship Id="rId81" Type="http://schemas.openxmlformats.org/officeDocument/2006/relationships/customXml" Target="../ink/ink135.xml"/><Relationship Id="rId135" Type="http://schemas.openxmlformats.org/officeDocument/2006/relationships/customXml" Target="../ink/ink189.xml"/><Relationship Id="rId156" Type="http://schemas.openxmlformats.org/officeDocument/2006/relationships/customXml" Target="../ink/ink210.xml"/><Relationship Id="rId177" Type="http://schemas.openxmlformats.org/officeDocument/2006/relationships/customXml" Target="../ink/ink231.xml"/><Relationship Id="rId198" Type="http://schemas.openxmlformats.org/officeDocument/2006/relationships/customXml" Target="../ink/ink252.xml"/><Relationship Id="rId202" Type="http://schemas.openxmlformats.org/officeDocument/2006/relationships/customXml" Target="../ink/ink256.xml"/><Relationship Id="rId223" Type="http://schemas.openxmlformats.org/officeDocument/2006/relationships/customXml" Target="../ink/ink277.xml"/><Relationship Id="rId18" Type="http://schemas.openxmlformats.org/officeDocument/2006/relationships/customXml" Target="../ink/ink72.xml"/><Relationship Id="rId39" Type="http://schemas.openxmlformats.org/officeDocument/2006/relationships/customXml" Target="../ink/ink93.xml"/><Relationship Id="rId50" Type="http://schemas.openxmlformats.org/officeDocument/2006/relationships/customXml" Target="../ink/ink104.xml"/><Relationship Id="rId104" Type="http://schemas.openxmlformats.org/officeDocument/2006/relationships/customXml" Target="../ink/ink158.xml"/><Relationship Id="rId125" Type="http://schemas.openxmlformats.org/officeDocument/2006/relationships/customXml" Target="../ink/ink179.xml"/><Relationship Id="rId146" Type="http://schemas.openxmlformats.org/officeDocument/2006/relationships/customXml" Target="../ink/ink200.xml"/><Relationship Id="rId167" Type="http://schemas.openxmlformats.org/officeDocument/2006/relationships/customXml" Target="../ink/ink221.xml"/><Relationship Id="rId188" Type="http://schemas.openxmlformats.org/officeDocument/2006/relationships/customXml" Target="../ink/ink242.xml"/><Relationship Id="rId71" Type="http://schemas.openxmlformats.org/officeDocument/2006/relationships/customXml" Target="../ink/ink125.xml"/><Relationship Id="rId92" Type="http://schemas.openxmlformats.org/officeDocument/2006/relationships/customXml" Target="../ink/ink146.xml"/><Relationship Id="rId213" Type="http://schemas.openxmlformats.org/officeDocument/2006/relationships/customXml" Target="../ink/ink267.xml"/><Relationship Id="rId2" Type="http://schemas.openxmlformats.org/officeDocument/2006/relationships/customXml" Target="../ink/ink56.xml"/><Relationship Id="rId29" Type="http://schemas.openxmlformats.org/officeDocument/2006/relationships/customXml" Target="../ink/ink83.xml"/><Relationship Id="rId40" Type="http://schemas.openxmlformats.org/officeDocument/2006/relationships/customXml" Target="../ink/ink94.xml"/><Relationship Id="rId115" Type="http://schemas.openxmlformats.org/officeDocument/2006/relationships/customXml" Target="../ink/ink169.xml"/><Relationship Id="rId136" Type="http://schemas.openxmlformats.org/officeDocument/2006/relationships/customXml" Target="../ink/ink190.xml"/><Relationship Id="rId157" Type="http://schemas.openxmlformats.org/officeDocument/2006/relationships/customXml" Target="../ink/ink211.xml"/><Relationship Id="rId178" Type="http://schemas.openxmlformats.org/officeDocument/2006/relationships/customXml" Target="../ink/ink232.xml"/><Relationship Id="rId61" Type="http://schemas.openxmlformats.org/officeDocument/2006/relationships/customXml" Target="../ink/ink115.xml"/><Relationship Id="rId82" Type="http://schemas.openxmlformats.org/officeDocument/2006/relationships/customXml" Target="../ink/ink136.xml"/><Relationship Id="rId199" Type="http://schemas.openxmlformats.org/officeDocument/2006/relationships/customXml" Target="../ink/ink253.xml"/><Relationship Id="rId203" Type="http://schemas.openxmlformats.org/officeDocument/2006/relationships/customXml" Target="../ink/ink257.xml"/><Relationship Id="rId19" Type="http://schemas.openxmlformats.org/officeDocument/2006/relationships/customXml" Target="../ink/ink73.xml"/><Relationship Id="rId30" Type="http://schemas.openxmlformats.org/officeDocument/2006/relationships/customXml" Target="../ink/ink84.xml"/><Relationship Id="rId105" Type="http://schemas.openxmlformats.org/officeDocument/2006/relationships/customXml" Target="../ink/ink159.xml"/><Relationship Id="rId126" Type="http://schemas.openxmlformats.org/officeDocument/2006/relationships/customXml" Target="../ink/ink180.xml"/><Relationship Id="rId147" Type="http://schemas.openxmlformats.org/officeDocument/2006/relationships/customXml" Target="../ink/ink201.xml"/><Relationship Id="rId168" Type="http://schemas.openxmlformats.org/officeDocument/2006/relationships/customXml" Target="../ink/ink22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85.xml"/><Relationship Id="rId21" Type="http://schemas.openxmlformats.org/officeDocument/2006/relationships/customXml" Target="../ink/ink289.xml"/><Relationship Id="rId42" Type="http://schemas.openxmlformats.org/officeDocument/2006/relationships/customXml" Target="../ink/ink310.xml"/><Relationship Id="rId63" Type="http://schemas.openxmlformats.org/officeDocument/2006/relationships/customXml" Target="../ink/ink331.xml"/><Relationship Id="rId84" Type="http://schemas.openxmlformats.org/officeDocument/2006/relationships/customXml" Target="../ink/ink352.xml"/><Relationship Id="rId138" Type="http://schemas.openxmlformats.org/officeDocument/2006/relationships/customXml" Target="../ink/ink406.xml"/><Relationship Id="rId107" Type="http://schemas.openxmlformats.org/officeDocument/2006/relationships/customXml" Target="../ink/ink375.xml"/><Relationship Id="rId11" Type="http://schemas.openxmlformats.org/officeDocument/2006/relationships/customXml" Target="../ink/ink279.xml"/><Relationship Id="rId32" Type="http://schemas.openxmlformats.org/officeDocument/2006/relationships/customXml" Target="../ink/ink300.xml"/><Relationship Id="rId53" Type="http://schemas.openxmlformats.org/officeDocument/2006/relationships/customXml" Target="../ink/ink321.xml"/><Relationship Id="rId74" Type="http://schemas.openxmlformats.org/officeDocument/2006/relationships/customXml" Target="../ink/ink342.xml"/><Relationship Id="rId128" Type="http://schemas.openxmlformats.org/officeDocument/2006/relationships/customXml" Target="../ink/ink396.xml"/><Relationship Id="rId149" Type="http://schemas.openxmlformats.org/officeDocument/2006/relationships/customXml" Target="../ink/ink417.xml"/><Relationship Id="rId5" Type="http://schemas.openxmlformats.org/officeDocument/2006/relationships/image" Target="../media/image26.png"/><Relationship Id="rId95" Type="http://schemas.openxmlformats.org/officeDocument/2006/relationships/customXml" Target="../ink/ink363.xml"/><Relationship Id="rId22" Type="http://schemas.openxmlformats.org/officeDocument/2006/relationships/customXml" Target="../ink/ink290.xml"/><Relationship Id="rId27" Type="http://schemas.openxmlformats.org/officeDocument/2006/relationships/customXml" Target="../ink/ink295.xml"/><Relationship Id="rId43" Type="http://schemas.openxmlformats.org/officeDocument/2006/relationships/customXml" Target="../ink/ink311.xml"/><Relationship Id="rId48" Type="http://schemas.openxmlformats.org/officeDocument/2006/relationships/customXml" Target="../ink/ink316.xml"/><Relationship Id="rId64" Type="http://schemas.openxmlformats.org/officeDocument/2006/relationships/customXml" Target="../ink/ink332.xml"/><Relationship Id="rId69" Type="http://schemas.openxmlformats.org/officeDocument/2006/relationships/customXml" Target="../ink/ink337.xml"/><Relationship Id="rId113" Type="http://schemas.openxmlformats.org/officeDocument/2006/relationships/customXml" Target="../ink/ink381.xml"/><Relationship Id="rId118" Type="http://schemas.openxmlformats.org/officeDocument/2006/relationships/customXml" Target="../ink/ink386.xml"/><Relationship Id="rId134" Type="http://schemas.openxmlformats.org/officeDocument/2006/relationships/customXml" Target="../ink/ink402.xml"/><Relationship Id="rId139" Type="http://schemas.openxmlformats.org/officeDocument/2006/relationships/customXml" Target="../ink/ink407.xml"/><Relationship Id="rId80" Type="http://schemas.openxmlformats.org/officeDocument/2006/relationships/customXml" Target="../ink/ink348.xml"/><Relationship Id="rId85" Type="http://schemas.openxmlformats.org/officeDocument/2006/relationships/customXml" Target="../ink/ink353.xml"/><Relationship Id="rId150" Type="http://schemas.openxmlformats.org/officeDocument/2006/relationships/customXml" Target="../ink/ink418.xml"/><Relationship Id="rId12" Type="http://schemas.openxmlformats.org/officeDocument/2006/relationships/customXml" Target="../ink/ink280.xml"/><Relationship Id="rId17" Type="http://schemas.openxmlformats.org/officeDocument/2006/relationships/customXml" Target="../ink/ink285.xml"/><Relationship Id="rId33" Type="http://schemas.openxmlformats.org/officeDocument/2006/relationships/customXml" Target="../ink/ink301.xml"/><Relationship Id="rId38" Type="http://schemas.openxmlformats.org/officeDocument/2006/relationships/customXml" Target="../ink/ink306.xml"/><Relationship Id="rId59" Type="http://schemas.openxmlformats.org/officeDocument/2006/relationships/customXml" Target="../ink/ink327.xml"/><Relationship Id="rId103" Type="http://schemas.openxmlformats.org/officeDocument/2006/relationships/customXml" Target="../ink/ink371.xml"/><Relationship Id="rId108" Type="http://schemas.openxmlformats.org/officeDocument/2006/relationships/customXml" Target="../ink/ink376.xml"/><Relationship Id="rId124" Type="http://schemas.openxmlformats.org/officeDocument/2006/relationships/customXml" Target="../ink/ink392.xml"/><Relationship Id="rId129" Type="http://schemas.openxmlformats.org/officeDocument/2006/relationships/customXml" Target="../ink/ink397.xml"/><Relationship Id="rId54" Type="http://schemas.openxmlformats.org/officeDocument/2006/relationships/customXml" Target="../ink/ink322.xml"/><Relationship Id="rId70" Type="http://schemas.openxmlformats.org/officeDocument/2006/relationships/customXml" Target="../ink/ink338.xml"/><Relationship Id="rId75" Type="http://schemas.openxmlformats.org/officeDocument/2006/relationships/customXml" Target="../ink/ink343.xml"/><Relationship Id="rId91" Type="http://schemas.openxmlformats.org/officeDocument/2006/relationships/customXml" Target="../ink/ink359.xml"/><Relationship Id="rId96" Type="http://schemas.openxmlformats.org/officeDocument/2006/relationships/customXml" Target="../ink/ink364.xml"/><Relationship Id="rId140" Type="http://schemas.openxmlformats.org/officeDocument/2006/relationships/customXml" Target="../ink/ink408.xml"/><Relationship Id="rId145" Type="http://schemas.openxmlformats.org/officeDocument/2006/relationships/customXml" Target="../ink/ink4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23" Type="http://schemas.openxmlformats.org/officeDocument/2006/relationships/customXml" Target="../ink/ink291.xml"/><Relationship Id="rId28" Type="http://schemas.openxmlformats.org/officeDocument/2006/relationships/customXml" Target="../ink/ink296.xml"/><Relationship Id="rId49" Type="http://schemas.openxmlformats.org/officeDocument/2006/relationships/customXml" Target="../ink/ink317.xml"/><Relationship Id="rId114" Type="http://schemas.openxmlformats.org/officeDocument/2006/relationships/customXml" Target="../ink/ink382.xml"/><Relationship Id="rId119" Type="http://schemas.openxmlformats.org/officeDocument/2006/relationships/customXml" Target="../ink/ink387.xml"/><Relationship Id="rId44" Type="http://schemas.openxmlformats.org/officeDocument/2006/relationships/customXml" Target="../ink/ink312.xml"/><Relationship Id="rId60" Type="http://schemas.openxmlformats.org/officeDocument/2006/relationships/customXml" Target="../ink/ink328.xml"/><Relationship Id="rId65" Type="http://schemas.openxmlformats.org/officeDocument/2006/relationships/customXml" Target="../ink/ink333.xml"/><Relationship Id="rId81" Type="http://schemas.openxmlformats.org/officeDocument/2006/relationships/customXml" Target="../ink/ink349.xml"/><Relationship Id="rId86" Type="http://schemas.openxmlformats.org/officeDocument/2006/relationships/customXml" Target="../ink/ink354.xml"/><Relationship Id="rId130" Type="http://schemas.openxmlformats.org/officeDocument/2006/relationships/customXml" Target="../ink/ink398.xml"/><Relationship Id="rId135" Type="http://schemas.openxmlformats.org/officeDocument/2006/relationships/customXml" Target="../ink/ink403.xml"/><Relationship Id="rId151" Type="http://schemas.openxmlformats.org/officeDocument/2006/relationships/customXml" Target="../ink/ink419.xml"/><Relationship Id="rId13" Type="http://schemas.openxmlformats.org/officeDocument/2006/relationships/customXml" Target="../ink/ink281.xml"/><Relationship Id="rId18" Type="http://schemas.openxmlformats.org/officeDocument/2006/relationships/customXml" Target="../ink/ink286.xml"/><Relationship Id="rId39" Type="http://schemas.openxmlformats.org/officeDocument/2006/relationships/customXml" Target="../ink/ink307.xml"/><Relationship Id="rId109" Type="http://schemas.openxmlformats.org/officeDocument/2006/relationships/customXml" Target="../ink/ink377.xml"/><Relationship Id="rId34" Type="http://schemas.openxmlformats.org/officeDocument/2006/relationships/customXml" Target="../ink/ink302.xml"/><Relationship Id="rId50" Type="http://schemas.openxmlformats.org/officeDocument/2006/relationships/customXml" Target="../ink/ink318.xml"/><Relationship Id="rId55" Type="http://schemas.openxmlformats.org/officeDocument/2006/relationships/customXml" Target="../ink/ink323.xml"/><Relationship Id="rId76" Type="http://schemas.openxmlformats.org/officeDocument/2006/relationships/customXml" Target="../ink/ink344.xml"/><Relationship Id="rId97" Type="http://schemas.openxmlformats.org/officeDocument/2006/relationships/customXml" Target="../ink/ink365.xml"/><Relationship Id="rId104" Type="http://schemas.openxmlformats.org/officeDocument/2006/relationships/customXml" Target="../ink/ink372.xml"/><Relationship Id="rId120" Type="http://schemas.openxmlformats.org/officeDocument/2006/relationships/customXml" Target="../ink/ink388.xml"/><Relationship Id="rId125" Type="http://schemas.openxmlformats.org/officeDocument/2006/relationships/customXml" Target="../ink/ink393.xml"/><Relationship Id="rId141" Type="http://schemas.openxmlformats.org/officeDocument/2006/relationships/customXml" Target="../ink/ink409.xml"/><Relationship Id="rId146" Type="http://schemas.openxmlformats.org/officeDocument/2006/relationships/customXml" Target="../ink/ink414.xml"/><Relationship Id="rId7" Type="http://schemas.openxmlformats.org/officeDocument/2006/relationships/image" Target="../media/image28.png"/><Relationship Id="rId71" Type="http://schemas.openxmlformats.org/officeDocument/2006/relationships/customXml" Target="../ink/ink339.xml"/><Relationship Id="rId92" Type="http://schemas.openxmlformats.org/officeDocument/2006/relationships/customXml" Target="../ink/ink360.xml"/><Relationship Id="rId2" Type="http://schemas.openxmlformats.org/officeDocument/2006/relationships/image" Target="../media/image23.png"/><Relationship Id="rId29" Type="http://schemas.openxmlformats.org/officeDocument/2006/relationships/customXml" Target="../ink/ink297.xml"/><Relationship Id="rId24" Type="http://schemas.openxmlformats.org/officeDocument/2006/relationships/customXml" Target="../ink/ink292.xml"/><Relationship Id="rId40" Type="http://schemas.openxmlformats.org/officeDocument/2006/relationships/customXml" Target="../ink/ink308.xml"/><Relationship Id="rId45" Type="http://schemas.openxmlformats.org/officeDocument/2006/relationships/customXml" Target="../ink/ink313.xml"/><Relationship Id="rId66" Type="http://schemas.openxmlformats.org/officeDocument/2006/relationships/customXml" Target="../ink/ink334.xml"/><Relationship Id="rId87" Type="http://schemas.openxmlformats.org/officeDocument/2006/relationships/customXml" Target="../ink/ink355.xml"/><Relationship Id="rId110" Type="http://schemas.openxmlformats.org/officeDocument/2006/relationships/customXml" Target="../ink/ink378.xml"/><Relationship Id="rId115" Type="http://schemas.openxmlformats.org/officeDocument/2006/relationships/customXml" Target="../ink/ink383.xml"/><Relationship Id="rId131" Type="http://schemas.openxmlformats.org/officeDocument/2006/relationships/customXml" Target="../ink/ink399.xml"/><Relationship Id="rId136" Type="http://schemas.openxmlformats.org/officeDocument/2006/relationships/customXml" Target="../ink/ink404.xml"/><Relationship Id="rId61" Type="http://schemas.openxmlformats.org/officeDocument/2006/relationships/customXml" Target="../ink/ink329.xml"/><Relationship Id="rId82" Type="http://schemas.openxmlformats.org/officeDocument/2006/relationships/customXml" Target="../ink/ink350.xml"/><Relationship Id="rId152" Type="http://schemas.openxmlformats.org/officeDocument/2006/relationships/customXml" Target="../ink/ink420.xml"/><Relationship Id="rId19" Type="http://schemas.openxmlformats.org/officeDocument/2006/relationships/customXml" Target="../ink/ink287.xml"/><Relationship Id="rId14" Type="http://schemas.openxmlformats.org/officeDocument/2006/relationships/customXml" Target="../ink/ink282.xml"/><Relationship Id="rId30" Type="http://schemas.openxmlformats.org/officeDocument/2006/relationships/customXml" Target="../ink/ink298.xml"/><Relationship Id="rId35" Type="http://schemas.openxmlformats.org/officeDocument/2006/relationships/customXml" Target="../ink/ink303.xml"/><Relationship Id="rId56" Type="http://schemas.openxmlformats.org/officeDocument/2006/relationships/customXml" Target="../ink/ink324.xml"/><Relationship Id="rId77" Type="http://schemas.openxmlformats.org/officeDocument/2006/relationships/customXml" Target="../ink/ink345.xml"/><Relationship Id="rId100" Type="http://schemas.openxmlformats.org/officeDocument/2006/relationships/customXml" Target="../ink/ink368.xml"/><Relationship Id="rId105" Type="http://schemas.openxmlformats.org/officeDocument/2006/relationships/customXml" Target="../ink/ink373.xml"/><Relationship Id="rId126" Type="http://schemas.openxmlformats.org/officeDocument/2006/relationships/customXml" Target="../ink/ink394.xml"/><Relationship Id="rId147" Type="http://schemas.openxmlformats.org/officeDocument/2006/relationships/customXml" Target="../ink/ink415.xml"/><Relationship Id="rId8" Type="http://schemas.openxmlformats.org/officeDocument/2006/relationships/image" Target="../media/image29.png"/><Relationship Id="rId51" Type="http://schemas.openxmlformats.org/officeDocument/2006/relationships/customXml" Target="../ink/ink319.xml"/><Relationship Id="rId72" Type="http://schemas.openxmlformats.org/officeDocument/2006/relationships/customXml" Target="../ink/ink340.xml"/><Relationship Id="rId93" Type="http://schemas.openxmlformats.org/officeDocument/2006/relationships/customXml" Target="../ink/ink361.xml"/><Relationship Id="rId98" Type="http://schemas.openxmlformats.org/officeDocument/2006/relationships/customXml" Target="../ink/ink366.xml"/><Relationship Id="rId121" Type="http://schemas.openxmlformats.org/officeDocument/2006/relationships/customXml" Target="../ink/ink389.xml"/><Relationship Id="rId142" Type="http://schemas.openxmlformats.org/officeDocument/2006/relationships/customXml" Target="../ink/ink410.xml"/><Relationship Id="rId3" Type="http://schemas.openxmlformats.org/officeDocument/2006/relationships/image" Target="../media/image24.png"/><Relationship Id="rId25" Type="http://schemas.openxmlformats.org/officeDocument/2006/relationships/customXml" Target="../ink/ink293.xml"/><Relationship Id="rId46" Type="http://schemas.openxmlformats.org/officeDocument/2006/relationships/customXml" Target="../ink/ink314.xml"/><Relationship Id="rId67" Type="http://schemas.openxmlformats.org/officeDocument/2006/relationships/customXml" Target="../ink/ink335.xml"/><Relationship Id="rId116" Type="http://schemas.openxmlformats.org/officeDocument/2006/relationships/customXml" Target="../ink/ink384.xml"/><Relationship Id="rId137" Type="http://schemas.openxmlformats.org/officeDocument/2006/relationships/customXml" Target="../ink/ink405.xml"/><Relationship Id="rId20" Type="http://schemas.openxmlformats.org/officeDocument/2006/relationships/customXml" Target="../ink/ink288.xml"/><Relationship Id="rId41" Type="http://schemas.openxmlformats.org/officeDocument/2006/relationships/customXml" Target="../ink/ink309.xml"/><Relationship Id="rId62" Type="http://schemas.openxmlformats.org/officeDocument/2006/relationships/customXml" Target="../ink/ink330.xml"/><Relationship Id="rId83" Type="http://schemas.openxmlformats.org/officeDocument/2006/relationships/customXml" Target="../ink/ink351.xml"/><Relationship Id="rId88" Type="http://schemas.openxmlformats.org/officeDocument/2006/relationships/customXml" Target="../ink/ink356.xml"/><Relationship Id="rId111" Type="http://schemas.openxmlformats.org/officeDocument/2006/relationships/customXml" Target="../ink/ink379.xml"/><Relationship Id="rId132" Type="http://schemas.openxmlformats.org/officeDocument/2006/relationships/customXml" Target="../ink/ink400.xml"/><Relationship Id="rId15" Type="http://schemas.openxmlformats.org/officeDocument/2006/relationships/customXml" Target="../ink/ink283.xml"/><Relationship Id="rId36" Type="http://schemas.openxmlformats.org/officeDocument/2006/relationships/customXml" Target="../ink/ink304.xml"/><Relationship Id="rId57" Type="http://schemas.openxmlformats.org/officeDocument/2006/relationships/customXml" Target="../ink/ink325.xml"/><Relationship Id="rId106" Type="http://schemas.openxmlformats.org/officeDocument/2006/relationships/customXml" Target="../ink/ink374.xml"/><Relationship Id="rId127" Type="http://schemas.openxmlformats.org/officeDocument/2006/relationships/customXml" Target="../ink/ink395.xml"/><Relationship Id="rId10" Type="http://schemas.openxmlformats.org/officeDocument/2006/relationships/customXml" Target="../ink/ink278.xml"/><Relationship Id="rId31" Type="http://schemas.openxmlformats.org/officeDocument/2006/relationships/customXml" Target="../ink/ink299.xml"/><Relationship Id="rId52" Type="http://schemas.openxmlformats.org/officeDocument/2006/relationships/customXml" Target="../ink/ink320.xml"/><Relationship Id="rId73" Type="http://schemas.openxmlformats.org/officeDocument/2006/relationships/customXml" Target="../ink/ink341.xml"/><Relationship Id="rId78" Type="http://schemas.openxmlformats.org/officeDocument/2006/relationships/customXml" Target="../ink/ink346.xml"/><Relationship Id="rId94" Type="http://schemas.openxmlformats.org/officeDocument/2006/relationships/customXml" Target="../ink/ink362.xml"/><Relationship Id="rId99" Type="http://schemas.openxmlformats.org/officeDocument/2006/relationships/customXml" Target="../ink/ink367.xml"/><Relationship Id="rId101" Type="http://schemas.openxmlformats.org/officeDocument/2006/relationships/customXml" Target="../ink/ink369.xml"/><Relationship Id="rId122" Type="http://schemas.openxmlformats.org/officeDocument/2006/relationships/customXml" Target="../ink/ink390.xml"/><Relationship Id="rId143" Type="http://schemas.openxmlformats.org/officeDocument/2006/relationships/customXml" Target="../ink/ink411.xml"/><Relationship Id="rId148" Type="http://schemas.openxmlformats.org/officeDocument/2006/relationships/customXml" Target="../ink/ink416.xml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26" Type="http://schemas.openxmlformats.org/officeDocument/2006/relationships/customXml" Target="../ink/ink294.xml"/><Relationship Id="rId47" Type="http://schemas.openxmlformats.org/officeDocument/2006/relationships/customXml" Target="../ink/ink315.xml"/><Relationship Id="rId68" Type="http://schemas.openxmlformats.org/officeDocument/2006/relationships/customXml" Target="../ink/ink336.xml"/><Relationship Id="rId89" Type="http://schemas.openxmlformats.org/officeDocument/2006/relationships/customXml" Target="../ink/ink357.xml"/><Relationship Id="rId112" Type="http://schemas.openxmlformats.org/officeDocument/2006/relationships/customXml" Target="../ink/ink380.xml"/><Relationship Id="rId133" Type="http://schemas.openxmlformats.org/officeDocument/2006/relationships/customXml" Target="../ink/ink401.xml"/><Relationship Id="rId16" Type="http://schemas.openxmlformats.org/officeDocument/2006/relationships/customXml" Target="../ink/ink284.xml"/><Relationship Id="rId37" Type="http://schemas.openxmlformats.org/officeDocument/2006/relationships/customXml" Target="../ink/ink305.xml"/><Relationship Id="rId58" Type="http://schemas.openxmlformats.org/officeDocument/2006/relationships/customXml" Target="../ink/ink326.xml"/><Relationship Id="rId79" Type="http://schemas.openxmlformats.org/officeDocument/2006/relationships/customXml" Target="../ink/ink347.xml"/><Relationship Id="rId102" Type="http://schemas.openxmlformats.org/officeDocument/2006/relationships/customXml" Target="../ink/ink370.xml"/><Relationship Id="rId123" Type="http://schemas.openxmlformats.org/officeDocument/2006/relationships/customXml" Target="../ink/ink391.xml"/><Relationship Id="rId144" Type="http://schemas.openxmlformats.org/officeDocument/2006/relationships/customXml" Target="../ink/ink412.xml"/><Relationship Id="rId90" Type="http://schemas.openxmlformats.org/officeDocument/2006/relationships/customXml" Target="../ink/ink35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2.xml"/><Relationship Id="rId13" Type="http://schemas.openxmlformats.org/officeDocument/2006/relationships/customXml" Target="../ink/ink427.xml"/><Relationship Id="rId18" Type="http://schemas.openxmlformats.org/officeDocument/2006/relationships/customXml" Target="../ink/ink432.xml"/><Relationship Id="rId3" Type="http://schemas.openxmlformats.org/officeDocument/2006/relationships/image" Target="../media/image32.png"/><Relationship Id="rId21" Type="http://schemas.openxmlformats.org/officeDocument/2006/relationships/customXml" Target="../ink/ink435.xml"/><Relationship Id="rId7" Type="http://schemas.openxmlformats.org/officeDocument/2006/relationships/customXml" Target="../ink/ink421.xml"/><Relationship Id="rId12" Type="http://schemas.openxmlformats.org/officeDocument/2006/relationships/customXml" Target="../ink/ink426.xml"/><Relationship Id="rId17" Type="http://schemas.openxmlformats.org/officeDocument/2006/relationships/customXml" Target="../ink/ink431.xml"/><Relationship Id="rId2" Type="http://schemas.openxmlformats.org/officeDocument/2006/relationships/image" Target="../media/image31.png"/><Relationship Id="rId16" Type="http://schemas.openxmlformats.org/officeDocument/2006/relationships/customXml" Target="../ink/ink430.xml"/><Relationship Id="rId20" Type="http://schemas.openxmlformats.org/officeDocument/2006/relationships/customXml" Target="../ink/ink4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customXml" Target="../ink/ink425.xml"/><Relationship Id="rId5" Type="http://schemas.openxmlformats.org/officeDocument/2006/relationships/image" Target="../media/image34.png"/><Relationship Id="rId15" Type="http://schemas.openxmlformats.org/officeDocument/2006/relationships/customXml" Target="../ink/ink429.xml"/><Relationship Id="rId10" Type="http://schemas.openxmlformats.org/officeDocument/2006/relationships/customXml" Target="../ink/ink424.xml"/><Relationship Id="rId19" Type="http://schemas.openxmlformats.org/officeDocument/2006/relationships/customXml" Target="../ink/ink433.xml"/><Relationship Id="rId4" Type="http://schemas.openxmlformats.org/officeDocument/2006/relationships/image" Target="../media/image33.png"/><Relationship Id="rId9" Type="http://schemas.openxmlformats.org/officeDocument/2006/relationships/customXml" Target="../ink/ink423.xml"/><Relationship Id="rId14" Type="http://schemas.openxmlformats.org/officeDocument/2006/relationships/customXml" Target="../ink/ink428.xml"/><Relationship Id="rId22" Type="http://schemas.openxmlformats.org/officeDocument/2006/relationships/customXml" Target="../ink/ink436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6.xml"/><Relationship Id="rId21" Type="http://schemas.openxmlformats.org/officeDocument/2006/relationships/customXml" Target="../ink/ink451.xml"/><Relationship Id="rId42" Type="http://schemas.openxmlformats.org/officeDocument/2006/relationships/customXml" Target="../ink/ink472.xml"/><Relationship Id="rId47" Type="http://schemas.openxmlformats.org/officeDocument/2006/relationships/customXml" Target="../ink/ink477.xml"/><Relationship Id="rId63" Type="http://schemas.openxmlformats.org/officeDocument/2006/relationships/customXml" Target="../ink/ink493.xml"/><Relationship Id="rId68" Type="http://schemas.openxmlformats.org/officeDocument/2006/relationships/customXml" Target="../ink/ink498.xml"/><Relationship Id="rId84" Type="http://schemas.openxmlformats.org/officeDocument/2006/relationships/customXml" Target="../ink/ink514.xml"/><Relationship Id="rId89" Type="http://schemas.openxmlformats.org/officeDocument/2006/relationships/customXml" Target="../ink/ink519.xml"/><Relationship Id="rId16" Type="http://schemas.openxmlformats.org/officeDocument/2006/relationships/customXml" Target="../ink/ink446.xml"/><Relationship Id="rId11" Type="http://schemas.openxmlformats.org/officeDocument/2006/relationships/customXml" Target="../ink/ink441.xml"/><Relationship Id="rId32" Type="http://schemas.openxmlformats.org/officeDocument/2006/relationships/customXml" Target="../ink/ink462.xml"/><Relationship Id="rId37" Type="http://schemas.openxmlformats.org/officeDocument/2006/relationships/customXml" Target="../ink/ink467.xml"/><Relationship Id="rId53" Type="http://schemas.openxmlformats.org/officeDocument/2006/relationships/customXml" Target="../ink/ink483.xml"/><Relationship Id="rId58" Type="http://schemas.openxmlformats.org/officeDocument/2006/relationships/customXml" Target="../ink/ink488.xml"/><Relationship Id="rId74" Type="http://schemas.openxmlformats.org/officeDocument/2006/relationships/customXml" Target="../ink/ink504.xml"/><Relationship Id="rId79" Type="http://schemas.openxmlformats.org/officeDocument/2006/relationships/customXml" Target="../ink/ink509.xml"/><Relationship Id="rId5" Type="http://schemas.openxmlformats.org/officeDocument/2006/relationships/image" Target="../media/image11.png"/><Relationship Id="rId90" Type="http://schemas.openxmlformats.org/officeDocument/2006/relationships/customXml" Target="../ink/ink520.xml"/><Relationship Id="rId22" Type="http://schemas.openxmlformats.org/officeDocument/2006/relationships/customXml" Target="../ink/ink452.xml"/><Relationship Id="rId27" Type="http://schemas.openxmlformats.org/officeDocument/2006/relationships/customXml" Target="../ink/ink457.xml"/><Relationship Id="rId43" Type="http://schemas.openxmlformats.org/officeDocument/2006/relationships/customXml" Target="../ink/ink473.xml"/><Relationship Id="rId48" Type="http://schemas.openxmlformats.org/officeDocument/2006/relationships/customXml" Target="../ink/ink478.xml"/><Relationship Id="rId64" Type="http://schemas.openxmlformats.org/officeDocument/2006/relationships/customXml" Target="../ink/ink494.xml"/><Relationship Id="rId69" Type="http://schemas.openxmlformats.org/officeDocument/2006/relationships/customXml" Target="../ink/ink499.xml"/><Relationship Id="rId8" Type="http://schemas.openxmlformats.org/officeDocument/2006/relationships/customXml" Target="../ink/ink438.xml"/><Relationship Id="rId51" Type="http://schemas.openxmlformats.org/officeDocument/2006/relationships/customXml" Target="../ink/ink481.xml"/><Relationship Id="rId72" Type="http://schemas.openxmlformats.org/officeDocument/2006/relationships/customXml" Target="../ink/ink502.xml"/><Relationship Id="rId80" Type="http://schemas.openxmlformats.org/officeDocument/2006/relationships/customXml" Target="../ink/ink510.xml"/><Relationship Id="rId85" Type="http://schemas.openxmlformats.org/officeDocument/2006/relationships/customXml" Target="../ink/ink515.xml"/><Relationship Id="rId93" Type="http://schemas.openxmlformats.org/officeDocument/2006/relationships/customXml" Target="../ink/ink523.xml"/><Relationship Id="rId3" Type="http://schemas.openxmlformats.org/officeDocument/2006/relationships/image" Target="../media/image9.png"/><Relationship Id="rId12" Type="http://schemas.openxmlformats.org/officeDocument/2006/relationships/customXml" Target="../ink/ink442.xml"/><Relationship Id="rId17" Type="http://schemas.openxmlformats.org/officeDocument/2006/relationships/customXml" Target="../ink/ink447.xml"/><Relationship Id="rId25" Type="http://schemas.openxmlformats.org/officeDocument/2006/relationships/customXml" Target="../ink/ink455.xml"/><Relationship Id="rId33" Type="http://schemas.openxmlformats.org/officeDocument/2006/relationships/customXml" Target="../ink/ink463.xml"/><Relationship Id="rId38" Type="http://schemas.openxmlformats.org/officeDocument/2006/relationships/customXml" Target="../ink/ink468.xml"/><Relationship Id="rId46" Type="http://schemas.openxmlformats.org/officeDocument/2006/relationships/customXml" Target="../ink/ink476.xml"/><Relationship Id="rId59" Type="http://schemas.openxmlformats.org/officeDocument/2006/relationships/customXml" Target="../ink/ink489.xml"/><Relationship Id="rId67" Type="http://schemas.openxmlformats.org/officeDocument/2006/relationships/customXml" Target="../ink/ink497.xml"/><Relationship Id="rId20" Type="http://schemas.openxmlformats.org/officeDocument/2006/relationships/customXml" Target="../ink/ink450.xml"/><Relationship Id="rId41" Type="http://schemas.openxmlformats.org/officeDocument/2006/relationships/customXml" Target="../ink/ink471.xml"/><Relationship Id="rId54" Type="http://schemas.openxmlformats.org/officeDocument/2006/relationships/customXml" Target="../ink/ink484.xml"/><Relationship Id="rId62" Type="http://schemas.openxmlformats.org/officeDocument/2006/relationships/customXml" Target="../ink/ink492.xml"/><Relationship Id="rId70" Type="http://schemas.openxmlformats.org/officeDocument/2006/relationships/customXml" Target="../ink/ink500.xml"/><Relationship Id="rId75" Type="http://schemas.openxmlformats.org/officeDocument/2006/relationships/customXml" Target="../ink/ink505.xml"/><Relationship Id="rId83" Type="http://schemas.openxmlformats.org/officeDocument/2006/relationships/customXml" Target="../ink/ink513.xml"/><Relationship Id="rId88" Type="http://schemas.openxmlformats.org/officeDocument/2006/relationships/customXml" Target="../ink/ink518.xml"/><Relationship Id="rId91" Type="http://schemas.openxmlformats.org/officeDocument/2006/relationships/customXml" Target="../ink/ink5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5" Type="http://schemas.openxmlformats.org/officeDocument/2006/relationships/customXml" Target="../ink/ink445.xml"/><Relationship Id="rId23" Type="http://schemas.openxmlformats.org/officeDocument/2006/relationships/customXml" Target="../ink/ink453.xml"/><Relationship Id="rId28" Type="http://schemas.openxmlformats.org/officeDocument/2006/relationships/customXml" Target="../ink/ink458.xml"/><Relationship Id="rId36" Type="http://schemas.openxmlformats.org/officeDocument/2006/relationships/customXml" Target="../ink/ink466.xml"/><Relationship Id="rId49" Type="http://schemas.openxmlformats.org/officeDocument/2006/relationships/customXml" Target="../ink/ink479.xml"/><Relationship Id="rId57" Type="http://schemas.openxmlformats.org/officeDocument/2006/relationships/customXml" Target="../ink/ink487.xml"/><Relationship Id="rId10" Type="http://schemas.openxmlformats.org/officeDocument/2006/relationships/customXml" Target="../ink/ink440.xml"/><Relationship Id="rId31" Type="http://schemas.openxmlformats.org/officeDocument/2006/relationships/customXml" Target="../ink/ink461.xml"/><Relationship Id="rId44" Type="http://schemas.openxmlformats.org/officeDocument/2006/relationships/customXml" Target="../ink/ink474.xml"/><Relationship Id="rId52" Type="http://schemas.openxmlformats.org/officeDocument/2006/relationships/customXml" Target="../ink/ink482.xml"/><Relationship Id="rId60" Type="http://schemas.openxmlformats.org/officeDocument/2006/relationships/customXml" Target="../ink/ink490.xml"/><Relationship Id="rId65" Type="http://schemas.openxmlformats.org/officeDocument/2006/relationships/customXml" Target="../ink/ink495.xml"/><Relationship Id="rId73" Type="http://schemas.openxmlformats.org/officeDocument/2006/relationships/customXml" Target="../ink/ink503.xml"/><Relationship Id="rId78" Type="http://schemas.openxmlformats.org/officeDocument/2006/relationships/customXml" Target="../ink/ink508.xml"/><Relationship Id="rId81" Type="http://schemas.openxmlformats.org/officeDocument/2006/relationships/customXml" Target="../ink/ink511.xml"/><Relationship Id="rId86" Type="http://schemas.openxmlformats.org/officeDocument/2006/relationships/customXml" Target="../ink/ink516.xml"/><Relationship Id="rId94" Type="http://schemas.openxmlformats.org/officeDocument/2006/relationships/customXml" Target="../ink/ink524.xml"/><Relationship Id="rId4" Type="http://schemas.openxmlformats.org/officeDocument/2006/relationships/image" Target="../media/image10.png"/><Relationship Id="rId9" Type="http://schemas.openxmlformats.org/officeDocument/2006/relationships/customXml" Target="../ink/ink439.xml"/><Relationship Id="rId13" Type="http://schemas.openxmlformats.org/officeDocument/2006/relationships/customXml" Target="../ink/ink443.xml"/><Relationship Id="rId18" Type="http://schemas.openxmlformats.org/officeDocument/2006/relationships/customXml" Target="../ink/ink448.xml"/><Relationship Id="rId39" Type="http://schemas.openxmlformats.org/officeDocument/2006/relationships/customXml" Target="../ink/ink469.xml"/><Relationship Id="rId34" Type="http://schemas.openxmlformats.org/officeDocument/2006/relationships/customXml" Target="../ink/ink464.xml"/><Relationship Id="rId50" Type="http://schemas.openxmlformats.org/officeDocument/2006/relationships/customXml" Target="../ink/ink480.xml"/><Relationship Id="rId55" Type="http://schemas.openxmlformats.org/officeDocument/2006/relationships/customXml" Target="../ink/ink485.xml"/><Relationship Id="rId76" Type="http://schemas.openxmlformats.org/officeDocument/2006/relationships/customXml" Target="../ink/ink506.xml"/><Relationship Id="rId7" Type="http://schemas.openxmlformats.org/officeDocument/2006/relationships/customXml" Target="../ink/ink437.xml"/><Relationship Id="rId71" Type="http://schemas.openxmlformats.org/officeDocument/2006/relationships/customXml" Target="../ink/ink501.xml"/><Relationship Id="rId92" Type="http://schemas.openxmlformats.org/officeDocument/2006/relationships/customXml" Target="../ink/ink522.xml"/><Relationship Id="rId2" Type="http://schemas.openxmlformats.org/officeDocument/2006/relationships/image" Target="../media/image8.png"/><Relationship Id="rId29" Type="http://schemas.openxmlformats.org/officeDocument/2006/relationships/customXml" Target="../ink/ink459.xml"/><Relationship Id="rId24" Type="http://schemas.openxmlformats.org/officeDocument/2006/relationships/customXml" Target="../ink/ink454.xml"/><Relationship Id="rId40" Type="http://schemas.openxmlformats.org/officeDocument/2006/relationships/customXml" Target="../ink/ink470.xml"/><Relationship Id="rId45" Type="http://schemas.openxmlformats.org/officeDocument/2006/relationships/customXml" Target="../ink/ink475.xml"/><Relationship Id="rId66" Type="http://schemas.openxmlformats.org/officeDocument/2006/relationships/customXml" Target="../ink/ink496.xml"/><Relationship Id="rId87" Type="http://schemas.openxmlformats.org/officeDocument/2006/relationships/customXml" Target="../ink/ink517.xml"/><Relationship Id="rId61" Type="http://schemas.openxmlformats.org/officeDocument/2006/relationships/customXml" Target="../ink/ink491.xml"/><Relationship Id="rId82" Type="http://schemas.openxmlformats.org/officeDocument/2006/relationships/customXml" Target="../ink/ink512.xml"/><Relationship Id="rId19" Type="http://schemas.openxmlformats.org/officeDocument/2006/relationships/customXml" Target="../ink/ink449.xml"/><Relationship Id="rId14" Type="http://schemas.openxmlformats.org/officeDocument/2006/relationships/customXml" Target="../ink/ink444.xml"/><Relationship Id="rId30" Type="http://schemas.openxmlformats.org/officeDocument/2006/relationships/customXml" Target="../ink/ink460.xml"/><Relationship Id="rId35" Type="http://schemas.openxmlformats.org/officeDocument/2006/relationships/customXml" Target="../ink/ink465.xml"/><Relationship Id="rId56" Type="http://schemas.openxmlformats.org/officeDocument/2006/relationships/customXml" Target="../ink/ink486.xml"/><Relationship Id="rId77" Type="http://schemas.openxmlformats.org/officeDocument/2006/relationships/customXml" Target="../ink/ink50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1.xml"/><Relationship Id="rId18" Type="http://schemas.openxmlformats.org/officeDocument/2006/relationships/customXml" Target="../ink/ink536.xml"/><Relationship Id="rId26" Type="http://schemas.openxmlformats.org/officeDocument/2006/relationships/customXml" Target="../ink/ink544.xml"/><Relationship Id="rId39" Type="http://schemas.openxmlformats.org/officeDocument/2006/relationships/customXml" Target="../ink/ink557.xml"/><Relationship Id="rId21" Type="http://schemas.openxmlformats.org/officeDocument/2006/relationships/customXml" Target="../ink/ink539.xml"/><Relationship Id="rId34" Type="http://schemas.openxmlformats.org/officeDocument/2006/relationships/customXml" Target="../ink/ink552.xml"/><Relationship Id="rId42" Type="http://schemas.openxmlformats.org/officeDocument/2006/relationships/customXml" Target="../ink/ink560.xml"/><Relationship Id="rId47" Type="http://schemas.openxmlformats.org/officeDocument/2006/relationships/customXml" Target="../ink/ink565.xml"/><Relationship Id="rId50" Type="http://schemas.openxmlformats.org/officeDocument/2006/relationships/customXml" Target="../ink/ink568.xml"/><Relationship Id="rId55" Type="http://schemas.openxmlformats.org/officeDocument/2006/relationships/customXml" Target="../ink/ink573.xml"/><Relationship Id="rId63" Type="http://schemas.openxmlformats.org/officeDocument/2006/relationships/customXml" Target="../ink/ink581.xml"/><Relationship Id="rId7" Type="http://schemas.openxmlformats.org/officeDocument/2006/relationships/customXml" Target="../ink/ink525.xml"/><Relationship Id="rId2" Type="http://schemas.openxmlformats.org/officeDocument/2006/relationships/image" Target="../media/image37.png"/><Relationship Id="rId16" Type="http://schemas.openxmlformats.org/officeDocument/2006/relationships/customXml" Target="../ink/ink534.xml"/><Relationship Id="rId29" Type="http://schemas.openxmlformats.org/officeDocument/2006/relationships/customXml" Target="../ink/ink547.xml"/><Relationship Id="rId11" Type="http://schemas.openxmlformats.org/officeDocument/2006/relationships/customXml" Target="../ink/ink529.xml"/><Relationship Id="rId24" Type="http://schemas.openxmlformats.org/officeDocument/2006/relationships/customXml" Target="../ink/ink542.xml"/><Relationship Id="rId32" Type="http://schemas.openxmlformats.org/officeDocument/2006/relationships/customXml" Target="../ink/ink550.xml"/><Relationship Id="rId37" Type="http://schemas.openxmlformats.org/officeDocument/2006/relationships/customXml" Target="../ink/ink555.xml"/><Relationship Id="rId40" Type="http://schemas.openxmlformats.org/officeDocument/2006/relationships/customXml" Target="../ink/ink558.xml"/><Relationship Id="rId45" Type="http://schemas.openxmlformats.org/officeDocument/2006/relationships/customXml" Target="../ink/ink563.xml"/><Relationship Id="rId53" Type="http://schemas.openxmlformats.org/officeDocument/2006/relationships/customXml" Target="../ink/ink571.xml"/><Relationship Id="rId58" Type="http://schemas.openxmlformats.org/officeDocument/2006/relationships/customXml" Target="../ink/ink576.xml"/><Relationship Id="rId5" Type="http://schemas.openxmlformats.org/officeDocument/2006/relationships/image" Target="../media/image40.png"/><Relationship Id="rId61" Type="http://schemas.openxmlformats.org/officeDocument/2006/relationships/customXml" Target="../ink/ink579.xml"/><Relationship Id="rId19" Type="http://schemas.openxmlformats.org/officeDocument/2006/relationships/customXml" Target="../ink/ink537.xml"/><Relationship Id="rId14" Type="http://schemas.openxmlformats.org/officeDocument/2006/relationships/customXml" Target="../ink/ink532.xml"/><Relationship Id="rId22" Type="http://schemas.openxmlformats.org/officeDocument/2006/relationships/customXml" Target="../ink/ink540.xml"/><Relationship Id="rId27" Type="http://schemas.openxmlformats.org/officeDocument/2006/relationships/customXml" Target="../ink/ink545.xml"/><Relationship Id="rId30" Type="http://schemas.openxmlformats.org/officeDocument/2006/relationships/customXml" Target="../ink/ink548.xml"/><Relationship Id="rId35" Type="http://schemas.openxmlformats.org/officeDocument/2006/relationships/customXml" Target="../ink/ink553.xml"/><Relationship Id="rId43" Type="http://schemas.openxmlformats.org/officeDocument/2006/relationships/customXml" Target="../ink/ink561.xml"/><Relationship Id="rId48" Type="http://schemas.openxmlformats.org/officeDocument/2006/relationships/customXml" Target="../ink/ink566.xml"/><Relationship Id="rId56" Type="http://schemas.openxmlformats.org/officeDocument/2006/relationships/customXml" Target="../ink/ink574.xml"/><Relationship Id="rId64" Type="http://schemas.openxmlformats.org/officeDocument/2006/relationships/customXml" Target="../ink/ink582.xml"/><Relationship Id="rId8" Type="http://schemas.openxmlformats.org/officeDocument/2006/relationships/customXml" Target="../ink/ink526.xml"/><Relationship Id="rId51" Type="http://schemas.openxmlformats.org/officeDocument/2006/relationships/customXml" Target="../ink/ink569.xml"/><Relationship Id="rId3" Type="http://schemas.openxmlformats.org/officeDocument/2006/relationships/image" Target="../media/image38.png"/><Relationship Id="rId12" Type="http://schemas.openxmlformats.org/officeDocument/2006/relationships/customXml" Target="../ink/ink530.xml"/><Relationship Id="rId17" Type="http://schemas.openxmlformats.org/officeDocument/2006/relationships/customXml" Target="../ink/ink535.xml"/><Relationship Id="rId25" Type="http://schemas.openxmlformats.org/officeDocument/2006/relationships/customXml" Target="../ink/ink543.xml"/><Relationship Id="rId33" Type="http://schemas.openxmlformats.org/officeDocument/2006/relationships/customXml" Target="../ink/ink551.xml"/><Relationship Id="rId38" Type="http://schemas.openxmlformats.org/officeDocument/2006/relationships/customXml" Target="../ink/ink556.xml"/><Relationship Id="rId46" Type="http://schemas.openxmlformats.org/officeDocument/2006/relationships/customXml" Target="../ink/ink564.xml"/><Relationship Id="rId59" Type="http://schemas.openxmlformats.org/officeDocument/2006/relationships/customXml" Target="../ink/ink577.xml"/><Relationship Id="rId20" Type="http://schemas.openxmlformats.org/officeDocument/2006/relationships/customXml" Target="../ink/ink538.xml"/><Relationship Id="rId41" Type="http://schemas.openxmlformats.org/officeDocument/2006/relationships/customXml" Target="../ink/ink559.xml"/><Relationship Id="rId54" Type="http://schemas.openxmlformats.org/officeDocument/2006/relationships/customXml" Target="../ink/ink572.xml"/><Relationship Id="rId62" Type="http://schemas.openxmlformats.org/officeDocument/2006/relationships/customXml" Target="../ink/ink5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15" Type="http://schemas.openxmlformats.org/officeDocument/2006/relationships/customXml" Target="../ink/ink533.xml"/><Relationship Id="rId23" Type="http://schemas.openxmlformats.org/officeDocument/2006/relationships/customXml" Target="../ink/ink541.xml"/><Relationship Id="rId28" Type="http://schemas.openxmlformats.org/officeDocument/2006/relationships/customXml" Target="../ink/ink546.xml"/><Relationship Id="rId36" Type="http://schemas.openxmlformats.org/officeDocument/2006/relationships/customXml" Target="../ink/ink554.xml"/><Relationship Id="rId49" Type="http://schemas.openxmlformats.org/officeDocument/2006/relationships/customXml" Target="../ink/ink567.xml"/><Relationship Id="rId57" Type="http://schemas.openxmlformats.org/officeDocument/2006/relationships/customXml" Target="../ink/ink575.xml"/><Relationship Id="rId10" Type="http://schemas.openxmlformats.org/officeDocument/2006/relationships/customXml" Target="../ink/ink528.xml"/><Relationship Id="rId31" Type="http://schemas.openxmlformats.org/officeDocument/2006/relationships/customXml" Target="../ink/ink549.xml"/><Relationship Id="rId44" Type="http://schemas.openxmlformats.org/officeDocument/2006/relationships/customXml" Target="../ink/ink562.xml"/><Relationship Id="rId52" Type="http://schemas.openxmlformats.org/officeDocument/2006/relationships/customXml" Target="../ink/ink570.xml"/><Relationship Id="rId60" Type="http://schemas.openxmlformats.org/officeDocument/2006/relationships/customXml" Target="../ink/ink578.xml"/><Relationship Id="rId4" Type="http://schemas.openxmlformats.org/officeDocument/2006/relationships/image" Target="../media/image39.png"/><Relationship Id="rId9" Type="http://schemas.openxmlformats.org/officeDocument/2006/relationships/customXml" Target="../ink/ink52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98.xml"/><Relationship Id="rId21" Type="http://schemas.openxmlformats.org/officeDocument/2006/relationships/customXml" Target="../ink/ink602.xml"/><Relationship Id="rId42" Type="http://schemas.openxmlformats.org/officeDocument/2006/relationships/customXml" Target="../ink/ink623.xml"/><Relationship Id="rId47" Type="http://schemas.openxmlformats.org/officeDocument/2006/relationships/customXml" Target="../ink/ink628.xml"/><Relationship Id="rId63" Type="http://schemas.openxmlformats.org/officeDocument/2006/relationships/customXml" Target="../ink/ink644.xml"/><Relationship Id="rId68" Type="http://schemas.openxmlformats.org/officeDocument/2006/relationships/customXml" Target="../ink/ink649.xml"/><Relationship Id="rId84" Type="http://schemas.openxmlformats.org/officeDocument/2006/relationships/customXml" Target="../ink/ink665.xml"/><Relationship Id="rId89" Type="http://schemas.openxmlformats.org/officeDocument/2006/relationships/customXml" Target="../ink/ink670.xml"/><Relationship Id="rId112" Type="http://schemas.openxmlformats.org/officeDocument/2006/relationships/customXml" Target="../ink/ink693.xml"/><Relationship Id="rId16" Type="http://schemas.openxmlformats.org/officeDocument/2006/relationships/customXml" Target="../ink/ink597.xml"/><Relationship Id="rId107" Type="http://schemas.openxmlformats.org/officeDocument/2006/relationships/customXml" Target="../ink/ink688.xml"/><Relationship Id="rId11" Type="http://schemas.openxmlformats.org/officeDocument/2006/relationships/customXml" Target="../ink/ink592.xml"/><Relationship Id="rId32" Type="http://schemas.openxmlformats.org/officeDocument/2006/relationships/customXml" Target="../ink/ink613.xml"/><Relationship Id="rId37" Type="http://schemas.openxmlformats.org/officeDocument/2006/relationships/customXml" Target="../ink/ink618.xml"/><Relationship Id="rId53" Type="http://schemas.openxmlformats.org/officeDocument/2006/relationships/customXml" Target="../ink/ink634.xml"/><Relationship Id="rId58" Type="http://schemas.openxmlformats.org/officeDocument/2006/relationships/customXml" Target="../ink/ink639.xml"/><Relationship Id="rId74" Type="http://schemas.openxmlformats.org/officeDocument/2006/relationships/customXml" Target="../ink/ink655.xml"/><Relationship Id="rId79" Type="http://schemas.openxmlformats.org/officeDocument/2006/relationships/customXml" Target="../ink/ink660.xml"/><Relationship Id="rId102" Type="http://schemas.openxmlformats.org/officeDocument/2006/relationships/customXml" Target="../ink/ink683.xml"/><Relationship Id="rId123" Type="http://schemas.openxmlformats.org/officeDocument/2006/relationships/customXml" Target="../ink/ink704.xml"/><Relationship Id="rId128" Type="http://schemas.openxmlformats.org/officeDocument/2006/relationships/customXml" Target="../ink/ink709.xml"/><Relationship Id="rId5" Type="http://schemas.openxmlformats.org/officeDocument/2006/relationships/customXml" Target="../ink/ink586.xml"/><Relationship Id="rId90" Type="http://schemas.openxmlformats.org/officeDocument/2006/relationships/customXml" Target="../ink/ink671.xml"/><Relationship Id="rId95" Type="http://schemas.openxmlformats.org/officeDocument/2006/relationships/customXml" Target="../ink/ink676.xml"/><Relationship Id="rId22" Type="http://schemas.openxmlformats.org/officeDocument/2006/relationships/customXml" Target="../ink/ink603.xml"/><Relationship Id="rId27" Type="http://schemas.openxmlformats.org/officeDocument/2006/relationships/customXml" Target="../ink/ink608.xml"/><Relationship Id="rId43" Type="http://schemas.openxmlformats.org/officeDocument/2006/relationships/customXml" Target="../ink/ink624.xml"/><Relationship Id="rId48" Type="http://schemas.openxmlformats.org/officeDocument/2006/relationships/customXml" Target="../ink/ink629.xml"/><Relationship Id="rId64" Type="http://schemas.openxmlformats.org/officeDocument/2006/relationships/customXml" Target="../ink/ink645.xml"/><Relationship Id="rId69" Type="http://schemas.openxmlformats.org/officeDocument/2006/relationships/customXml" Target="../ink/ink650.xml"/><Relationship Id="rId113" Type="http://schemas.openxmlformats.org/officeDocument/2006/relationships/customXml" Target="../ink/ink694.xml"/><Relationship Id="rId118" Type="http://schemas.openxmlformats.org/officeDocument/2006/relationships/customXml" Target="../ink/ink699.xml"/><Relationship Id="rId80" Type="http://schemas.openxmlformats.org/officeDocument/2006/relationships/customXml" Target="../ink/ink661.xml"/><Relationship Id="rId85" Type="http://schemas.openxmlformats.org/officeDocument/2006/relationships/customXml" Target="../ink/ink666.xml"/><Relationship Id="rId12" Type="http://schemas.openxmlformats.org/officeDocument/2006/relationships/customXml" Target="../ink/ink593.xml"/><Relationship Id="rId17" Type="http://schemas.openxmlformats.org/officeDocument/2006/relationships/customXml" Target="../ink/ink598.xml"/><Relationship Id="rId33" Type="http://schemas.openxmlformats.org/officeDocument/2006/relationships/customXml" Target="../ink/ink614.xml"/><Relationship Id="rId38" Type="http://schemas.openxmlformats.org/officeDocument/2006/relationships/customXml" Target="../ink/ink619.xml"/><Relationship Id="rId59" Type="http://schemas.openxmlformats.org/officeDocument/2006/relationships/customXml" Target="../ink/ink640.xml"/><Relationship Id="rId103" Type="http://schemas.openxmlformats.org/officeDocument/2006/relationships/customXml" Target="../ink/ink684.xml"/><Relationship Id="rId108" Type="http://schemas.openxmlformats.org/officeDocument/2006/relationships/customXml" Target="../ink/ink689.xml"/><Relationship Id="rId124" Type="http://schemas.openxmlformats.org/officeDocument/2006/relationships/customXml" Target="../ink/ink705.xml"/><Relationship Id="rId129" Type="http://schemas.openxmlformats.org/officeDocument/2006/relationships/customXml" Target="../ink/ink710.xml"/><Relationship Id="rId54" Type="http://schemas.openxmlformats.org/officeDocument/2006/relationships/customXml" Target="../ink/ink635.xml"/><Relationship Id="rId70" Type="http://schemas.openxmlformats.org/officeDocument/2006/relationships/customXml" Target="../ink/ink651.xml"/><Relationship Id="rId75" Type="http://schemas.openxmlformats.org/officeDocument/2006/relationships/customXml" Target="../ink/ink656.xml"/><Relationship Id="rId91" Type="http://schemas.openxmlformats.org/officeDocument/2006/relationships/customXml" Target="../ink/ink672.xml"/><Relationship Id="rId96" Type="http://schemas.openxmlformats.org/officeDocument/2006/relationships/customXml" Target="../ink/ink6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7.xml"/><Relationship Id="rId23" Type="http://schemas.openxmlformats.org/officeDocument/2006/relationships/customXml" Target="../ink/ink604.xml"/><Relationship Id="rId28" Type="http://schemas.openxmlformats.org/officeDocument/2006/relationships/customXml" Target="../ink/ink609.xml"/><Relationship Id="rId49" Type="http://schemas.openxmlformats.org/officeDocument/2006/relationships/customXml" Target="../ink/ink630.xml"/><Relationship Id="rId114" Type="http://schemas.openxmlformats.org/officeDocument/2006/relationships/customXml" Target="../ink/ink695.xml"/><Relationship Id="rId119" Type="http://schemas.openxmlformats.org/officeDocument/2006/relationships/customXml" Target="../ink/ink700.xml"/><Relationship Id="rId44" Type="http://schemas.openxmlformats.org/officeDocument/2006/relationships/customXml" Target="../ink/ink625.xml"/><Relationship Id="rId60" Type="http://schemas.openxmlformats.org/officeDocument/2006/relationships/customXml" Target="../ink/ink641.xml"/><Relationship Id="rId65" Type="http://schemas.openxmlformats.org/officeDocument/2006/relationships/customXml" Target="../ink/ink646.xml"/><Relationship Id="rId81" Type="http://schemas.openxmlformats.org/officeDocument/2006/relationships/customXml" Target="../ink/ink662.xml"/><Relationship Id="rId86" Type="http://schemas.openxmlformats.org/officeDocument/2006/relationships/customXml" Target="../ink/ink667.xml"/><Relationship Id="rId13" Type="http://schemas.openxmlformats.org/officeDocument/2006/relationships/customXml" Target="../ink/ink594.xml"/><Relationship Id="rId18" Type="http://schemas.openxmlformats.org/officeDocument/2006/relationships/customXml" Target="../ink/ink599.xml"/><Relationship Id="rId39" Type="http://schemas.openxmlformats.org/officeDocument/2006/relationships/customXml" Target="../ink/ink620.xml"/><Relationship Id="rId109" Type="http://schemas.openxmlformats.org/officeDocument/2006/relationships/customXml" Target="../ink/ink690.xml"/><Relationship Id="rId34" Type="http://schemas.openxmlformats.org/officeDocument/2006/relationships/customXml" Target="../ink/ink615.xml"/><Relationship Id="rId50" Type="http://schemas.openxmlformats.org/officeDocument/2006/relationships/customXml" Target="../ink/ink631.xml"/><Relationship Id="rId55" Type="http://schemas.openxmlformats.org/officeDocument/2006/relationships/customXml" Target="../ink/ink636.xml"/><Relationship Id="rId76" Type="http://schemas.openxmlformats.org/officeDocument/2006/relationships/customXml" Target="../ink/ink657.xml"/><Relationship Id="rId97" Type="http://schemas.openxmlformats.org/officeDocument/2006/relationships/customXml" Target="../ink/ink678.xml"/><Relationship Id="rId104" Type="http://schemas.openxmlformats.org/officeDocument/2006/relationships/customXml" Target="../ink/ink685.xml"/><Relationship Id="rId120" Type="http://schemas.openxmlformats.org/officeDocument/2006/relationships/customXml" Target="../ink/ink701.xml"/><Relationship Id="rId125" Type="http://schemas.openxmlformats.org/officeDocument/2006/relationships/customXml" Target="../ink/ink706.xml"/><Relationship Id="rId7" Type="http://schemas.openxmlformats.org/officeDocument/2006/relationships/customXml" Target="../ink/ink588.xml"/><Relationship Id="rId71" Type="http://schemas.openxmlformats.org/officeDocument/2006/relationships/customXml" Target="../ink/ink652.xml"/><Relationship Id="rId92" Type="http://schemas.openxmlformats.org/officeDocument/2006/relationships/customXml" Target="../ink/ink673.xml"/><Relationship Id="rId2" Type="http://schemas.openxmlformats.org/officeDocument/2006/relationships/customXml" Target="../ink/ink583.xml"/><Relationship Id="rId29" Type="http://schemas.openxmlformats.org/officeDocument/2006/relationships/customXml" Target="../ink/ink610.xml"/><Relationship Id="rId24" Type="http://schemas.openxmlformats.org/officeDocument/2006/relationships/customXml" Target="../ink/ink605.xml"/><Relationship Id="rId40" Type="http://schemas.openxmlformats.org/officeDocument/2006/relationships/customXml" Target="../ink/ink621.xml"/><Relationship Id="rId45" Type="http://schemas.openxmlformats.org/officeDocument/2006/relationships/customXml" Target="../ink/ink626.xml"/><Relationship Id="rId66" Type="http://schemas.openxmlformats.org/officeDocument/2006/relationships/customXml" Target="../ink/ink647.xml"/><Relationship Id="rId87" Type="http://schemas.openxmlformats.org/officeDocument/2006/relationships/customXml" Target="../ink/ink668.xml"/><Relationship Id="rId110" Type="http://schemas.openxmlformats.org/officeDocument/2006/relationships/customXml" Target="../ink/ink691.xml"/><Relationship Id="rId115" Type="http://schemas.openxmlformats.org/officeDocument/2006/relationships/customXml" Target="../ink/ink696.xml"/><Relationship Id="rId61" Type="http://schemas.openxmlformats.org/officeDocument/2006/relationships/customXml" Target="../ink/ink642.xml"/><Relationship Id="rId82" Type="http://schemas.openxmlformats.org/officeDocument/2006/relationships/customXml" Target="../ink/ink663.xml"/><Relationship Id="rId19" Type="http://schemas.openxmlformats.org/officeDocument/2006/relationships/customXml" Target="../ink/ink600.xml"/><Relationship Id="rId14" Type="http://schemas.openxmlformats.org/officeDocument/2006/relationships/customXml" Target="../ink/ink595.xml"/><Relationship Id="rId30" Type="http://schemas.openxmlformats.org/officeDocument/2006/relationships/customXml" Target="../ink/ink611.xml"/><Relationship Id="rId35" Type="http://schemas.openxmlformats.org/officeDocument/2006/relationships/customXml" Target="../ink/ink616.xml"/><Relationship Id="rId56" Type="http://schemas.openxmlformats.org/officeDocument/2006/relationships/customXml" Target="../ink/ink637.xml"/><Relationship Id="rId77" Type="http://schemas.openxmlformats.org/officeDocument/2006/relationships/customXml" Target="../ink/ink658.xml"/><Relationship Id="rId100" Type="http://schemas.openxmlformats.org/officeDocument/2006/relationships/customXml" Target="../ink/ink681.xml"/><Relationship Id="rId105" Type="http://schemas.openxmlformats.org/officeDocument/2006/relationships/customXml" Target="../ink/ink686.xml"/><Relationship Id="rId126" Type="http://schemas.openxmlformats.org/officeDocument/2006/relationships/customXml" Target="../ink/ink707.xml"/><Relationship Id="rId8" Type="http://schemas.openxmlformats.org/officeDocument/2006/relationships/customXml" Target="../ink/ink589.xml"/><Relationship Id="rId51" Type="http://schemas.openxmlformats.org/officeDocument/2006/relationships/customXml" Target="../ink/ink632.xml"/><Relationship Id="rId72" Type="http://schemas.openxmlformats.org/officeDocument/2006/relationships/customXml" Target="../ink/ink653.xml"/><Relationship Id="rId93" Type="http://schemas.openxmlformats.org/officeDocument/2006/relationships/customXml" Target="../ink/ink674.xml"/><Relationship Id="rId98" Type="http://schemas.openxmlformats.org/officeDocument/2006/relationships/customXml" Target="../ink/ink679.xml"/><Relationship Id="rId121" Type="http://schemas.openxmlformats.org/officeDocument/2006/relationships/customXml" Target="../ink/ink702.xml"/><Relationship Id="rId3" Type="http://schemas.openxmlformats.org/officeDocument/2006/relationships/customXml" Target="../ink/ink584.xml"/><Relationship Id="rId25" Type="http://schemas.openxmlformats.org/officeDocument/2006/relationships/customXml" Target="../ink/ink606.xml"/><Relationship Id="rId46" Type="http://schemas.openxmlformats.org/officeDocument/2006/relationships/customXml" Target="../ink/ink627.xml"/><Relationship Id="rId67" Type="http://schemas.openxmlformats.org/officeDocument/2006/relationships/customXml" Target="../ink/ink648.xml"/><Relationship Id="rId116" Type="http://schemas.openxmlformats.org/officeDocument/2006/relationships/customXml" Target="../ink/ink697.xml"/><Relationship Id="rId20" Type="http://schemas.openxmlformats.org/officeDocument/2006/relationships/customXml" Target="../ink/ink601.xml"/><Relationship Id="rId41" Type="http://schemas.openxmlformats.org/officeDocument/2006/relationships/customXml" Target="../ink/ink622.xml"/><Relationship Id="rId62" Type="http://schemas.openxmlformats.org/officeDocument/2006/relationships/customXml" Target="../ink/ink643.xml"/><Relationship Id="rId83" Type="http://schemas.openxmlformats.org/officeDocument/2006/relationships/customXml" Target="../ink/ink664.xml"/><Relationship Id="rId88" Type="http://schemas.openxmlformats.org/officeDocument/2006/relationships/customXml" Target="../ink/ink669.xml"/><Relationship Id="rId111" Type="http://schemas.openxmlformats.org/officeDocument/2006/relationships/customXml" Target="../ink/ink692.xml"/><Relationship Id="rId15" Type="http://schemas.openxmlformats.org/officeDocument/2006/relationships/customXml" Target="../ink/ink596.xml"/><Relationship Id="rId36" Type="http://schemas.openxmlformats.org/officeDocument/2006/relationships/customXml" Target="../ink/ink617.xml"/><Relationship Id="rId57" Type="http://schemas.openxmlformats.org/officeDocument/2006/relationships/customXml" Target="../ink/ink638.xml"/><Relationship Id="rId106" Type="http://schemas.openxmlformats.org/officeDocument/2006/relationships/customXml" Target="../ink/ink687.xml"/><Relationship Id="rId127" Type="http://schemas.openxmlformats.org/officeDocument/2006/relationships/customXml" Target="../ink/ink708.xml"/><Relationship Id="rId10" Type="http://schemas.openxmlformats.org/officeDocument/2006/relationships/customXml" Target="../ink/ink591.xml"/><Relationship Id="rId31" Type="http://schemas.openxmlformats.org/officeDocument/2006/relationships/customXml" Target="../ink/ink612.xml"/><Relationship Id="rId52" Type="http://schemas.openxmlformats.org/officeDocument/2006/relationships/customXml" Target="../ink/ink633.xml"/><Relationship Id="rId73" Type="http://schemas.openxmlformats.org/officeDocument/2006/relationships/customXml" Target="../ink/ink654.xml"/><Relationship Id="rId78" Type="http://schemas.openxmlformats.org/officeDocument/2006/relationships/customXml" Target="../ink/ink659.xml"/><Relationship Id="rId94" Type="http://schemas.openxmlformats.org/officeDocument/2006/relationships/customXml" Target="../ink/ink675.xml"/><Relationship Id="rId99" Type="http://schemas.openxmlformats.org/officeDocument/2006/relationships/customXml" Target="../ink/ink680.xml"/><Relationship Id="rId101" Type="http://schemas.openxmlformats.org/officeDocument/2006/relationships/customXml" Target="../ink/ink682.xml"/><Relationship Id="rId122" Type="http://schemas.openxmlformats.org/officeDocument/2006/relationships/customXml" Target="../ink/ink703.xml"/><Relationship Id="rId4" Type="http://schemas.openxmlformats.org/officeDocument/2006/relationships/customXml" Target="../ink/ink585.xml"/><Relationship Id="rId9" Type="http://schemas.openxmlformats.org/officeDocument/2006/relationships/customXml" Target="../ink/ink590.xml"/><Relationship Id="rId26" Type="http://schemas.openxmlformats.org/officeDocument/2006/relationships/customXml" Target="../ink/ink60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712.xml"/><Relationship Id="rId4" Type="http://schemas.openxmlformats.org/officeDocument/2006/relationships/customXml" Target="../ink/ink711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19.xml"/><Relationship Id="rId18" Type="http://schemas.openxmlformats.org/officeDocument/2006/relationships/customXml" Target="../ink/ink724.xml"/><Relationship Id="rId26" Type="http://schemas.openxmlformats.org/officeDocument/2006/relationships/customXml" Target="../ink/ink732.xml"/><Relationship Id="rId3" Type="http://schemas.openxmlformats.org/officeDocument/2006/relationships/image" Target="../media/image45.png"/><Relationship Id="rId21" Type="http://schemas.openxmlformats.org/officeDocument/2006/relationships/customXml" Target="../ink/ink727.xml"/><Relationship Id="rId34" Type="http://schemas.openxmlformats.org/officeDocument/2006/relationships/customXml" Target="../ink/ink740.xml"/><Relationship Id="rId7" Type="http://schemas.openxmlformats.org/officeDocument/2006/relationships/customXml" Target="../ink/ink713.xml"/><Relationship Id="rId12" Type="http://schemas.openxmlformats.org/officeDocument/2006/relationships/customXml" Target="../ink/ink718.xml"/><Relationship Id="rId17" Type="http://schemas.openxmlformats.org/officeDocument/2006/relationships/customXml" Target="../ink/ink723.xml"/><Relationship Id="rId25" Type="http://schemas.openxmlformats.org/officeDocument/2006/relationships/customXml" Target="../ink/ink731.xml"/><Relationship Id="rId33" Type="http://schemas.openxmlformats.org/officeDocument/2006/relationships/customXml" Target="../ink/ink739.xml"/><Relationship Id="rId2" Type="http://schemas.openxmlformats.org/officeDocument/2006/relationships/image" Target="../media/image44.png"/><Relationship Id="rId16" Type="http://schemas.openxmlformats.org/officeDocument/2006/relationships/customXml" Target="../ink/ink722.xml"/><Relationship Id="rId20" Type="http://schemas.openxmlformats.org/officeDocument/2006/relationships/customXml" Target="../ink/ink726.xml"/><Relationship Id="rId29" Type="http://schemas.openxmlformats.org/officeDocument/2006/relationships/customXml" Target="../ink/ink7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717.xml"/><Relationship Id="rId24" Type="http://schemas.openxmlformats.org/officeDocument/2006/relationships/customXml" Target="../ink/ink730.xml"/><Relationship Id="rId32" Type="http://schemas.openxmlformats.org/officeDocument/2006/relationships/customXml" Target="../ink/ink738.xml"/><Relationship Id="rId5" Type="http://schemas.openxmlformats.org/officeDocument/2006/relationships/image" Target="../media/image47.png"/><Relationship Id="rId15" Type="http://schemas.openxmlformats.org/officeDocument/2006/relationships/customXml" Target="../ink/ink721.xml"/><Relationship Id="rId23" Type="http://schemas.openxmlformats.org/officeDocument/2006/relationships/customXml" Target="../ink/ink729.xml"/><Relationship Id="rId28" Type="http://schemas.openxmlformats.org/officeDocument/2006/relationships/customXml" Target="../ink/ink734.xml"/><Relationship Id="rId10" Type="http://schemas.openxmlformats.org/officeDocument/2006/relationships/customXml" Target="../ink/ink716.xml"/><Relationship Id="rId19" Type="http://schemas.openxmlformats.org/officeDocument/2006/relationships/customXml" Target="../ink/ink725.xml"/><Relationship Id="rId31" Type="http://schemas.openxmlformats.org/officeDocument/2006/relationships/customXml" Target="../ink/ink737.xml"/><Relationship Id="rId4" Type="http://schemas.openxmlformats.org/officeDocument/2006/relationships/image" Target="../media/image46.png"/><Relationship Id="rId9" Type="http://schemas.openxmlformats.org/officeDocument/2006/relationships/customXml" Target="../ink/ink715.xml"/><Relationship Id="rId14" Type="http://schemas.openxmlformats.org/officeDocument/2006/relationships/customXml" Target="../ink/ink720.xml"/><Relationship Id="rId22" Type="http://schemas.openxmlformats.org/officeDocument/2006/relationships/customXml" Target="../ink/ink728.xml"/><Relationship Id="rId27" Type="http://schemas.openxmlformats.org/officeDocument/2006/relationships/customXml" Target="../ink/ink733.xml"/><Relationship Id="rId30" Type="http://schemas.openxmlformats.org/officeDocument/2006/relationships/customXml" Target="../ink/ink736.xml"/><Relationship Id="rId35" Type="http://schemas.openxmlformats.org/officeDocument/2006/relationships/customXml" Target="../ink/ink741.xml"/><Relationship Id="rId8" Type="http://schemas.openxmlformats.org/officeDocument/2006/relationships/customXml" Target="../ink/ink7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2.xml"/><Relationship Id="rId13" Type="http://schemas.openxmlformats.org/officeDocument/2006/relationships/customXml" Target="../ink/ink747.xml"/><Relationship Id="rId18" Type="http://schemas.openxmlformats.org/officeDocument/2006/relationships/customXml" Target="../ink/ink752.xml"/><Relationship Id="rId3" Type="http://schemas.openxmlformats.org/officeDocument/2006/relationships/image" Target="../media/image50.png"/><Relationship Id="rId21" Type="http://schemas.openxmlformats.org/officeDocument/2006/relationships/customXml" Target="../ink/ink755.xml"/><Relationship Id="rId7" Type="http://schemas.openxmlformats.org/officeDocument/2006/relationships/image" Target="../media/image54.png"/><Relationship Id="rId12" Type="http://schemas.openxmlformats.org/officeDocument/2006/relationships/customXml" Target="../ink/ink746.xml"/><Relationship Id="rId17" Type="http://schemas.openxmlformats.org/officeDocument/2006/relationships/customXml" Target="../ink/ink751.xml"/><Relationship Id="rId25" Type="http://schemas.openxmlformats.org/officeDocument/2006/relationships/customXml" Target="../ink/ink759.xml"/><Relationship Id="rId2" Type="http://schemas.openxmlformats.org/officeDocument/2006/relationships/image" Target="../media/image49.png"/><Relationship Id="rId16" Type="http://schemas.openxmlformats.org/officeDocument/2006/relationships/customXml" Target="../ink/ink750.xml"/><Relationship Id="rId20" Type="http://schemas.openxmlformats.org/officeDocument/2006/relationships/customXml" Target="../ink/ink7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customXml" Target="../ink/ink745.xml"/><Relationship Id="rId24" Type="http://schemas.openxmlformats.org/officeDocument/2006/relationships/customXml" Target="../ink/ink758.xml"/><Relationship Id="rId5" Type="http://schemas.openxmlformats.org/officeDocument/2006/relationships/image" Target="../media/image52.png"/><Relationship Id="rId15" Type="http://schemas.openxmlformats.org/officeDocument/2006/relationships/customXml" Target="../ink/ink749.xml"/><Relationship Id="rId23" Type="http://schemas.openxmlformats.org/officeDocument/2006/relationships/customXml" Target="../ink/ink757.xml"/><Relationship Id="rId10" Type="http://schemas.openxmlformats.org/officeDocument/2006/relationships/customXml" Target="../ink/ink744.xml"/><Relationship Id="rId19" Type="http://schemas.openxmlformats.org/officeDocument/2006/relationships/customXml" Target="../ink/ink753.xml"/><Relationship Id="rId4" Type="http://schemas.openxmlformats.org/officeDocument/2006/relationships/image" Target="../media/image51.png"/><Relationship Id="rId9" Type="http://schemas.openxmlformats.org/officeDocument/2006/relationships/customXml" Target="../ink/ink743.xml"/><Relationship Id="rId14" Type="http://schemas.openxmlformats.org/officeDocument/2006/relationships/customXml" Target="../ink/ink748.xml"/><Relationship Id="rId22" Type="http://schemas.openxmlformats.org/officeDocument/2006/relationships/customXml" Target="../ink/ink75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66.xml"/><Relationship Id="rId18" Type="http://schemas.openxmlformats.org/officeDocument/2006/relationships/customXml" Target="../ink/ink771.xml"/><Relationship Id="rId26" Type="http://schemas.openxmlformats.org/officeDocument/2006/relationships/customXml" Target="../ink/ink779.xml"/><Relationship Id="rId39" Type="http://schemas.openxmlformats.org/officeDocument/2006/relationships/customXml" Target="../ink/ink792.xml"/><Relationship Id="rId21" Type="http://schemas.openxmlformats.org/officeDocument/2006/relationships/customXml" Target="../ink/ink774.xml"/><Relationship Id="rId34" Type="http://schemas.openxmlformats.org/officeDocument/2006/relationships/customXml" Target="../ink/ink787.xml"/><Relationship Id="rId42" Type="http://schemas.openxmlformats.org/officeDocument/2006/relationships/customXml" Target="../ink/ink795.xml"/><Relationship Id="rId47" Type="http://schemas.openxmlformats.org/officeDocument/2006/relationships/customXml" Target="../ink/ink800.xml"/><Relationship Id="rId50" Type="http://schemas.openxmlformats.org/officeDocument/2006/relationships/customXml" Target="../ink/ink803.xml"/><Relationship Id="rId7" Type="http://schemas.openxmlformats.org/officeDocument/2006/relationships/customXml" Target="../ink/ink760.xml"/><Relationship Id="rId2" Type="http://schemas.openxmlformats.org/officeDocument/2006/relationships/image" Target="../media/image55.png"/><Relationship Id="rId16" Type="http://schemas.openxmlformats.org/officeDocument/2006/relationships/customXml" Target="../ink/ink769.xml"/><Relationship Id="rId29" Type="http://schemas.openxmlformats.org/officeDocument/2006/relationships/customXml" Target="../ink/ink782.xml"/><Relationship Id="rId11" Type="http://schemas.openxmlformats.org/officeDocument/2006/relationships/customXml" Target="../ink/ink764.xml"/><Relationship Id="rId24" Type="http://schemas.openxmlformats.org/officeDocument/2006/relationships/customXml" Target="../ink/ink777.xml"/><Relationship Id="rId32" Type="http://schemas.openxmlformats.org/officeDocument/2006/relationships/customXml" Target="../ink/ink785.xml"/><Relationship Id="rId37" Type="http://schemas.openxmlformats.org/officeDocument/2006/relationships/customXml" Target="../ink/ink790.xml"/><Relationship Id="rId40" Type="http://schemas.openxmlformats.org/officeDocument/2006/relationships/customXml" Target="../ink/ink793.xml"/><Relationship Id="rId45" Type="http://schemas.openxmlformats.org/officeDocument/2006/relationships/customXml" Target="../ink/ink798.xml"/><Relationship Id="rId53" Type="http://schemas.openxmlformats.org/officeDocument/2006/relationships/customXml" Target="../ink/ink806.xml"/><Relationship Id="rId5" Type="http://schemas.openxmlformats.org/officeDocument/2006/relationships/image" Target="../media/image58.png"/><Relationship Id="rId10" Type="http://schemas.openxmlformats.org/officeDocument/2006/relationships/customXml" Target="../ink/ink763.xml"/><Relationship Id="rId19" Type="http://schemas.openxmlformats.org/officeDocument/2006/relationships/customXml" Target="../ink/ink772.xml"/><Relationship Id="rId31" Type="http://schemas.openxmlformats.org/officeDocument/2006/relationships/customXml" Target="../ink/ink784.xml"/><Relationship Id="rId44" Type="http://schemas.openxmlformats.org/officeDocument/2006/relationships/customXml" Target="../ink/ink797.xml"/><Relationship Id="rId52" Type="http://schemas.openxmlformats.org/officeDocument/2006/relationships/customXml" Target="../ink/ink805.xml"/><Relationship Id="rId4" Type="http://schemas.openxmlformats.org/officeDocument/2006/relationships/image" Target="../media/image57.png"/><Relationship Id="rId9" Type="http://schemas.openxmlformats.org/officeDocument/2006/relationships/customXml" Target="../ink/ink762.xml"/><Relationship Id="rId14" Type="http://schemas.openxmlformats.org/officeDocument/2006/relationships/customXml" Target="../ink/ink767.xml"/><Relationship Id="rId22" Type="http://schemas.openxmlformats.org/officeDocument/2006/relationships/customXml" Target="../ink/ink775.xml"/><Relationship Id="rId27" Type="http://schemas.openxmlformats.org/officeDocument/2006/relationships/customXml" Target="../ink/ink780.xml"/><Relationship Id="rId30" Type="http://schemas.openxmlformats.org/officeDocument/2006/relationships/customXml" Target="../ink/ink783.xml"/><Relationship Id="rId35" Type="http://schemas.openxmlformats.org/officeDocument/2006/relationships/customXml" Target="../ink/ink788.xml"/><Relationship Id="rId43" Type="http://schemas.openxmlformats.org/officeDocument/2006/relationships/customXml" Target="../ink/ink796.xml"/><Relationship Id="rId48" Type="http://schemas.openxmlformats.org/officeDocument/2006/relationships/customXml" Target="../ink/ink801.xml"/><Relationship Id="rId8" Type="http://schemas.openxmlformats.org/officeDocument/2006/relationships/customXml" Target="../ink/ink761.xml"/><Relationship Id="rId51" Type="http://schemas.openxmlformats.org/officeDocument/2006/relationships/customXml" Target="../ink/ink804.xml"/><Relationship Id="rId3" Type="http://schemas.openxmlformats.org/officeDocument/2006/relationships/image" Target="../media/image56.png"/><Relationship Id="rId12" Type="http://schemas.openxmlformats.org/officeDocument/2006/relationships/customXml" Target="../ink/ink765.xml"/><Relationship Id="rId17" Type="http://schemas.openxmlformats.org/officeDocument/2006/relationships/customXml" Target="../ink/ink770.xml"/><Relationship Id="rId25" Type="http://schemas.openxmlformats.org/officeDocument/2006/relationships/customXml" Target="../ink/ink778.xml"/><Relationship Id="rId33" Type="http://schemas.openxmlformats.org/officeDocument/2006/relationships/customXml" Target="../ink/ink786.xml"/><Relationship Id="rId38" Type="http://schemas.openxmlformats.org/officeDocument/2006/relationships/customXml" Target="../ink/ink791.xml"/><Relationship Id="rId46" Type="http://schemas.openxmlformats.org/officeDocument/2006/relationships/customXml" Target="../ink/ink799.xml"/><Relationship Id="rId20" Type="http://schemas.openxmlformats.org/officeDocument/2006/relationships/customXml" Target="../ink/ink773.xml"/><Relationship Id="rId41" Type="http://schemas.openxmlformats.org/officeDocument/2006/relationships/customXml" Target="../ink/ink7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5" Type="http://schemas.openxmlformats.org/officeDocument/2006/relationships/customXml" Target="../ink/ink768.xml"/><Relationship Id="rId23" Type="http://schemas.openxmlformats.org/officeDocument/2006/relationships/customXml" Target="../ink/ink776.xml"/><Relationship Id="rId28" Type="http://schemas.openxmlformats.org/officeDocument/2006/relationships/customXml" Target="../ink/ink781.xml"/><Relationship Id="rId36" Type="http://schemas.openxmlformats.org/officeDocument/2006/relationships/customXml" Target="../ink/ink789.xml"/><Relationship Id="rId49" Type="http://schemas.openxmlformats.org/officeDocument/2006/relationships/customXml" Target="../ink/ink80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14.xml"/><Relationship Id="rId18" Type="http://schemas.openxmlformats.org/officeDocument/2006/relationships/customXml" Target="../ink/ink819.xml"/><Relationship Id="rId26" Type="http://schemas.openxmlformats.org/officeDocument/2006/relationships/customXml" Target="../ink/ink827.xml"/><Relationship Id="rId39" Type="http://schemas.openxmlformats.org/officeDocument/2006/relationships/customXml" Target="../ink/ink840.xml"/><Relationship Id="rId21" Type="http://schemas.openxmlformats.org/officeDocument/2006/relationships/customXml" Target="../ink/ink822.xml"/><Relationship Id="rId34" Type="http://schemas.openxmlformats.org/officeDocument/2006/relationships/customXml" Target="../ink/ink835.xml"/><Relationship Id="rId42" Type="http://schemas.openxmlformats.org/officeDocument/2006/relationships/customXml" Target="../ink/ink843.xml"/><Relationship Id="rId47" Type="http://schemas.openxmlformats.org/officeDocument/2006/relationships/customXml" Target="../ink/ink848.xml"/><Relationship Id="rId50" Type="http://schemas.openxmlformats.org/officeDocument/2006/relationships/customXml" Target="../ink/ink851.xml"/><Relationship Id="rId7" Type="http://schemas.openxmlformats.org/officeDocument/2006/relationships/customXml" Target="../ink/ink808.xml"/><Relationship Id="rId2" Type="http://schemas.openxmlformats.org/officeDocument/2006/relationships/image" Target="../media/image60.png"/><Relationship Id="rId16" Type="http://schemas.openxmlformats.org/officeDocument/2006/relationships/customXml" Target="../ink/ink817.xml"/><Relationship Id="rId29" Type="http://schemas.openxmlformats.org/officeDocument/2006/relationships/customXml" Target="../ink/ink830.xml"/><Relationship Id="rId11" Type="http://schemas.openxmlformats.org/officeDocument/2006/relationships/customXml" Target="../ink/ink812.xml"/><Relationship Id="rId24" Type="http://schemas.openxmlformats.org/officeDocument/2006/relationships/customXml" Target="../ink/ink825.xml"/><Relationship Id="rId32" Type="http://schemas.openxmlformats.org/officeDocument/2006/relationships/customXml" Target="../ink/ink833.xml"/><Relationship Id="rId37" Type="http://schemas.openxmlformats.org/officeDocument/2006/relationships/customXml" Target="../ink/ink838.xml"/><Relationship Id="rId40" Type="http://schemas.openxmlformats.org/officeDocument/2006/relationships/customXml" Target="../ink/ink841.xml"/><Relationship Id="rId45" Type="http://schemas.openxmlformats.org/officeDocument/2006/relationships/customXml" Target="../ink/ink846.xml"/><Relationship Id="rId5" Type="http://schemas.openxmlformats.org/officeDocument/2006/relationships/image" Target="../media/image63.emf"/><Relationship Id="rId15" Type="http://schemas.openxmlformats.org/officeDocument/2006/relationships/customXml" Target="../ink/ink816.xml"/><Relationship Id="rId23" Type="http://schemas.openxmlformats.org/officeDocument/2006/relationships/customXml" Target="../ink/ink824.xml"/><Relationship Id="rId28" Type="http://schemas.openxmlformats.org/officeDocument/2006/relationships/customXml" Target="../ink/ink829.xml"/><Relationship Id="rId36" Type="http://schemas.openxmlformats.org/officeDocument/2006/relationships/customXml" Target="../ink/ink837.xml"/><Relationship Id="rId49" Type="http://schemas.openxmlformats.org/officeDocument/2006/relationships/customXml" Target="../ink/ink850.xml"/><Relationship Id="rId10" Type="http://schemas.openxmlformats.org/officeDocument/2006/relationships/customXml" Target="../ink/ink811.xml"/><Relationship Id="rId19" Type="http://schemas.openxmlformats.org/officeDocument/2006/relationships/customXml" Target="../ink/ink820.xml"/><Relationship Id="rId31" Type="http://schemas.openxmlformats.org/officeDocument/2006/relationships/customXml" Target="../ink/ink832.xml"/><Relationship Id="rId44" Type="http://schemas.openxmlformats.org/officeDocument/2006/relationships/customXml" Target="../ink/ink845.xml"/><Relationship Id="rId52" Type="http://schemas.openxmlformats.org/officeDocument/2006/relationships/customXml" Target="../ink/ink853.xml"/><Relationship Id="rId4" Type="http://schemas.openxmlformats.org/officeDocument/2006/relationships/image" Target="../media/image62.png"/><Relationship Id="rId9" Type="http://schemas.openxmlformats.org/officeDocument/2006/relationships/customXml" Target="../ink/ink810.xml"/><Relationship Id="rId14" Type="http://schemas.openxmlformats.org/officeDocument/2006/relationships/customXml" Target="../ink/ink815.xml"/><Relationship Id="rId22" Type="http://schemas.openxmlformats.org/officeDocument/2006/relationships/customXml" Target="../ink/ink823.xml"/><Relationship Id="rId27" Type="http://schemas.openxmlformats.org/officeDocument/2006/relationships/customXml" Target="../ink/ink828.xml"/><Relationship Id="rId30" Type="http://schemas.openxmlformats.org/officeDocument/2006/relationships/customXml" Target="../ink/ink831.xml"/><Relationship Id="rId35" Type="http://schemas.openxmlformats.org/officeDocument/2006/relationships/customXml" Target="../ink/ink836.xml"/><Relationship Id="rId43" Type="http://schemas.openxmlformats.org/officeDocument/2006/relationships/customXml" Target="../ink/ink844.xml"/><Relationship Id="rId48" Type="http://schemas.openxmlformats.org/officeDocument/2006/relationships/customXml" Target="../ink/ink849.xml"/><Relationship Id="rId8" Type="http://schemas.openxmlformats.org/officeDocument/2006/relationships/customXml" Target="../ink/ink809.xml"/><Relationship Id="rId51" Type="http://schemas.openxmlformats.org/officeDocument/2006/relationships/customXml" Target="../ink/ink852.xml"/><Relationship Id="rId3" Type="http://schemas.openxmlformats.org/officeDocument/2006/relationships/image" Target="../media/image61.png"/><Relationship Id="rId12" Type="http://schemas.openxmlformats.org/officeDocument/2006/relationships/customXml" Target="../ink/ink813.xml"/><Relationship Id="rId17" Type="http://schemas.openxmlformats.org/officeDocument/2006/relationships/customXml" Target="../ink/ink818.xml"/><Relationship Id="rId25" Type="http://schemas.openxmlformats.org/officeDocument/2006/relationships/customXml" Target="../ink/ink826.xml"/><Relationship Id="rId33" Type="http://schemas.openxmlformats.org/officeDocument/2006/relationships/customXml" Target="../ink/ink834.xml"/><Relationship Id="rId38" Type="http://schemas.openxmlformats.org/officeDocument/2006/relationships/customXml" Target="../ink/ink839.xml"/><Relationship Id="rId46" Type="http://schemas.openxmlformats.org/officeDocument/2006/relationships/customXml" Target="../ink/ink847.xml"/><Relationship Id="rId20" Type="http://schemas.openxmlformats.org/officeDocument/2006/relationships/customXml" Target="../ink/ink821.xml"/><Relationship Id="rId41" Type="http://schemas.openxmlformats.org/officeDocument/2006/relationships/customXml" Target="../ink/ink84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07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72.xml"/><Relationship Id="rId21" Type="http://schemas.openxmlformats.org/officeDocument/2006/relationships/customXml" Target="../ink/ink867.xml"/><Relationship Id="rId42" Type="http://schemas.openxmlformats.org/officeDocument/2006/relationships/customXml" Target="../ink/ink888.xml"/><Relationship Id="rId47" Type="http://schemas.openxmlformats.org/officeDocument/2006/relationships/customXml" Target="../ink/ink893.xml"/><Relationship Id="rId63" Type="http://schemas.openxmlformats.org/officeDocument/2006/relationships/customXml" Target="../ink/ink909.xml"/><Relationship Id="rId68" Type="http://schemas.openxmlformats.org/officeDocument/2006/relationships/customXml" Target="../ink/ink914.xml"/><Relationship Id="rId84" Type="http://schemas.openxmlformats.org/officeDocument/2006/relationships/customXml" Target="../ink/ink930.xml"/><Relationship Id="rId89" Type="http://schemas.openxmlformats.org/officeDocument/2006/relationships/customXml" Target="../ink/ink935.xml"/><Relationship Id="rId16" Type="http://schemas.openxmlformats.org/officeDocument/2006/relationships/customXml" Target="../ink/ink862.xml"/><Relationship Id="rId11" Type="http://schemas.openxmlformats.org/officeDocument/2006/relationships/customXml" Target="../ink/ink857.xml"/><Relationship Id="rId32" Type="http://schemas.openxmlformats.org/officeDocument/2006/relationships/customXml" Target="../ink/ink878.xml"/><Relationship Id="rId37" Type="http://schemas.openxmlformats.org/officeDocument/2006/relationships/customXml" Target="../ink/ink883.xml"/><Relationship Id="rId53" Type="http://schemas.openxmlformats.org/officeDocument/2006/relationships/customXml" Target="../ink/ink899.xml"/><Relationship Id="rId58" Type="http://schemas.openxmlformats.org/officeDocument/2006/relationships/customXml" Target="../ink/ink904.xml"/><Relationship Id="rId74" Type="http://schemas.openxmlformats.org/officeDocument/2006/relationships/customXml" Target="../ink/ink920.xml"/><Relationship Id="rId79" Type="http://schemas.openxmlformats.org/officeDocument/2006/relationships/customXml" Target="../ink/ink925.xml"/><Relationship Id="rId102" Type="http://schemas.openxmlformats.org/officeDocument/2006/relationships/customXml" Target="../ink/ink948.xml"/><Relationship Id="rId5" Type="http://schemas.openxmlformats.org/officeDocument/2006/relationships/image" Target="../media/image67.png"/><Relationship Id="rId90" Type="http://schemas.openxmlformats.org/officeDocument/2006/relationships/customXml" Target="../ink/ink936.xml"/><Relationship Id="rId95" Type="http://schemas.openxmlformats.org/officeDocument/2006/relationships/customXml" Target="../ink/ink941.xml"/><Relationship Id="rId22" Type="http://schemas.openxmlformats.org/officeDocument/2006/relationships/customXml" Target="../ink/ink868.xml"/><Relationship Id="rId27" Type="http://schemas.openxmlformats.org/officeDocument/2006/relationships/customXml" Target="../ink/ink873.xml"/><Relationship Id="rId43" Type="http://schemas.openxmlformats.org/officeDocument/2006/relationships/customXml" Target="../ink/ink889.xml"/><Relationship Id="rId48" Type="http://schemas.openxmlformats.org/officeDocument/2006/relationships/customXml" Target="../ink/ink894.xml"/><Relationship Id="rId64" Type="http://schemas.openxmlformats.org/officeDocument/2006/relationships/customXml" Target="../ink/ink910.xml"/><Relationship Id="rId69" Type="http://schemas.openxmlformats.org/officeDocument/2006/relationships/customXml" Target="../ink/ink915.xml"/><Relationship Id="rId80" Type="http://schemas.openxmlformats.org/officeDocument/2006/relationships/customXml" Target="../ink/ink926.xml"/><Relationship Id="rId85" Type="http://schemas.openxmlformats.org/officeDocument/2006/relationships/customXml" Target="../ink/ink931.xml"/><Relationship Id="rId12" Type="http://schemas.openxmlformats.org/officeDocument/2006/relationships/customXml" Target="../ink/ink858.xml"/><Relationship Id="rId17" Type="http://schemas.openxmlformats.org/officeDocument/2006/relationships/customXml" Target="../ink/ink863.xml"/><Relationship Id="rId25" Type="http://schemas.openxmlformats.org/officeDocument/2006/relationships/customXml" Target="../ink/ink871.xml"/><Relationship Id="rId33" Type="http://schemas.openxmlformats.org/officeDocument/2006/relationships/customXml" Target="../ink/ink879.xml"/><Relationship Id="rId38" Type="http://schemas.openxmlformats.org/officeDocument/2006/relationships/customXml" Target="../ink/ink884.xml"/><Relationship Id="rId46" Type="http://schemas.openxmlformats.org/officeDocument/2006/relationships/customXml" Target="../ink/ink892.xml"/><Relationship Id="rId59" Type="http://schemas.openxmlformats.org/officeDocument/2006/relationships/customXml" Target="../ink/ink905.xml"/><Relationship Id="rId67" Type="http://schemas.openxmlformats.org/officeDocument/2006/relationships/customXml" Target="../ink/ink913.xml"/><Relationship Id="rId20" Type="http://schemas.openxmlformats.org/officeDocument/2006/relationships/customXml" Target="../ink/ink866.xml"/><Relationship Id="rId41" Type="http://schemas.openxmlformats.org/officeDocument/2006/relationships/customXml" Target="../ink/ink887.xml"/><Relationship Id="rId54" Type="http://schemas.openxmlformats.org/officeDocument/2006/relationships/customXml" Target="../ink/ink900.xml"/><Relationship Id="rId62" Type="http://schemas.openxmlformats.org/officeDocument/2006/relationships/customXml" Target="../ink/ink908.xml"/><Relationship Id="rId70" Type="http://schemas.openxmlformats.org/officeDocument/2006/relationships/customXml" Target="../ink/ink916.xml"/><Relationship Id="rId75" Type="http://schemas.openxmlformats.org/officeDocument/2006/relationships/customXml" Target="../ink/ink921.xml"/><Relationship Id="rId83" Type="http://schemas.openxmlformats.org/officeDocument/2006/relationships/customXml" Target="../ink/ink929.xml"/><Relationship Id="rId88" Type="http://schemas.openxmlformats.org/officeDocument/2006/relationships/customXml" Target="../ink/ink934.xml"/><Relationship Id="rId91" Type="http://schemas.openxmlformats.org/officeDocument/2006/relationships/customXml" Target="../ink/ink937.xml"/><Relationship Id="rId96" Type="http://schemas.openxmlformats.org/officeDocument/2006/relationships/customXml" Target="../ink/ink9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5" Type="http://schemas.openxmlformats.org/officeDocument/2006/relationships/customXml" Target="../ink/ink861.xml"/><Relationship Id="rId23" Type="http://schemas.openxmlformats.org/officeDocument/2006/relationships/customXml" Target="../ink/ink869.xml"/><Relationship Id="rId28" Type="http://schemas.openxmlformats.org/officeDocument/2006/relationships/customXml" Target="../ink/ink874.xml"/><Relationship Id="rId36" Type="http://schemas.openxmlformats.org/officeDocument/2006/relationships/customXml" Target="../ink/ink882.xml"/><Relationship Id="rId49" Type="http://schemas.openxmlformats.org/officeDocument/2006/relationships/customXml" Target="../ink/ink895.xml"/><Relationship Id="rId57" Type="http://schemas.openxmlformats.org/officeDocument/2006/relationships/customXml" Target="../ink/ink903.xml"/><Relationship Id="rId10" Type="http://schemas.openxmlformats.org/officeDocument/2006/relationships/customXml" Target="../ink/ink856.xml"/><Relationship Id="rId31" Type="http://schemas.openxmlformats.org/officeDocument/2006/relationships/customXml" Target="../ink/ink877.xml"/><Relationship Id="rId44" Type="http://schemas.openxmlformats.org/officeDocument/2006/relationships/customXml" Target="../ink/ink890.xml"/><Relationship Id="rId52" Type="http://schemas.openxmlformats.org/officeDocument/2006/relationships/customXml" Target="../ink/ink898.xml"/><Relationship Id="rId60" Type="http://schemas.openxmlformats.org/officeDocument/2006/relationships/customXml" Target="../ink/ink906.xml"/><Relationship Id="rId65" Type="http://schemas.openxmlformats.org/officeDocument/2006/relationships/customXml" Target="../ink/ink911.xml"/><Relationship Id="rId73" Type="http://schemas.openxmlformats.org/officeDocument/2006/relationships/customXml" Target="../ink/ink919.xml"/><Relationship Id="rId78" Type="http://schemas.openxmlformats.org/officeDocument/2006/relationships/customXml" Target="../ink/ink924.xml"/><Relationship Id="rId81" Type="http://schemas.openxmlformats.org/officeDocument/2006/relationships/customXml" Target="../ink/ink927.xml"/><Relationship Id="rId86" Type="http://schemas.openxmlformats.org/officeDocument/2006/relationships/customXml" Target="../ink/ink932.xml"/><Relationship Id="rId94" Type="http://schemas.openxmlformats.org/officeDocument/2006/relationships/customXml" Target="../ink/ink940.xml"/><Relationship Id="rId99" Type="http://schemas.openxmlformats.org/officeDocument/2006/relationships/customXml" Target="../ink/ink945.xml"/><Relationship Id="rId101" Type="http://schemas.openxmlformats.org/officeDocument/2006/relationships/customXml" Target="../ink/ink947.xml"/><Relationship Id="rId4" Type="http://schemas.openxmlformats.org/officeDocument/2006/relationships/image" Target="../media/image66.png"/><Relationship Id="rId9" Type="http://schemas.openxmlformats.org/officeDocument/2006/relationships/customXml" Target="../ink/ink855.xml"/><Relationship Id="rId13" Type="http://schemas.openxmlformats.org/officeDocument/2006/relationships/customXml" Target="../ink/ink859.xml"/><Relationship Id="rId18" Type="http://schemas.openxmlformats.org/officeDocument/2006/relationships/customXml" Target="../ink/ink864.xml"/><Relationship Id="rId39" Type="http://schemas.openxmlformats.org/officeDocument/2006/relationships/customXml" Target="../ink/ink885.xml"/><Relationship Id="rId34" Type="http://schemas.openxmlformats.org/officeDocument/2006/relationships/customXml" Target="../ink/ink880.xml"/><Relationship Id="rId50" Type="http://schemas.openxmlformats.org/officeDocument/2006/relationships/customXml" Target="../ink/ink896.xml"/><Relationship Id="rId55" Type="http://schemas.openxmlformats.org/officeDocument/2006/relationships/customXml" Target="../ink/ink901.xml"/><Relationship Id="rId76" Type="http://schemas.openxmlformats.org/officeDocument/2006/relationships/customXml" Target="../ink/ink922.xml"/><Relationship Id="rId97" Type="http://schemas.openxmlformats.org/officeDocument/2006/relationships/customXml" Target="../ink/ink943.xml"/><Relationship Id="rId7" Type="http://schemas.openxmlformats.org/officeDocument/2006/relationships/image" Target="../media/image69.png"/><Relationship Id="rId71" Type="http://schemas.openxmlformats.org/officeDocument/2006/relationships/customXml" Target="../ink/ink917.xml"/><Relationship Id="rId92" Type="http://schemas.openxmlformats.org/officeDocument/2006/relationships/customXml" Target="../ink/ink938.xml"/><Relationship Id="rId2" Type="http://schemas.openxmlformats.org/officeDocument/2006/relationships/image" Target="../media/image64.png"/><Relationship Id="rId29" Type="http://schemas.openxmlformats.org/officeDocument/2006/relationships/customXml" Target="../ink/ink875.xml"/><Relationship Id="rId24" Type="http://schemas.openxmlformats.org/officeDocument/2006/relationships/customXml" Target="../ink/ink870.xml"/><Relationship Id="rId40" Type="http://schemas.openxmlformats.org/officeDocument/2006/relationships/customXml" Target="../ink/ink886.xml"/><Relationship Id="rId45" Type="http://schemas.openxmlformats.org/officeDocument/2006/relationships/customXml" Target="../ink/ink891.xml"/><Relationship Id="rId66" Type="http://schemas.openxmlformats.org/officeDocument/2006/relationships/customXml" Target="../ink/ink912.xml"/><Relationship Id="rId87" Type="http://schemas.openxmlformats.org/officeDocument/2006/relationships/customXml" Target="../ink/ink933.xml"/><Relationship Id="rId61" Type="http://schemas.openxmlformats.org/officeDocument/2006/relationships/customXml" Target="../ink/ink907.xml"/><Relationship Id="rId82" Type="http://schemas.openxmlformats.org/officeDocument/2006/relationships/customXml" Target="../ink/ink928.xml"/><Relationship Id="rId19" Type="http://schemas.openxmlformats.org/officeDocument/2006/relationships/customXml" Target="../ink/ink865.xml"/><Relationship Id="rId14" Type="http://schemas.openxmlformats.org/officeDocument/2006/relationships/customXml" Target="../ink/ink860.xml"/><Relationship Id="rId30" Type="http://schemas.openxmlformats.org/officeDocument/2006/relationships/customXml" Target="../ink/ink876.xml"/><Relationship Id="rId35" Type="http://schemas.openxmlformats.org/officeDocument/2006/relationships/customXml" Target="../ink/ink881.xml"/><Relationship Id="rId56" Type="http://schemas.openxmlformats.org/officeDocument/2006/relationships/customXml" Target="../ink/ink902.xml"/><Relationship Id="rId77" Type="http://schemas.openxmlformats.org/officeDocument/2006/relationships/customXml" Target="../ink/ink923.xml"/><Relationship Id="rId100" Type="http://schemas.openxmlformats.org/officeDocument/2006/relationships/customXml" Target="../ink/ink946.xml"/><Relationship Id="rId8" Type="http://schemas.openxmlformats.org/officeDocument/2006/relationships/customXml" Target="../ink/ink854.xml"/><Relationship Id="rId51" Type="http://schemas.openxmlformats.org/officeDocument/2006/relationships/customXml" Target="../ink/ink897.xml"/><Relationship Id="rId72" Type="http://schemas.openxmlformats.org/officeDocument/2006/relationships/customXml" Target="../ink/ink918.xml"/><Relationship Id="rId93" Type="http://schemas.openxmlformats.org/officeDocument/2006/relationships/customXml" Target="../ink/ink939.xml"/><Relationship Id="rId98" Type="http://schemas.openxmlformats.org/officeDocument/2006/relationships/customXml" Target="../ink/ink944.xml"/><Relationship Id="rId3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64.xml"/><Relationship Id="rId21" Type="http://schemas.openxmlformats.org/officeDocument/2006/relationships/customXml" Target="../ink/ink968.xml"/><Relationship Id="rId42" Type="http://schemas.openxmlformats.org/officeDocument/2006/relationships/customXml" Target="../ink/ink989.xml"/><Relationship Id="rId63" Type="http://schemas.openxmlformats.org/officeDocument/2006/relationships/customXml" Target="../ink/ink1010.xml"/><Relationship Id="rId84" Type="http://schemas.openxmlformats.org/officeDocument/2006/relationships/customXml" Target="../ink/ink1031.xml"/><Relationship Id="rId138" Type="http://schemas.openxmlformats.org/officeDocument/2006/relationships/customXml" Target="../ink/ink1085.xml"/><Relationship Id="rId107" Type="http://schemas.openxmlformats.org/officeDocument/2006/relationships/customXml" Target="../ink/ink1054.xml"/><Relationship Id="rId11" Type="http://schemas.openxmlformats.org/officeDocument/2006/relationships/customXml" Target="../ink/ink958.xml"/><Relationship Id="rId32" Type="http://schemas.openxmlformats.org/officeDocument/2006/relationships/customXml" Target="../ink/ink979.xml"/><Relationship Id="rId53" Type="http://schemas.openxmlformats.org/officeDocument/2006/relationships/customXml" Target="../ink/ink1000.xml"/><Relationship Id="rId74" Type="http://schemas.openxmlformats.org/officeDocument/2006/relationships/customXml" Target="../ink/ink1021.xml"/><Relationship Id="rId128" Type="http://schemas.openxmlformats.org/officeDocument/2006/relationships/customXml" Target="../ink/ink1075.xml"/><Relationship Id="rId149" Type="http://schemas.openxmlformats.org/officeDocument/2006/relationships/customXml" Target="../ink/ink1096.xml"/><Relationship Id="rId5" Type="http://schemas.openxmlformats.org/officeDocument/2006/relationships/customXml" Target="../ink/ink952.xml"/><Relationship Id="rId95" Type="http://schemas.openxmlformats.org/officeDocument/2006/relationships/customXml" Target="../ink/ink1042.xml"/><Relationship Id="rId22" Type="http://schemas.openxmlformats.org/officeDocument/2006/relationships/customXml" Target="../ink/ink969.xml"/><Relationship Id="rId27" Type="http://schemas.openxmlformats.org/officeDocument/2006/relationships/customXml" Target="../ink/ink974.xml"/><Relationship Id="rId43" Type="http://schemas.openxmlformats.org/officeDocument/2006/relationships/customXml" Target="../ink/ink990.xml"/><Relationship Id="rId48" Type="http://schemas.openxmlformats.org/officeDocument/2006/relationships/customXml" Target="../ink/ink995.xml"/><Relationship Id="rId64" Type="http://schemas.openxmlformats.org/officeDocument/2006/relationships/customXml" Target="../ink/ink1011.xml"/><Relationship Id="rId69" Type="http://schemas.openxmlformats.org/officeDocument/2006/relationships/customXml" Target="../ink/ink1016.xml"/><Relationship Id="rId113" Type="http://schemas.openxmlformats.org/officeDocument/2006/relationships/customXml" Target="../ink/ink1060.xml"/><Relationship Id="rId118" Type="http://schemas.openxmlformats.org/officeDocument/2006/relationships/customXml" Target="../ink/ink1065.xml"/><Relationship Id="rId134" Type="http://schemas.openxmlformats.org/officeDocument/2006/relationships/customXml" Target="../ink/ink1081.xml"/><Relationship Id="rId139" Type="http://schemas.openxmlformats.org/officeDocument/2006/relationships/customXml" Target="../ink/ink1086.xml"/><Relationship Id="rId80" Type="http://schemas.openxmlformats.org/officeDocument/2006/relationships/customXml" Target="../ink/ink1027.xml"/><Relationship Id="rId85" Type="http://schemas.openxmlformats.org/officeDocument/2006/relationships/customXml" Target="../ink/ink1032.xml"/><Relationship Id="rId150" Type="http://schemas.openxmlformats.org/officeDocument/2006/relationships/customXml" Target="../ink/ink1097.xml"/><Relationship Id="rId12" Type="http://schemas.openxmlformats.org/officeDocument/2006/relationships/customXml" Target="../ink/ink959.xml"/><Relationship Id="rId17" Type="http://schemas.openxmlformats.org/officeDocument/2006/relationships/customXml" Target="../ink/ink964.xml"/><Relationship Id="rId33" Type="http://schemas.openxmlformats.org/officeDocument/2006/relationships/customXml" Target="../ink/ink980.xml"/><Relationship Id="rId38" Type="http://schemas.openxmlformats.org/officeDocument/2006/relationships/customXml" Target="../ink/ink985.xml"/><Relationship Id="rId59" Type="http://schemas.openxmlformats.org/officeDocument/2006/relationships/customXml" Target="../ink/ink1006.xml"/><Relationship Id="rId103" Type="http://schemas.openxmlformats.org/officeDocument/2006/relationships/customXml" Target="../ink/ink1050.xml"/><Relationship Id="rId108" Type="http://schemas.openxmlformats.org/officeDocument/2006/relationships/customXml" Target="../ink/ink1055.xml"/><Relationship Id="rId124" Type="http://schemas.openxmlformats.org/officeDocument/2006/relationships/customXml" Target="../ink/ink1071.xml"/><Relationship Id="rId129" Type="http://schemas.openxmlformats.org/officeDocument/2006/relationships/customXml" Target="../ink/ink1076.xml"/><Relationship Id="rId54" Type="http://schemas.openxmlformats.org/officeDocument/2006/relationships/customXml" Target="../ink/ink1001.xml"/><Relationship Id="rId70" Type="http://schemas.openxmlformats.org/officeDocument/2006/relationships/customXml" Target="../ink/ink1017.xml"/><Relationship Id="rId75" Type="http://schemas.openxmlformats.org/officeDocument/2006/relationships/customXml" Target="../ink/ink1022.xml"/><Relationship Id="rId91" Type="http://schemas.openxmlformats.org/officeDocument/2006/relationships/customXml" Target="../ink/ink1038.xml"/><Relationship Id="rId96" Type="http://schemas.openxmlformats.org/officeDocument/2006/relationships/customXml" Target="../ink/ink1043.xml"/><Relationship Id="rId140" Type="http://schemas.openxmlformats.org/officeDocument/2006/relationships/customXml" Target="../ink/ink1087.xml"/><Relationship Id="rId145" Type="http://schemas.openxmlformats.org/officeDocument/2006/relationships/customXml" Target="../ink/ink109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3.xml"/><Relationship Id="rId23" Type="http://schemas.openxmlformats.org/officeDocument/2006/relationships/customXml" Target="../ink/ink970.xml"/><Relationship Id="rId28" Type="http://schemas.openxmlformats.org/officeDocument/2006/relationships/customXml" Target="../ink/ink975.xml"/><Relationship Id="rId49" Type="http://schemas.openxmlformats.org/officeDocument/2006/relationships/customXml" Target="../ink/ink996.xml"/><Relationship Id="rId114" Type="http://schemas.openxmlformats.org/officeDocument/2006/relationships/customXml" Target="../ink/ink1061.xml"/><Relationship Id="rId119" Type="http://schemas.openxmlformats.org/officeDocument/2006/relationships/customXml" Target="../ink/ink1066.xml"/><Relationship Id="rId44" Type="http://schemas.openxmlformats.org/officeDocument/2006/relationships/customXml" Target="../ink/ink991.xml"/><Relationship Id="rId60" Type="http://schemas.openxmlformats.org/officeDocument/2006/relationships/customXml" Target="../ink/ink1007.xml"/><Relationship Id="rId65" Type="http://schemas.openxmlformats.org/officeDocument/2006/relationships/customXml" Target="../ink/ink1012.xml"/><Relationship Id="rId81" Type="http://schemas.openxmlformats.org/officeDocument/2006/relationships/customXml" Target="../ink/ink1028.xml"/><Relationship Id="rId86" Type="http://schemas.openxmlformats.org/officeDocument/2006/relationships/customXml" Target="../ink/ink1033.xml"/><Relationship Id="rId130" Type="http://schemas.openxmlformats.org/officeDocument/2006/relationships/customXml" Target="../ink/ink1077.xml"/><Relationship Id="rId135" Type="http://schemas.openxmlformats.org/officeDocument/2006/relationships/customXml" Target="../ink/ink1082.xml"/><Relationship Id="rId151" Type="http://schemas.openxmlformats.org/officeDocument/2006/relationships/customXml" Target="../ink/ink1098.xml"/><Relationship Id="rId13" Type="http://schemas.openxmlformats.org/officeDocument/2006/relationships/customXml" Target="../ink/ink960.xml"/><Relationship Id="rId18" Type="http://schemas.openxmlformats.org/officeDocument/2006/relationships/customXml" Target="../ink/ink965.xml"/><Relationship Id="rId39" Type="http://schemas.openxmlformats.org/officeDocument/2006/relationships/customXml" Target="../ink/ink986.xml"/><Relationship Id="rId109" Type="http://schemas.openxmlformats.org/officeDocument/2006/relationships/customXml" Target="../ink/ink1056.xml"/><Relationship Id="rId34" Type="http://schemas.openxmlformats.org/officeDocument/2006/relationships/customXml" Target="../ink/ink981.xml"/><Relationship Id="rId50" Type="http://schemas.openxmlformats.org/officeDocument/2006/relationships/customXml" Target="../ink/ink997.xml"/><Relationship Id="rId55" Type="http://schemas.openxmlformats.org/officeDocument/2006/relationships/customXml" Target="../ink/ink1002.xml"/><Relationship Id="rId76" Type="http://schemas.openxmlformats.org/officeDocument/2006/relationships/customXml" Target="../ink/ink1023.xml"/><Relationship Id="rId97" Type="http://schemas.openxmlformats.org/officeDocument/2006/relationships/customXml" Target="../ink/ink1044.xml"/><Relationship Id="rId104" Type="http://schemas.openxmlformats.org/officeDocument/2006/relationships/customXml" Target="../ink/ink1051.xml"/><Relationship Id="rId120" Type="http://schemas.openxmlformats.org/officeDocument/2006/relationships/customXml" Target="../ink/ink1067.xml"/><Relationship Id="rId125" Type="http://schemas.openxmlformats.org/officeDocument/2006/relationships/customXml" Target="../ink/ink1072.xml"/><Relationship Id="rId141" Type="http://schemas.openxmlformats.org/officeDocument/2006/relationships/customXml" Target="../ink/ink1088.xml"/><Relationship Id="rId146" Type="http://schemas.openxmlformats.org/officeDocument/2006/relationships/customXml" Target="../ink/ink1093.xml"/><Relationship Id="rId7" Type="http://schemas.openxmlformats.org/officeDocument/2006/relationships/customXml" Target="../ink/ink954.xml"/><Relationship Id="rId71" Type="http://schemas.openxmlformats.org/officeDocument/2006/relationships/customXml" Target="../ink/ink1018.xml"/><Relationship Id="rId92" Type="http://schemas.openxmlformats.org/officeDocument/2006/relationships/customXml" Target="../ink/ink1039.xml"/><Relationship Id="rId2" Type="http://schemas.openxmlformats.org/officeDocument/2006/relationships/customXml" Target="../ink/ink949.xml"/><Relationship Id="rId29" Type="http://schemas.openxmlformats.org/officeDocument/2006/relationships/customXml" Target="../ink/ink976.xml"/><Relationship Id="rId24" Type="http://schemas.openxmlformats.org/officeDocument/2006/relationships/customXml" Target="../ink/ink971.xml"/><Relationship Id="rId40" Type="http://schemas.openxmlformats.org/officeDocument/2006/relationships/customXml" Target="../ink/ink987.xml"/><Relationship Id="rId45" Type="http://schemas.openxmlformats.org/officeDocument/2006/relationships/customXml" Target="../ink/ink992.xml"/><Relationship Id="rId66" Type="http://schemas.openxmlformats.org/officeDocument/2006/relationships/customXml" Target="../ink/ink1013.xml"/><Relationship Id="rId87" Type="http://schemas.openxmlformats.org/officeDocument/2006/relationships/customXml" Target="../ink/ink1034.xml"/><Relationship Id="rId110" Type="http://schemas.openxmlformats.org/officeDocument/2006/relationships/customXml" Target="../ink/ink1057.xml"/><Relationship Id="rId115" Type="http://schemas.openxmlformats.org/officeDocument/2006/relationships/customXml" Target="../ink/ink1062.xml"/><Relationship Id="rId131" Type="http://schemas.openxmlformats.org/officeDocument/2006/relationships/customXml" Target="../ink/ink1078.xml"/><Relationship Id="rId136" Type="http://schemas.openxmlformats.org/officeDocument/2006/relationships/customXml" Target="../ink/ink1083.xml"/><Relationship Id="rId61" Type="http://schemas.openxmlformats.org/officeDocument/2006/relationships/customXml" Target="../ink/ink1008.xml"/><Relationship Id="rId82" Type="http://schemas.openxmlformats.org/officeDocument/2006/relationships/customXml" Target="../ink/ink1029.xml"/><Relationship Id="rId152" Type="http://schemas.openxmlformats.org/officeDocument/2006/relationships/customXml" Target="../ink/ink1099.xml"/><Relationship Id="rId19" Type="http://schemas.openxmlformats.org/officeDocument/2006/relationships/customXml" Target="../ink/ink966.xml"/><Relationship Id="rId14" Type="http://schemas.openxmlformats.org/officeDocument/2006/relationships/customXml" Target="../ink/ink961.xml"/><Relationship Id="rId30" Type="http://schemas.openxmlformats.org/officeDocument/2006/relationships/customXml" Target="../ink/ink977.xml"/><Relationship Id="rId35" Type="http://schemas.openxmlformats.org/officeDocument/2006/relationships/customXml" Target="../ink/ink982.xml"/><Relationship Id="rId56" Type="http://schemas.openxmlformats.org/officeDocument/2006/relationships/customXml" Target="../ink/ink1003.xml"/><Relationship Id="rId77" Type="http://schemas.openxmlformats.org/officeDocument/2006/relationships/customXml" Target="../ink/ink1024.xml"/><Relationship Id="rId100" Type="http://schemas.openxmlformats.org/officeDocument/2006/relationships/customXml" Target="../ink/ink1047.xml"/><Relationship Id="rId105" Type="http://schemas.openxmlformats.org/officeDocument/2006/relationships/customXml" Target="../ink/ink1052.xml"/><Relationship Id="rId126" Type="http://schemas.openxmlformats.org/officeDocument/2006/relationships/customXml" Target="../ink/ink1073.xml"/><Relationship Id="rId147" Type="http://schemas.openxmlformats.org/officeDocument/2006/relationships/customXml" Target="../ink/ink1094.xml"/><Relationship Id="rId8" Type="http://schemas.openxmlformats.org/officeDocument/2006/relationships/customXml" Target="../ink/ink955.xml"/><Relationship Id="rId51" Type="http://schemas.openxmlformats.org/officeDocument/2006/relationships/customXml" Target="../ink/ink998.xml"/><Relationship Id="rId72" Type="http://schemas.openxmlformats.org/officeDocument/2006/relationships/customXml" Target="../ink/ink1019.xml"/><Relationship Id="rId93" Type="http://schemas.openxmlformats.org/officeDocument/2006/relationships/customXml" Target="../ink/ink1040.xml"/><Relationship Id="rId98" Type="http://schemas.openxmlformats.org/officeDocument/2006/relationships/customXml" Target="../ink/ink1045.xml"/><Relationship Id="rId121" Type="http://schemas.openxmlformats.org/officeDocument/2006/relationships/customXml" Target="../ink/ink1068.xml"/><Relationship Id="rId142" Type="http://schemas.openxmlformats.org/officeDocument/2006/relationships/customXml" Target="../ink/ink1089.xml"/><Relationship Id="rId3" Type="http://schemas.openxmlformats.org/officeDocument/2006/relationships/customXml" Target="../ink/ink950.xml"/><Relationship Id="rId25" Type="http://schemas.openxmlformats.org/officeDocument/2006/relationships/customXml" Target="../ink/ink972.xml"/><Relationship Id="rId46" Type="http://schemas.openxmlformats.org/officeDocument/2006/relationships/customXml" Target="../ink/ink993.xml"/><Relationship Id="rId67" Type="http://schemas.openxmlformats.org/officeDocument/2006/relationships/customXml" Target="../ink/ink1014.xml"/><Relationship Id="rId116" Type="http://schemas.openxmlformats.org/officeDocument/2006/relationships/customXml" Target="../ink/ink1063.xml"/><Relationship Id="rId137" Type="http://schemas.openxmlformats.org/officeDocument/2006/relationships/customXml" Target="../ink/ink1084.xml"/><Relationship Id="rId20" Type="http://schemas.openxmlformats.org/officeDocument/2006/relationships/customXml" Target="../ink/ink967.xml"/><Relationship Id="rId41" Type="http://schemas.openxmlformats.org/officeDocument/2006/relationships/customXml" Target="../ink/ink988.xml"/><Relationship Id="rId62" Type="http://schemas.openxmlformats.org/officeDocument/2006/relationships/customXml" Target="../ink/ink1009.xml"/><Relationship Id="rId83" Type="http://schemas.openxmlformats.org/officeDocument/2006/relationships/customXml" Target="../ink/ink1030.xml"/><Relationship Id="rId88" Type="http://schemas.openxmlformats.org/officeDocument/2006/relationships/customXml" Target="../ink/ink1035.xml"/><Relationship Id="rId111" Type="http://schemas.openxmlformats.org/officeDocument/2006/relationships/customXml" Target="../ink/ink1058.xml"/><Relationship Id="rId132" Type="http://schemas.openxmlformats.org/officeDocument/2006/relationships/customXml" Target="../ink/ink1079.xml"/><Relationship Id="rId153" Type="http://schemas.openxmlformats.org/officeDocument/2006/relationships/customXml" Target="../ink/ink1100.xml"/><Relationship Id="rId15" Type="http://schemas.openxmlformats.org/officeDocument/2006/relationships/customXml" Target="../ink/ink962.xml"/><Relationship Id="rId36" Type="http://schemas.openxmlformats.org/officeDocument/2006/relationships/customXml" Target="../ink/ink983.xml"/><Relationship Id="rId57" Type="http://schemas.openxmlformats.org/officeDocument/2006/relationships/customXml" Target="../ink/ink1004.xml"/><Relationship Id="rId106" Type="http://schemas.openxmlformats.org/officeDocument/2006/relationships/customXml" Target="../ink/ink1053.xml"/><Relationship Id="rId127" Type="http://schemas.openxmlformats.org/officeDocument/2006/relationships/customXml" Target="../ink/ink1074.xml"/><Relationship Id="rId10" Type="http://schemas.openxmlformats.org/officeDocument/2006/relationships/customXml" Target="../ink/ink957.xml"/><Relationship Id="rId31" Type="http://schemas.openxmlformats.org/officeDocument/2006/relationships/customXml" Target="../ink/ink978.xml"/><Relationship Id="rId52" Type="http://schemas.openxmlformats.org/officeDocument/2006/relationships/customXml" Target="../ink/ink999.xml"/><Relationship Id="rId73" Type="http://schemas.openxmlformats.org/officeDocument/2006/relationships/customXml" Target="../ink/ink1020.xml"/><Relationship Id="rId78" Type="http://schemas.openxmlformats.org/officeDocument/2006/relationships/customXml" Target="../ink/ink1025.xml"/><Relationship Id="rId94" Type="http://schemas.openxmlformats.org/officeDocument/2006/relationships/customXml" Target="../ink/ink1041.xml"/><Relationship Id="rId99" Type="http://schemas.openxmlformats.org/officeDocument/2006/relationships/customXml" Target="../ink/ink1046.xml"/><Relationship Id="rId101" Type="http://schemas.openxmlformats.org/officeDocument/2006/relationships/customXml" Target="../ink/ink1048.xml"/><Relationship Id="rId122" Type="http://schemas.openxmlformats.org/officeDocument/2006/relationships/customXml" Target="../ink/ink1069.xml"/><Relationship Id="rId143" Type="http://schemas.openxmlformats.org/officeDocument/2006/relationships/customXml" Target="../ink/ink1090.xml"/><Relationship Id="rId148" Type="http://schemas.openxmlformats.org/officeDocument/2006/relationships/customXml" Target="../ink/ink1095.xml"/><Relationship Id="rId4" Type="http://schemas.openxmlformats.org/officeDocument/2006/relationships/customXml" Target="../ink/ink951.xml"/><Relationship Id="rId9" Type="http://schemas.openxmlformats.org/officeDocument/2006/relationships/customXml" Target="../ink/ink956.xml"/><Relationship Id="rId26" Type="http://schemas.openxmlformats.org/officeDocument/2006/relationships/customXml" Target="../ink/ink973.xml"/><Relationship Id="rId47" Type="http://schemas.openxmlformats.org/officeDocument/2006/relationships/customXml" Target="../ink/ink994.xml"/><Relationship Id="rId68" Type="http://schemas.openxmlformats.org/officeDocument/2006/relationships/customXml" Target="../ink/ink1015.xml"/><Relationship Id="rId89" Type="http://schemas.openxmlformats.org/officeDocument/2006/relationships/customXml" Target="../ink/ink1036.xml"/><Relationship Id="rId112" Type="http://schemas.openxmlformats.org/officeDocument/2006/relationships/customXml" Target="../ink/ink1059.xml"/><Relationship Id="rId133" Type="http://schemas.openxmlformats.org/officeDocument/2006/relationships/customXml" Target="../ink/ink1080.xml"/><Relationship Id="rId16" Type="http://schemas.openxmlformats.org/officeDocument/2006/relationships/customXml" Target="../ink/ink963.xml"/><Relationship Id="rId37" Type="http://schemas.openxmlformats.org/officeDocument/2006/relationships/customXml" Target="../ink/ink984.xml"/><Relationship Id="rId58" Type="http://schemas.openxmlformats.org/officeDocument/2006/relationships/customXml" Target="../ink/ink1005.xml"/><Relationship Id="rId79" Type="http://schemas.openxmlformats.org/officeDocument/2006/relationships/customXml" Target="../ink/ink1026.xml"/><Relationship Id="rId102" Type="http://schemas.openxmlformats.org/officeDocument/2006/relationships/customXml" Target="../ink/ink1049.xml"/><Relationship Id="rId123" Type="http://schemas.openxmlformats.org/officeDocument/2006/relationships/customXml" Target="../ink/ink1070.xml"/><Relationship Id="rId144" Type="http://schemas.openxmlformats.org/officeDocument/2006/relationships/customXml" Target="../ink/ink1091.xml"/><Relationship Id="rId90" Type="http://schemas.openxmlformats.org/officeDocument/2006/relationships/customXml" Target="../ink/ink1037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07.xml"/><Relationship Id="rId18" Type="http://schemas.openxmlformats.org/officeDocument/2006/relationships/customXml" Target="../ink/ink1112.xml"/><Relationship Id="rId26" Type="http://schemas.openxmlformats.org/officeDocument/2006/relationships/customXml" Target="../ink/ink1120.xml"/><Relationship Id="rId39" Type="http://schemas.openxmlformats.org/officeDocument/2006/relationships/customXml" Target="../ink/ink1133.xml"/><Relationship Id="rId21" Type="http://schemas.openxmlformats.org/officeDocument/2006/relationships/customXml" Target="../ink/ink1115.xml"/><Relationship Id="rId34" Type="http://schemas.openxmlformats.org/officeDocument/2006/relationships/customXml" Target="../ink/ink1128.xml"/><Relationship Id="rId42" Type="http://schemas.openxmlformats.org/officeDocument/2006/relationships/customXml" Target="../ink/ink1136.xml"/><Relationship Id="rId47" Type="http://schemas.openxmlformats.org/officeDocument/2006/relationships/customXml" Target="../ink/ink1141.xml"/><Relationship Id="rId50" Type="http://schemas.openxmlformats.org/officeDocument/2006/relationships/customXml" Target="../ink/ink1144.xml"/><Relationship Id="rId7" Type="http://schemas.openxmlformats.org/officeDocument/2006/relationships/customXml" Target="../ink/ink1101.xml"/><Relationship Id="rId2" Type="http://schemas.openxmlformats.org/officeDocument/2006/relationships/image" Target="../media/image70.png"/><Relationship Id="rId16" Type="http://schemas.openxmlformats.org/officeDocument/2006/relationships/customXml" Target="../ink/ink1110.xml"/><Relationship Id="rId29" Type="http://schemas.openxmlformats.org/officeDocument/2006/relationships/customXml" Target="../ink/ink1123.xml"/><Relationship Id="rId11" Type="http://schemas.openxmlformats.org/officeDocument/2006/relationships/customXml" Target="../ink/ink1105.xml"/><Relationship Id="rId24" Type="http://schemas.openxmlformats.org/officeDocument/2006/relationships/customXml" Target="../ink/ink1118.xml"/><Relationship Id="rId32" Type="http://schemas.openxmlformats.org/officeDocument/2006/relationships/customXml" Target="../ink/ink1126.xml"/><Relationship Id="rId37" Type="http://schemas.openxmlformats.org/officeDocument/2006/relationships/customXml" Target="../ink/ink1131.xml"/><Relationship Id="rId40" Type="http://schemas.openxmlformats.org/officeDocument/2006/relationships/customXml" Target="../ink/ink1134.xml"/><Relationship Id="rId45" Type="http://schemas.openxmlformats.org/officeDocument/2006/relationships/customXml" Target="../ink/ink1139.xml"/><Relationship Id="rId5" Type="http://schemas.openxmlformats.org/officeDocument/2006/relationships/image" Target="../media/image73.png"/><Relationship Id="rId15" Type="http://schemas.openxmlformats.org/officeDocument/2006/relationships/customXml" Target="../ink/ink1109.xml"/><Relationship Id="rId23" Type="http://schemas.openxmlformats.org/officeDocument/2006/relationships/customXml" Target="../ink/ink1117.xml"/><Relationship Id="rId28" Type="http://schemas.openxmlformats.org/officeDocument/2006/relationships/customXml" Target="../ink/ink1122.xml"/><Relationship Id="rId36" Type="http://schemas.openxmlformats.org/officeDocument/2006/relationships/customXml" Target="../ink/ink1130.xml"/><Relationship Id="rId49" Type="http://schemas.openxmlformats.org/officeDocument/2006/relationships/customXml" Target="../ink/ink1143.xml"/><Relationship Id="rId10" Type="http://schemas.openxmlformats.org/officeDocument/2006/relationships/customXml" Target="../ink/ink1104.xml"/><Relationship Id="rId19" Type="http://schemas.openxmlformats.org/officeDocument/2006/relationships/customXml" Target="../ink/ink1113.xml"/><Relationship Id="rId31" Type="http://schemas.openxmlformats.org/officeDocument/2006/relationships/customXml" Target="../ink/ink1125.xml"/><Relationship Id="rId44" Type="http://schemas.openxmlformats.org/officeDocument/2006/relationships/customXml" Target="../ink/ink1138.xml"/><Relationship Id="rId4" Type="http://schemas.openxmlformats.org/officeDocument/2006/relationships/image" Target="../media/image72.png"/><Relationship Id="rId9" Type="http://schemas.openxmlformats.org/officeDocument/2006/relationships/customXml" Target="../ink/ink1103.xml"/><Relationship Id="rId14" Type="http://schemas.openxmlformats.org/officeDocument/2006/relationships/customXml" Target="../ink/ink1108.xml"/><Relationship Id="rId22" Type="http://schemas.openxmlformats.org/officeDocument/2006/relationships/customXml" Target="../ink/ink1116.xml"/><Relationship Id="rId27" Type="http://schemas.openxmlformats.org/officeDocument/2006/relationships/customXml" Target="../ink/ink1121.xml"/><Relationship Id="rId30" Type="http://schemas.openxmlformats.org/officeDocument/2006/relationships/customXml" Target="../ink/ink1124.xml"/><Relationship Id="rId35" Type="http://schemas.openxmlformats.org/officeDocument/2006/relationships/customXml" Target="../ink/ink1129.xml"/><Relationship Id="rId43" Type="http://schemas.openxmlformats.org/officeDocument/2006/relationships/customXml" Target="../ink/ink1137.xml"/><Relationship Id="rId48" Type="http://schemas.openxmlformats.org/officeDocument/2006/relationships/customXml" Target="../ink/ink1142.xml"/><Relationship Id="rId8" Type="http://schemas.openxmlformats.org/officeDocument/2006/relationships/customXml" Target="../ink/ink1102.xml"/><Relationship Id="rId51" Type="http://schemas.openxmlformats.org/officeDocument/2006/relationships/customXml" Target="../ink/ink1145.xml"/><Relationship Id="rId3" Type="http://schemas.openxmlformats.org/officeDocument/2006/relationships/image" Target="../media/image71.png"/><Relationship Id="rId12" Type="http://schemas.openxmlformats.org/officeDocument/2006/relationships/customXml" Target="../ink/ink1106.xml"/><Relationship Id="rId17" Type="http://schemas.openxmlformats.org/officeDocument/2006/relationships/customXml" Target="../ink/ink1111.xml"/><Relationship Id="rId25" Type="http://schemas.openxmlformats.org/officeDocument/2006/relationships/customXml" Target="../ink/ink1119.xml"/><Relationship Id="rId33" Type="http://schemas.openxmlformats.org/officeDocument/2006/relationships/customXml" Target="../ink/ink1127.xml"/><Relationship Id="rId38" Type="http://schemas.openxmlformats.org/officeDocument/2006/relationships/customXml" Target="../ink/ink1132.xml"/><Relationship Id="rId46" Type="http://schemas.openxmlformats.org/officeDocument/2006/relationships/customXml" Target="../ink/ink1140.xml"/><Relationship Id="rId20" Type="http://schemas.openxmlformats.org/officeDocument/2006/relationships/customXml" Target="../ink/ink1114.xml"/><Relationship Id="rId41" Type="http://schemas.openxmlformats.org/officeDocument/2006/relationships/customXml" Target="../ink/ink11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53.xml"/><Relationship Id="rId18" Type="http://schemas.openxmlformats.org/officeDocument/2006/relationships/customXml" Target="../ink/ink1158.xml"/><Relationship Id="rId26" Type="http://schemas.openxmlformats.org/officeDocument/2006/relationships/customXml" Target="../ink/ink1166.xml"/><Relationship Id="rId39" Type="http://schemas.openxmlformats.org/officeDocument/2006/relationships/customXml" Target="../ink/ink1179.xml"/><Relationship Id="rId21" Type="http://schemas.openxmlformats.org/officeDocument/2006/relationships/customXml" Target="../ink/ink1161.xml"/><Relationship Id="rId34" Type="http://schemas.openxmlformats.org/officeDocument/2006/relationships/customXml" Target="../ink/ink1174.xml"/><Relationship Id="rId42" Type="http://schemas.openxmlformats.org/officeDocument/2006/relationships/customXml" Target="../ink/ink1182.xml"/><Relationship Id="rId7" Type="http://schemas.openxmlformats.org/officeDocument/2006/relationships/customXml" Target="../ink/ink1147.xml"/><Relationship Id="rId2" Type="http://schemas.openxmlformats.org/officeDocument/2006/relationships/image" Target="../media/image75.png"/><Relationship Id="rId16" Type="http://schemas.openxmlformats.org/officeDocument/2006/relationships/customXml" Target="../ink/ink1156.xml"/><Relationship Id="rId20" Type="http://schemas.openxmlformats.org/officeDocument/2006/relationships/customXml" Target="../ink/ink1160.xml"/><Relationship Id="rId29" Type="http://schemas.openxmlformats.org/officeDocument/2006/relationships/customXml" Target="../ink/ink1169.xml"/><Relationship Id="rId41" Type="http://schemas.openxmlformats.org/officeDocument/2006/relationships/customXml" Target="../ink/ink11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46.xml"/><Relationship Id="rId11" Type="http://schemas.openxmlformats.org/officeDocument/2006/relationships/customXml" Target="../ink/ink1151.xml"/><Relationship Id="rId24" Type="http://schemas.openxmlformats.org/officeDocument/2006/relationships/customXml" Target="../ink/ink1164.xml"/><Relationship Id="rId32" Type="http://schemas.openxmlformats.org/officeDocument/2006/relationships/customXml" Target="../ink/ink1172.xml"/><Relationship Id="rId37" Type="http://schemas.openxmlformats.org/officeDocument/2006/relationships/customXml" Target="../ink/ink1177.xml"/><Relationship Id="rId40" Type="http://schemas.openxmlformats.org/officeDocument/2006/relationships/customXml" Target="../ink/ink1180.xml"/><Relationship Id="rId5" Type="http://schemas.openxmlformats.org/officeDocument/2006/relationships/image" Target="../media/image78.emf"/><Relationship Id="rId15" Type="http://schemas.openxmlformats.org/officeDocument/2006/relationships/customXml" Target="../ink/ink1155.xml"/><Relationship Id="rId23" Type="http://schemas.openxmlformats.org/officeDocument/2006/relationships/customXml" Target="../ink/ink1163.xml"/><Relationship Id="rId28" Type="http://schemas.openxmlformats.org/officeDocument/2006/relationships/customXml" Target="../ink/ink1168.xml"/><Relationship Id="rId36" Type="http://schemas.openxmlformats.org/officeDocument/2006/relationships/customXml" Target="../ink/ink1176.xml"/><Relationship Id="rId10" Type="http://schemas.openxmlformats.org/officeDocument/2006/relationships/customXml" Target="../ink/ink1150.xml"/><Relationship Id="rId19" Type="http://schemas.openxmlformats.org/officeDocument/2006/relationships/customXml" Target="../ink/ink1159.xml"/><Relationship Id="rId31" Type="http://schemas.openxmlformats.org/officeDocument/2006/relationships/customXml" Target="../ink/ink1171.xml"/><Relationship Id="rId4" Type="http://schemas.openxmlformats.org/officeDocument/2006/relationships/image" Target="../media/image77.png"/><Relationship Id="rId9" Type="http://schemas.openxmlformats.org/officeDocument/2006/relationships/customXml" Target="../ink/ink1149.xml"/><Relationship Id="rId14" Type="http://schemas.openxmlformats.org/officeDocument/2006/relationships/customXml" Target="../ink/ink1154.xml"/><Relationship Id="rId22" Type="http://schemas.openxmlformats.org/officeDocument/2006/relationships/customXml" Target="../ink/ink1162.xml"/><Relationship Id="rId27" Type="http://schemas.openxmlformats.org/officeDocument/2006/relationships/customXml" Target="../ink/ink1167.xml"/><Relationship Id="rId30" Type="http://schemas.openxmlformats.org/officeDocument/2006/relationships/customXml" Target="../ink/ink1170.xml"/><Relationship Id="rId35" Type="http://schemas.openxmlformats.org/officeDocument/2006/relationships/customXml" Target="../ink/ink1175.xml"/><Relationship Id="rId8" Type="http://schemas.openxmlformats.org/officeDocument/2006/relationships/customXml" Target="../ink/ink1148.xml"/><Relationship Id="rId3" Type="http://schemas.openxmlformats.org/officeDocument/2006/relationships/image" Target="../media/image76.png"/><Relationship Id="rId12" Type="http://schemas.openxmlformats.org/officeDocument/2006/relationships/customXml" Target="../ink/ink1152.xml"/><Relationship Id="rId17" Type="http://schemas.openxmlformats.org/officeDocument/2006/relationships/customXml" Target="../ink/ink1157.xml"/><Relationship Id="rId25" Type="http://schemas.openxmlformats.org/officeDocument/2006/relationships/customXml" Target="../ink/ink1165.xml"/><Relationship Id="rId33" Type="http://schemas.openxmlformats.org/officeDocument/2006/relationships/customXml" Target="../ink/ink1173.xml"/><Relationship Id="rId38" Type="http://schemas.openxmlformats.org/officeDocument/2006/relationships/customXml" Target="../ink/ink117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84.xml"/><Relationship Id="rId13" Type="http://schemas.openxmlformats.org/officeDocument/2006/relationships/customXml" Target="../ink/ink1189.xml"/><Relationship Id="rId18" Type="http://schemas.openxmlformats.org/officeDocument/2006/relationships/customXml" Target="../ink/ink1194.xml"/><Relationship Id="rId26" Type="http://schemas.openxmlformats.org/officeDocument/2006/relationships/customXml" Target="../ink/ink1202.xml"/><Relationship Id="rId3" Type="http://schemas.openxmlformats.org/officeDocument/2006/relationships/image" Target="../media/image80.png"/><Relationship Id="rId21" Type="http://schemas.openxmlformats.org/officeDocument/2006/relationships/customXml" Target="../ink/ink1197.xml"/><Relationship Id="rId7" Type="http://schemas.openxmlformats.org/officeDocument/2006/relationships/customXml" Target="../ink/ink1183.xml"/><Relationship Id="rId12" Type="http://schemas.openxmlformats.org/officeDocument/2006/relationships/customXml" Target="../ink/ink1188.xml"/><Relationship Id="rId17" Type="http://schemas.openxmlformats.org/officeDocument/2006/relationships/customXml" Target="../ink/ink1193.xml"/><Relationship Id="rId25" Type="http://schemas.openxmlformats.org/officeDocument/2006/relationships/customXml" Target="../ink/ink1201.xml"/><Relationship Id="rId2" Type="http://schemas.openxmlformats.org/officeDocument/2006/relationships/image" Target="../media/image79.png"/><Relationship Id="rId16" Type="http://schemas.openxmlformats.org/officeDocument/2006/relationships/customXml" Target="../ink/ink1192.xml"/><Relationship Id="rId20" Type="http://schemas.openxmlformats.org/officeDocument/2006/relationships/customXml" Target="../ink/ink11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customXml" Target="../ink/ink1187.xml"/><Relationship Id="rId24" Type="http://schemas.openxmlformats.org/officeDocument/2006/relationships/customXml" Target="../ink/ink1200.xml"/><Relationship Id="rId5" Type="http://schemas.openxmlformats.org/officeDocument/2006/relationships/image" Target="../media/image82.png"/><Relationship Id="rId15" Type="http://schemas.openxmlformats.org/officeDocument/2006/relationships/customXml" Target="../ink/ink1191.xml"/><Relationship Id="rId23" Type="http://schemas.openxmlformats.org/officeDocument/2006/relationships/customXml" Target="../ink/ink1199.xml"/><Relationship Id="rId10" Type="http://schemas.openxmlformats.org/officeDocument/2006/relationships/customXml" Target="../ink/ink1186.xml"/><Relationship Id="rId19" Type="http://schemas.openxmlformats.org/officeDocument/2006/relationships/customXml" Target="../ink/ink1195.xml"/><Relationship Id="rId4" Type="http://schemas.openxmlformats.org/officeDocument/2006/relationships/image" Target="../media/image81.png"/><Relationship Id="rId9" Type="http://schemas.openxmlformats.org/officeDocument/2006/relationships/customXml" Target="../ink/ink1185.xml"/><Relationship Id="rId14" Type="http://schemas.openxmlformats.org/officeDocument/2006/relationships/customXml" Target="../ink/ink1190.xml"/><Relationship Id="rId22" Type="http://schemas.openxmlformats.org/officeDocument/2006/relationships/customXml" Target="../ink/ink1198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06.xml"/><Relationship Id="rId18" Type="http://schemas.openxmlformats.org/officeDocument/2006/relationships/customXml" Target="../ink/ink1211.xml"/><Relationship Id="rId26" Type="http://schemas.openxmlformats.org/officeDocument/2006/relationships/customXml" Target="../ink/ink1219.xml"/><Relationship Id="rId3" Type="http://schemas.openxmlformats.org/officeDocument/2006/relationships/image" Target="../media/image85.png"/><Relationship Id="rId21" Type="http://schemas.openxmlformats.org/officeDocument/2006/relationships/customXml" Target="../ink/ink1214.xml"/><Relationship Id="rId34" Type="http://schemas.openxmlformats.org/officeDocument/2006/relationships/customXml" Target="../ink/ink1227.xml"/><Relationship Id="rId7" Type="http://schemas.openxmlformats.org/officeDocument/2006/relationships/image" Target="../media/image89.png"/><Relationship Id="rId12" Type="http://schemas.openxmlformats.org/officeDocument/2006/relationships/customXml" Target="../ink/ink1205.xml"/><Relationship Id="rId17" Type="http://schemas.openxmlformats.org/officeDocument/2006/relationships/customXml" Target="../ink/ink1210.xml"/><Relationship Id="rId25" Type="http://schemas.openxmlformats.org/officeDocument/2006/relationships/customXml" Target="../ink/ink1218.xml"/><Relationship Id="rId33" Type="http://schemas.openxmlformats.org/officeDocument/2006/relationships/customXml" Target="../ink/ink1226.xml"/><Relationship Id="rId2" Type="http://schemas.openxmlformats.org/officeDocument/2006/relationships/image" Target="../media/image84.png"/><Relationship Id="rId16" Type="http://schemas.openxmlformats.org/officeDocument/2006/relationships/customXml" Target="../ink/ink1209.xml"/><Relationship Id="rId20" Type="http://schemas.openxmlformats.org/officeDocument/2006/relationships/customXml" Target="../ink/ink1213.xml"/><Relationship Id="rId29" Type="http://schemas.openxmlformats.org/officeDocument/2006/relationships/customXml" Target="../ink/ink12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customXml" Target="../ink/ink1204.xml"/><Relationship Id="rId24" Type="http://schemas.openxmlformats.org/officeDocument/2006/relationships/customXml" Target="../ink/ink1217.xml"/><Relationship Id="rId32" Type="http://schemas.openxmlformats.org/officeDocument/2006/relationships/customXml" Target="../ink/ink1225.xml"/><Relationship Id="rId5" Type="http://schemas.openxmlformats.org/officeDocument/2006/relationships/image" Target="../media/image87.png"/><Relationship Id="rId15" Type="http://schemas.openxmlformats.org/officeDocument/2006/relationships/customXml" Target="../ink/ink1208.xml"/><Relationship Id="rId23" Type="http://schemas.openxmlformats.org/officeDocument/2006/relationships/customXml" Target="../ink/ink1216.xml"/><Relationship Id="rId28" Type="http://schemas.openxmlformats.org/officeDocument/2006/relationships/customXml" Target="../ink/ink1221.xml"/><Relationship Id="rId10" Type="http://schemas.openxmlformats.org/officeDocument/2006/relationships/customXml" Target="../ink/ink1203.xml"/><Relationship Id="rId19" Type="http://schemas.openxmlformats.org/officeDocument/2006/relationships/customXml" Target="../ink/ink1212.xml"/><Relationship Id="rId31" Type="http://schemas.openxmlformats.org/officeDocument/2006/relationships/customXml" Target="../ink/ink1224.xml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customXml" Target="../ink/ink1207.xml"/><Relationship Id="rId22" Type="http://schemas.openxmlformats.org/officeDocument/2006/relationships/customXml" Target="../ink/ink1215.xml"/><Relationship Id="rId27" Type="http://schemas.openxmlformats.org/officeDocument/2006/relationships/customXml" Target="../ink/ink1220.xml"/><Relationship Id="rId30" Type="http://schemas.openxmlformats.org/officeDocument/2006/relationships/customXml" Target="../ink/ink1223.xml"/><Relationship Id="rId8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35.xml"/><Relationship Id="rId21" Type="http://schemas.openxmlformats.org/officeDocument/2006/relationships/customXml" Target="../ink/ink1239.xml"/><Relationship Id="rId42" Type="http://schemas.openxmlformats.org/officeDocument/2006/relationships/customXml" Target="../ink/ink1260.xml"/><Relationship Id="rId47" Type="http://schemas.openxmlformats.org/officeDocument/2006/relationships/customXml" Target="../ink/ink1265.xml"/><Relationship Id="rId63" Type="http://schemas.openxmlformats.org/officeDocument/2006/relationships/customXml" Target="../ink/ink1281.xml"/><Relationship Id="rId68" Type="http://schemas.openxmlformats.org/officeDocument/2006/relationships/customXml" Target="../ink/ink1286.xml"/><Relationship Id="rId84" Type="http://schemas.openxmlformats.org/officeDocument/2006/relationships/customXml" Target="../ink/ink1302.xml"/><Relationship Id="rId89" Type="http://schemas.openxmlformats.org/officeDocument/2006/relationships/customXml" Target="../ink/ink1307.xml"/><Relationship Id="rId112" Type="http://schemas.openxmlformats.org/officeDocument/2006/relationships/customXml" Target="../ink/ink1330.xml"/><Relationship Id="rId16" Type="http://schemas.openxmlformats.org/officeDocument/2006/relationships/customXml" Target="../ink/ink1234.xml"/><Relationship Id="rId107" Type="http://schemas.openxmlformats.org/officeDocument/2006/relationships/customXml" Target="../ink/ink1325.xml"/><Relationship Id="rId11" Type="http://schemas.openxmlformats.org/officeDocument/2006/relationships/customXml" Target="../ink/ink1229.xml"/><Relationship Id="rId32" Type="http://schemas.openxmlformats.org/officeDocument/2006/relationships/customXml" Target="../ink/ink1250.xml"/><Relationship Id="rId37" Type="http://schemas.openxmlformats.org/officeDocument/2006/relationships/customXml" Target="../ink/ink1255.xml"/><Relationship Id="rId53" Type="http://schemas.openxmlformats.org/officeDocument/2006/relationships/customXml" Target="../ink/ink1271.xml"/><Relationship Id="rId58" Type="http://schemas.openxmlformats.org/officeDocument/2006/relationships/customXml" Target="../ink/ink1276.xml"/><Relationship Id="rId74" Type="http://schemas.openxmlformats.org/officeDocument/2006/relationships/customXml" Target="../ink/ink1292.xml"/><Relationship Id="rId79" Type="http://schemas.openxmlformats.org/officeDocument/2006/relationships/customXml" Target="../ink/ink1297.xml"/><Relationship Id="rId102" Type="http://schemas.openxmlformats.org/officeDocument/2006/relationships/customXml" Target="../ink/ink1320.xml"/><Relationship Id="rId123" Type="http://schemas.openxmlformats.org/officeDocument/2006/relationships/customXml" Target="../ink/ink1341.xml"/><Relationship Id="rId128" Type="http://schemas.openxmlformats.org/officeDocument/2006/relationships/customXml" Target="../ink/ink1346.xml"/><Relationship Id="rId5" Type="http://schemas.openxmlformats.org/officeDocument/2006/relationships/image" Target="../media/image95.png"/><Relationship Id="rId90" Type="http://schemas.openxmlformats.org/officeDocument/2006/relationships/customXml" Target="../ink/ink1308.xml"/><Relationship Id="rId95" Type="http://schemas.openxmlformats.org/officeDocument/2006/relationships/customXml" Target="../ink/ink1313.xml"/><Relationship Id="rId22" Type="http://schemas.openxmlformats.org/officeDocument/2006/relationships/customXml" Target="../ink/ink1240.xml"/><Relationship Id="rId27" Type="http://schemas.openxmlformats.org/officeDocument/2006/relationships/customXml" Target="../ink/ink1245.xml"/><Relationship Id="rId43" Type="http://schemas.openxmlformats.org/officeDocument/2006/relationships/customXml" Target="../ink/ink1261.xml"/><Relationship Id="rId48" Type="http://schemas.openxmlformats.org/officeDocument/2006/relationships/customXml" Target="../ink/ink1266.xml"/><Relationship Id="rId64" Type="http://schemas.openxmlformats.org/officeDocument/2006/relationships/customXml" Target="../ink/ink1282.xml"/><Relationship Id="rId69" Type="http://schemas.openxmlformats.org/officeDocument/2006/relationships/customXml" Target="../ink/ink1287.xml"/><Relationship Id="rId113" Type="http://schemas.openxmlformats.org/officeDocument/2006/relationships/customXml" Target="../ink/ink1331.xml"/><Relationship Id="rId118" Type="http://schemas.openxmlformats.org/officeDocument/2006/relationships/customXml" Target="../ink/ink1336.xml"/><Relationship Id="rId80" Type="http://schemas.openxmlformats.org/officeDocument/2006/relationships/customXml" Target="../ink/ink1298.xml"/><Relationship Id="rId85" Type="http://schemas.openxmlformats.org/officeDocument/2006/relationships/customXml" Target="../ink/ink1303.xml"/><Relationship Id="rId12" Type="http://schemas.openxmlformats.org/officeDocument/2006/relationships/customXml" Target="../ink/ink1230.xml"/><Relationship Id="rId17" Type="http://schemas.openxmlformats.org/officeDocument/2006/relationships/customXml" Target="../ink/ink1235.xml"/><Relationship Id="rId33" Type="http://schemas.openxmlformats.org/officeDocument/2006/relationships/customXml" Target="../ink/ink1251.xml"/><Relationship Id="rId38" Type="http://schemas.openxmlformats.org/officeDocument/2006/relationships/customXml" Target="../ink/ink1256.xml"/><Relationship Id="rId59" Type="http://schemas.openxmlformats.org/officeDocument/2006/relationships/customXml" Target="../ink/ink1277.xml"/><Relationship Id="rId103" Type="http://schemas.openxmlformats.org/officeDocument/2006/relationships/customXml" Target="../ink/ink1321.xml"/><Relationship Id="rId108" Type="http://schemas.openxmlformats.org/officeDocument/2006/relationships/customXml" Target="../ink/ink1326.xml"/><Relationship Id="rId124" Type="http://schemas.openxmlformats.org/officeDocument/2006/relationships/customXml" Target="../ink/ink1342.xml"/><Relationship Id="rId129" Type="http://schemas.openxmlformats.org/officeDocument/2006/relationships/customXml" Target="../ink/ink1347.xml"/><Relationship Id="rId54" Type="http://schemas.openxmlformats.org/officeDocument/2006/relationships/customXml" Target="../ink/ink1272.xml"/><Relationship Id="rId70" Type="http://schemas.openxmlformats.org/officeDocument/2006/relationships/customXml" Target="../ink/ink1288.xml"/><Relationship Id="rId75" Type="http://schemas.openxmlformats.org/officeDocument/2006/relationships/customXml" Target="../ink/ink1293.xml"/><Relationship Id="rId91" Type="http://schemas.openxmlformats.org/officeDocument/2006/relationships/customXml" Target="../ink/ink1309.xml"/><Relationship Id="rId96" Type="http://schemas.openxmlformats.org/officeDocument/2006/relationships/customXml" Target="../ink/ink13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23" Type="http://schemas.openxmlformats.org/officeDocument/2006/relationships/customXml" Target="../ink/ink1241.xml"/><Relationship Id="rId28" Type="http://schemas.openxmlformats.org/officeDocument/2006/relationships/customXml" Target="../ink/ink1246.xml"/><Relationship Id="rId49" Type="http://schemas.openxmlformats.org/officeDocument/2006/relationships/customXml" Target="../ink/ink1267.xml"/><Relationship Id="rId114" Type="http://schemas.openxmlformats.org/officeDocument/2006/relationships/customXml" Target="../ink/ink1332.xml"/><Relationship Id="rId119" Type="http://schemas.openxmlformats.org/officeDocument/2006/relationships/customXml" Target="../ink/ink1337.xml"/><Relationship Id="rId44" Type="http://schemas.openxmlformats.org/officeDocument/2006/relationships/customXml" Target="../ink/ink1262.xml"/><Relationship Id="rId60" Type="http://schemas.openxmlformats.org/officeDocument/2006/relationships/customXml" Target="../ink/ink1278.xml"/><Relationship Id="rId65" Type="http://schemas.openxmlformats.org/officeDocument/2006/relationships/customXml" Target="../ink/ink1283.xml"/><Relationship Id="rId81" Type="http://schemas.openxmlformats.org/officeDocument/2006/relationships/customXml" Target="../ink/ink1299.xml"/><Relationship Id="rId86" Type="http://schemas.openxmlformats.org/officeDocument/2006/relationships/customXml" Target="../ink/ink1304.xml"/><Relationship Id="rId130" Type="http://schemas.openxmlformats.org/officeDocument/2006/relationships/customXml" Target="../ink/ink1348.xml"/><Relationship Id="rId13" Type="http://schemas.openxmlformats.org/officeDocument/2006/relationships/customXml" Target="../ink/ink1231.xml"/><Relationship Id="rId18" Type="http://schemas.openxmlformats.org/officeDocument/2006/relationships/customXml" Target="../ink/ink1236.xml"/><Relationship Id="rId39" Type="http://schemas.openxmlformats.org/officeDocument/2006/relationships/customXml" Target="../ink/ink1257.xml"/><Relationship Id="rId109" Type="http://schemas.openxmlformats.org/officeDocument/2006/relationships/customXml" Target="../ink/ink1327.xml"/><Relationship Id="rId34" Type="http://schemas.openxmlformats.org/officeDocument/2006/relationships/customXml" Target="../ink/ink1252.xml"/><Relationship Id="rId50" Type="http://schemas.openxmlformats.org/officeDocument/2006/relationships/customXml" Target="../ink/ink1268.xml"/><Relationship Id="rId55" Type="http://schemas.openxmlformats.org/officeDocument/2006/relationships/customXml" Target="../ink/ink1273.xml"/><Relationship Id="rId76" Type="http://schemas.openxmlformats.org/officeDocument/2006/relationships/customXml" Target="../ink/ink1294.xml"/><Relationship Id="rId97" Type="http://schemas.openxmlformats.org/officeDocument/2006/relationships/customXml" Target="../ink/ink1315.xml"/><Relationship Id="rId104" Type="http://schemas.openxmlformats.org/officeDocument/2006/relationships/customXml" Target="../ink/ink1322.xml"/><Relationship Id="rId120" Type="http://schemas.openxmlformats.org/officeDocument/2006/relationships/customXml" Target="../ink/ink1338.xml"/><Relationship Id="rId125" Type="http://schemas.openxmlformats.org/officeDocument/2006/relationships/customXml" Target="../ink/ink1343.xml"/><Relationship Id="rId7" Type="http://schemas.openxmlformats.org/officeDocument/2006/relationships/image" Target="../media/image97.png"/><Relationship Id="rId71" Type="http://schemas.openxmlformats.org/officeDocument/2006/relationships/customXml" Target="../ink/ink1289.xml"/><Relationship Id="rId92" Type="http://schemas.openxmlformats.org/officeDocument/2006/relationships/customXml" Target="../ink/ink1310.xml"/><Relationship Id="rId2" Type="http://schemas.openxmlformats.org/officeDocument/2006/relationships/image" Target="../media/image92.png"/><Relationship Id="rId29" Type="http://schemas.openxmlformats.org/officeDocument/2006/relationships/customXml" Target="../ink/ink1247.xml"/><Relationship Id="rId24" Type="http://schemas.openxmlformats.org/officeDocument/2006/relationships/customXml" Target="../ink/ink1242.xml"/><Relationship Id="rId40" Type="http://schemas.openxmlformats.org/officeDocument/2006/relationships/customXml" Target="../ink/ink1258.xml"/><Relationship Id="rId45" Type="http://schemas.openxmlformats.org/officeDocument/2006/relationships/customXml" Target="../ink/ink1263.xml"/><Relationship Id="rId66" Type="http://schemas.openxmlformats.org/officeDocument/2006/relationships/customXml" Target="../ink/ink1284.xml"/><Relationship Id="rId87" Type="http://schemas.openxmlformats.org/officeDocument/2006/relationships/customXml" Target="../ink/ink1305.xml"/><Relationship Id="rId110" Type="http://schemas.openxmlformats.org/officeDocument/2006/relationships/customXml" Target="../ink/ink1328.xml"/><Relationship Id="rId115" Type="http://schemas.openxmlformats.org/officeDocument/2006/relationships/customXml" Target="../ink/ink1333.xml"/><Relationship Id="rId131" Type="http://schemas.openxmlformats.org/officeDocument/2006/relationships/customXml" Target="../ink/ink1349.xml"/><Relationship Id="rId61" Type="http://schemas.openxmlformats.org/officeDocument/2006/relationships/customXml" Target="../ink/ink1279.xml"/><Relationship Id="rId82" Type="http://schemas.openxmlformats.org/officeDocument/2006/relationships/customXml" Target="../ink/ink1300.xml"/><Relationship Id="rId19" Type="http://schemas.openxmlformats.org/officeDocument/2006/relationships/customXml" Target="../ink/ink1237.xml"/><Relationship Id="rId14" Type="http://schemas.openxmlformats.org/officeDocument/2006/relationships/customXml" Target="../ink/ink1232.xml"/><Relationship Id="rId30" Type="http://schemas.openxmlformats.org/officeDocument/2006/relationships/customXml" Target="../ink/ink1248.xml"/><Relationship Id="rId35" Type="http://schemas.openxmlformats.org/officeDocument/2006/relationships/customXml" Target="../ink/ink1253.xml"/><Relationship Id="rId56" Type="http://schemas.openxmlformats.org/officeDocument/2006/relationships/customXml" Target="../ink/ink1274.xml"/><Relationship Id="rId77" Type="http://schemas.openxmlformats.org/officeDocument/2006/relationships/customXml" Target="../ink/ink1295.xml"/><Relationship Id="rId100" Type="http://schemas.openxmlformats.org/officeDocument/2006/relationships/customXml" Target="../ink/ink1318.xml"/><Relationship Id="rId105" Type="http://schemas.openxmlformats.org/officeDocument/2006/relationships/customXml" Target="../ink/ink1323.xml"/><Relationship Id="rId126" Type="http://schemas.openxmlformats.org/officeDocument/2006/relationships/customXml" Target="../ink/ink1344.xml"/><Relationship Id="rId8" Type="http://schemas.openxmlformats.org/officeDocument/2006/relationships/image" Target="../media/image98.png"/><Relationship Id="rId51" Type="http://schemas.openxmlformats.org/officeDocument/2006/relationships/customXml" Target="../ink/ink1269.xml"/><Relationship Id="rId72" Type="http://schemas.openxmlformats.org/officeDocument/2006/relationships/customXml" Target="../ink/ink1290.xml"/><Relationship Id="rId93" Type="http://schemas.openxmlformats.org/officeDocument/2006/relationships/customXml" Target="../ink/ink1311.xml"/><Relationship Id="rId98" Type="http://schemas.openxmlformats.org/officeDocument/2006/relationships/customXml" Target="../ink/ink1316.xml"/><Relationship Id="rId121" Type="http://schemas.openxmlformats.org/officeDocument/2006/relationships/customXml" Target="../ink/ink1339.xml"/><Relationship Id="rId3" Type="http://schemas.openxmlformats.org/officeDocument/2006/relationships/image" Target="../media/image93.png"/><Relationship Id="rId25" Type="http://schemas.openxmlformats.org/officeDocument/2006/relationships/customXml" Target="../ink/ink1243.xml"/><Relationship Id="rId46" Type="http://schemas.openxmlformats.org/officeDocument/2006/relationships/customXml" Target="../ink/ink1264.xml"/><Relationship Id="rId67" Type="http://schemas.openxmlformats.org/officeDocument/2006/relationships/customXml" Target="../ink/ink1285.xml"/><Relationship Id="rId116" Type="http://schemas.openxmlformats.org/officeDocument/2006/relationships/customXml" Target="../ink/ink1334.xml"/><Relationship Id="rId20" Type="http://schemas.openxmlformats.org/officeDocument/2006/relationships/customXml" Target="../ink/ink1238.xml"/><Relationship Id="rId41" Type="http://schemas.openxmlformats.org/officeDocument/2006/relationships/customXml" Target="../ink/ink1259.xml"/><Relationship Id="rId62" Type="http://schemas.openxmlformats.org/officeDocument/2006/relationships/customXml" Target="../ink/ink1280.xml"/><Relationship Id="rId83" Type="http://schemas.openxmlformats.org/officeDocument/2006/relationships/customXml" Target="../ink/ink1301.xml"/><Relationship Id="rId88" Type="http://schemas.openxmlformats.org/officeDocument/2006/relationships/customXml" Target="../ink/ink1306.xml"/><Relationship Id="rId111" Type="http://schemas.openxmlformats.org/officeDocument/2006/relationships/customXml" Target="../ink/ink1329.xml"/><Relationship Id="rId15" Type="http://schemas.openxmlformats.org/officeDocument/2006/relationships/customXml" Target="../ink/ink1233.xml"/><Relationship Id="rId36" Type="http://schemas.openxmlformats.org/officeDocument/2006/relationships/customXml" Target="../ink/ink1254.xml"/><Relationship Id="rId57" Type="http://schemas.openxmlformats.org/officeDocument/2006/relationships/customXml" Target="../ink/ink1275.xml"/><Relationship Id="rId106" Type="http://schemas.openxmlformats.org/officeDocument/2006/relationships/customXml" Target="../ink/ink1324.xml"/><Relationship Id="rId127" Type="http://schemas.openxmlformats.org/officeDocument/2006/relationships/customXml" Target="../ink/ink1345.xml"/><Relationship Id="rId10" Type="http://schemas.openxmlformats.org/officeDocument/2006/relationships/customXml" Target="../ink/ink1228.xml"/><Relationship Id="rId31" Type="http://schemas.openxmlformats.org/officeDocument/2006/relationships/customXml" Target="../ink/ink1249.xml"/><Relationship Id="rId52" Type="http://schemas.openxmlformats.org/officeDocument/2006/relationships/customXml" Target="../ink/ink1270.xml"/><Relationship Id="rId73" Type="http://schemas.openxmlformats.org/officeDocument/2006/relationships/customXml" Target="../ink/ink1291.xml"/><Relationship Id="rId78" Type="http://schemas.openxmlformats.org/officeDocument/2006/relationships/customXml" Target="../ink/ink1296.xml"/><Relationship Id="rId94" Type="http://schemas.openxmlformats.org/officeDocument/2006/relationships/customXml" Target="../ink/ink1312.xml"/><Relationship Id="rId99" Type="http://schemas.openxmlformats.org/officeDocument/2006/relationships/customXml" Target="../ink/ink1317.xml"/><Relationship Id="rId101" Type="http://schemas.openxmlformats.org/officeDocument/2006/relationships/customXml" Target="../ink/ink1319.xml"/><Relationship Id="rId122" Type="http://schemas.openxmlformats.org/officeDocument/2006/relationships/customXml" Target="../ink/ink1340.xml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26" Type="http://schemas.openxmlformats.org/officeDocument/2006/relationships/customXml" Target="../ink/ink1244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65.xml"/><Relationship Id="rId21" Type="http://schemas.openxmlformats.org/officeDocument/2006/relationships/customXml" Target="../ink/ink1369.xml"/><Relationship Id="rId42" Type="http://schemas.openxmlformats.org/officeDocument/2006/relationships/customXml" Target="../ink/ink1390.xml"/><Relationship Id="rId63" Type="http://schemas.openxmlformats.org/officeDocument/2006/relationships/customXml" Target="../ink/ink1411.xml"/><Relationship Id="rId84" Type="http://schemas.openxmlformats.org/officeDocument/2006/relationships/customXml" Target="../ink/ink1432.xml"/><Relationship Id="rId138" Type="http://schemas.openxmlformats.org/officeDocument/2006/relationships/customXml" Target="../ink/ink1486.xml"/><Relationship Id="rId107" Type="http://schemas.openxmlformats.org/officeDocument/2006/relationships/customXml" Target="../ink/ink1455.xml"/><Relationship Id="rId11" Type="http://schemas.openxmlformats.org/officeDocument/2006/relationships/customXml" Target="../ink/ink1359.xml"/><Relationship Id="rId32" Type="http://schemas.openxmlformats.org/officeDocument/2006/relationships/customXml" Target="../ink/ink1380.xml"/><Relationship Id="rId37" Type="http://schemas.openxmlformats.org/officeDocument/2006/relationships/customXml" Target="../ink/ink1385.xml"/><Relationship Id="rId53" Type="http://schemas.openxmlformats.org/officeDocument/2006/relationships/customXml" Target="../ink/ink1401.xml"/><Relationship Id="rId58" Type="http://schemas.openxmlformats.org/officeDocument/2006/relationships/customXml" Target="../ink/ink1406.xml"/><Relationship Id="rId74" Type="http://schemas.openxmlformats.org/officeDocument/2006/relationships/customXml" Target="../ink/ink1422.xml"/><Relationship Id="rId79" Type="http://schemas.openxmlformats.org/officeDocument/2006/relationships/customXml" Target="../ink/ink1427.xml"/><Relationship Id="rId102" Type="http://schemas.openxmlformats.org/officeDocument/2006/relationships/customXml" Target="../ink/ink1450.xml"/><Relationship Id="rId123" Type="http://schemas.openxmlformats.org/officeDocument/2006/relationships/customXml" Target="../ink/ink1471.xml"/><Relationship Id="rId128" Type="http://schemas.openxmlformats.org/officeDocument/2006/relationships/customXml" Target="../ink/ink1476.xml"/><Relationship Id="rId5" Type="http://schemas.openxmlformats.org/officeDocument/2006/relationships/customXml" Target="../ink/ink1353.xml"/><Relationship Id="rId90" Type="http://schemas.openxmlformats.org/officeDocument/2006/relationships/customXml" Target="../ink/ink1438.xml"/><Relationship Id="rId95" Type="http://schemas.openxmlformats.org/officeDocument/2006/relationships/customXml" Target="../ink/ink1443.xml"/><Relationship Id="rId22" Type="http://schemas.openxmlformats.org/officeDocument/2006/relationships/customXml" Target="../ink/ink1370.xml"/><Relationship Id="rId27" Type="http://schemas.openxmlformats.org/officeDocument/2006/relationships/customXml" Target="../ink/ink1375.xml"/><Relationship Id="rId43" Type="http://schemas.openxmlformats.org/officeDocument/2006/relationships/customXml" Target="../ink/ink1391.xml"/><Relationship Id="rId48" Type="http://schemas.openxmlformats.org/officeDocument/2006/relationships/customXml" Target="../ink/ink1396.xml"/><Relationship Id="rId64" Type="http://schemas.openxmlformats.org/officeDocument/2006/relationships/customXml" Target="../ink/ink1412.xml"/><Relationship Id="rId69" Type="http://schemas.openxmlformats.org/officeDocument/2006/relationships/customXml" Target="../ink/ink1417.xml"/><Relationship Id="rId113" Type="http://schemas.openxmlformats.org/officeDocument/2006/relationships/customXml" Target="../ink/ink1461.xml"/><Relationship Id="rId118" Type="http://schemas.openxmlformats.org/officeDocument/2006/relationships/customXml" Target="../ink/ink1466.xml"/><Relationship Id="rId134" Type="http://schemas.openxmlformats.org/officeDocument/2006/relationships/customXml" Target="../ink/ink1482.xml"/><Relationship Id="rId139" Type="http://schemas.openxmlformats.org/officeDocument/2006/relationships/customXml" Target="../ink/ink1487.xml"/><Relationship Id="rId80" Type="http://schemas.openxmlformats.org/officeDocument/2006/relationships/customXml" Target="../ink/ink1428.xml"/><Relationship Id="rId85" Type="http://schemas.openxmlformats.org/officeDocument/2006/relationships/customXml" Target="../ink/ink1433.xml"/><Relationship Id="rId12" Type="http://schemas.openxmlformats.org/officeDocument/2006/relationships/customXml" Target="../ink/ink1360.xml"/><Relationship Id="rId17" Type="http://schemas.openxmlformats.org/officeDocument/2006/relationships/customXml" Target="../ink/ink1365.xml"/><Relationship Id="rId33" Type="http://schemas.openxmlformats.org/officeDocument/2006/relationships/customXml" Target="../ink/ink1381.xml"/><Relationship Id="rId38" Type="http://schemas.openxmlformats.org/officeDocument/2006/relationships/customXml" Target="../ink/ink1386.xml"/><Relationship Id="rId59" Type="http://schemas.openxmlformats.org/officeDocument/2006/relationships/customXml" Target="../ink/ink1407.xml"/><Relationship Id="rId103" Type="http://schemas.openxmlformats.org/officeDocument/2006/relationships/customXml" Target="../ink/ink1451.xml"/><Relationship Id="rId108" Type="http://schemas.openxmlformats.org/officeDocument/2006/relationships/customXml" Target="../ink/ink1456.xml"/><Relationship Id="rId124" Type="http://schemas.openxmlformats.org/officeDocument/2006/relationships/customXml" Target="../ink/ink1472.xml"/><Relationship Id="rId129" Type="http://schemas.openxmlformats.org/officeDocument/2006/relationships/customXml" Target="../ink/ink1477.xml"/><Relationship Id="rId54" Type="http://schemas.openxmlformats.org/officeDocument/2006/relationships/customXml" Target="../ink/ink1402.xml"/><Relationship Id="rId70" Type="http://schemas.openxmlformats.org/officeDocument/2006/relationships/customXml" Target="../ink/ink1418.xml"/><Relationship Id="rId75" Type="http://schemas.openxmlformats.org/officeDocument/2006/relationships/customXml" Target="../ink/ink1423.xml"/><Relationship Id="rId91" Type="http://schemas.openxmlformats.org/officeDocument/2006/relationships/customXml" Target="../ink/ink1439.xml"/><Relationship Id="rId96" Type="http://schemas.openxmlformats.org/officeDocument/2006/relationships/customXml" Target="../ink/ink1444.xml"/><Relationship Id="rId140" Type="http://schemas.openxmlformats.org/officeDocument/2006/relationships/customXml" Target="../ink/ink148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54.xml"/><Relationship Id="rId23" Type="http://schemas.openxmlformats.org/officeDocument/2006/relationships/customXml" Target="../ink/ink1371.xml"/><Relationship Id="rId28" Type="http://schemas.openxmlformats.org/officeDocument/2006/relationships/customXml" Target="../ink/ink1376.xml"/><Relationship Id="rId49" Type="http://schemas.openxmlformats.org/officeDocument/2006/relationships/customXml" Target="../ink/ink1397.xml"/><Relationship Id="rId114" Type="http://schemas.openxmlformats.org/officeDocument/2006/relationships/customXml" Target="../ink/ink1462.xml"/><Relationship Id="rId119" Type="http://schemas.openxmlformats.org/officeDocument/2006/relationships/customXml" Target="../ink/ink1467.xml"/><Relationship Id="rId44" Type="http://schemas.openxmlformats.org/officeDocument/2006/relationships/customXml" Target="../ink/ink1392.xml"/><Relationship Id="rId60" Type="http://schemas.openxmlformats.org/officeDocument/2006/relationships/customXml" Target="../ink/ink1408.xml"/><Relationship Id="rId65" Type="http://schemas.openxmlformats.org/officeDocument/2006/relationships/customXml" Target="../ink/ink1413.xml"/><Relationship Id="rId81" Type="http://schemas.openxmlformats.org/officeDocument/2006/relationships/customXml" Target="../ink/ink1429.xml"/><Relationship Id="rId86" Type="http://schemas.openxmlformats.org/officeDocument/2006/relationships/customXml" Target="../ink/ink1434.xml"/><Relationship Id="rId130" Type="http://schemas.openxmlformats.org/officeDocument/2006/relationships/customXml" Target="../ink/ink1478.xml"/><Relationship Id="rId135" Type="http://schemas.openxmlformats.org/officeDocument/2006/relationships/customXml" Target="../ink/ink1483.xml"/><Relationship Id="rId13" Type="http://schemas.openxmlformats.org/officeDocument/2006/relationships/customXml" Target="../ink/ink1361.xml"/><Relationship Id="rId18" Type="http://schemas.openxmlformats.org/officeDocument/2006/relationships/customXml" Target="../ink/ink1366.xml"/><Relationship Id="rId39" Type="http://schemas.openxmlformats.org/officeDocument/2006/relationships/customXml" Target="../ink/ink1387.xml"/><Relationship Id="rId109" Type="http://schemas.openxmlformats.org/officeDocument/2006/relationships/customXml" Target="../ink/ink1457.xml"/><Relationship Id="rId34" Type="http://schemas.openxmlformats.org/officeDocument/2006/relationships/customXml" Target="../ink/ink1382.xml"/><Relationship Id="rId50" Type="http://schemas.openxmlformats.org/officeDocument/2006/relationships/customXml" Target="../ink/ink1398.xml"/><Relationship Id="rId55" Type="http://schemas.openxmlformats.org/officeDocument/2006/relationships/customXml" Target="../ink/ink1403.xml"/><Relationship Id="rId76" Type="http://schemas.openxmlformats.org/officeDocument/2006/relationships/customXml" Target="../ink/ink1424.xml"/><Relationship Id="rId97" Type="http://schemas.openxmlformats.org/officeDocument/2006/relationships/customXml" Target="../ink/ink1445.xml"/><Relationship Id="rId104" Type="http://schemas.openxmlformats.org/officeDocument/2006/relationships/customXml" Target="../ink/ink1452.xml"/><Relationship Id="rId120" Type="http://schemas.openxmlformats.org/officeDocument/2006/relationships/customXml" Target="../ink/ink1468.xml"/><Relationship Id="rId125" Type="http://schemas.openxmlformats.org/officeDocument/2006/relationships/customXml" Target="../ink/ink1473.xml"/><Relationship Id="rId141" Type="http://schemas.openxmlformats.org/officeDocument/2006/relationships/customXml" Target="../ink/ink1489.xml"/><Relationship Id="rId7" Type="http://schemas.openxmlformats.org/officeDocument/2006/relationships/customXml" Target="../ink/ink1355.xml"/><Relationship Id="rId71" Type="http://schemas.openxmlformats.org/officeDocument/2006/relationships/customXml" Target="../ink/ink1419.xml"/><Relationship Id="rId92" Type="http://schemas.openxmlformats.org/officeDocument/2006/relationships/customXml" Target="../ink/ink1440.xml"/><Relationship Id="rId2" Type="http://schemas.openxmlformats.org/officeDocument/2006/relationships/customXml" Target="../ink/ink1350.xml"/><Relationship Id="rId29" Type="http://schemas.openxmlformats.org/officeDocument/2006/relationships/customXml" Target="../ink/ink1377.xml"/><Relationship Id="rId24" Type="http://schemas.openxmlformats.org/officeDocument/2006/relationships/customXml" Target="../ink/ink1372.xml"/><Relationship Id="rId40" Type="http://schemas.openxmlformats.org/officeDocument/2006/relationships/customXml" Target="../ink/ink1388.xml"/><Relationship Id="rId45" Type="http://schemas.openxmlformats.org/officeDocument/2006/relationships/customXml" Target="../ink/ink1393.xml"/><Relationship Id="rId66" Type="http://schemas.openxmlformats.org/officeDocument/2006/relationships/customXml" Target="../ink/ink1414.xml"/><Relationship Id="rId87" Type="http://schemas.openxmlformats.org/officeDocument/2006/relationships/customXml" Target="../ink/ink1435.xml"/><Relationship Id="rId110" Type="http://schemas.openxmlformats.org/officeDocument/2006/relationships/customXml" Target="../ink/ink1458.xml"/><Relationship Id="rId115" Type="http://schemas.openxmlformats.org/officeDocument/2006/relationships/customXml" Target="../ink/ink1463.xml"/><Relationship Id="rId131" Type="http://schemas.openxmlformats.org/officeDocument/2006/relationships/customXml" Target="../ink/ink1479.xml"/><Relationship Id="rId136" Type="http://schemas.openxmlformats.org/officeDocument/2006/relationships/customXml" Target="../ink/ink1484.xml"/><Relationship Id="rId61" Type="http://schemas.openxmlformats.org/officeDocument/2006/relationships/customXml" Target="../ink/ink1409.xml"/><Relationship Id="rId82" Type="http://schemas.openxmlformats.org/officeDocument/2006/relationships/customXml" Target="../ink/ink1430.xml"/><Relationship Id="rId19" Type="http://schemas.openxmlformats.org/officeDocument/2006/relationships/customXml" Target="../ink/ink1367.xml"/><Relationship Id="rId14" Type="http://schemas.openxmlformats.org/officeDocument/2006/relationships/customXml" Target="../ink/ink1362.xml"/><Relationship Id="rId30" Type="http://schemas.openxmlformats.org/officeDocument/2006/relationships/customXml" Target="../ink/ink1378.xml"/><Relationship Id="rId35" Type="http://schemas.openxmlformats.org/officeDocument/2006/relationships/customXml" Target="../ink/ink1383.xml"/><Relationship Id="rId56" Type="http://schemas.openxmlformats.org/officeDocument/2006/relationships/customXml" Target="../ink/ink1404.xml"/><Relationship Id="rId77" Type="http://schemas.openxmlformats.org/officeDocument/2006/relationships/customXml" Target="../ink/ink1425.xml"/><Relationship Id="rId100" Type="http://schemas.openxmlformats.org/officeDocument/2006/relationships/customXml" Target="../ink/ink1448.xml"/><Relationship Id="rId105" Type="http://schemas.openxmlformats.org/officeDocument/2006/relationships/customXml" Target="../ink/ink1453.xml"/><Relationship Id="rId126" Type="http://schemas.openxmlformats.org/officeDocument/2006/relationships/customXml" Target="../ink/ink1474.xml"/><Relationship Id="rId8" Type="http://schemas.openxmlformats.org/officeDocument/2006/relationships/customXml" Target="../ink/ink1356.xml"/><Relationship Id="rId51" Type="http://schemas.openxmlformats.org/officeDocument/2006/relationships/customXml" Target="../ink/ink1399.xml"/><Relationship Id="rId72" Type="http://schemas.openxmlformats.org/officeDocument/2006/relationships/customXml" Target="../ink/ink1420.xml"/><Relationship Id="rId93" Type="http://schemas.openxmlformats.org/officeDocument/2006/relationships/customXml" Target="../ink/ink1441.xml"/><Relationship Id="rId98" Type="http://schemas.openxmlformats.org/officeDocument/2006/relationships/customXml" Target="../ink/ink1446.xml"/><Relationship Id="rId121" Type="http://schemas.openxmlformats.org/officeDocument/2006/relationships/customXml" Target="../ink/ink1469.xml"/><Relationship Id="rId142" Type="http://schemas.openxmlformats.org/officeDocument/2006/relationships/customXml" Target="../ink/ink1490.xml"/><Relationship Id="rId3" Type="http://schemas.openxmlformats.org/officeDocument/2006/relationships/customXml" Target="../ink/ink1351.xml"/><Relationship Id="rId25" Type="http://schemas.openxmlformats.org/officeDocument/2006/relationships/customXml" Target="../ink/ink1373.xml"/><Relationship Id="rId46" Type="http://schemas.openxmlformats.org/officeDocument/2006/relationships/customXml" Target="../ink/ink1394.xml"/><Relationship Id="rId67" Type="http://schemas.openxmlformats.org/officeDocument/2006/relationships/customXml" Target="../ink/ink1415.xml"/><Relationship Id="rId116" Type="http://schemas.openxmlformats.org/officeDocument/2006/relationships/customXml" Target="../ink/ink1464.xml"/><Relationship Id="rId137" Type="http://schemas.openxmlformats.org/officeDocument/2006/relationships/customXml" Target="../ink/ink1485.xml"/><Relationship Id="rId20" Type="http://schemas.openxmlformats.org/officeDocument/2006/relationships/customXml" Target="../ink/ink1368.xml"/><Relationship Id="rId41" Type="http://schemas.openxmlformats.org/officeDocument/2006/relationships/customXml" Target="../ink/ink1389.xml"/><Relationship Id="rId62" Type="http://schemas.openxmlformats.org/officeDocument/2006/relationships/customXml" Target="../ink/ink1410.xml"/><Relationship Id="rId83" Type="http://schemas.openxmlformats.org/officeDocument/2006/relationships/customXml" Target="../ink/ink1431.xml"/><Relationship Id="rId88" Type="http://schemas.openxmlformats.org/officeDocument/2006/relationships/customXml" Target="../ink/ink1436.xml"/><Relationship Id="rId111" Type="http://schemas.openxmlformats.org/officeDocument/2006/relationships/customXml" Target="../ink/ink1459.xml"/><Relationship Id="rId132" Type="http://schemas.openxmlformats.org/officeDocument/2006/relationships/customXml" Target="../ink/ink1480.xml"/><Relationship Id="rId15" Type="http://schemas.openxmlformats.org/officeDocument/2006/relationships/customXml" Target="../ink/ink1363.xml"/><Relationship Id="rId36" Type="http://schemas.openxmlformats.org/officeDocument/2006/relationships/customXml" Target="../ink/ink1384.xml"/><Relationship Id="rId57" Type="http://schemas.openxmlformats.org/officeDocument/2006/relationships/customXml" Target="../ink/ink1405.xml"/><Relationship Id="rId106" Type="http://schemas.openxmlformats.org/officeDocument/2006/relationships/customXml" Target="../ink/ink1454.xml"/><Relationship Id="rId127" Type="http://schemas.openxmlformats.org/officeDocument/2006/relationships/customXml" Target="../ink/ink1475.xml"/><Relationship Id="rId10" Type="http://schemas.openxmlformats.org/officeDocument/2006/relationships/customXml" Target="../ink/ink1358.xml"/><Relationship Id="rId31" Type="http://schemas.openxmlformats.org/officeDocument/2006/relationships/customXml" Target="../ink/ink1379.xml"/><Relationship Id="rId52" Type="http://schemas.openxmlformats.org/officeDocument/2006/relationships/customXml" Target="../ink/ink1400.xml"/><Relationship Id="rId73" Type="http://schemas.openxmlformats.org/officeDocument/2006/relationships/customXml" Target="../ink/ink1421.xml"/><Relationship Id="rId78" Type="http://schemas.openxmlformats.org/officeDocument/2006/relationships/customXml" Target="../ink/ink1426.xml"/><Relationship Id="rId94" Type="http://schemas.openxmlformats.org/officeDocument/2006/relationships/customXml" Target="../ink/ink1442.xml"/><Relationship Id="rId99" Type="http://schemas.openxmlformats.org/officeDocument/2006/relationships/customXml" Target="../ink/ink1447.xml"/><Relationship Id="rId101" Type="http://schemas.openxmlformats.org/officeDocument/2006/relationships/customXml" Target="../ink/ink1449.xml"/><Relationship Id="rId122" Type="http://schemas.openxmlformats.org/officeDocument/2006/relationships/customXml" Target="../ink/ink1470.xml"/><Relationship Id="rId143" Type="http://schemas.openxmlformats.org/officeDocument/2006/relationships/customXml" Target="../ink/ink1491.xml"/><Relationship Id="rId4" Type="http://schemas.openxmlformats.org/officeDocument/2006/relationships/customXml" Target="../ink/ink1352.xml"/><Relationship Id="rId9" Type="http://schemas.openxmlformats.org/officeDocument/2006/relationships/customXml" Target="../ink/ink1357.xml"/><Relationship Id="rId26" Type="http://schemas.openxmlformats.org/officeDocument/2006/relationships/customXml" Target="../ink/ink1374.xml"/><Relationship Id="rId47" Type="http://schemas.openxmlformats.org/officeDocument/2006/relationships/customXml" Target="../ink/ink1395.xml"/><Relationship Id="rId68" Type="http://schemas.openxmlformats.org/officeDocument/2006/relationships/customXml" Target="../ink/ink1416.xml"/><Relationship Id="rId89" Type="http://schemas.openxmlformats.org/officeDocument/2006/relationships/customXml" Target="../ink/ink1437.xml"/><Relationship Id="rId112" Type="http://schemas.openxmlformats.org/officeDocument/2006/relationships/customXml" Target="../ink/ink1460.xml"/><Relationship Id="rId133" Type="http://schemas.openxmlformats.org/officeDocument/2006/relationships/customXml" Target="../ink/ink1481.xml"/><Relationship Id="rId16" Type="http://schemas.openxmlformats.org/officeDocument/2006/relationships/customXml" Target="../ink/ink1364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07.xml"/><Relationship Id="rId299" Type="http://schemas.openxmlformats.org/officeDocument/2006/relationships/customXml" Target="../ink/ink1789.xml"/><Relationship Id="rId21" Type="http://schemas.openxmlformats.org/officeDocument/2006/relationships/customXml" Target="../ink/ink1511.xml"/><Relationship Id="rId63" Type="http://schemas.openxmlformats.org/officeDocument/2006/relationships/customXml" Target="../ink/ink1553.xml"/><Relationship Id="rId159" Type="http://schemas.openxmlformats.org/officeDocument/2006/relationships/customXml" Target="../ink/ink1649.xml"/><Relationship Id="rId170" Type="http://schemas.openxmlformats.org/officeDocument/2006/relationships/customXml" Target="../ink/ink1660.xml"/><Relationship Id="rId226" Type="http://schemas.openxmlformats.org/officeDocument/2006/relationships/customXml" Target="../ink/ink1716.xml"/><Relationship Id="rId268" Type="http://schemas.openxmlformats.org/officeDocument/2006/relationships/customXml" Target="../ink/ink1758.xml"/><Relationship Id="rId32" Type="http://schemas.openxmlformats.org/officeDocument/2006/relationships/customXml" Target="../ink/ink1522.xml"/><Relationship Id="rId74" Type="http://schemas.openxmlformats.org/officeDocument/2006/relationships/customXml" Target="../ink/ink1564.xml"/><Relationship Id="rId128" Type="http://schemas.openxmlformats.org/officeDocument/2006/relationships/customXml" Target="../ink/ink1618.xml"/><Relationship Id="rId5" Type="http://schemas.openxmlformats.org/officeDocument/2006/relationships/customXml" Target="../ink/ink1495.xml"/><Relationship Id="rId181" Type="http://schemas.openxmlformats.org/officeDocument/2006/relationships/customXml" Target="../ink/ink1671.xml"/><Relationship Id="rId237" Type="http://schemas.openxmlformats.org/officeDocument/2006/relationships/customXml" Target="../ink/ink1727.xml"/><Relationship Id="rId279" Type="http://schemas.openxmlformats.org/officeDocument/2006/relationships/customXml" Target="../ink/ink1769.xml"/><Relationship Id="rId43" Type="http://schemas.openxmlformats.org/officeDocument/2006/relationships/customXml" Target="../ink/ink1533.xml"/><Relationship Id="rId139" Type="http://schemas.openxmlformats.org/officeDocument/2006/relationships/customXml" Target="../ink/ink1629.xml"/><Relationship Id="rId290" Type="http://schemas.openxmlformats.org/officeDocument/2006/relationships/customXml" Target="../ink/ink1780.xml"/><Relationship Id="rId304" Type="http://schemas.openxmlformats.org/officeDocument/2006/relationships/customXml" Target="../ink/ink1794.xml"/><Relationship Id="rId85" Type="http://schemas.openxmlformats.org/officeDocument/2006/relationships/customXml" Target="../ink/ink1575.xml"/><Relationship Id="rId150" Type="http://schemas.openxmlformats.org/officeDocument/2006/relationships/customXml" Target="../ink/ink1640.xml"/><Relationship Id="rId192" Type="http://schemas.openxmlformats.org/officeDocument/2006/relationships/customXml" Target="../ink/ink1682.xml"/><Relationship Id="rId206" Type="http://schemas.openxmlformats.org/officeDocument/2006/relationships/customXml" Target="../ink/ink1696.xml"/><Relationship Id="rId248" Type="http://schemas.openxmlformats.org/officeDocument/2006/relationships/customXml" Target="../ink/ink1738.xml"/><Relationship Id="rId12" Type="http://schemas.openxmlformats.org/officeDocument/2006/relationships/customXml" Target="../ink/ink1502.xml"/><Relationship Id="rId108" Type="http://schemas.openxmlformats.org/officeDocument/2006/relationships/customXml" Target="../ink/ink1598.xml"/><Relationship Id="rId54" Type="http://schemas.openxmlformats.org/officeDocument/2006/relationships/customXml" Target="../ink/ink1544.xml"/><Relationship Id="rId96" Type="http://schemas.openxmlformats.org/officeDocument/2006/relationships/customXml" Target="../ink/ink1586.xml"/><Relationship Id="rId161" Type="http://schemas.openxmlformats.org/officeDocument/2006/relationships/customXml" Target="../ink/ink1651.xml"/><Relationship Id="rId217" Type="http://schemas.openxmlformats.org/officeDocument/2006/relationships/customXml" Target="../ink/ink1707.xml"/><Relationship Id="rId259" Type="http://schemas.openxmlformats.org/officeDocument/2006/relationships/customXml" Target="../ink/ink1749.xml"/><Relationship Id="rId23" Type="http://schemas.openxmlformats.org/officeDocument/2006/relationships/customXml" Target="../ink/ink1513.xml"/><Relationship Id="rId119" Type="http://schemas.openxmlformats.org/officeDocument/2006/relationships/customXml" Target="../ink/ink1609.xml"/><Relationship Id="rId270" Type="http://schemas.openxmlformats.org/officeDocument/2006/relationships/customXml" Target="../ink/ink1760.xml"/><Relationship Id="rId65" Type="http://schemas.openxmlformats.org/officeDocument/2006/relationships/customXml" Target="../ink/ink1555.xml"/><Relationship Id="rId130" Type="http://schemas.openxmlformats.org/officeDocument/2006/relationships/customXml" Target="../ink/ink1620.xml"/><Relationship Id="rId172" Type="http://schemas.openxmlformats.org/officeDocument/2006/relationships/customXml" Target="../ink/ink1662.xml"/><Relationship Id="rId193" Type="http://schemas.openxmlformats.org/officeDocument/2006/relationships/customXml" Target="../ink/ink1683.xml"/><Relationship Id="rId207" Type="http://schemas.openxmlformats.org/officeDocument/2006/relationships/customXml" Target="../ink/ink1697.xml"/><Relationship Id="rId228" Type="http://schemas.openxmlformats.org/officeDocument/2006/relationships/customXml" Target="../ink/ink1718.xml"/><Relationship Id="rId249" Type="http://schemas.openxmlformats.org/officeDocument/2006/relationships/customXml" Target="../ink/ink1739.xml"/><Relationship Id="rId13" Type="http://schemas.openxmlformats.org/officeDocument/2006/relationships/customXml" Target="../ink/ink1503.xml"/><Relationship Id="rId109" Type="http://schemas.openxmlformats.org/officeDocument/2006/relationships/customXml" Target="../ink/ink1599.xml"/><Relationship Id="rId260" Type="http://schemas.openxmlformats.org/officeDocument/2006/relationships/customXml" Target="../ink/ink1750.xml"/><Relationship Id="rId281" Type="http://schemas.openxmlformats.org/officeDocument/2006/relationships/customXml" Target="../ink/ink1771.xml"/><Relationship Id="rId34" Type="http://schemas.openxmlformats.org/officeDocument/2006/relationships/customXml" Target="../ink/ink1524.xml"/><Relationship Id="rId55" Type="http://schemas.openxmlformats.org/officeDocument/2006/relationships/customXml" Target="../ink/ink1545.xml"/><Relationship Id="rId76" Type="http://schemas.openxmlformats.org/officeDocument/2006/relationships/customXml" Target="../ink/ink1566.xml"/><Relationship Id="rId97" Type="http://schemas.openxmlformats.org/officeDocument/2006/relationships/customXml" Target="../ink/ink1587.xml"/><Relationship Id="rId120" Type="http://schemas.openxmlformats.org/officeDocument/2006/relationships/customXml" Target="../ink/ink1610.xml"/><Relationship Id="rId141" Type="http://schemas.openxmlformats.org/officeDocument/2006/relationships/customXml" Target="../ink/ink1631.xml"/><Relationship Id="rId7" Type="http://schemas.openxmlformats.org/officeDocument/2006/relationships/customXml" Target="../ink/ink1497.xml"/><Relationship Id="rId162" Type="http://schemas.openxmlformats.org/officeDocument/2006/relationships/customXml" Target="../ink/ink1652.xml"/><Relationship Id="rId183" Type="http://schemas.openxmlformats.org/officeDocument/2006/relationships/customXml" Target="../ink/ink1673.xml"/><Relationship Id="rId218" Type="http://schemas.openxmlformats.org/officeDocument/2006/relationships/customXml" Target="../ink/ink1708.xml"/><Relationship Id="rId239" Type="http://schemas.openxmlformats.org/officeDocument/2006/relationships/customXml" Target="../ink/ink1729.xml"/><Relationship Id="rId250" Type="http://schemas.openxmlformats.org/officeDocument/2006/relationships/customXml" Target="../ink/ink1740.xml"/><Relationship Id="rId271" Type="http://schemas.openxmlformats.org/officeDocument/2006/relationships/customXml" Target="../ink/ink1761.xml"/><Relationship Id="rId292" Type="http://schemas.openxmlformats.org/officeDocument/2006/relationships/customXml" Target="../ink/ink1782.xml"/><Relationship Id="rId306" Type="http://schemas.openxmlformats.org/officeDocument/2006/relationships/customXml" Target="../ink/ink1796.xml"/><Relationship Id="rId24" Type="http://schemas.openxmlformats.org/officeDocument/2006/relationships/customXml" Target="../ink/ink1514.xml"/><Relationship Id="rId45" Type="http://schemas.openxmlformats.org/officeDocument/2006/relationships/customXml" Target="../ink/ink1535.xml"/><Relationship Id="rId66" Type="http://schemas.openxmlformats.org/officeDocument/2006/relationships/customXml" Target="../ink/ink1556.xml"/><Relationship Id="rId87" Type="http://schemas.openxmlformats.org/officeDocument/2006/relationships/customXml" Target="../ink/ink1577.xml"/><Relationship Id="rId110" Type="http://schemas.openxmlformats.org/officeDocument/2006/relationships/customXml" Target="../ink/ink1600.xml"/><Relationship Id="rId131" Type="http://schemas.openxmlformats.org/officeDocument/2006/relationships/customXml" Target="../ink/ink1621.xml"/><Relationship Id="rId152" Type="http://schemas.openxmlformats.org/officeDocument/2006/relationships/customXml" Target="../ink/ink1642.xml"/><Relationship Id="rId173" Type="http://schemas.openxmlformats.org/officeDocument/2006/relationships/customXml" Target="../ink/ink1663.xml"/><Relationship Id="rId194" Type="http://schemas.openxmlformats.org/officeDocument/2006/relationships/customXml" Target="../ink/ink1684.xml"/><Relationship Id="rId208" Type="http://schemas.openxmlformats.org/officeDocument/2006/relationships/customXml" Target="../ink/ink1698.xml"/><Relationship Id="rId229" Type="http://schemas.openxmlformats.org/officeDocument/2006/relationships/customXml" Target="../ink/ink1719.xml"/><Relationship Id="rId240" Type="http://schemas.openxmlformats.org/officeDocument/2006/relationships/customXml" Target="../ink/ink1730.xml"/><Relationship Id="rId261" Type="http://schemas.openxmlformats.org/officeDocument/2006/relationships/customXml" Target="../ink/ink1751.xml"/><Relationship Id="rId14" Type="http://schemas.openxmlformats.org/officeDocument/2006/relationships/customXml" Target="../ink/ink1504.xml"/><Relationship Id="rId35" Type="http://schemas.openxmlformats.org/officeDocument/2006/relationships/customXml" Target="../ink/ink1525.xml"/><Relationship Id="rId56" Type="http://schemas.openxmlformats.org/officeDocument/2006/relationships/customXml" Target="../ink/ink1546.xml"/><Relationship Id="rId77" Type="http://schemas.openxmlformats.org/officeDocument/2006/relationships/customXml" Target="../ink/ink1567.xml"/><Relationship Id="rId100" Type="http://schemas.openxmlformats.org/officeDocument/2006/relationships/customXml" Target="../ink/ink1590.xml"/><Relationship Id="rId282" Type="http://schemas.openxmlformats.org/officeDocument/2006/relationships/customXml" Target="../ink/ink1772.xml"/><Relationship Id="rId8" Type="http://schemas.openxmlformats.org/officeDocument/2006/relationships/customXml" Target="../ink/ink1498.xml"/><Relationship Id="rId98" Type="http://schemas.openxmlformats.org/officeDocument/2006/relationships/customXml" Target="../ink/ink1588.xml"/><Relationship Id="rId121" Type="http://schemas.openxmlformats.org/officeDocument/2006/relationships/customXml" Target="../ink/ink1611.xml"/><Relationship Id="rId142" Type="http://schemas.openxmlformats.org/officeDocument/2006/relationships/customXml" Target="../ink/ink1632.xml"/><Relationship Id="rId163" Type="http://schemas.openxmlformats.org/officeDocument/2006/relationships/customXml" Target="../ink/ink1653.xml"/><Relationship Id="rId184" Type="http://schemas.openxmlformats.org/officeDocument/2006/relationships/customXml" Target="../ink/ink1674.xml"/><Relationship Id="rId219" Type="http://schemas.openxmlformats.org/officeDocument/2006/relationships/customXml" Target="../ink/ink1709.xml"/><Relationship Id="rId230" Type="http://schemas.openxmlformats.org/officeDocument/2006/relationships/customXml" Target="../ink/ink1720.xml"/><Relationship Id="rId251" Type="http://schemas.openxmlformats.org/officeDocument/2006/relationships/customXml" Target="../ink/ink1741.xml"/><Relationship Id="rId25" Type="http://schemas.openxmlformats.org/officeDocument/2006/relationships/customXml" Target="../ink/ink1515.xml"/><Relationship Id="rId46" Type="http://schemas.openxmlformats.org/officeDocument/2006/relationships/customXml" Target="../ink/ink1536.xml"/><Relationship Id="rId67" Type="http://schemas.openxmlformats.org/officeDocument/2006/relationships/customXml" Target="../ink/ink1557.xml"/><Relationship Id="rId272" Type="http://schemas.openxmlformats.org/officeDocument/2006/relationships/customXml" Target="../ink/ink1762.xml"/><Relationship Id="rId293" Type="http://schemas.openxmlformats.org/officeDocument/2006/relationships/customXml" Target="../ink/ink1783.xml"/><Relationship Id="rId307" Type="http://schemas.openxmlformats.org/officeDocument/2006/relationships/customXml" Target="../ink/ink1797.xml"/><Relationship Id="rId88" Type="http://schemas.openxmlformats.org/officeDocument/2006/relationships/customXml" Target="../ink/ink1578.xml"/><Relationship Id="rId111" Type="http://schemas.openxmlformats.org/officeDocument/2006/relationships/customXml" Target="../ink/ink1601.xml"/><Relationship Id="rId132" Type="http://schemas.openxmlformats.org/officeDocument/2006/relationships/customXml" Target="../ink/ink1622.xml"/><Relationship Id="rId153" Type="http://schemas.openxmlformats.org/officeDocument/2006/relationships/customXml" Target="../ink/ink1643.xml"/><Relationship Id="rId174" Type="http://schemas.openxmlformats.org/officeDocument/2006/relationships/customXml" Target="../ink/ink1664.xml"/><Relationship Id="rId195" Type="http://schemas.openxmlformats.org/officeDocument/2006/relationships/customXml" Target="../ink/ink1685.xml"/><Relationship Id="rId209" Type="http://schemas.openxmlformats.org/officeDocument/2006/relationships/customXml" Target="../ink/ink1699.xml"/><Relationship Id="rId220" Type="http://schemas.openxmlformats.org/officeDocument/2006/relationships/customXml" Target="../ink/ink1710.xml"/><Relationship Id="rId241" Type="http://schemas.openxmlformats.org/officeDocument/2006/relationships/customXml" Target="../ink/ink1731.xml"/><Relationship Id="rId15" Type="http://schemas.openxmlformats.org/officeDocument/2006/relationships/customXml" Target="../ink/ink1505.xml"/><Relationship Id="rId36" Type="http://schemas.openxmlformats.org/officeDocument/2006/relationships/customXml" Target="../ink/ink1526.xml"/><Relationship Id="rId57" Type="http://schemas.openxmlformats.org/officeDocument/2006/relationships/customXml" Target="../ink/ink1547.xml"/><Relationship Id="rId262" Type="http://schemas.openxmlformats.org/officeDocument/2006/relationships/customXml" Target="../ink/ink1752.xml"/><Relationship Id="rId283" Type="http://schemas.openxmlformats.org/officeDocument/2006/relationships/customXml" Target="../ink/ink1773.xml"/><Relationship Id="rId78" Type="http://schemas.openxmlformats.org/officeDocument/2006/relationships/customXml" Target="../ink/ink1568.xml"/><Relationship Id="rId99" Type="http://schemas.openxmlformats.org/officeDocument/2006/relationships/customXml" Target="../ink/ink1589.xml"/><Relationship Id="rId101" Type="http://schemas.openxmlformats.org/officeDocument/2006/relationships/customXml" Target="../ink/ink1591.xml"/><Relationship Id="rId122" Type="http://schemas.openxmlformats.org/officeDocument/2006/relationships/customXml" Target="../ink/ink1612.xml"/><Relationship Id="rId143" Type="http://schemas.openxmlformats.org/officeDocument/2006/relationships/customXml" Target="../ink/ink1633.xml"/><Relationship Id="rId164" Type="http://schemas.openxmlformats.org/officeDocument/2006/relationships/customXml" Target="../ink/ink1654.xml"/><Relationship Id="rId185" Type="http://schemas.openxmlformats.org/officeDocument/2006/relationships/customXml" Target="../ink/ink1675.xml"/><Relationship Id="rId9" Type="http://schemas.openxmlformats.org/officeDocument/2006/relationships/customXml" Target="../ink/ink1499.xml"/><Relationship Id="rId210" Type="http://schemas.openxmlformats.org/officeDocument/2006/relationships/customXml" Target="../ink/ink1700.xml"/><Relationship Id="rId26" Type="http://schemas.openxmlformats.org/officeDocument/2006/relationships/customXml" Target="../ink/ink1516.xml"/><Relationship Id="rId231" Type="http://schemas.openxmlformats.org/officeDocument/2006/relationships/customXml" Target="../ink/ink1721.xml"/><Relationship Id="rId252" Type="http://schemas.openxmlformats.org/officeDocument/2006/relationships/customXml" Target="../ink/ink1742.xml"/><Relationship Id="rId273" Type="http://schemas.openxmlformats.org/officeDocument/2006/relationships/customXml" Target="../ink/ink1763.xml"/><Relationship Id="rId294" Type="http://schemas.openxmlformats.org/officeDocument/2006/relationships/customXml" Target="../ink/ink1784.xml"/><Relationship Id="rId308" Type="http://schemas.openxmlformats.org/officeDocument/2006/relationships/customXml" Target="../ink/ink1798.xml"/><Relationship Id="rId47" Type="http://schemas.openxmlformats.org/officeDocument/2006/relationships/customXml" Target="../ink/ink1537.xml"/><Relationship Id="rId68" Type="http://schemas.openxmlformats.org/officeDocument/2006/relationships/customXml" Target="../ink/ink1558.xml"/><Relationship Id="rId89" Type="http://schemas.openxmlformats.org/officeDocument/2006/relationships/customXml" Target="../ink/ink1579.xml"/><Relationship Id="rId112" Type="http://schemas.openxmlformats.org/officeDocument/2006/relationships/customXml" Target="../ink/ink1602.xml"/><Relationship Id="rId133" Type="http://schemas.openxmlformats.org/officeDocument/2006/relationships/customXml" Target="../ink/ink1623.xml"/><Relationship Id="rId154" Type="http://schemas.openxmlformats.org/officeDocument/2006/relationships/customXml" Target="../ink/ink1644.xml"/><Relationship Id="rId175" Type="http://schemas.openxmlformats.org/officeDocument/2006/relationships/customXml" Target="../ink/ink1665.xml"/><Relationship Id="rId196" Type="http://schemas.openxmlformats.org/officeDocument/2006/relationships/customXml" Target="../ink/ink1686.xml"/><Relationship Id="rId200" Type="http://schemas.openxmlformats.org/officeDocument/2006/relationships/customXml" Target="../ink/ink1690.xml"/><Relationship Id="rId16" Type="http://schemas.openxmlformats.org/officeDocument/2006/relationships/customXml" Target="../ink/ink1506.xml"/><Relationship Id="rId221" Type="http://schemas.openxmlformats.org/officeDocument/2006/relationships/customXml" Target="../ink/ink1711.xml"/><Relationship Id="rId242" Type="http://schemas.openxmlformats.org/officeDocument/2006/relationships/customXml" Target="../ink/ink1732.xml"/><Relationship Id="rId263" Type="http://schemas.openxmlformats.org/officeDocument/2006/relationships/customXml" Target="../ink/ink1753.xml"/><Relationship Id="rId284" Type="http://schemas.openxmlformats.org/officeDocument/2006/relationships/customXml" Target="../ink/ink1774.xml"/><Relationship Id="rId37" Type="http://schemas.openxmlformats.org/officeDocument/2006/relationships/customXml" Target="../ink/ink1527.xml"/><Relationship Id="rId58" Type="http://schemas.openxmlformats.org/officeDocument/2006/relationships/customXml" Target="../ink/ink1548.xml"/><Relationship Id="rId79" Type="http://schemas.openxmlformats.org/officeDocument/2006/relationships/customXml" Target="../ink/ink1569.xml"/><Relationship Id="rId102" Type="http://schemas.openxmlformats.org/officeDocument/2006/relationships/customXml" Target="../ink/ink1592.xml"/><Relationship Id="rId123" Type="http://schemas.openxmlformats.org/officeDocument/2006/relationships/customXml" Target="../ink/ink1613.xml"/><Relationship Id="rId144" Type="http://schemas.openxmlformats.org/officeDocument/2006/relationships/customXml" Target="../ink/ink1634.xml"/><Relationship Id="rId90" Type="http://schemas.openxmlformats.org/officeDocument/2006/relationships/customXml" Target="../ink/ink1580.xml"/><Relationship Id="rId165" Type="http://schemas.openxmlformats.org/officeDocument/2006/relationships/customXml" Target="../ink/ink1655.xml"/><Relationship Id="rId186" Type="http://schemas.openxmlformats.org/officeDocument/2006/relationships/customXml" Target="../ink/ink1676.xml"/><Relationship Id="rId211" Type="http://schemas.openxmlformats.org/officeDocument/2006/relationships/customXml" Target="../ink/ink1701.xml"/><Relationship Id="rId232" Type="http://schemas.openxmlformats.org/officeDocument/2006/relationships/customXml" Target="../ink/ink1722.xml"/><Relationship Id="rId253" Type="http://schemas.openxmlformats.org/officeDocument/2006/relationships/customXml" Target="../ink/ink1743.xml"/><Relationship Id="rId274" Type="http://schemas.openxmlformats.org/officeDocument/2006/relationships/customXml" Target="../ink/ink1764.xml"/><Relationship Id="rId295" Type="http://schemas.openxmlformats.org/officeDocument/2006/relationships/customXml" Target="../ink/ink1785.xml"/><Relationship Id="rId309" Type="http://schemas.openxmlformats.org/officeDocument/2006/relationships/customXml" Target="../ink/ink1799.xml"/><Relationship Id="rId27" Type="http://schemas.openxmlformats.org/officeDocument/2006/relationships/customXml" Target="../ink/ink1517.xml"/><Relationship Id="rId48" Type="http://schemas.openxmlformats.org/officeDocument/2006/relationships/customXml" Target="../ink/ink1538.xml"/><Relationship Id="rId69" Type="http://schemas.openxmlformats.org/officeDocument/2006/relationships/customXml" Target="../ink/ink1559.xml"/><Relationship Id="rId113" Type="http://schemas.openxmlformats.org/officeDocument/2006/relationships/customXml" Target="../ink/ink1603.xml"/><Relationship Id="rId134" Type="http://schemas.openxmlformats.org/officeDocument/2006/relationships/customXml" Target="../ink/ink1624.xml"/><Relationship Id="rId80" Type="http://schemas.openxmlformats.org/officeDocument/2006/relationships/customXml" Target="../ink/ink1570.xml"/><Relationship Id="rId155" Type="http://schemas.openxmlformats.org/officeDocument/2006/relationships/customXml" Target="../ink/ink1645.xml"/><Relationship Id="rId176" Type="http://schemas.openxmlformats.org/officeDocument/2006/relationships/customXml" Target="../ink/ink1666.xml"/><Relationship Id="rId197" Type="http://schemas.openxmlformats.org/officeDocument/2006/relationships/customXml" Target="../ink/ink1687.xml"/><Relationship Id="rId201" Type="http://schemas.openxmlformats.org/officeDocument/2006/relationships/customXml" Target="../ink/ink1691.xml"/><Relationship Id="rId222" Type="http://schemas.openxmlformats.org/officeDocument/2006/relationships/customXml" Target="../ink/ink1712.xml"/><Relationship Id="rId243" Type="http://schemas.openxmlformats.org/officeDocument/2006/relationships/customXml" Target="../ink/ink1733.xml"/><Relationship Id="rId264" Type="http://schemas.openxmlformats.org/officeDocument/2006/relationships/customXml" Target="../ink/ink1754.xml"/><Relationship Id="rId285" Type="http://schemas.openxmlformats.org/officeDocument/2006/relationships/customXml" Target="../ink/ink1775.xml"/><Relationship Id="rId17" Type="http://schemas.openxmlformats.org/officeDocument/2006/relationships/customXml" Target="../ink/ink1507.xml"/><Relationship Id="rId38" Type="http://schemas.openxmlformats.org/officeDocument/2006/relationships/customXml" Target="../ink/ink1528.xml"/><Relationship Id="rId59" Type="http://schemas.openxmlformats.org/officeDocument/2006/relationships/customXml" Target="../ink/ink1549.xml"/><Relationship Id="rId103" Type="http://schemas.openxmlformats.org/officeDocument/2006/relationships/customXml" Target="../ink/ink1593.xml"/><Relationship Id="rId124" Type="http://schemas.openxmlformats.org/officeDocument/2006/relationships/customXml" Target="../ink/ink1614.xml"/><Relationship Id="rId310" Type="http://schemas.openxmlformats.org/officeDocument/2006/relationships/customXml" Target="../ink/ink1800.xml"/><Relationship Id="rId70" Type="http://schemas.openxmlformats.org/officeDocument/2006/relationships/customXml" Target="../ink/ink1560.xml"/><Relationship Id="rId91" Type="http://schemas.openxmlformats.org/officeDocument/2006/relationships/customXml" Target="../ink/ink1581.xml"/><Relationship Id="rId145" Type="http://schemas.openxmlformats.org/officeDocument/2006/relationships/customXml" Target="../ink/ink1635.xml"/><Relationship Id="rId166" Type="http://schemas.openxmlformats.org/officeDocument/2006/relationships/customXml" Target="../ink/ink1656.xml"/><Relationship Id="rId187" Type="http://schemas.openxmlformats.org/officeDocument/2006/relationships/customXml" Target="../ink/ink1677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02.xml"/><Relationship Id="rId233" Type="http://schemas.openxmlformats.org/officeDocument/2006/relationships/customXml" Target="../ink/ink1723.xml"/><Relationship Id="rId254" Type="http://schemas.openxmlformats.org/officeDocument/2006/relationships/customXml" Target="../ink/ink1744.xml"/><Relationship Id="rId28" Type="http://schemas.openxmlformats.org/officeDocument/2006/relationships/customXml" Target="../ink/ink1518.xml"/><Relationship Id="rId49" Type="http://schemas.openxmlformats.org/officeDocument/2006/relationships/customXml" Target="../ink/ink1539.xml"/><Relationship Id="rId114" Type="http://schemas.openxmlformats.org/officeDocument/2006/relationships/customXml" Target="../ink/ink1604.xml"/><Relationship Id="rId275" Type="http://schemas.openxmlformats.org/officeDocument/2006/relationships/customXml" Target="../ink/ink1765.xml"/><Relationship Id="rId296" Type="http://schemas.openxmlformats.org/officeDocument/2006/relationships/customXml" Target="../ink/ink1786.xml"/><Relationship Id="rId300" Type="http://schemas.openxmlformats.org/officeDocument/2006/relationships/customXml" Target="../ink/ink1790.xml"/><Relationship Id="rId60" Type="http://schemas.openxmlformats.org/officeDocument/2006/relationships/customXml" Target="../ink/ink1550.xml"/><Relationship Id="rId81" Type="http://schemas.openxmlformats.org/officeDocument/2006/relationships/customXml" Target="../ink/ink1571.xml"/><Relationship Id="rId135" Type="http://schemas.openxmlformats.org/officeDocument/2006/relationships/customXml" Target="../ink/ink1625.xml"/><Relationship Id="rId156" Type="http://schemas.openxmlformats.org/officeDocument/2006/relationships/customXml" Target="../ink/ink1646.xml"/><Relationship Id="rId177" Type="http://schemas.openxmlformats.org/officeDocument/2006/relationships/customXml" Target="../ink/ink1667.xml"/><Relationship Id="rId198" Type="http://schemas.openxmlformats.org/officeDocument/2006/relationships/customXml" Target="../ink/ink1688.xml"/><Relationship Id="rId202" Type="http://schemas.openxmlformats.org/officeDocument/2006/relationships/customXml" Target="../ink/ink1692.xml"/><Relationship Id="rId223" Type="http://schemas.openxmlformats.org/officeDocument/2006/relationships/customXml" Target="../ink/ink1713.xml"/><Relationship Id="rId244" Type="http://schemas.openxmlformats.org/officeDocument/2006/relationships/customXml" Target="../ink/ink1734.xml"/><Relationship Id="rId18" Type="http://schemas.openxmlformats.org/officeDocument/2006/relationships/customXml" Target="../ink/ink1508.xml"/><Relationship Id="rId39" Type="http://schemas.openxmlformats.org/officeDocument/2006/relationships/customXml" Target="../ink/ink1529.xml"/><Relationship Id="rId265" Type="http://schemas.openxmlformats.org/officeDocument/2006/relationships/customXml" Target="../ink/ink1755.xml"/><Relationship Id="rId286" Type="http://schemas.openxmlformats.org/officeDocument/2006/relationships/customXml" Target="../ink/ink1776.xml"/><Relationship Id="rId50" Type="http://schemas.openxmlformats.org/officeDocument/2006/relationships/customXml" Target="../ink/ink1540.xml"/><Relationship Id="rId104" Type="http://schemas.openxmlformats.org/officeDocument/2006/relationships/customXml" Target="../ink/ink1594.xml"/><Relationship Id="rId125" Type="http://schemas.openxmlformats.org/officeDocument/2006/relationships/customXml" Target="../ink/ink1615.xml"/><Relationship Id="rId146" Type="http://schemas.openxmlformats.org/officeDocument/2006/relationships/customXml" Target="../ink/ink1636.xml"/><Relationship Id="rId167" Type="http://schemas.openxmlformats.org/officeDocument/2006/relationships/customXml" Target="../ink/ink1657.xml"/><Relationship Id="rId188" Type="http://schemas.openxmlformats.org/officeDocument/2006/relationships/customXml" Target="../ink/ink1678.xml"/><Relationship Id="rId311" Type="http://schemas.openxmlformats.org/officeDocument/2006/relationships/customXml" Target="../ink/ink1801.xml"/><Relationship Id="rId71" Type="http://schemas.openxmlformats.org/officeDocument/2006/relationships/customXml" Target="../ink/ink1561.xml"/><Relationship Id="rId92" Type="http://schemas.openxmlformats.org/officeDocument/2006/relationships/customXml" Target="../ink/ink1582.xml"/><Relationship Id="rId213" Type="http://schemas.openxmlformats.org/officeDocument/2006/relationships/customXml" Target="../ink/ink1703.xml"/><Relationship Id="rId234" Type="http://schemas.openxmlformats.org/officeDocument/2006/relationships/customXml" Target="../ink/ink1724.xml"/><Relationship Id="rId2" Type="http://schemas.openxmlformats.org/officeDocument/2006/relationships/customXml" Target="../ink/ink1492.xml"/><Relationship Id="rId29" Type="http://schemas.openxmlformats.org/officeDocument/2006/relationships/customXml" Target="../ink/ink1519.xml"/><Relationship Id="rId255" Type="http://schemas.openxmlformats.org/officeDocument/2006/relationships/customXml" Target="../ink/ink1745.xml"/><Relationship Id="rId276" Type="http://schemas.openxmlformats.org/officeDocument/2006/relationships/customXml" Target="../ink/ink1766.xml"/><Relationship Id="rId297" Type="http://schemas.openxmlformats.org/officeDocument/2006/relationships/customXml" Target="../ink/ink1787.xml"/><Relationship Id="rId40" Type="http://schemas.openxmlformats.org/officeDocument/2006/relationships/customXml" Target="../ink/ink1530.xml"/><Relationship Id="rId115" Type="http://schemas.openxmlformats.org/officeDocument/2006/relationships/customXml" Target="../ink/ink1605.xml"/><Relationship Id="rId136" Type="http://schemas.openxmlformats.org/officeDocument/2006/relationships/customXml" Target="../ink/ink1626.xml"/><Relationship Id="rId157" Type="http://schemas.openxmlformats.org/officeDocument/2006/relationships/customXml" Target="../ink/ink1647.xml"/><Relationship Id="rId178" Type="http://schemas.openxmlformats.org/officeDocument/2006/relationships/customXml" Target="../ink/ink1668.xml"/><Relationship Id="rId301" Type="http://schemas.openxmlformats.org/officeDocument/2006/relationships/customXml" Target="../ink/ink1791.xml"/><Relationship Id="rId61" Type="http://schemas.openxmlformats.org/officeDocument/2006/relationships/customXml" Target="../ink/ink1551.xml"/><Relationship Id="rId82" Type="http://schemas.openxmlformats.org/officeDocument/2006/relationships/customXml" Target="../ink/ink1572.xml"/><Relationship Id="rId199" Type="http://schemas.openxmlformats.org/officeDocument/2006/relationships/customXml" Target="../ink/ink1689.xml"/><Relationship Id="rId203" Type="http://schemas.openxmlformats.org/officeDocument/2006/relationships/customXml" Target="../ink/ink1693.xml"/><Relationship Id="rId19" Type="http://schemas.openxmlformats.org/officeDocument/2006/relationships/customXml" Target="../ink/ink1509.xml"/><Relationship Id="rId224" Type="http://schemas.openxmlformats.org/officeDocument/2006/relationships/customXml" Target="../ink/ink1714.xml"/><Relationship Id="rId245" Type="http://schemas.openxmlformats.org/officeDocument/2006/relationships/customXml" Target="../ink/ink1735.xml"/><Relationship Id="rId266" Type="http://schemas.openxmlformats.org/officeDocument/2006/relationships/customXml" Target="../ink/ink1756.xml"/><Relationship Id="rId287" Type="http://schemas.openxmlformats.org/officeDocument/2006/relationships/customXml" Target="../ink/ink1777.xml"/><Relationship Id="rId30" Type="http://schemas.openxmlformats.org/officeDocument/2006/relationships/customXml" Target="../ink/ink1520.xml"/><Relationship Id="rId105" Type="http://schemas.openxmlformats.org/officeDocument/2006/relationships/customXml" Target="../ink/ink1595.xml"/><Relationship Id="rId126" Type="http://schemas.openxmlformats.org/officeDocument/2006/relationships/customXml" Target="../ink/ink1616.xml"/><Relationship Id="rId147" Type="http://schemas.openxmlformats.org/officeDocument/2006/relationships/customXml" Target="../ink/ink1637.xml"/><Relationship Id="rId168" Type="http://schemas.openxmlformats.org/officeDocument/2006/relationships/customXml" Target="../ink/ink1658.xml"/><Relationship Id="rId312" Type="http://schemas.openxmlformats.org/officeDocument/2006/relationships/customXml" Target="../ink/ink1802.xml"/><Relationship Id="rId51" Type="http://schemas.openxmlformats.org/officeDocument/2006/relationships/customXml" Target="../ink/ink1541.xml"/><Relationship Id="rId72" Type="http://schemas.openxmlformats.org/officeDocument/2006/relationships/customXml" Target="../ink/ink1562.xml"/><Relationship Id="rId93" Type="http://schemas.openxmlformats.org/officeDocument/2006/relationships/customXml" Target="../ink/ink1583.xml"/><Relationship Id="rId189" Type="http://schemas.openxmlformats.org/officeDocument/2006/relationships/customXml" Target="../ink/ink1679.xml"/><Relationship Id="rId3" Type="http://schemas.openxmlformats.org/officeDocument/2006/relationships/customXml" Target="../ink/ink1493.xml"/><Relationship Id="rId214" Type="http://schemas.openxmlformats.org/officeDocument/2006/relationships/customXml" Target="../ink/ink1704.xml"/><Relationship Id="rId235" Type="http://schemas.openxmlformats.org/officeDocument/2006/relationships/customXml" Target="../ink/ink1725.xml"/><Relationship Id="rId256" Type="http://schemas.openxmlformats.org/officeDocument/2006/relationships/customXml" Target="../ink/ink1746.xml"/><Relationship Id="rId277" Type="http://schemas.openxmlformats.org/officeDocument/2006/relationships/customXml" Target="../ink/ink1767.xml"/><Relationship Id="rId298" Type="http://schemas.openxmlformats.org/officeDocument/2006/relationships/customXml" Target="../ink/ink1788.xml"/><Relationship Id="rId116" Type="http://schemas.openxmlformats.org/officeDocument/2006/relationships/customXml" Target="../ink/ink1606.xml"/><Relationship Id="rId137" Type="http://schemas.openxmlformats.org/officeDocument/2006/relationships/customXml" Target="../ink/ink1627.xml"/><Relationship Id="rId158" Type="http://schemas.openxmlformats.org/officeDocument/2006/relationships/customXml" Target="../ink/ink1648.xml"/><Relationship Id="rId302" Type="http://schemas.openxmlformats.org/officeDocument/2006/relationships/customXml" Target="../ink/ink1792.xml"/><Relationship Id="rId20" Type="http://schemas.openxmlformats.org/officeDocument/2006/relationships/customXml" Target="../ink/ink1510.xml"/><Relationship Id="rId41" Type="http://schemas.openxmlformats.org/officeDocument/2006/relationships/customXml" Target="../ink/ink1531.xml"/><Relationship Id="rId62" Type="http://schemas.openxmlformats.org/officeDocument/2006/relationships/customXml" Target="../ink/ink1552.xml"/><Relationship Id="rId83" Type="http://schemas.openxmlformats.org/officeDocument/2006/relationships/customXml" Target="../ink/ink1573.xml"/><Relationship Id="rId179" Type="http://schemas.openxmlformats.org/officeDocument/2006/relationships/customXml" Target="../ink/ink1669.xml"/><Relationship Id="rId190" Type="http://schemas.openxmlformats.org/officeDocument/2006/relationships/customXml" Target="../ink/ink1680.xml"/><Relationship Id="rId204" Type="http://schemas.openxmlformats.org/officeDocument/2006/relationships/customXml" Target="../ink/ink1694.xml"/><Relationship Id="rId225" Type="http://schemas.openxmlformats.org/officeDocument/2006/relationships/customXml" Target="../ink/ink1715.xml"/><Relationship Id="rId246" Type="http://schemas.openxmlformats.org/officeDocument/2006/relationships/customXml" Target="../ink/ink1736.xml"/><Relationship Id="rId267" Type="http://schemas.openxmlformats.org/officeDocument/2006/relationships/customXml" Target="../ink/ink1757.xml"/><Relationship Id="rId288" Type="http://schemas.openxmlformats.org/officeDocument/2006/relationships/customXml" Target="../ink/ink1778.xml"/><Relationship Id="rId106" Type="http://schemas.openxmlformats.org/officeDocument/2006/relationships/customXml" Target="../ink/ink1596.xml"/><Relationship Id="rId127" Type="http://schemas.openxmlformats.org/officeDocument/2006/relationships/customXml" Target="../ink/ink1617.xml"/><Relationship Id="rId313" Type="http://schemas.openxmlformats.org/officeDocument/2006/relationships/customXml" Target="../ink/ink1803.xml"/><Relationship Id="rId10" Type="http://schemas.openxmlformats.org/officeDocument/2006/relationships/customXml" Target="../ink/ink1500.xml"/><Relationship Id="rId31" Type="http://schemas.openxmlformats.org/officeDocument/2006/relationships/customXml" Target="../ink/ink1521.xml"/><Relationship Id="rId52" Type="http://schemas.openxmlformats.org/officeDocument/2006/relationships/customXml" Target="../ink/ink1542.xml"/><Relationship Id="rId73" Type="http://schemas.openxmlformats.org/officeDocument/2006/relationships/customXml" Target="../ink/ink1563.xml"/><Relationship Id="rId94" Type="http://schemas.openxmlformats.org/officeDocument/2006/relationships/customXml" Target="../ink/ink1584.xml"/><Relationship Id="rId148" Type="http://schemas.openxmlformats.org/officeDocument/2006/relationships/customXml" Target="../ink/ink1638.xml"/><Relationship Id="rId169" Type="http://schemas.openxmlformats.org/officeDocument/2006/relationships/customXml" Target="../ink/ink1659.xml"/><Relationship Id="rId4" Type="http://schemas.openxmlformats.org/officeDocument/2006/relationships/customXml" Target="../ink/ink1494.xml"/><Relationship Id="rId180" Type="http://schemas.openxmlformats.org/officeDocument/2006/relationships/customXml" Target="../ink/ink1670.xml"/><Relationship Id="rId215" Type="http://schemas.openxmlformats.org/officeDocument/2006/relationships/customXml" Target="../ink/ink1705.xml"/><Relationship Id="rId236" Type="http://schemas.openxmlformats.org/officeDocument/2006/relationships/customXml" Target="../ink/ink1726.xml"/><Relationship Id="rId257" Type="http://schemas.openxmlformats.org/officeDocument/2006/relationships/customXml" Target="../ink/ink1747.xml"/><Relationship Id="rId278" Type="http://schemas.openxmlformats.org/officeDocument/2006/relationships/customXml" Target="../ink/ink1768.xml"/><Relationship Id="rId303" Type="http://schemas.openxmlformats.org/officeDocument/2006/relationships/customXml" Target="../ink/ink1793.xml"/><Relationship Id="rId42" Type="http://schemas.openxmlformats.org/officeDocument/2006/relationships/customXml" Target="../ink/ink1532.xml"/><Relationship Id="rId84" Type="http://schemas.openxmlformats.org/officeDocument/2006/relationships/customXml" Target="../ink/ink1574.xml"/><Relationship Id="rId138" Type="http://schemas.openxmlformats.org/officeDocument/2006/relationships/customXml" Target="../ink/ink1628.xml"/><Relationship Id="rId191" Type="http://schemas.openxmlformats.org/officeDocument/2006/relationships/customXml" Target="../ink/ink1681.xml"/><Relationship Id="rId205" Type="http://schemas.openxmlformats.org/officeDocument/2006/relationships/customXml" Target="../ink/ink1695.xml"/><Relationship Id="rId247" Type="http://schemas.openxmlformats.org/officeDocument/2006/relationships/customXml" Target="../ink/ink1737.xml"/><Relationship Id="rId107" Type="http://schemas.openxmlformats.org/officeDocument/2006/relationships/customXml" Target="../ink/ink1597.xml"/><Relationship Id="rId289" Type="http://schemas.openxmlformats.org/officeDocument/2006/relationships/customXml" Target="../ink/ink1779.xml"/><Relationship Id="rId11" Type="http://schemas.openxmlformats.org/officeDocument/2006/relationships/customXml" Target="../ink/ink1501.xml"/><Relationship Id="rId53" Type="http://schemas.openxmlformats.org/officeDocument/2006/relationships/customXml" Target="../ink/ink1543.xml"/><Relationship Id="rId149" Type="http://schemas.openxmlformats.org/officeDocument/2006/relationships/customXml" Target="../ink/ink1639.xml"/><Relationship Id="rId95" Type="http://schemas.openxmlformats.org/officeDocument/2006/relationships/customXml" Target="../ink/ink1585.xml"/><Relationship Id="rId160" Type="http://schemas.openxmlformats.org/officeDocument/2006/relationships/customXml" Target="../ink/ink1650.xml"/><Relationship Id="rId216" Type="http://schemas.openxmlformats.org/officeDocument/2006/relationships/customXml" Target="../ink/ink1706.xml"/><Relationship Id="rId258" Type="http://schemas.openxmlformats.org/officeDocument/2006/relationships/customXml" Target="../ink/ink1748.xml"/><Relationship Id="rId22" Type="http://schemas.openxmlformats.org/officeDocument/2006/relationships/customXml" Target="../ink/ink1512.xml"/><Relationship Id="rId64" Type="http://schemas.openxmlformats.org/officeDocument/2006/relationships/customXml" Target="../ink/ink1554.xml"/><Relationship Id="rId118" Type="http://schemas.openxmlformats.org/officeDocument/2006/relationships/customXml" Target="../ink/ink1608.xml"/><Relationship Id="rId171" Type="http://schemas.openxmlformats.org/officeDocument/2006/relationships/customXml" Target="../ink/ink1661.xml"/><Relationship Id="rId227" Type="http://schemas.openxmlformats.org/officeDocument/2006/relationships/customXml" Target="../ink/ink1717.xml"/><Relationship Id="rId269" Type="http://schemas.openxmlformats.org/officeDocument/2006/relationships/customXml" Target="../ink/ink1759.xml"/><Relationship Id="rId33" Type="http://schemas.openxmlformats.org/officeDocument/2006/relationships/customXml" Target="../ink/ink1523.xml"/><Relationship Id="rId129" Type="http://schemas.openxmlformats.org/officeDocument/2006/relationships/customXml" Target="../ink/ink1619.xml"/><Relationship Id="rId280" Type="http://schemas.openxmlformats.org/officeDocument/2006/relationships/customXml" Target="../ink/ink1770.xml"/><Relationship Id="rId75" Type="http://schemas.openxmlformats.org/officeDocument/2006/relationships/customXml" Target="../ink/ink1565.xml"/><Relationship Id="rId140" Type="http://schemas.openxmlformats.org/officeDocument/2006/relationships/customXml" Target="../ink/ink1630.xml"/><Relationship Id="rId182" Type="http://schemas.openxmlformats.org/officeDocument/2006/relationships/customXml" Target="../ink/ink1672.xml"/><Relationship Id="rId6" Type="http://schemas.openxmlformats.org/officeDocument/2006/relationships/customXml" Target="../ink/ink1496.xml"/><Relationship Id="rId238" Type="http://schemas.openxmlformats.org/officeDocument/2006/relationships/customXml" Target="../ink/ink1728.xml"/><Relationship Id="rId291" Type="http://schemas.openxmlformats.org/officeDocument/2006/relationships/customXml" Target="../ink/ink1781.xml"/><Relationship Id="rId305" Type="http://schemas.openxmlformats.org/officeDocument/2006/relationships/customXml" Target="../ink/ink1795.xml"/><Relationship Id="rId44" Type="http://schemas.openxmlformats.org/officeDocument/2006/relationships/customXml" Target="../ink/ink1534.xml"/><Relationship Id="rId86" Type="http://schemas.openxmlformats.org/officeDocument/2006/relationships/customXml" Target="../ink/ink1576.xml"/><Relationship Id="rId151" Type="http://schemas.openxmlformats.org/officeDocument/2006/relationships/customXml" Target="../ink/ink1641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19.xml"/><Relationship Id="rId21" Type="http://schemas.openxmlformats.org/officeDocument/2006/relationships/customXml" Target="../ink/ink1823.xml"/><Relationship Id="rId63" Type="http://schemas.openxmlformats.org/officeDocument/2006/relationships/customXml" Target="../ink/ink1865.xml"/><Relationship Id="rId159" Type="http://schemas.openxmlformats.org/officeDocument/2006/relationships/customXml" Target="../ink/ink1961.xml"/><Relationship Id="rId170" Type="http://schemas.openxmlformats.org/officeDocument/2006/relationships/customXml" Target="../ink/ink1972.xml"/><Relationship Id="rId226" Type="http://schemas.openxmlformats.org/officeDocument/2006/relationships/customXml" Target="../ink/ink2028.xml"/><Relationship Id="rId268" Type="http://schemas.openxmlformats.org/officeDocument/2006/relationships/customXml" Target="../ink/ink2070.xml"/><Relationship Id="rId32" Type="http://schemas.openxmlformats.org/officeDocument/2006/relationships/customXml" Target="../ink/ink1834.xml"/><Relationship Id="rId74" Type="http://schemas.openxmlformats.org/officeDocument/2006/relationships/customXml" Target="../ink/ink1876.xml"/><Relationship Id="rId128" Type="http://schemas.openxmlformats.org/officeDocument/2006/relationships/customXml" Target="../ink/ink1930.xml"/><Relationship Id="rId5" Type="http://schemas.openxmlformats.org/officeDocument/2006/relationships/customXml" Target="../ink/ink1807.xml"/><Relationship Id="rId181" Type="http://schemas.openxmlformats.org/officeDocument/2006/relationships/customXml" Target="../ink/ink1983.xml"/><Relationship Id="rId237" Type="http://schemas.openxmlformats.org/officeDocument/2006/relationships/customXml" Target="../ink/ink2039.xml"/><Relationship Id="rId279" Type="http://schemas.openxmlformats.org/officeDocument/2006/relationships/customXml" Target="../ink/ink2081.xml"/><Relationship Id="rId43" Type="http://schemas.openxmlformats.org/officeDocument/2006/relationships/customXml" Target="../ink/ink1845.xml"/><Relationship Id="rId139" Type="http://schemas.openxmlformats.org/officeDocument/2006/relationships/customXml" Target="../ink/ink1941.xml"/><Relationship Id="rId85" Type="http://schemas.openxmlformats.org/officeDocument/2006/relationships/customXml" Target="../ink/ink1887.xml"/><Relationship Id="rId150" Type="http://schemas.openxmlformats.org/officeDocument/2006/relationships/customXml" Target="../ink/ink1952.xml"/><Relationship Id="rId171" Type="http://schemas.openxmlformats.org/officeDocument/2006/relationships/customXml" Target="../ink/ink1973.xml"/><Relationship Id="rId192" Type="http://schemas.openxmlformats.org/officeDocument/2006/relationships/customXml" Target="../ink/ink1994.xml"/><Relationship Id="rId206" Type="http://schemas.openxmlformats.org/officeDocument/2006/relationships/customXml" Target="../ink/ink2008.xml"/><Relationship Id="rId227" Type="http://schemas.openxmlformats.org/officeDocument/2006/relationships/customXml" Target="../ink/ink2029.xml"/><Relationship Id="rId248" Type="http://schemas.openxmlformats.org/officeDocument/2006/relationships/customXml" Target="../ink/ink2050.xml"/><Relationship Id="rId269" Type="http://schemas.openxmlformats.org/officeDocument/2006/relationships/customXml" Target="../ink/ink2071.xml"/><Relationship Id="rId12" Type="http://schemas.openxmlformats.org/officeDocument/2006/relationships/customXml" Target="../ink/ink1814.xml"/><Relationship Id="rId33" Type="http://schemas.openxmlformats.org/officeDocument/2006/relationships/customXml" Target="../ink/ink1835.xml"/><Relationship Id="rId108" Type="http://schemas.openxmlformats.org/officeDocument/2006/relationships/customXml" Target="../ink/ink1910.xml"/><Relationship Id="rId129" Type="http://schemas.openxmlformats.org/officeDocument/2006/relationships/customXml" Target="../ink/ink1931.xml"/><Relationship Id="rId280" Type="http://schemas.openxmlformats.org/officeDocument/2006/relationships/customXml" Target="../ink/ink2082.xml"/><Relationship Id="rId54" Type="http://schemas.openxmlformats.org/officeDocument/2006/relationships/customXml" Target="../ink/ink1856.xml"/><Relationship Id="rId75" Type="http://schemas.openxmlformats.org/officeDocument/2006/relationships/customXml" Target="../ink/ink1877.xml"/><Relationship Id="rId96" Type="http://schemas.openxmlformats.org/officeDocument/2006/relationships/customXml" Target="../ink/ink1898.xml"/><Relationship Id="rId140" Type="http://schemas.openxmlformats.org/officeDocument/2006/relationships/customXml" Target="../ink/ink1942.xml"/><Relationship Id="rId161" Type="http://schemas.openxmlformats.org/officeDocument/2006/relationships/customXml" Target="../ink/ink1963.xml"/><Relationship Id="rId182" Type="http://schemas.openxmlformats.org/officeDocument/2006/relationships/customXml" Target="../ink/ink1984.xml"/><Relationship Id="rId217" Type="http://schemas.openxmlformats.org/officeDocument/2006/relationships/customXml" Target="../ink/ink2019.xml"/><Relationship Id="rId6" Type="http://schemas.openxmlformats.org/officeDocument/2006/relationships/customXml" Target="../ink/ink1808.xml"/><Relationship Id="rId238" Type="http://schemas.openxmlformats.org/officeDocument/2006/relationships/customXml" Target="../ink/ink2040.xml"/><Relationship Id="rId259" Type="http://schemas.openxmlformats.org/officeDocument/2006/relationships/customXml" Target="../ink/ink2061.xml"/><Relationship Id="rId23" Type="http://schemas.openxmlformats.org/officeDocument/2006/relationships/customXml" Target="../ink/ink1825.xml"/><Relationship Id="rId119" Type="http://schemas.openxmlformats.org/officeDocument/2006/relationships/customXml" Target="../ink/ink1921.xml"/><Relationship Id="rId270" Type="http://schemas.openxmlformats.org/officeDocument/2006/relationships/customXml" Target="../ink/ink2072.xml"/><Relationship Id="rId44" Type="http://schemas.openxmlformats.org/officeDocument/2006/relationships/customXml" Target="../ink/ink1846.xml"/><Relationship Id="rId65" Type="http://schemas.openxmlformats.org/officeDocument/2006/relationships/customXml" Target="../ink/ink1867.xml"/><Relationship Id="rId86" Type="http://schemas.openxmlformats.org/officeDocument/2006/relationships/customXml" Target="../ink/ink1888.xml"/><Relationship Id="rId130" Type="http://schemas.openxmlformats.org/officeDocument/2006/relationships/customXml" Target="../ink/ink1932.xml"/><Relationship Id="rId151" Type="http://schemas.openxmlformats.org/officeDocument/2006/relationships/customXml" Target="../ink/ink1953.xml"/><Relationship Id="rId172" Type="http://schemas.openxmlformats.org/officeDocument/2006/relationships/customXml" Target="../ink/ink1974.xml"/><Relationship Id="rId193" Type="http://schemas.openxmlformats.org/officeDocument/2006/relationships/customXml" Target="../ink/ink1995.xml"/><Relationship Id="rId207" Type="http://schemas.openxmlformats.org/officeDocument/2006/relationships/customXml" Target="../ink/ink2009.xml"/><Relationship Id="rId228" Type="http://schemas.openxmlformats.org/officeDocument/2006/relationships/customXml" Target="../ink/ink2030.xml"/><Relationship Id="rId249" Type="http://schemas.openxmlformats.org/officeDocument/2006/relationships/customXml" Target="../ink/ink2051.xml"/><Relationship Id="rId13" Type="http://schemas.openxmlformats.org/officeDocument/2006/relationships/customXml" Target="../ink/ink1815.xml"/><Relationship Id="rId109" Type="http://schemas.openxmlformats.org/officeDocument/2006/relationships/customXml" Target="../ink/ink1911.xml"/><Relationship Id="rId260" Type="http://schemas.openxmlformats.org/officeDocument/2006/relationships/customXml" Target="../ink/ink2062.xml"/><Relationship Id="rId281" Type="http://schemas.openxmlformats.org/officeDocument/2006/relationships/customXml" Target="../ink/ink2083.xml"/><Relationship Id="rId34" Type="http://schemas.openxmlformats.org/officeDocument/2006/relationships/customXml" Target="../ink/ink1836.xml"/><Relationship Id="rId55" Type="http://schemas.openxmlformats.org/officeDocument/2006/relationships/customXml" Target="../ink/ink1857.xml"/><Relationship Id="rId76" Type="http://schemas.openxmlformats.org/officeDocument/2006/relationships/customXml" Target="../ink/ink1878.xml"/><Relationship Id="rId97" Type="http://schemas.openxmlformats.org/officeDocument/2006/relationships/customXml" Target="../ink/ink1899.xml"/><Relationship Id="rId120" Type="http://schemas.openxmlformats.org/officeDocument/2006/relationships/customXml" Target="../ink/ink1922.xml"/><Relationship Id="rId141" Type="http://schemas.openxmlformats.org/officeDocument/2006/relationships/customXml" Target="../ink/ink1943.xml"/><Relationship Id="rId7" Type="http://schemas.openxmlformats.org/officeDocument/2006/relationships/customXml" Target="../ink/ink1809.xml"/><Relationship Id="rId162" Type="http://schemas.openxmlformats.org/officeDocument/2006/relationships/customXml" Target="../ink/ink1964.xml"/><Relationship Id="rId183" Type="http://schemas.openxmlformats.org/officeDocument/2006/relationships/customXml" Target="../ink/ink1985.xml"/><Relationship Id="rId218" Type="http://schemas.openxmlformats.org/officeDocument/2006/relationships/customXml" Target="../ink/ink2020.xml"/><Relationship Id="rId239" Type="http://schemas.openxmlformats.org/officeDocument/2006/relationships/customXml" Target="../ink/ink2041.xml"/><Relationship Id="rId250" Type="http://schemas.openxmlformats.org/officeDocument/2006/relationships/customXml" Target="../ink/ink2052.xml"/><Relationship Id="rId271" Type="http://schemas.openxmlformats.org/officeDocument/2006/relationships/customXml" Target="../ink/ink2073.xml"/><Relationship Id="rId24" Type="http://schemas.openxmlformats.org/officeDocument/2006/relationships/customXml" Target="../ink/ink1826.xml"/><Relationship Id="rId45" Type="http://schemas.openxmlformats.org/officeDocument/2006/relationships/customXml" Target="../ink/ink1847.xml"/><Relationship Id="rId66" Type="http://schemas.openxmlformats.org/officeDocument/2006/relationships/customXml" Target="../ink/ink1868.xml"/><Relationship Id="rId87" Type="http://schemas.openxmlformats.org/officeDocument/2006/relationships/customXml" Target="../ink/ink1889.xml"/><Relationship Id="rId110" Type="http://schemas.openxmlformats.org/officeDocument/2006/relationships/customXml" Target="../ink/ink1912.xml"/><Relationship Id="rId131" Type="http://schemas.openxmlformats.org/officeDocument/2006/relationships/customXml" Target="../ink/ink1933.xml"/><Relationship Id="rId152" Type="http://schemas.openxmlformats.org/officeDocument/2006/relationships/customXml" Target="../ink/ink1954.xml"/><Relationship Id="rId173" Type="http://schemas.openxmlformats.org/officeDocument/2006/relationships/customXml" Target="../ink/ink1975.xml"/><Relationship Id="rId194" Type="http://schemas.openxmlformats.org/officeDocument/2006/relationships/customXml" Target="../ink/ink1996.xml"/><Relationship Id="rId208" Type="http://schemas.openxmlformats.org/officeDocument/2006/relationships/customXml" Target="../ink/ink2010.xml"/><Relationship Id="rId229" Type="http://schemas.openxmlformats.org/officeDocument/2006/relationships/customXml" Target="../ink/ink2031.xml"/><Relationship Id="rId240" Type="http://schemas.openxmlformats.org/officeDocument/2006/relationships/customXml" Target="../ink/ink2042.xml"/><Relationship Id="rId261" Type="http://schemas.openxmlformats.org/officeDocument/2006/relationships/customXml" Target="../ink/ink2063.xml"/><Relationship Id="rId14" Type="http://schemas.openxmlformats.org/officeDocument/2006/relationships/customXml" Target="../ink/ink1816.xml"/><Relationship Id="rId35" Type="http://schemas.openxmlformats.org/officeDocument/2006/relationships/customXml" Target="../ink/ink1837.xml"/><Relationship Id="rId56" Type="http://schemas.openxmlformats.org/officeDocument/2006/relationships/customXml" Target="../ink/ink1858.xml"/><Relationship Id="rId77" Type="http://schemas.openxmlformats.org/officeDocument/2006/relationships/customXml" Target="../ink/ink1879.xml"/><Relationship Id="rId100" Type="http://schemas.openxmlformats.org/officeDocument/2006/relationships/customXml" Target="../ink/ink1902.xml"/><Relationship Id="rId282" Type="http://schemas.openxmlformats.org/officeDocument/2006/relationships/customXml" Target="../ink/ink2084.xml"/><Relationship Id="rId8" Type="http://schemas.openxmlformats.org/officeDocument/2006/relationships/customXml" Target="../ink/ink1810.xml"/><Relationship Id="rId98" Type="http://schemas.openxmlformats.org/officeDocument/2006/relationships/customXml" Target="../ink/ink1900.xml"/><Relationship Id="rId121" Type="http://schemas.openxmlformats.org/officeDocument/2006/relationships/customXml" Target="../ink/ink1923.xml"/><Relationship Id="rId142" Type="http://schemas.openxmlformats.org/officeDocument/2006/relationships/customXml" Target="../ink/ink1944.xml"/><Relationship Id="rId163" Type="http://schemas.openxmlformats.org/officeDocument/2006/relationships/customXml" Target="../ink/ink1965.xml"/><Relationship Id="rId184" Type="http://schemas.openxmlformats.org/officeDocument/2006/relationships/customXml" Target="../ink/ink1986.xml"/><Relationship Id="rId219" Type="http://schemas.openxmlformats.org/officeDocument/2006/relationships/customXml" Target="../ink/ink2021.xml"/><Relationship Id="rId230" Type="http://schemas.openxmlformats.org/officeDocument/2006/relationships/customXml" Target="../ink/ink2032.xml"/><Relationship Id="rId251" Type="http://schemas.openxmlformats.org/officeDocument/2006/relationships/customXml" Target="../ink/ink2053.xml"/><Relationship Id="rId25" Type="http://schemas.openxmlformats.org/officeDocument/2006/relationships/customXml" Target="../ink/ink1827.xml"/><Relationship Id="rId46" Type="http://schemas.openxmlformats.org/officeDocument/2006/relationships/customXml" Target="../ink/ink1848.xml"/><Relationship Id="rId67" Type="http://schemas.openxmlformats.org/officeDocument/2006/relationships/customXml" Target="../ink/ink1869.xml"/><Relationship Id="rId272" Type="http://schemas.openxmlformats.org/officeDocument/2006/relationships/customXml" Target="../ink/ink2074.xml"/><Relationship Id="rId88" Type="http://schemas.openxmlformats.org/officeDocument/2006/relationships/customXml" Target="../ink/ink1890.xml"/><Relationship Id="rId111" Type="http://schemas.openxmlformats.org/officeDocument/2006/relationships/customXml" Target="../ink/ink1913.xml"/><Relationship Id="rId132" Type="http://schemas.openxmlformats.org/officeDocument/2006/relationships/customXml" Target="../ink/ink1934.xml"/><Relationship Id="rId153" Type="http://schemas.openxmlformats.org/officeDocument/2006/relationships/customXml" Target="../ink/ink1955.xml"/><Relationship Id="rId174" Type="http://schemas.openxmlformats.org/officeDocument/2006/relationships/customXml" Target="../ink/ink1976.xml"/><Relationship Id="rId195" Type="http://schemas.openxmlformats.org/officeDocument/2006/relationships/customXml" Target="../ink/ink1997.xml"/><Relationship Id="rId209" Type="http://schemas.openxmlformats.org/officeDocument/2006/relationships/customXml" Target="../ink/ink2011.xml"/><Relationship Id="rId220" Type="http://schemas.openxmlformats.org/officeDocument/2006/relationships/customXml" Target="../ink/ink2022.xml"/><Relationship Id="rId241" Type="http://schemas.openxmlformats.org/officeDocument/2006/relationships/customXml" Target="../ink/ink2043.xml"/><Relationship Id="rId15" Type="http://schemas.openxmlformats.org/officeDocument/2006/relationships/customXml" Target="../ink/ink1817.xml"/><Relationship Id="rId36" Type="http://schemas.openxmlformats.org/officeDocument/2006/relationships/customXml" Target="../ink/ink1838.xml"/><Relationship Id="rId57" Type="http://schemas.openxmlformats.org/officeDocument/2006/relationships/customXml" Target="../ink/ink1859.xml"/><Relationship Id="rId262" Type="http://schemas.openxmlformats.org/officeDocument/2006/relationships/customXml" Target="../ink/ink2064.xml"/><Relationship Id="rId283" Type="http://schemas.openxmlformats.org/officeDocument/2006/relationships/customXml" Target="../ink/ink2085.xml"/><Relationship Id="rId78" Type="http://schemas.openxmlformats.org/officeDocument/2006/relationships/customXml" Target="../ink/ink1880.xml"/><Relationship Id="rId99" Type="http://schemas.openxmlformats.org/officeDocument/2006/relationships/customXml" Target="../ink/ink1901.xml"/><Relationship Id="rId101" Type="http://schemas.openxmlformats.org/officeDocument/2006/relationships/customXml" Target="../ink/ink1903.xml"/><Relationship Id="rId122" Type="http://schemas.openxmlformats.org/officeDocument/2006/relationships/customXml" Target="../ink/ink1924.xml"/><Relationship Id="rId143" Type="http://schemas.openxmlformats.org/officeDocument/2006/relationships/customXml" Target="../ink/ink1945.xml"/><Relationship Id="rId164" Type="http://schemas.openxmlformats.org/officeDocument/2006/relationships/customXml" Target="../ink/ink1966.xml"/><Relationship Id="rId185" Type="http://schemas.openxmlformats.org/officeDocument/2006/relationships/customXml" Target="../ink/ink1987.xml"/><Relationship Id="rId9" Type="http://schemas.openxmlformats.org/officeDocument/2006/relationships/customXml" Target="../ink/ink1811.xml"/><Relationship Id="rId210" Type="http://schemas.openxmlformats.org/officeDocument/2006/relationships/customXml" Target="../ink/ink2012.xml"/><Relationship Id="rId26" Type="http://schemas.openxmlformats.org/officeDocument/2006/relationships/customXml" Target="../ink/ink1828.xml"/><Relationship Id="rId231" Type="http://schemas.openxmlformats.org/officeDocument/2006/relationships/customXml" Target="../ink/ink2033.xml"/><Relationship Id="rId252" Type="http://schemas.openxmlformats.org/officeDocument/2006/relationships/customXml" Target="../ink/ink2054.xml"/><Relationship Id="rId273" Type="http://schemas.openxmlformats.org/officeDocument/2006/relationships/customXml" Target="../ink/ink2075.xml"/><Relationship Id="rId47" Type="http://schemas.openxmlformats.org/officeDocument/2006/relationships/customXml" Target="../ink/ink1849.xml"/><Relationship Id="rId68" Type="http://schemas.openxmlformats.org/officeDocument/2006/relationships/customXml" Target="../ink/ink1870.xml"/><Relationship Id="rId89" Type="http://schemas.openxmlformats.org/officeDocument/2006/relationships/customXml" Target="../ink/ink1891.xml"/><Relationship Id="rId112" Type="http://schemas.openxmlformats.org/officeDocument/2006/relationships/customXml" Target="../ink/ink1914.xml"/><Relationship Id="rId133" Type="http://schemas.openxmlformats.org/officeDocument/2006/relationships/customXml" Target="../ink/ink1935.xml"/><Relationship Id="rId154" Type="http://schemas.openxmlformats.org/officeDocument/2006/relationships/customXml" Target="../ink/ink1956.xml"/><Relationship Id="rId175" Type="http://schemas.openxmlformats.org/officeDocument/2006/relationships/customXml" Target="../ink/ink1977.xml"/><Relationship Id="rId196" Type="http://schemas.openxmlformats.org/officeDocument/2006/relationships/customXml" Target="../ink/ink1998.xml"/><Relationship Id="rId200" Type="http://schemas.openxmlformats.org/officeDocument/2006/relationships/customXml" Target="../ink/ink2002.xml"/><Relationship Id="rId16" Type="http://schemas.openxmlformats.org/officeDocument/2006/relationships/customXml" Target="../ink/ink1818.xml"/><Relationship Id="rId221" Type="http://schemas.openxmlformats.org/officeDocument/2006/relationships/customXml" Target="../ink/ink2023.xml"/><Relationship Id="rId242" Type="http://schemas.openxmlformats.org/officeDocument/2006/relationships/customXml" Target="../ink/ink2044.xml"/><Relationship Id="rId263" Type="http://schemas.openxmlformats.org/officeDocument/2006/relationships/customXml" Target="../ink/ink2065.xml"/><Relationship Id="rId284" Type="http://schemas.openxmlformats.org/officeDocument/2006/relationships/customXml" Target="../ink/ink2086.xml"/><Relationship Id="rId37" Type="http://schemas.openxmlformats.org/officeDocument/2006/relationships/customXml" Target="../ink/ink1839.xml"/><Relationship Id="rId58" Type="http://schemas.openxmlformats.org/officeDocument/2006/relationships/customXml" Target="../ink/ink1860.xml"/><Relationship Id="rId79" Type="http://schemas.openxmlformats.org/officeDocument/2006/relationships/customXml" Target="../ink/ink1881.xml"/><Relationship Id="rId102" Type="http://schemas.openxmlformats.org/officeDocument/2006/relationships/customXml" Target="../ink/ink1904.xml"/><Relationship Id="rId123" Type="http://schemas.openxmlformats.org/officeDocument/2006/relationships/customXml" Target="../ink/ink1925.xml"/><Relationship Id="rId144" Type="http://schemas.openxmlformats.org/officeDocument/2006/relationships/customXml" Target="../ink/ink1946.xml"/><Relationship Id="rId90" Type="http://schemas.openxmlformats.org/officeDocument/2006/relationships/customXml" Target="../ink/ink1892.xml"/><Relationship Id="rId165" Type="http://schemas.openxmlformats.org/officeDocument/2006/relationships/customXml" Target="../ink/ink1967.xml"/><Relationship Id="rId186" Type="http://schemas.openxmlformats.org/officeDocument/2006/relationships/customXml" Target="../ink/ink1988.xml"/><Relationship Id="rId211" Type="http://schemas.openxmlformats.org/officeDocument/2006/relationships/customXml" Target="../ink/ink2013.xml"/><Relationship Id="rId232" Type="http://schemas.openxmlformats.org/officeDocument/2006/relationships/customXml" Target="../ink/ink2034.xml"/><Relationship Id="rId253" Type="http://schemas.openxmlformats.org/officeDocument/2006/relationships/customXml" Target="../ink/ink2055.xml"/><Relationship Id="rId274" Type="http://schemas.openxmlformats.org/officeDocument/2006/relationships/customXml" Target="../ink/ink2076.xml"/><Relationship Id="rId27" Type="http://schemas.openxmlformats.org/officeDocument/2006/relationships/customXml" Target="../ink/ink1829.xml"/><Relationship Id="rId48" Type="http://schemas.openxmlformats.org/officeDocument/2006/relationships/customXml" Target="../ink/ink1850.xml"/><Relationship Id="rId69" Type="http://schemas.openxmlformats.org/officeDocument/2006/relationships/customXml" Target="../ink/ink1871.xml"/><Relationship Id="rId113" Type="http://schemas.openxmlformats.org/officeDocument/2006/relationships/customXml" Target="../ink/ink1915.xml"/><Relationship Id="rId134" Type="http://schemas.openxmlformats.org/officeDocument/2006/relationships/customXml" Target="../ink/ink1936.xml"/><Relationship Id="rId80" Type="http://schemas.openxmlformats.org/officeDocument/2006/relationships/customXml" Target="../ink/ink1882.xml"/><Relationship Id="rId155" Type="http://schemas.openxmlformats.org/officeDocument/2006/relationships/customXml" Target="../ink/ink1957.xml"/><Relationship Id="rId176" Type="http://schemas.openxmlformats.org/officeDocument/2006/relationships/customXml" Target="../ink/ink1978.xml"/><Relationship Id="rId197" Type="http://schemas.openxmlformats.org/officeDocument/2006/relationships/customXml" Target="../ink/ink1999.xml"/><Relationship Id="rId201" Type="http://schemas.openxmlformats.org/officeDocument/2006/relationships/customXml" Target="../ink/ink2003.xml"/><Relationship Id="rId222" Type="http://schemas.openxmlformats.org/officeDocument/2006/relationships/customXml" Target="../ink/ink2024.xml"/><Relationship Id="rId243" Type="http://schemas.openxmlformats.org/officeDocument/2006/relationships/customXml" Target="../ink/ink2045.xml"/><Relationship Id="rId264" Type="http://schemas.openxmlformats.org/officeDocument/2006/relationships/customXml" Target="../ink/ink2066.xml"/><Relationship Id="rId285" Type="http://schemas.openxmlformats.org/officeDocument/2006/relationships/customXml" Target="../ink/ink2087.xml"/><Relationship Id="rId17" Type="http://schemas.openxmlformats.org/officeDocument/2006/relationships/customXml" Target="../ink/ink1819.xml"/><Relationship Id="rId38" Type="http://schemas.openxmlformats.org/officeDocument/2006/relationships/customXml" Target="../ink/ink1840.xml"/><Relationship Id="rId59" Type="http://schemas.openxmlformats.org/officeDocument/2006/relationships/customXml" Target="../ink/ink1861.xml"/><Relationship Id="rId103" Type="http://schemas.openxmlformats.org/officeDocument/2006/relationships/customXml" Target="../ink/ink1905.xml"/><Relationship Id="rId124" Type="http://schemas.openxmlformats.org/officeDocument/2006/relationships/customXml" Target="../ink/ink1926.xml"/><Relationship Id="rId70" Type="http://schemas.openxmlformats.org/officeDocument/2006/relationships/customXml" Target="../ink/ink1872.xml"/><Relationship Id="rId91" Type="http://schemas.openxmlformats.org/officeDocument/2006/relationships/customXml" Target="../ink/ink1893.xml"/><Relationship Id="rId145" Type="http://schemas.openxmlformats.org/officeDocument/2006/relationships/customXml" Target="../ink/ink1947.xml"/><Relationship Id="rId166" Type="http://schemas.openxmlformats.org/officeDocument/2006/relationships/customXml" Target="../ink/ink1968.xml"/><Relationship Id="rId187" Type="http://schemas.openxmlformats.org/officeDocument/2006/relationships/customXml" Target="../ink/ink198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14.xml"/><Relationship Id="rId233" Type="http://schemas.openxmlformats.org/officeDocument/2006/relationships/customXml" Target="../ink/ink2035.xml"/><Relationship Id="rId254" Type="http://schemas.openxmlformats.org/officeDocument/2006/relationships/customXml" Target="../ink/ink2056.xml"/><Relationship Id="rId28" Type="http://schemas.openxmlformats.org/officeDocument/2006/relationships/customXml" Target="../ink/ink1830.xml"/><Relationship Id="rId49" Type="http://schemas.openxmlformats.org/officeDocument/2006/relationships/customXml" Target="../ink/ink1851.xml"/><Relationship Id="rId114" Type="http://schemas.openxmlformats.org/officeDocument/2006/relationships/customXml" Target="../ink/ink1916.xml"/><Relationship Id="rId275" Type="http://schemas.openxmlformats.org/officeDocument/2006/relationships/customXml" Target="../ink/ink2077.xml"/><Relationship Id="rId60" Type="http://schemas.openxmlformats.org/officeDocument/2006/relationships/customXml" Target="../ink/ink1862.xml"/><Relationship Id="rId81" Type="http://schemas.openxmlformats.org/officeDocument/2006/relationships/customXml" Target="../ink/ink1883.xml"/><Relationship Id="rId135" Type="http://schemas.openxmlformats.org/officeDocument/2006/relationships/customXml" Target="../ink/ink1937.xml"/><Relationship Id="rId156" Type="http://schemas.openxmlformats.org/officeDocument/2006/relationships/customXml" Target="../ink/ink1958.xml"/><Relationship Id="rId177" Type="http://schemas.openxmlformats.org/officeDocument/2006/relationships/customXml" Target="../ink/ink1979.xml"/><Relationship Id="rId198" Type="http://schemas.openxmlformats.org/officeDocument/2006/relationships/customXml" Target="../ink/ink2000.xml"/><Relationship Id="rId202" Type="http://schemas.openxmlformats.org/officeDocument/2006/relationships/customXml" Target="../ink/ink2004.xml"/><Relationship Id="rId223" Type="http://schemas.openxmlformats.org/officeDocument/2006/relationships/customXml" Target="../ink/ink2025.xml"/><Relationship Id="rId244" Type="http://schemas.openxmlformats.org/officeDocument/2006/relationships/customXml" Target="../ink/ink2046.xml"/><Relationship Id="rId18" Type="http://schemas.openxmlformats.org/officeDocument/2006/relationships/customXml" Target="../ink/ink1820.xml"/><Relationship Id="rId39" Type="http://schemas.openxmlformats.org/officeDocument/2006/relationships/customXml" Target="../ink/ink1841.xml"/><Relationship Id="rId265" Type="http://schemas.openxmlformats.org/officeDocument/2006/relationships/customXml" Target="../ink/ink2067.xml"/><Relationship Id="rId286" Type="http://schemas.openxmlformats.org/officeDocument/2006/relationships/customXml" Target="../ink/ink2088.xml"/><Relationship Id="rId50" Type="http://schemas.openxmlformats.org/officeDocument/2006/relationships/customXml" Target="../ink/ink1852.xml"/><Relationship Id="rId104" Type="http://schemas.openxmlformats.org/officeDocument/2006/relationships/customXml" Target="../ink/ink1906.xml"/><Relationship Id="rId125" Type="http://schemas.openxmlformats.org/officeDocument/2006/relationships/customXml" Target="../ink/ink1927.xml"/><Relationship Id="rId146" Type="http://schemas.openxmlformats.org/officeDocument/2006/relationships/customXml" Target="../ink/ink1948.xml"/><Relationship Id="rId167" Type="http://schemas.openxmlformats.org/officeDocument/2006/relationships/customXml" Target="../ink/ink1969.xml"/><Relationship Id="rId188" Type="http://schemas.openxmlformats.org/officeDocument/2006/relationships/customXml" Target="../ink/ink1990.xml"/><Relationship Id="rId71" Type="http://schemas.openxmlformats.org/officeDocument/2006/relationships/customXml" Target="../ink/ink1873.xml"/><Relationship Id="rId92" Type="http://schemas.openxmlformats.org/officeDocument/2006/relationships/customXml" Target="../ink/ink1894.xml"/><Relationship Id="rId213" Type="http://schemas.openxmlformats.org/officeDocument/2006/relationships/customXml" Target="../ink/ink2015.xml"/><Relationship Id="rId234" Type="http://schemas.openxmlformats.org/officeDocument/2006/relationships/customXml" Target="../ink/ink2036.xml"/><Relationship Id="rId2" Type="http://schemas.openxmlformats.org/officeDocument/2006/relationships/customXml" Target="../ink/ink1804.xml"/><Relationship Id="rId29" Type="http://schemas.openxmlformats.org/officeDocument/2006/relationships/customXml" Target="../ink/ink1831.xml"/><Relationship Id="rId255" Type="http://schemas.openxmlformats.org/officeDocument/2006/relationships/customXml" Target="../ink/ink2057.xml"/><Relationship Id="rId276" Type="http://schemas.openxmlformats.org/officeDocument/2006/relationships/customXml" Target="../ink/ink2078.xml"/><Relationship Id="rId40" Type="http://schemas.openxmlformats.org/officeDocument/2006/relationships/customXml" Target="../ink/ink1842.xml"/><Relationship Id="rId115" Type="http://schemas.openxmlformats.org/officeDocument/2006/relationships/customXml" Target="../ink/ink1917.xml"/><Relationship Id="rId136" Type="http://schemas.openxmlformats.org/officeDocument/2006/relationships/customXml" Target="../ink/ink1938.xml"/><Relationship Id="rId157" Type="http://schemas.openxmlformats.org/officeDocument/2006/relationships/customXml" Target="../ink/ink1959.xml"/><Relationship Id="rId178" Type="http://schemas.openxmlformats.org/officeDocument/2006/relationships/customXml" Target="../ink/ink1980.xml"/><Relationship Id="rId61" Type="http://schemas.openxmlformats.org/officeDocument/2006/relationships/customXml" Target="../ink/ink1863.xml"/><Relationship Id="rId82" Type="http://schemas.openxmlformats.org/officeDocument/2006/relationships/customXml" Target="../ink/ink1884.xml"/><Relationship Id="rId199" Type="http://schemas.openxmlformats.org/officeDocument/2006/relationships/customXml" Target="../ink/ink2001.xml"/><Relationship Id="rId203" Type="http://schemas.openxmlformats.org/officeDocument/2006/relationships/customXml" Target="../ink/ink2005.xml"/><Relationship Id="rId19" Type="http://schemas.openxmlformats.org/officeDocument/2006/relationships/customXml" Target="../ink/ink1821.xml"/><Relationship Id="rId224" Type="http://schemas.openxmlformats.org/officeDocument/2006/relationships/customXml" Target="../ink/ink2026.xml"/><Relationship Id="rId245" Type="http://schemas.openxmlformats.org/officeDocument/2006/relationships/customXml" Target="../ink/ink2047.xml"/><Relationship Id="rId266" Type="http://schemas.openxmlformats.org/officeDocument/2006/relationships/customXml" Target="../ink/ink2068.xml"/><Relationship Id="rId287" Type="http://schemas.openxmlformats.org/officeDocument/2006/relationships/customXml" Target="../ink/ink2089.xml"/><Relationship Id="rId30" Type="http://schemas.openxmlformats.org/officeDocument/2006/relationships/customXml" Target="../ink/ink1832.xml"/><Relationship Id="rId105" Type="http://schemas.openxmlformats.org/officeDocument/2006/relationships/customXml" Target="../ink/ink1907.xml"/><Relationship Id="rId126" Type="http://schemas.openxmlformats.org/officeDocument/2006/relationships/customXml" Target="../ink/ink1928.xml"/><Relationship Id="rId147" Type="http://schemas.openxmlformats.org/officeDocument/2006/relationships/customXml" Target="../ink/ink1949.xml"/><Relationship Id="rId168" Type="http://schemas.openxmlformats.org/officeDocument/2006/relationships/customXml" Target="../ink/ink1970.xml"/><Relationship Id="rId51" Type="http://schemas.openxmlformats.org/officeDocument/2006/relationships/customXml" Target="../ink/ink1853.xml"/><Relationship Id="rId72" Type="http://schemas.openxmlformats.org/officeDocument/2006/relationships/customXml" Target="../ink/ink1874.xml"/><Relationship Id="rId93" Type="http://schemas.openxmlformats.org/officeDocument/2006/relationships/customXml" Target="../ink/ink1895.xml"/><Relationship Id="rId189" Type="http://schemas.openxmlformats.org/officeDocument/2006/relationships/customXml" Target="../ink/ink1991.xml"/><Relationship Id="rId3" Type="http://schemas.openxmlformats.org/officeDocument/2006/relationships/customXml" Target="../ink/ink1805.xml"/><Relationship Id="rId214" Type="http://schemas.openxmlformats.org/officeDocument/2006/relationships/customXml" Target="../ink/ink2016.xml"/><Relationship Id="rId235" Type="http://schemas.openxmlformats.org/officeDocument/2006/relationships/customXml" Target="../ink/ink2037.xml"/><Relationship Id="rId256" Type="http://schemas.openxmlformats.org/officeDocument/2006/relationships/customXml" Target="../ink/ink2058.xml"/><Relationship Id="rId277" Type="http://schemas.openxmlformats.org/officeDocument/2006/relationships/customXml" Target="../ink/ink2079.xml"/><Relationship Id="rId116" Type="http://schemas.openxmlformats.org/officeDocument/2006/relationships/customXml" Target="../ink/ink1918.xml"/><Relationship Id="rId137" Type="http://schemas.openxmlformats.org/officeDocument/2006/relationships/customXml" Target="../ink/ink1939.xml"/><Relationship Id="rId158" Type="http://schemas.openxmlformats.org/officeDocument/2006/relationships/customXml" Target="../ink/ink1960.xml"/><Relationship Id="rId20" Type="http://schemas.openxmlformats.org/officeDocument/2006/relationships/customXml" Target="../ink/ink1822.xml"/><Relationship Id="rId41" Type="http://schemas.openxmlformats.org/officeDocument/2006/relationships/customXml" Target="../ink/ink1843.xml"/><Relationship Id="rId62" Type="http://schemas.openxmlformats.org/officeDocument/2006/relationships/customXml" Target="../ink/ink1864.xml"/><Relationship Id="rId83" Type="http://schemas.openxmlformats.org/officeDocument/2006/relationships/customXml" Target="../ink/ink1885.xml"/><Relationship Id="rId179" Type="http://schemas.openxmlformats.org/officeDocument/2006/relationships/customXml" Target="../ink/ink1981.xml"/><Relationship Id="rId190" Type="http://schemas.openxmlformats.org/officeDocument/2006/relationships/customXml" Target="../ink/ink1992.xml"/><Relationship Id="rId204" Type="http://schemas.openxmlformats.org/officeDocument/2006/relationships/customXml" Target="../ink/ink2006.xml"/><Relationship Id="rId225" Type="http://schemas.openxmlformats.org/officeDocument/2006/relationships/customXml" Target="../ink/ink2027.xml"/><Relationship Id="rId246" Type="http://schemas.openxmlformats.org/officeDocument/2006/relationships/customXml" Target="../ink/ink2048.xml"/><Relationship Id="rId267" Type="http://schemas.openxmlformats.org/officeDocument/2006/relationships/customXml" Target="../ink/ink2069.xml"/><Relationship Id="rId288" Type="http://schemas.openxmlformats.org/officeDocument/2006/relationships/customXml" Target="../ink/ink2090.xml"/><Relationship Id="rId106" Type="http://schemas.openxmlformats.org/officeDocument/2006/relationships/customXml" Target="../ink/ink1908.xml"/><Relationship Id="rId127" Type="http://schemas.openxmlformats.org/officeDocument/2006/relationships/customXml" Target="../ink/ink1929.xml"/><Relationship Id="rId10" Type="http://schemas.openxmlformats.org/officeDocument/2006/relationships/customXml" Target="../ink/ink1812.xml"/><Relationship Id="rId31" Type="http://schemas.openxmlformats.org/officeDocument/2006/relationships/customXml" Target="../ink/ink1833.xml"/><Relationship Id="rId52" Type="http://schemas.openxmlformats.org/officeDocument/2006/relationships/customXml" Target="../ink/ink1854.xml"/><Relationship Id="rId73" Type="http://schemas.openxmlformats.org/officeDocument/2006/relationships/customXml" Target="../ink/ink1875.xml"/><Relationship Id="rId94" Type="http://schemas.openxmlformats.org/officeDocument/2006/relationships/customXml" Target="../ink/ink1896.xml"/><Relationship Id="rId148" Type="http://schemas.openxmlformats.org/officeDocument/2006/relationships/customXml" Target="../ink/ink1950.xml"/><Relationship Id="rId169" Type="http://schemas.openxmlformats.org/officeDocument/2006/relationships/customXml" Target="../ink/ink1971.xml"/><Relationship Id="rId4" Type="http://schemas.openxmlformats.org/officeDocument/2006/relationships/customXml" Target="../ink/ink1806.xml"/><Relationship Id="rId180" Type="http://schemas.openxmlformats.org/officeDocument/2006/relationships/customXml" Target="../ink/ink1982.xml"/><Relationship Id="rId215" Type="http://schemas.openxmlformats.org/officeDocument/2006/relationships/customXml" Target="../ink/ink2017.xml"/><Relationship Id="rId236" Type="http://schemas.openxmlformats.org/officeDocument/2006/relationships/customXml" Target="../ink/ink2038.xml"/><Relationship Id="rId257" Type="http://schemas.openxmlformats.org/officeDocument/2006/relationships/customXml" Target="../ink/ink2059.xml"/><Relationship Id="rId278" Type="http://schemas.openxmlformats.org/officeDocument/2006/relationships/customXml" Target="../ink/ink2080.xml"/><Relationship Id="rId42" Type="http://schemas.openxmlformats.org/officeDocument/2006/relationships/customXml" Target="../ink/ink1844.xml"/><Relationship Id="rId84" Type="http://schemas.openxmlformats.org/officeDocument/2006/relationships/customXml" Target="../ink/ink1886.xml"/><Relationship Id="rId138" Type="http://schemas.openxmlformats.org/officeDocument/2006/relationships/customXml" Target="../ink/ink1940.xml"/><Relationship Id="rId191" Type="http://schemas.openxmlformats.org/officeDocument/2006/relationships/customXml" Target="../ink/ink1993.xml"/><Relationship Id="rId205" Type="http://schemas.openxmlformats.org/officeDocument/2006/relationships/customXml" Target="../ink/ink2007.xml"/><Relationship Id="rId247" Type="http://schemas.openxmlformats.org/officeDocument/2006/relationships/customXml" Target="../ink/ink2049.xml"/><Relationship Id="rId107" Type="http://schemas.openxmlformats.org/officeDocument/2006/relationships/customXml" Target="../ink/ink1909.xml"/><Relationship Id="rId11" Type="http://schemas.openxmlformats.org/officeDocument/2006/relationships/customXml" Target="../ink/ink1813.xml"/><Relationship Id="rId53" Type="http://schemas.openxmlformats.org/officeDocument/2006/relationships/customXml" Target="../ink/ink1855.xml"/><Relationship Id="rId149" Type="http://schemas.openxmlformats.org/officeDocument/2006/relationships/customXml" Target="../ink/ink1951.xml"/><Relationship Id="rId95" Type="http://schemas.openxmlformats.org/officeDocument/2006/relationships/customXml" Target="../ink/ink1897.xml"/><Relationship Id="rId160" Type="http://schemas.openxmlformats.org/officeDocument/2006/relationships/customXml" Target="../ink/ink1962.xml"/><Relationship Id="rId216" Type="http://schemas.openxmlformats.org/officeDocument/2006/relationships/customXml" Target="../ink/ink2018.xml"/><Relationship Id="rId258" Type="http://schemas.openxmlformats.org/officeDocument/2006/relationships/customXml" Target="../ink/ink2060.xml"/><Relationship Id="rId22" Type="http://schemas.openxmlformats.org/officeDocument/2006/relationships/customXml" Target="../ink/ink1824.xml"/><Relationship Id="rId64" Type="http://schemas.openxmlformats.org/officeDocument/2006/relationships/customXml" Target="../ink/ink1866.xml"/><Relationship Id="rId118" Type="http://schemas.openxmlformats.org/officeDocument/2006/relationships/customXml" Target="../ink/ink192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91.xml"/><Relationship Id="rId3" Type="http://schemas.openxmlformats.org/officeDocument/2006/relationships/image" Target="../media/image101.emf"/><Relationship Id="rId7" Type="http://schemas.openxmlformats.org/officeDocument/2006/relationships/image" Target="../media/image105.png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customXml" Target="../ink/ink2092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13.xml"/><Relationship Id="rId21" Type="http://schemas.openxmlformats.org/officeDocument/2006/relationships/customXml" Target="../ink/ink2108.xml"/><Relationship Id="rId42" Type="http://schemas.openxmlformats.org/officeDocument/2006/relationships/customXml" Target="../ink/ink2129.xml"/><Relationship Id="rId47" Type="http://schemas.openxmlformats.org/officeDocument/2006/relationships/customXml" Target="../ink/ink2134.xml"/><Relationship Id="rId63" Type="http://schemas.openxmlformats.org/officeDocument/2006/relationships/customXml" Target="../ink/ink2150.xml"/><Relationship Id="rId68" Type="http://schemas.openxmlformats.org/officeDocument/2006/relationships/customXml" Target="../ink/ink2155.xml"/><Relationship Id="rId2" Type="http://schemas.openxmlformats.org/officeDocument/2006/relationships/image" Target="../media/image106.emf"/><Relationship Id="rId16" Type="http://schemas.openxmlformats.org/officeDocument/2006/relationships/customXml" Target="../ink/ink2103.xml"/><Relationship Id="rId29" Type="http://schemas.openxmlformats.org/officeDocument/2006/relationships/customXml" Target="../ink/ink2116.xml"/><Relationship Id="rId11" Type="http://schemas.openxmlformats.org/officeDocument/2006/relationships/customXml" Target="../ink/ink2098.xml"/><Relationship Id="rId24" Type="http://schemas.openxmlformats.org/officeDocument/2006/relationships/customXml" Target="../ink/ink2111.xml"/><Relationship Id="rId32" Type="http://schemas.openxmlformats.org/officeDocument/2006/relationships/customXml" Target="../ink/ink2119.xml"/><Relationship Id="rId37" Type="http://schemas.openxmlformats.org/officeDocument/2006/relationships/customXml" Target="../ink/ink2124.xml"/><Relationship Id="rId40" Type="http://schemas.openxmlformats.org/officeDocument/2006/relationships/customXml" Target="../ink/ink2127.xml"/><Relationship Id="rId45" Type="http://schemas.openxmlformats.org/officeDocument/2006/relationships/customXml" Target="../ink/ink2132.xml"/><Relationship Id="rId53" Type="http://schemas.openxmlformats.org/officeDocument/2006/relationships/customXml" Target="../ink/ink2140.xml"/><Relationship Id="rId58" Type="http://schemas.openxmlformats.org/officeDocument/2006/relationships/customXml" Target="../ink/ink2145.xml"/><Relationship Id="rId66" Type="http://schemas.openxmlformats.org/officeDocument/2006/relationships/customXml" Target="../ink/ink2153.xml"/><Relationship Id="rId74" Type="http://schemas.openxmlformats.org/officeDocument/2006/relationships/customXml" Target="../ink/ink2161.xml"/><Relationship Id="rId5" Type="http://schemas.openxmlformats.org/officeDocument/2006/relationships/image" Target="../media/image109.emf"/><Relationship Id="rId61" Type="http://schemas.openxmlformats.org/officeDocument/2006/relationships/customXml" Target="../ink/ink2148.xml"/><Relationship Id="rId19" Type="http://schemas.openxmlformats.org/officeDocument/2006/relationships/customXml" Target="../ink/ink2106.xml"/><Relationship Id="rId14" Type="http://schemas.openxmlformats.org/officeDocument/2006/relationships/customXml" Target="../ink/ink2101.xml"/><Relationship Id="rId22" Type="http://schemas.openxmlformats.org/officeDocument/2006/relationships/customXml" Target="../ink/ink2109.xml"/><Relationship Id="rId27" Type="http://schemas.openxmlformats.org/officeDocument/2006/relationships/customXml" Target="../ink/ink2114.xml"/><Relationship Id="rId30" Type="http://schemas.openxmlformats.org/officeDocument/2006/relationships/customXml" Target="../ink/ink2117.xml"/><Relationship Id="rId35" Type="http://schemas.openxmlformats.org/officeDocument/2006/relationships/customXml" Target="../ink/ink2122.xml"/><Relationship Id="rId43" Type="http://schemas.openxmlformats.org/officeDocument/2006/relationships/customXml" Target="../ink/ink2130.xml"/><Relationship Id="rId48" Type="http://schemas.openxmlformats.org/officeDocument/2006/relationships/customXml" Target="../ink/ink2135.xml"/><Relationship Id="rId56" Type="http://schemas.openxmlformats.org/officeDocument/2006/relationships/customXml" Target="../ink/ink2143.xml"/><Relationship Id="rId64" Type="http://schemas.openxmlformats.org/officeDocument/2006/relationships/customXml" Target="../ink/ink2151.xml"/><Relationship Id="rId69" Type="http://schemas.openxmlformats.org/officeDocument/2006/relationships/customXml" Target="../ink/ink2156.xml"/><Relationship Id="rId8" Type="http://schemas.openxmlformats.org/officeDocument/2006/relationships/customXml" Target="../ink/ink2095.xml"/><Relationship Id="rId51" Type="http://schemas.openxmlformats.org/officeDocument/2006/relationships/customXml" Target="../ink/ink2138.xml"/><Relationship Id="rId72" Type="http://schemas.openxmlformats.org/officeDocument/2006/relationships/customXml" Target="../ink/ink2159.xml"/><Relationship Id="rId3" Type="http://schemas.openxmlformats.org/officeDocument/2006/relationships/image" Target="../media/image107.png"/><Relationship Id="rId12" Type="http://schemas.openxmlformats.org/officeDocument/2006/relationships/customXml" Target="../ink/ink2099.xml"/><Relationship Id="rId17" Type="http://schemas.openxmlformats.org/officeDocument/2006/relationships/customXml" Target="../ink/ink2104.xml"/><Relationship Id="rId25" Type="http://schemas.openxmlformats.org/officeDocument/2006/relationships/customXml" Target="../ink/ink2112.xml"/><Relationship Id="rId33" Type="http://schemas.openxmlformats.org/officeDocument/2006/relationships/customXml" Target="../ink/ink2120.xml"/><Relationship Id="rId38" Type="http://schemas.openxmlformats.org/officeDocument/2006/relationships/customXml" Target="../ink/ink2125.xml"/><Relationship Id="rId46" Type="http://schemas.openxmlformats.org/officeDocument/2006/relationships/customXml" Target="../ink/ink2133.xml"/><Relationship Id="rId59" Type="http://schemas.openxmlformats.org/officeDocument/2006/relationships/customXml" Target="../ink/ink2146.xml"/><Relationship Id="rId67" Type="http://schemas.openxmlformats.org/officeDocument/2006/relationships/customXml" Target="../ink/ink2154.xml"/><Relationship Id="rId20" Type="http://schemas.openxmlformats.org/officeDocument/2006/relationships/customXml" Target="../ink/ink2107.xml"/><Relationship Id="rId41" Type="http://schemas.openxmlformats.org/officeDocument/2006/relationships/customXml" Target="../ink/ink2128.xml"/><Relationship Id="rId54" Type="http://schemas.openxmlformats.org/officeDocument/2006/relationships/customXml" Target="../ink/ink2141.xml"/><Relationship Id="rId62" Type="http://schemas.openxmlformats.org/officeDocument/2006/relationships/customXml" Target="../ink/ink2149.xml"/><Relationship Id="rId70" Type="http://schemas.openxmlformats.org/officeDocument/2006/relationships/customXml" Target="../ink/ink2157.xml"/><Relationship Id="rId75" Type="http://schemas.openxmlformats.org/officeDocument/2006/relationships/customXml" Target="../ink/ink216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93.xml"/><Relationship Id="rId15" Type="http://schemas.openxmlformats.org/officeDocument/2006/relationships/customXml" Target="../ink/ink2102.xml"/><Relationship Id="rId23" Type="http://schemas.openxmlformats.org/officeDocument/2006/relationships/customXml" Target="../ink/ink2110.xml"/><Relationship Id="rId28" Type="http://schemas.openxmlformats.org/officeDocument/2006/relationships/customXml" Target="../ink/ink2115.xml"/><Relationship Id="rId36" Type="http://schemas.openxmlformats.org/officeDocument/2006/relationships/customXml" Target="../ink/ink2123.xml"/><Relationship Id="rId49" Type="http://schemas.openxmlformats.org/officeDocument/2006/relationships/customXml" Target="../ink/ink2136.xml"/><Relationship Id="rId57" Type="http://schemas.openxmlformats.org/officeDocument/2006/relationships/customXml" Target="../ink/ink2144.xml"/><Relationship Id="rId10" Type="http://schemas.openxmlformats.org/officeDocument/2006/relationships/customXml" Target="../ink/ink2097.xml"/><Relationship Id="rId31" Type="http://schemas.openxmlformats.org/officeDocument/2006/relationships/customXml" Target="../ink/ink2118.xml"/><Relationship Id="rId44" Type="http://schemas.openxmlformats.org/officeDocument/2006/relationships/customXml" Target="../ink/ink2131.xml"/><Relationship Id="rId52" Type="http://schemas.openxmlformats.org/officeDocument/2006/relationships/customXml" Target="../ink/ink2139.xml"/><Relationship Id="rId60" Type="http://schemas.openxmlformats.org/officeDocument/2006/relationships/customXml" Target="../ink/ink2147.xml"/><Relationship Id="rId65" Type="http://schemas.openxmlformats.org/officeDocument/2006/relationships/customXml" Target="../ink/ink2152.xml"/><Relationship Id="rId73" Type="http://schemas.openxmlformats.org/officeDocument/2006/relationships/customXml" Target="../ink/ink2160.xml"/><Relationship Id="rId4" Type="http://schemas.openxmlformats.org/officeDocument/2006/relationships/image" Target="../media/image108.png"/><Relationship Id="rId9" Type="http://schemas.openxmlformats.org/officeDocument/2006/relationships/customXml" Target="../ink/ink2096.xml"/><Relationship Id="rId13" Type="http://schemas.openxmlformats.org/officeDocument/2006/relationships/customXml" Target="../ink/ink2100.xml"/><Relationship Id="rId18" Type="http://schemas.openxmlformats.org/officeDocument/2006/relationships/customXml" Target="../ink/ink2105.xml"/><Relationship Id="rId39" Type="http://schemas.openxmlformats.org/officeDocument/2006/relationships/customXml" Target="../ink/ink2126.xml"/><Relationship Id="rId34" Type="http://schemas.openxmlformats.org/officeDocument/2006/relationships/customXml" Target="../ink/ink2121.xml"/><Relationship Id="rId50" Type="http://schemas.openxmlformats.org/officeDocument/2006/relationships/customXml" Target="../ink/ink2137.xml"/><Relationship Id="rId55" Type="http://schemas.openxmlformats.org/officeDocument/2006/relationships/customXml" Target="../ink/ink2142.xml"/><Relationship Id="rId76" Type="http://schemas.openxmlformats.org/officeDocument/2006/relationships/customXml" Target="../ink/ink2163.xml"/><Relationship Id="rId7" Type="http://schemas.openxmlformats.org/officeDocument/2006/relationships/customXml" Target="../ink/ink2094.xml"/><Relationship Id="rId71" Type="http://schemas.openxmlformats.org/officeDocument/2006/relationships/customXml" Target="../ink/ink215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65.xml"/><Relationship Id="rId13" Type="http://schemas.openxmlformats.org/officeDocument/2006/relationships/customXml" Target="../ink/ink2170.xml"/><Relationship Id="rId3" Type="http://schemas.openxmlformats.org/officeDocument/2006/relationships/image" Target="../media/image111.png"/><Relationship Id="rId7" Type="http://schemas.openxmlformats.org/officeDocument/2006/relationships/customXml" Target="../ink/ink2164.xml"/><Relationship Id="rId12" Type="http://schemas.openxmlformats.org/officeDocument/2006/relationships/customXml" Target="../ink/ink2169.xml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11" Type="http://schemas.openxmlformats.org/officeDocument/2006/relationships/customXml" Target="../ink/ink2168.xml"/><Relationship Id="rId5" Type="http://schemas.openxmlformats.org/officeDocument/2006/relationships/image" Target="../media/image113.png"/><Relationship Id="rId10" Type="http://schemas.openxmlformats.org/officeDocument/2006/relationships/customXml" Target="../ink/ink2167.xml"/><Relationship Id="rId4" Type="http://schemas.openxmlformats.org/officeDocument/2006/relationships/image" Target="../media/image112.png"/><Relationship Id="rId9" Type="http://schemas.openxmlformats.org/officeDocument/2006/relationships/customXml" Target="../ink/ink2166.xml"/><Relationship Id="rId14" Type="http://schemas.openxmlformats.org/officeDocument/2006/relationships/customXml" Target="../ink/ink217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customXml" Target="../ink/ink2175.xml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74.xml"/><Relationship Id="rId5" Type="http://schemas.openxmlformats.org/officeDocument/2006/relationships/customXml" Target="../ink/ink2173.xml"/><Relationship Id="rId4" Type="http://schemas.openxmlformats.org/officeDocument/2006/relationships/customXml" Target="../ink/ink2172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97.xml"/><Relationship Id="rId21" Type="http://schemas.openxmlformats.org/officeDocument/2006/relationships/customXml" Target="../ink/ink2192.xml"/><Relationship Id="rId42" Type="http://schemas.openxmlformats.org/officeDocument/2006/relationships/customXml" Target="../ink/ink2213.xml"/><Relationship Id="rId47" Type="http://schemas.openxmlformats.org/officeDocument/2006/relationships/customXml" Target="../ink/ink2218.xml"/><Relationship Id="rId63" Type="http://schemas.openxmlformats.org/officeDocument/2006/relationships/customXml" Target="../ink/ink2234.xml"/><Relationship Id="rId68" Type="http://schemas.openxmlformats.org/officeDocument/2006/relationships/customXml" Target="../ink/ink2239.xml"/><Relationship Id="rId2" Type="http://schemas.openxmlformats.org/officeDocument/2006/relationships/image" Target="../media/image117.png"/><Relationship Id="rId16" Type="http://schemas.openxmlformats.org/officeDocument/2006/relationships/customXml" Target="../ink/ink2187.xml"/><Relationship Id="rId29" Type="http://schemas.openxmlformats.org/officeDocument/2006/relationships/customXml" Target="../ink/ink2200.xml"/><Relationship Id="rId11" Type="http://schemas.openxmlformats.org/officeDocument/2006/relationships/customXml" Target="../ink/ink2182.xml"/><Relationship Id="rId24" Type="http://schemas.openxmlformats.org/officeDocument/2006/relationships/customXml" Target="../ink/ink2195.xml"/><Relationship Id="rId32" Type="http://schemas.openxmlformats.org/officeDocument/2006/relationships/customXml" Target="../ink/ink2203.xml"/><Relationship Id="rId37" Type="http://schemas.openxmlformats.org/officeDocument/2006/relationships/customXml" Target="../ink/ink2208.xml"/><Relationship Id="rId40" Type="http://schemas.openxmlformats.org/officeDocument/2006/relationships/customXml" Target="../ink/ink2211.xml"/><Relationship Id="rId45" Type="http://schemas.openxmlformats.org/officeDocument/2006/relationships/customXml" Target="../ink/ink2216.xml"/><Relationship Id="rId53" Type="http://schemas.openxmlformats.org/officeDocument/2006/relationships/customXml" Target="../ink/ink2224.xml"/><Relationship Id="rId58" Type="http://schemas.openxmlformats.org/officeDocument/2006/relationships/customXml" Target="../ink/ink2229.xml"/><Relationship Id="rId66" Type="http://schemas.openxmlformats.org/officeDocument/2006/relationships/customXml" Target="../ink/ink2237.xml"/><Relationship Id="rId74" Type="http://schemas.openxmlformats.org/officeDocument/2006/relationships/customXml" Target="../ink/ink2245.xml"/><Relationship Id="rId5" Type="http://schemas.openxmlformats.org/officeDocument/2006/relationships/customXml" Target="../ink/ink2176.xml"/><Relationship Id="rId61" Type="http://schemas.openxmlformats.org/officeDocument/2006/relationships/customXml" Target="../ink/ink2232.xml"/><Relationship Id="rId19" Type="http://schemas.openxmlformats.org/officeDocument/2006/relationships/customXml" Target="../ink/ink2190.xml"/><Relationship Id="rId14" Type="http://schemas.openxmlformats.org/officeDocument/2006/relationships/customXml" Target="../ink/ink2185.xml"/><Relationship Id="rId22" Type="http://schemas.openxmlformats.org/officeDocument/2006/relationships/customXml" Target="../ink/ink2193.xml"/><Relationship Id="rId27" Type="http://schemas.openxmlformats.org/officeDocument/2006/relationships/customXml" Target="../ink/ink2198.xml"/><Relationship Id="rId30" Type="http://schemas.openxmlformats.org/officeDocument/2006/relationships/customXml" Target="../ink/ink2201.xml"/><Relationship Id="rId35" Type="http://schemas.openxmlformats.org/officeDocument/2006/relationships/customXml" Target="../ink/ink2206.xml"/><Relationship Id="rId43" Type="http://schemas.openxmlformats.org/officeDocument/2006/relationships/customXml" Target="../ink/ink2214.xml"/><Relationship Id="rId48" Type="http://schemas.openxmlformats.org/officeDocument/2006/relationships/customXml" Target="../ink/ink2219.xml"/><Relationship Id="rId56" Type="http://schemas.openxmlformats.org/officeDocument/2006/relationships/customXml" Target="../ink/ink2227.xml"/><Relationship Id="rId64" Type="http://schemas.openxmlformats.org/officeDocument/2006/relationships/customXml" Target="../ink/ink2235.xml"/><Relationship Id="rId69" Type="http://schemas.openxmlformats.org/officeDocument/2006/relationships/customXml" Target="../ink/ink2240.xml"/><Relationship Id="rId8" Type="http://schemas.openxmlformats.org/officeDocument/2006/relationships/customXml" Target="../ink/ink2179.xml"/><Relationship Id="rId51" Type="http://schemas.openxmlformats.org/officeDocument/2006/relationships/customXml" Target="../ink/ink2222.xml"/><Relationship Id="rId72" Type="http://schemas.openxmlformats.org/officeDocument/2006/relationships/customXml" Target="../ink/ink2243.xml"/><Relationship Id="rId3" Type="http://schemas.openxmlformats.org/officeDocument/2006/relationships/image" Target="../media/image118.png"/><Relationship Id="rId12" Type="http://schemas.openxmlformats.org/officeDocument/2006/relationships/customXml" Target="../ink/ink2183.xml"/><Relationship Id="rId17" Type="http://schemas.openxmlformats.org/officeDocument/2006/relationships/customXml" Target="../ink/ink2188.xml"/><Relationship Id="rId25" Type="http://schemas.openxmlformats.org/officeDocument/2006/relationships/customXml" Target="../ink/ink2196.xml"/><Relationship Id="rId33" Type="http://schemas.openxmlformats.org/officeDocument/2006/relationships/customXml" Target="../ink/ink2204.xml"/><Relationship Id="rId38" Type="http://schemas.openxmlformats.org/officeDocument/2006/relationships/customXml" Target="../ink/ink2209.xml"/><Relationship Id="rId46" Type="http://schemas.openxmlformats.org/officeDocument/2006/relationships/customXml" Target="../ink/ink2217.xml"/><Relationship Id="rId59" Type="http://schemas.openxmlformats.org/officeDocument/2006/relationships/customXml" Target="../ink/ink2230.xml"/><Relationship Id="rId67" Type="http://schemas.openxmlformats.org/officeDocument/2006/relationships/customXml" Target="../ink/ink2238.xml"/><Relationship Id="rId20" Type="http://schemas.openxmlformats.org/officeDocument/2006/relationships/customXml" Target="../ink/ink2191.xml"/><Relationship Id="rId41" Type="http://schemas.openxmlformats.org/officeDocument/2006/relationships/customXml" Target="../ink/ink2212.xml"/><Relationship Id="rId54" Type="http://schemas.openxmlformats.org/officeDocument/2006/relationships/customXml" Target="../ink/ink2225.xml"/><Relationship Id="rId62" Type="http://schemas.openxmlformats.org/officeDocument/2006/relationships/customXml" Target="../ink/ink2233.xml"/><Relationship Id="rId70" Type="http://schemas.openxmlformats.org/officeDocument/2006/relationships/customXml" Target="../ink/ink2241.xml"/><Relationship Id="rId75" Type="http://schemas.openxmlformats.org/officeDocument/2006/relationships/customXml" Target="../ink/ink22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77.xml"/><Relationship Id="rId15" Type="http://schemas.openxmlformats.org/officeDocument/2006/relationships/customXml" Target="../ink/ink2186.xml"/><Relationship Id="rId23" Type="http://schemas.openxmlformats.org/officeDocument/2006/relationships/customXml" Target="../ink/ink2194.xml"/><Relationship Id="rId28" Type="http://schemas.openxmlformats.org/officeDocument/2006/relationships/customXml" Target="../ink/ink2199.xml"/><Relationship Id="rId36" Type="http://schemas.openxmlformats.org/officeDocument/2006/relationships/customXml" Target="../ink/ink2207.xml"/><Relationship Id="rId49" Type="http://schemas.openxmlformats.org/officeDocument/2006/relationships/customXml" Target="../ink/ink2220.xml"/><Relationship Id="rId57" Type="http://schemas.openxmlformats.org/officeDocument/2006/relationships/customXml" Target="../ink/ink2228.xml"/><Relationship Id="rId10" Type="http://schemas.openxmlformats.org/officeDocument/2006/relationships/customXml" Target="../ink/ink2181.xml"/><Relationship Id="rId31" Type="http://schemas.openxmlformats.org/officeDocument/2006/relationships/customXml" Target="../ink/ink2202.xml"/><Relationship Id="rId44" Type="http://schemas.openxmlformats.org/officeDocument/2006/relationships/customXml" Target="../ink/ink2215.xml"/><Relationship Id="rId52" Type="http://schemas.openxmlformats.org/officeDocument/2006/relationships/customXml" Target="../ink/ink2223.xml"/><Relationship Id="rId60" Type="http://schemas.openxmlformats.org/officeDocument/2006/relationships/customXml" Target="../ink/ink2231.xml"/><Relationship Id="rId65" Type="http://schemas.openxmlformats.org/officeDocument/2006/relationships/customXml" Target="../ink/ink2236.xml"/><Relationship Id="rId73" Type="http://schemas.openxmlformats.org/officeDocument/2006/relationships/customXml" Target="../ink/ink2244.xml"/><Relationship Id="rId4" Type="http://schemas.openxmlformats.org/officeDocument/2006/relationships/image" Target="../media/image119.png"/><Relationship Id="rId9" Type="http://schemas.openxmlformats.org/officeDocument/2006/relationships/customXml" Target="../ink/ink2180.xml"/><Relationship Id="rId13" Type="http://schemas.openxmlformats.org/officeDocument/2006/relationships/customXml" Target="../ink/ink2184.xml"/><Relationship Id="rId18" Type="http://schemas.openxmlformats.org/officeDocument/2006/relationships/customXml" Target="../ink/ink2189.xml"/><Relationship Id="rId39" Type="http://schemas.openxmlformats.org/officeDocument/2006/relationships/customXml" Target="../ink/ink2210.xml"/><Relationship Id="rId34" Type="http://schemas.openxmlformats.org/officeDocument/2006/relationships/customXml" Target="../ink/ink2205.xml"/><Relationship Id="rId50" Type="http://schemas.openxmlformats.org/officeDocument/2006/relationships/customXml" Target="../ink/ink2221.xml"/><Relationship Id="rId55" Type="http://schemas.openxmlformats.org/officeDocument/2006/relationships/customXml" Target="../ink/ink2226.xml"/><Relationship Id="rId7" Type="http://schemas.openxmlformats.org/officeDocument/2006/relationships/customXml" Target="../ink/ink2178.xml"/><Relationship Id="rId71" Type="http://schemas.openxmlformats.org/officeDocument/2006/relationships/customXml" Target="../ink/ink2242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62.xml"/><Relationship Id="rId21" Type="http://schemas.openxmlformats.org/officeDocument/2006/relationships/customXml" Target="../ink/ink2266.xml"/><Relationship Id="rId42" Type="http://schemas.openxmlformats.org/officeDocument/2006/relationships/customXml" Target="../ink/ink2287.xml"/><Relationship Id="rId63" Type="http://schemas.openxmlformats.org/officeDocument/2006/relationships/customXml" Target="../ink/ink2308.xml"/><Relationship Id="rId84" Type="http://schemas.openxmlformats.org/officeDocument/2006/relationships/customXml" Target="../ink/ink2329.xml"/><Relationship Id="rId138" Type="http://schemas.openxmlformats.org/officeDocument/2006/relationships/customXml" Target="../ink/ink2383.xml"/><Relationship Id="rId159" Type="http://schemas.openxmlformats.org/officeDocument/2006/relationships/customXml" Target="../ink/ink2404.xml"/><Relationship Id="rId170" Type="http://schemas.openxmlformats.org/officeDocument/2006/relationships/customXml" Target="../ink/ink2415.xml"/><Relationship Id="rId191" Type="http://schemas.openxmlformats.org/officeDocument/2006/relationships/customXml" Target="../ink/ink2436.xml"/><Relationship Id="rId205" Type="http://schemas.openxmlformats.org/officeDocument/2006/relationships/customXml" Target="../ink/ink2450.xml"/><Relationship Id="rId107" Type="http://schemas.openxmlformats.org/officeDocument/2006/relationships/customXml" Target="../ink/ink2352.xml"/><Relationship Id="rId11" Type="http://schemas.openxmlformats.org/officeDocument/2006/relationships/customXml" Target="../ink/ink2256.xml"/><Relationship Id="rId32" Type="http://schemas.openxmlformats.org/officeDocument/2006/relationships/customXml" Target="../ink/ink2277.xml"/><Relationship Id="rId53" Type="http://schemas.openxmlformats.org/officeDocument/2006/relationships/customXml" Target="../ink/ink2298.xml"/><Relationship Id="rId74" Type="http://schemas.openxmlformats.org/officeDocument/2006/relationships/customXml" Target="../ink/ink2319.xml"/><Relationship Id="rId128" Type="http://schemas.openxmlformats.org/officeDocument/2006/relationships/customXml" Target="../ink/ink2373.xml"/><Relationship Id="rId149" Type="http://schemas.openxmlformats.org/officeDocument/2006/relationships/customXml" Target="../ink/ink2394.xml"/><Relationship Id="rId5" Type="http://schemas.openxmlformats.org/officeDocument/2006/relationships/customXml" Target="../ink/ink2250.xml"/><Relationship Id="rId95" Type="http://schemas.openxmlformats.org/officeDocument/2006/relationships/customXml" Target="../ink/ink2340.xml"/><Relationship Id="rId160" Type="http://schemas.openxmlformats.org/officeDocument/2006/relationships/customXml" Target="../ink/ink2405.xml"/><Relationship Id="rId181" Type="http://schemas.openxmlformats.org/officeDocument/2006/relationships/customXml" Target="../ink/ink2426.xml"/><Relationship Id="rId22" Type="http://schemas.openxmlformats.org/officeDocument/2006/relationships/customXml" Target="../ink/ink2267.xml"/><Relationship Id="rId43" Type="http://schemas.openxmlformats.org/officeDocument/2006/relationships/customXml" Target="../ink/ink2288.xml"/><Relationship Id="rId64" Type="http://schemas.openxmlformats.org/officeDocument/2006/relationships/customXml" Target="../ink/ink2309.xml"/><Relationship Id="rId118" Type="http://schemas.openxmlformats.org/officeDocument/2006/relationships/customXml" Target="../ink/ink2363.xml"/><Relationship Id="rId139" Type="http://schemas.openxmlformats.org/officeDocument/2006/relationships/customXml" Target="../ink/ink2384.xml"/><Relationship Id="rId85" Type="http://schemas.openxmlformats.org/officeDocument/2006/relationships/customXml" Target="../ink/ink2330.xml"/><Relationship Id="rId150" Type="http://schemas.openxmlformats.org/officeDocument/2006/relationships/customXml" Target="../ink/ink2395.xml"/><Relationship Id="rId171" Type="http://schemas.openxmlformats.org/officeDocument/2006/relationships/customXml" Target="../ink/ink2416.xml"/><Relationship Id="rId192" Type="http://schemas.openxmlformats.org/officeDocument/2006/relationships/customXml" Target="../ink/ink2437.xml"/><Relationship Id="rId206" Type="http://schemas.openxmlformats.org/officeDocument/2006/relationships/customXml" Target="../ink/ink2451.xml"/><Relationship Id="rId12" Type="http://schemas.openxmlformats.org/officeDocument/2006/relationships/customXml" Target="../ink/ink2257.xml"/><Relationship Id="rId33" Type="http://schemas.openxmlformats.org/officeDocument/2006/relationships/customXml" Target="../ink/ink2278.xml"/><Relationship Id="rId108" Type="http://schemas.openxmlformats.org/officeDocument/2006/relationships/customXml" Target="../ink/ink2353.xml"/><Relationship Id="rId129" Type="http://schemas.openxmlformats.org/officeDocument/2006/relationships/customXml" Target="../ink/ink2374.xml"/><Relationship Id="rId54" Type="http://schemas.openxmlformats.org/officeDocument/2006/relationships/customXml" Target="../ink/ink2299.xml"/><Relationship Id="rId75" Type="http://schemas.openxmlformats.org/officeDocument/2006/relationships/customXml" Target="../ink/ink2320.xml"/><Relationship Id="rId96" Type="http://schemas.openxmlformats.org/officeDocument/2006/relationships/customXml" Target="../ink/ink2341.xml"/><Relationship Id="rId140" Type="http://schemas.openxmlformats.org/officeDocument/2006/relationships/customXml" Target="../ink/ink2385.xml"/><Relationship Id="rId161" Type="http://schemas.openxmlformats.org/officeDocument/2006/relationships/customXml" Target="../ink/ink2406.xml"/><Relationship Id="rId182" Type="http://schemas.openxmlformats.org/officeDocument/2006/relationships/customXml" Target="../ink/ink2427.xml"/><Relationship Id="rId6" Type="http://schemas.openxmlformats.org/officeDocument/2006/relationships/customXml" Target="../ink/ink2251.xml"/><Relationship Id="rId23" Type="http://schemas.openxmlformats.org/officeDocument/2006/relationships/customXml" Target="../ink/ink2268.xml"/><Relationship Id="rId119" Type="http://schemas.openxmlformats.org/officeDocument/2006/relationships/customXml" Target="../ink/ink2364.xml"/><Relationship Id="rId44" Type="http://schemas.openxmlformats.org/officeDocument/2006/relationships/customXml" Target="../ink/ink2289.xml"/><Relationship Id="rId65" Type="http://schemas.openxmlformats.org/officeDocument/2006/relationships/customXml" Target="../ink/ink2310.xml"/><Relationship Id="rId86" Type="http://schemas.openxmlformats.org/officeDocument/2006/relationships/customXml" Target="../ink/ink2331.xml"/><Relationship Id="rId130" Type="http://schemas.openxmlformats.org/officeDocument/2006/relationships/customXml" Target="../ink/ink2375.xml"/><Relationship Id="rId151" Type="http://schemas.openxmlformats.org/officeDocument/2006/relationships/customXml" Target="../ink/ink2396.xml"/><Relationship Id="rId172" Type="http://schemas.openxmlformats.org/officeDocument/2006/relationships/customXml" Target="../ink/ink2417.xml"/><Relationship Id="rId193" Type="http://schemas.openxmlformats.org/officeDocument/2006/relationships/customXml" Target="../ink/ink2438.xml"/><Relationship Id="rId207" Type="http://schemas.openxmlformats.org/officeDocument/2006/relationships/customXml" Target="../ink/ink2452.xml"/><Relationship Id="rId13" Type="http://schemas.openxmlformats.org/officeDocument/2006/relationships/customXml" Target="../ink/ink2258.xml"/><Relationship Id="rId109" Type="http://schemas.openxmlformats.org/officeDocument/2006/relationships/customXml" Target="../ink/ink2354.xml"/><Relationship Id="rId34" Type="http://schemas.openxmlformats.org/officeDocument/2006/relationships/customXml" Target="../ink/ink2279.xml"/><Relationship Id="rId55" Type="http://schemas.openxmlformats.org/officeDocument/2006/relationships/customXml" Target="../ink/ink2300.xml"/><Relationship Id="rId76" Type="http://schemas.openxmlformats.org/officeDocument/2006/relationships/customXml" Target="../ink/ink2321.xml"/><Relationship Id="rId97" Type="http://schemas.openxmlformats.org/officeDocument/2006/relationships/customXml" Target="../ink/ink2342.xml"/><Relationship Id="rId120" Type="http://schemas.openxmlformats.org/officeDocument/2006/relationships/customXml" Target="../ink/ink2365.xml"/><Relationship Id="rId141" Type="http://schemas.openxmlformats.org/officeDocument/2006/relationships/customXml" Target="../ink/ink2386.xml"/><Relationship Id="rId7" Type="http://schemas.openxmlformats.org/officeDocument/2006/relationships/customXml" Target="../ink/ink2252.xml"/><Relationship Id="rId162" Type="http://schemas.openxmlformats.org/officeDocument/2006/relationships/customXml" Target="../ink/ink2407.xml"/><Relationship Id="rId183" Type="http://schemas.openxmlformats.org/officeDocument/2006/relationships/customXml" Target="../ink/ink2428.xml"/><Relationship Id="rId24" Type="http://schemas.openxmlformats.org/officeDocument/2006/relationships/customXml" Target="../ink/ink2269.xml"/><Relationship Id="rId45" Type="http://schemas.openxmlformats.org/officeDocument/2006/relationships/customXml" Target="../ink/ink2290.xml"/><Relationship Id="rId66" Type="http://schemas.openxmlformats.org/officeDocument/2006/relationships/customXml" Target="../ink/ink2311.xml"/><Relationship Id="rId87" Type="http://schemas.openxmlformats.org/officeDocument/2006/relationships/customXml" Target="../ink/ink2332.xml"/><Relationship Id="rId110" Type="http://schemas.openxmlformats.org/officeDocument/2006/relationships/customXml" Target="../ink/ink2355.xml"/><Relationship Id="rId131" Type="http://schemas.openxmlformats.org/officeDocument/2006/relationships/customXml" Target="../ink/ink2376.xml"/><Relationship Id="rId152" Type="http://schemas.openxmlformats.org/officeDocument/2006/relationships/customXml" Target="../ink/ink2397.xml"/><Relationship Id="rId173" Type="http://schemas.openxmlformats.org/officeDocument/2006/relationships/customXml" Target="../ink/ink2418.xml"/><Relationship Id="rId194" Type="http://schemas.openxmlformats.org/officeDocument/2006/relationships/customXml" Target="../ink/ink2439.xml"/><Relationship Id="rId208" Type="http://schemas.openxmlformats.org/officeDocument/2006/relationships/customXml" Target="../ink/ink2453.xml"/><Relationship Id="rId19" Type="http://schemas.openxmlformats.org/officeDocument/2006/relationships/customXml" Target="../ink/ink2264.xml"/><Relationship Id="rId14" Type="http://schemas.openxmlformats.org/officeDocument/2006/relationships/customXml" Target="../ink/ink2259.xml"/><Relationship Id="rId30" Type="http://schemas.openxmlformats.org/officeDocument/2006/relationships/customXml" Target="../ink/ink2275.xml"/><Relationship Id="rId35" Type="http://schemas.openxmlformats.org/officeDocument/2006/relationships/customXml" Target="../ink/ink2280.xml"/><Relationship Id="rId56" Type="http://schemas.openxmlformats.org/officeDocument/2006/relationships/customXml" Target="../ink/ink2301.xml"/><Relationship Id="rId77" Type="http://schemas.openxmlformats.org/officeDocument/2006/relationships/customXml" Target="../ink/ink2322.xml"/><Relationship Id="rId100" Type="http://schemas.openxmlformats.org/officeDocument/2006/relationships/customXml" Target="../ink/ink2345.xml"/><Relationship Id="rId105" Type="http://schemas.openxmlformats.org/officeDocument/2006/relationships/customXml" Target="../ink/ink2350.xml"/><Relationship Id="rId126" Type="http://schemas.openxmlformats.org/officeDocument/2006/relationships/customXml" Target="../ink/ink2371.xml"/><Relationship Id="rId147" Type="http://schemas.openxmlformats.org/officeDocument/2006/relationships/customXml" Target="../ink/ink2392.xml"/><Relationship Id="rId168" Type="http://schemas.openxmlformats.org/officeDocument/2006/relationships/customXml" Target="../ink/ink2413.xml"/><Relationship Id="rId8" Type="http://schemas.openxmlformats.org/officeDocument/2006/relationships/customXml" Target="../ink/ink2253.xml"/><Relationship Id="rId51" Type="http://schemas.openxmlformats.org/officeDocument/2006/relationships/customXml" Target="../ink/ink2296.xml"/><Relationship Id="rId72" Type="http://schemas.openxmlformats.org/officeDocument/2006/relationships/customXml" Target="../ink/ink2317.xml"/><Relationship Id="rId93" Type="http://schemas.openxmlformats.org/officeDocument/2006/relationships/customXml" Target="../ink/ink2338.xml"/><Relationship Id="rId98" Type="http://schemas.openxmlformats.org/officeDocument/2006/relationships/customXml" Target="../ink/ink2343.xml"/><Relationship Id="rId121" Type="http://schemas.openxmlformats.org/officeDocument/2006/relationships/customXml" Target="../ink/ink2366.xml"/><Relationship Id="rId142" Type="http://schemas.openxmlformats.org/officeDocument/2006/relationships/customXml" Target="../ink/ink2387.xml"/><Relationship Id="rId163" Type="http://schemas.openxmlformats.org/officeDocument/2006/relationships/customXml" Target="../ink/ink2408.xml"/><Relationship Id="rId184" Type="http://schemas.openxmlformats.org/officeDocument/2006/relationships/customXml" Target="../ink/ink2429.xml"/><Relationship Id="rId189" Type="http://schemas.openxmlformats.org/officeDocument/2006/relationships/customXml" Target="../ink/ink2434.xml"/><Relationship Id="rId3" Type="http://schemas.openxmlformats.org/officeDocument/2006/relationships/customXml" Target="../ink/ink2248.xml"/><Relationship Id="rId25" Type="http://schemas.openxmlformats.org/officeDocument/2006/relationships/customXml" Target="../ink/ink2270.xml"/><Relationship Id="rId46" Type="http://schemas.openxmlformats.org/officeDocument/2006/relationships/customXml" Target="../ink/ink2291.xml"/><Relationship Id="rId67" Type="http://schemas.openxmlformats.org/officeDocument/2006/relationships/customXml" Target="../ink/ink2312.xml"/><Relationship Id="rId116" Type="http://schemas.openxmlformats.org/officeDocument/2006/relationships/customXml" Target="../ink/ink2361.xml"/><Relationship Id="rId137" Type="http://schemas.openxmlformats.org/officeDocument/2006/relationships/customXml" Target="../ink/ink2382.xml"/><Relationship Id="rId158" Type="http://schemas.openxmlformats.org/officeDocument/2006/relationships/customXml" Target="../ink/ink2403.xml"/><Relationship Id="rId20" Type="http://schemas.openxmlformats.org/officeDocument/2006/relationships/customXml" Target="../ink/ink2265.xml"/><Relationship Id="rId41" Type="http://schemas.openxmlformats.org/officeDocument/2006/relationships/customXml" Target="../ink/ink2286.xml"/><Relationship Id="rId62" Type="http://schemas.openxmlformats.org/officeDocument/2006/relationships/customXml" Target="../ink/ink2307.xml"/><Relationship Id="rId83" Type="http://schemas.openxmlformats.org/officeDocument/2006/relationships/customXml" Target="../ink/ink2328.xml"/><Relationship Id="rId88" Type="http://schemas.openxmlformats.org/officeDocument/2006/relationships/customXml" Target="../ink/ink2333.xml"/><Relationship Id="rId111" Type="http://schemas.openxmlformats.org/officeDocument/2006/relationships/customXml" Target="../ink/ink2356.xml"/><Relationship Id="rId132" Type="http://schemas.openxmlformats.org/officeDocument/2006/relationships/customXml" Target="../ink/ink2377.xml"/><Relationship Id="rId153" Type="http://schemas.openxmlformats.org/officeDocument/2006/relationships/customXml" Target="../ink/ink2398.xml"/><Relationship Id="rId174" Type="http://schemas.openxmlformats.org/officeDocument/2006/relationships/customXml" Target="../ink/ink2419.xml"/><Relationship Id="rId179" Type="http://schemas.openxmlformats.org/officeDocument/2006/relationships/customXml" Target="../ink/ink2424.xml"/><Relationship Id="rId195" Type="http://schemas.openxmlformats.org/officeDocument/2006/relationships/customXml" Target="../ink/ink2440.xml"/><Relationship Id="rId209" Type="http://schemas.openxmlformats.org/officeDocument/2006/relationships/customXml" Target="../ink/ink2454.xml"/><Relationship Id="rId190" Type="http://schemas.openxmlformats.org/officeDocument/2006/relationships/customXml" Target="../ink/ink2435.xml"/><Relationship Id="rId204" Type="http://schemas.openxmlformats.org/officeDocument/2006/relationships/customXml" Target="../ink/ink2449.xml"/><Relationship Id="rId15" Type="http://schemas.openxmlformats.org/officeDocument/2006/relationships/customXml" Target="../ink/ink2260.xml"/><Relationship Id="rId36" Type="http://schemas.openxmlformats.org/officeDocument/2006/relationships/customXml" Target="../ink/ink2281.xml"/><Relationship Id="rId57" Type="http://schemas.openxmlformats.org/officeDocument/2006/relationships/customXml" Target="../ink/ink2302.xml"/><Relationship Id="rId106" Type="http://schemas.openxmlformats.org/officeDocument/2006/relationships/customXml" Target="../ink/ink2351.xml"/><Relationship Id="rId127" Type="http://schemas.openxmlformats.org/officeDocument/2006/relationships/customXml" Target="../ink/ink2372.xml"/><Relationship Id="rId10" Type="http://schemas.openxmlformats.org/officeDocument/2006/relationships/customXml" Target="../ink/ink2255.xml"/><Relationship Id="rId31" Type="http://schemas.openxmlformats.org/officeDocument/2006/relationships/customXml" Target="../ink/ink2276.xml"/><Relationship Id="rId52" Type="http://schemas.openxmlformats.org/officeDocument/2006/relationships/customXml" Target="../ink/ink2297.xml"/><Relationship Id="rId73" Type="http://schemas.openxmlformats.org/officeDocument/2006/relationships/customXml" Target="../ink/ink2318.xml"/><Relationship Id="rId78" Type="http://schemas.openxmlformats.org/officeDocument/2006/relationships/customXml" Target="../ink/ink2323.xml"/><Relationship Id="rId94" Type="http://schemas.openxmlformats.org/officeDocument/2006/relationships/customXml" Target="../ink/ink2339.xml"/><Relationship Id="rId99" Type="http://schemas.openxmlformats.org/officeDocument/2006/relationships/customXml" Target="../ink/ink2344.xml"/><Relationship Id="rId101" Type="http://schemas.openxmlformats.org/officeDocument/2006/relationships/customXml" Target="../ink/ink2346.xml"/><Relationship Id="rId122" Type="http://schemas.openxmlformats.org/officeDocument/2006/relationships/customXml" Target="../ink/ink2367.xml"/><Relationship Id="rId143" Type="http://schemas.openxmlformats.org/officeDocument/2006/relationships/customXml" Target="../ink/ink2388.xml"/><Relationship Id="rId148" Type="http://schemas.openxmlformats.org/officeDocument/2006/relationships/customXml" Target="../ink/ink2393.xml"/><Relationship Id="rId164" Type="http://schemas.openxmlformats.org/officeDocument/2006/relationships/customXml" Target="../ink/ink2409.xml"/><Relationship Id="rId169" Type="http://schemas.openxmlformats.org/officeDocument/2006/relationships/customXml" Target="../ink/ink2414.xml"/><Relationship Id="rId185" Type="http://schemas.openxmlformats.org/officeDocument/2006/relationships/customXml" Target="../ink/ink2430.xml"/><Relationship Id="rId4" Type="http://schemas.openxmlformats.org/officeDocument/2006/relationships/customXml" Target="../ink/ink2249.xml"/><Relationship Id="rId9" Type="http://schemas.openxmlformats.org/officeDocument/2006/relationships/customXml" Target="../ink/ink2254.xml"/><Relationship Id="rId180" Type="http://schemas.openxmlformats.org/officeDocument/2006/relationships/customXml" Target="../ink/ink2425.xml"/><Relationship Id="rId210" Type="http://schemas.openxmlformats.org/officeDocument/2006/relationships/customXml" Target="../ink/ink2455.xml"/><Relationship Id="rId26" Type="http://schemas.openxmlformats.org/officeDocument/2006/relationships/customXml" Target="../ink/ink2271.xml"/><Relationship Id="rId47" Type="http://schemas.openxmlformats.org/officeDocument/2006/relationships/customXml" Target="../ink/ink2292.xml"/><Relationship Id="rId68" Type="http://schemas.openxmlformats.org/officeDocument/2006/relationships/customXml" Target="../ink/ink2313.xml"/><Relationship Id="rId89" Type="http://schemas.openxmlformats.org/officeDocument/2006/relationships/customXml" Target="../ink/ink2334.xml"/><Relationship Id="rId112" Type="http://schemas.openxmlformats.org/officeDocument/2006/relationships/customXml" Target="../ink/ink2357.xml"/><Relationship Id="rId133" Type="http://schemas.openxmlformats.org/officeDocument/2006/relationships/customXml" Target="../ink/ink2378.xml"/><Relationship Id="rId154" Type="http://schemas.openxmlformats.org/officeDocument/2006/relationships/customXml" Target="../ink/ink2399.xml"/><Relationship Id="rId175" Type="http://schemas.openxmlformats.org/officeDocument/2006/relationships/customXml" Target="../ink/ink2420.xml"/><Relationship Id="rId196" Type="http://schemas.openxmlformats.org/officeDocument/2006/relationships/customXml" Target="../ink/ink2441.xml"/><Relationship Id="rId200" Type="http://schemas.openxmlformats.org/officeDocument/2006/relationships/customXml" Target="../ink/ink2445.xml"/><Relationship Id="rId16" Type="http://schemas.openxmlformats.org/officeDocument/2006/relationships/customXml" Target="../ink/ink2261.xml"/><Relationship Id="rId37" Type="http://schemas.openxmlformats.org/officeDocument/2006/relationships/customXml" Target="../ink/ink2282.xml"/><Relationship Id="rId58" Type="http://schemas.openxmlformats.org/officeDocument/2006/relationships/customXml" Target="../ink/ink2303.xml"/><Relationship Id="rId79" Type="http://schemas.openxmlformats.org/officeDocument/2006/relationships/customXml" Target="../ink/ink2324.xml"/><Relationship Id="rId102" Type="http://schemas.openxmlformats.org/officeDocument/2006/relationships/customXml" Target="../ink/ink2347.xml"/><Relationship Id="rId123" Type="http://schemas.openxmlformats.org/officeDocument/2006/relationships/customXml" Target="../ink/ink2368.xml"/><Relationship Id="rId144" Type="http://schemas.openxmlformats.org/officeDocument/2006/relationships/customXml" Target="../ink/ink2389.xml"/><Relationship Id="rId90" Type="http://schemas.openxmlformats.org/officeDocument/2006/relationships/customXml" Target="../ink/ink2335.xml"/><Relationship Id="rId165" Type="http://schemas.openxmlformats.org/officeDocument/2006/relationships/customXml" Target="../ink/ink2410.xml"/><Relationship Id="rId186" Type="http://schemas.openxmlformats.org/officeDocument/2006/relationships/customXml" Target="../ink/ink2431.xml"/><Relationship Id="rId211" Type="http://schemas.openxmlformats.org/officeDocument/2006/relationships/customXml" Target="../ink/ink2456.xml"/><Relationship Id="rId27" Type="http://schemas.openxmlformats.org/officeDocument/2006/relationships/customXml" Target="../ink/ink2272.xml"/><Relationship Id="rId48" Type="http://schemas.openxmlformats.org/officeDocument/2006/relationships/customXml" Target="../ink/ink2293.xml"/><Relationship Id="rId69" Type="http://schemas.openxmlformats.org/officeDocument/2006/relationships/customXml" Target="../ink/ink2314.xml"/><Relationship Id="rId113" Type="http://schemas.openxmlformats.org/officeDocument/2006/relationships/customXml" Target="../ink/ink2358.xml"/><Relationship Id="rId134" Type="http://schemas.openxmlformats.org/officeDocument/2006/relationships/customXml" Target="../ink/ink2379.xml"/><Relationship Id="rId80" Type="http://schemas.openxmlformats.org/officeDocument/2006/relationships/customXml" Target="../ink/ink2325.xml"/><Relationship Id="rId155" Type="http://schemas.openxmlformats.org/officeDocument/2006/relationships/customXml" Target="../ink/ink2400.xml"/><Relationship Id="rId176" Type="http://schemas.openxmlformats.org/officeDocument/2006/relationships/customXml" Target="../ink/ink2421.xml"/><Relationship Id="rId197" Type="http://schemas.openxmlformats.org/officeDocument/2006/relationships/customXml" Target="../ink/ink2442.xml"/><Relationship Id="rId201" Type="http://schemas.openxmlformats.org/officeDocument/2006/relationships/customXml" Target="../ink/ink2446.xml"/><Relationship Id="rId17" Type="http://schemas.openxmlformats.org/officeDocument/2006/relationships/customXml" Target="../ink/ink2262.xml"/><Relationship Id="rId38" Type="http://schemas.openxmlformats.org/officeDocument/2006/relationships/customXml" Target="../ink/ink2283.xml"/><Relationship Id="rId59" Type="http://schemas.openxmlformats.org/officeDocument/2006/relationships/customXml" Target="../ink/ink2304.xml"/><Relationship Id="rId103" Type="http://schemas.openxmlformats.org/officeDocument/2006/relationships/customXml" Target="../ink/ink2348.xml"/><Relationship Id="rId124" Type="http://schemas.openxmlformats.org/officeDocument/2006/relationships/customXml" Target="../ink/ink2369.xml"/><Relationship Id="rId70" Type="http://schemas.openxmlformats.org/officeDocument/2006/relationships/customXml" Target="../ink/ink2315.xml"/><Relationship Id="rId91" Type="http://schemas.openxmlformats.org/officeDocument/2006/relationships/customXml" Target="../ink/ink2336.xml"/><Relationship Id="rId145" Type="http://schemas.openxmlformats.org/officeDocument/2006/relationships/customXml" Target="../ink/ink2390.xml"/><Relationship Id="rId166" Type="http://schemas.openxmlformats.org/officeDocument/2006/relationships/customXml" Target="../ink/ink2411.xml"/><Relationship Id="rId187" Type="http://schemas.openxmlformats.org/officeDocument/2006/relationships/customXml" Target="../ink/ink243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57.xml"/><Relationship Id="rId28" Type="http://schemas.openxmlformats.org/officeDocument/2006/relationships/customXml" Target="../ink/ink2273.xml"/><Relationship Id="rId49" Type="http://schemas.openxmlformats.org/officeDocument/2006/relationships/customXml" Target="../ink/ink2294.xml"/><Relationship Id="rId114" Type="http://schemas.openxmlformats.org/officeDocument/2006/relationships/customXml" Target="../ink/ink2359.xml"/><Relationship Id="rId60" Type="http://schemas.openxmlformats.org/officeDocument/2006/relationships/customXml" Target="../ink/ink2305.xml"/><Relationship Id="rId81" Type="http://schemas.openxmlformats.org/officeDocument/2006/relationships/customXml" Target="../ink/ink2326.xml"/><Relationship Id="rId135" Type="http://schemas.openxmlformats.org/officeDocument/2006/relationships/customXml" Target="../ink/ink2380.xml"/><Relationship Id="rId156" Type="http://schemas.openxmlformats.org/officeDocument/2006/relationships/customXml" Target="../ink/ink2401.xml"/><Relationship Id="rId177" Type="http://schemas.openxmlformats.org/officeDocument/2006/relationships/customXml" Target="../ink/ink2422.xml"/><Relationship Id="rId198" Type="http://schemas.openxmlformats.org/officeDocument/2006/relationships/customXml" Target="../ink/ink2443.xml"/><Relationship Id="rId202" Type="http://schemas.openxmlformats.org/officeDocument/2006/relationships/customXml" Target="../ink/ink2447.xml"/><Relationship Id="rId18" Type="http://schemas.openxmlformats.org/officeDocument/2006/relationships/customXml" Target="../ink/ink2263.xml"/><Relationship Id="rId39" Type="http://schemas.openxmlformats.org/officeDocument/2006/relationships/customXml" Target="../ink/ink2284.xml"/><Relationship Id="rId50" Type="http://schemas.openxmlformats.org/officeDocument/2006/relationships/customXml" Target="../ink/ink2295.xml"/><Relationship Id="rId104" Type="http://schemas.openxmlformats.org/officeDocument/2006/relationships/customXml" Target="../ink/ink2349.xml"/><Relationship Id="rId125" Type="http://schemas.openxmlformats.org/officeDocument/2006/relationships/customXml" Target="../ink/ink2370.xml"/><Relationship Id="rId146" Type="http://schemas.openxmlformats.org/officeDocument/2006/relationships/customXml" Target="../ink/ink2391.xml"/><Relationship Id="rId167" Type="http://schemas.openxmlformats.org/officeDocument/2006/relationships/customXml" Target="../ink/ink2412.xml"/><Relationship Id="rId188" Type="http://schemas.openxmlformats.org/officeDocument/2006/relationships/customXml" Target="../ink/ink2433.xml"/><Relationship Id="rId71" Type="http://schemas.openxmlformats.org/officeDocument/2006/relationships/customXml" Target="../ink/ink2316.xml"/><Relationship Id="rId92" Type="http://schemas.openxmlformats.org/officeDocument/2006/relationships/customXml" Target="../ink/ink2337.xml"/><Relationship Id="rId213" Type="http://schemas.openxmlformats.org/officeDocument/2006/relationships/customXml" Target="../ink/ink2458.xml"/><Relationship Id="rId2" Type="http://schemas.openxmlformats.org/officeDocument/2006/relationships/customXml" Target="../ink/ink2247.xml"/><Relationship Id="rId29" Type="http://schemas.openxmlformats.org/officeDocument/2006/relationships/customXml" Target="../ink/ink2274.xml"/><Relationship Id="rId40" Type="http://schemas.openxmlformats.org/officeDocument/2006/relationships/customXml" Target="../ink/ink2285.xml"/><Relationship Id="rId115" Type="http://schemas.openxmlformats.org/officeDocument/2006/relationships/customXml" Target="../ink/ink2360.xml"/><Relationship Id="rId136" Type="http://schemas.openxmlformats.org/officeDocument/2006/relationships/customXml" Target="../ink/ink2381.xml"/><Relationship Id="rId157" Type="http://schemas.openxmlformats.org/officeDocument/2006/relationships/customXml" Target="../ink/ink2402.xml"/><Relationship Id="rId178" Type="http://schemas.openxmlformats.org/officeDocument/2006/relationships/customXml" Target="../ink/ink2423.xml"/><Relationship Id="rId61" Type="http://schemas.openxmlformats.org/officeDocument/2006/relationships/customXml" Target="../ink/ink2306.xml"/><Relationship Id="rId82" Type="http://schemas.openxmlformats.org/officeDocument/2006/relationships/customXml" Target="../ink/ink2327.xml"/><Relationship Id="rId199" Type="http://schemas.openxmlformats.org/officeDocument/2006/relationships/customXml" Target="../ink/ink2444.xml"/><Relationship Id="rId203" Type="http://schemas.openxmlformats.org/officeDocument/2006/relationships/customXml" Target="../ink/ink244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60.xml"/><Relationship Id="rId13" Type="http://schemas.openxmlformats.org/officeDocument/2006/relationships/customXml" Target="../ink/ink2465.xml"/><Relationship Id="rId18" Type="http://schemas.openxmlformats.org/officeDocument/2006/relationships/customXml" Target="../ink/ink2470.xml"/><Relationship Id="rId26" Type="http://schemas.openxmlformats.org/officeDocument/2006/relationships/customXml" Target="../ink/ink2478.xml"/><Relationship Id="rId3" Type="http://schemas.openxmlformats.org/officeDocument/2006/relationships/image" Target="../media/image121.png"/><Relationship Id="rId21" Type="http://schemas.openxmlformats.org/officeDocument/2006/relationships/customXml" Target="../ink/ink2473.xml"/><Relationship Id="rId7" Type="http://schemas.openxmlformats.org/officeDocument/2006/relationships/customXml" Target="../ink/ink2459.xml"/><Relationship Id="rId12" Type="http://schemas.openxmlformats.org/officeDocument/2006/relationships/customXml" Target="../ink/ink2464.xml"/><Relationship Id="rId17" Type="http://schemas.openxmlformats.org/officeDocument/2006/relationships/customXml" Target="../ink/ink2469.xml"/><Relationship Id="rId25" Type="http://schemas.openxmlformats.org/officeDocument/2006/relationships/customXml" Target="../ink/ink2477.xml"/><Relationship Id="rId2" Type="http://schemas.openxmlformats.org/officeDocument/2006/relationships/image" Target="../media/image120.png"/><Relationship Id="rId16" Type="http://schemas.openxmlformats.org/officeDocument/2006/relationships/customXml" Target="../ink/ink2468.xml"/><Relationship Id="rId20" Type="http://schemas.openxmlformats.org/officeDocument/2006/relationships/customXml" Target="../ink/ink24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customXml" Target="../ink/ink2463.xml"/><Relationship Id="rId24" Type="http://schemas.openxmlformats.org/officeDocument/2006/relationships/customXml" Target="../ink/ink2476.xml"/><Relationship Id="rId5" Type="http://schemas.openxmlformats.org/officeDocument/2006/relationships/image" Target="../media/image123.png"/><Relationship Id="rId15" Type="http://schemas.openxmlformats.org/officeDocument/2006/relationships/customXml" Target="../ink/ink2467.xml"/><Relationship Id="rId23" Type="http://schemas.openxmlformats.org/officeDocument/2006/relationships/customXml" Target="../ink/ink2475.xml"/><Relationship Id="rId28" Type="http://schemas.openxmlformats.org/officeDocument/2006/relationships/customXml" Target="../ink/ink2480.xml"/><Relationship Id="rId10" Type="http://schemas.openxmlformats.org/officeDocument/2006/relationships/customXml" Target="../ink/ink2462.xml"/><Relationship Id="rId19" Type="http://schemas.openxmlformats.org/officeDocument/2006/relationships/customXml" Target="../ink/ink2471.xml"/><Relationship Id="rId4" Type="http://schemas.openxmlformats.org/officeDocument/2006/relationships/image" Target="../media/image122.png"/><Relationship Id="rId9" Type="http://schemas.openxmlformats.org/officeDocument/2006/relationships/customXml" Target="../ink/ink2461.xml"/><Relationship Id="rId14" Type="http://schemas.openxmlformats.org/officeDocument/2006/relationships/customXml" Target="../ink/ink2466.xml"/><Relationship Id="rId22" Type="http://schemas.openxmlformats.org/officeDocument/2006/relationships/customXml" Target="../ink/ink2474.xml"/><Relationship Id="rId27" Type="http://schemas.openxmlformats.org/officeDocument/2006/relationships/customXml" Target="../ink/ink2479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98.xml"/><Relationship Id="rId21" Type="http://schemas.openxmlformats.org/officeDocument/2006/relationships/customXml" Target="../ink/ink2493.xml"/><Relationship Id="rId42" Type="http://schemas.openxmlformats.org/officeDocument/2006/relationships/customXml" Target="../ink/ink2514.xml"/><Relationship Id="rId47" Type="http://schemas.openxmlformats.org/officeDocument/2006/relationships/customXml" Target="../ink/ink2519.xml"/><Relationship Id="rId63" Type="http://schemas.openxmlformats.org/officeDocument/2006/relationships/customXml" Target="../ink/ink2535.xml"/><Relationship Id="rId68" Type="http://schemas.openxmlformats.org/officeDocument/2006/relationships/customXml" Target="../ink/ink2540.xml"/><Relationship Id="rId84" Type="http://schemas.openxmlformats.org/officeDocument/2006/relationships/customXml" Target="../ink/ink2556.xml"/><Relationship Id="rId89" Type="http://schemas.openxmlformats.org/officeDocument/2006/relationships/customXml" Target="../ink/ink2561.xml"/><Relationship Id="rId16" Type="http://schemas.openxmlformats.org/officeDocument/2006/relationships/customXml" Target="../ink/ink2488.xml"/><Relationship Id="rId11" Type="http://schemas.openxmlformats.org/officeDocument/2006/relationships/customXml" Target="../ink/ink2483.xml"/><Relationship Id="rId32" Type="http://schemas.openxmlformats.org/officeDocument/2006/relationships/customXml" Target="../ink/ink2504.xml"/><Relationship Id="rId37" Type="http://schemas.openxmlformats.org/officeDocument/2006/relationships/customXml" Target="../ink/ink2509.xml"/><Relationship Id="rId53" Type="http://schemas.openxmlformats.org/officeDocument/2006/relationships/customXml" Target="../ink/ink2525.xml"/><Relationship Id="rId58" Type="http://schemas.openxmlformats.org/officeDocument/2006/relationships/customXml" Target="../ink/ink2530.xml"/><Relationship Id="rId74" Type="http://schemas.openxmlformats.org/officeDocument/2006/relationships/customXml" Target="../ink/ink2546.xml"/><Relationship Id="rId79" Type="http://schemas.openxmlformats.org/officeDocument/2006/relationships/customXml" Target="../ink/ink2551.xml"/><Relationship Id="rId5" Type="http://schemas.openxmlformats.org/officeDocument/2006/relationships/image" Target="../media/image128.png"/><Relationship Id="rId90" Type="http://schemas.openxmlformats.org/officeDocument/2006/relationships/customXml" Target="../ink/ink2562.xml"/><Relationship Id="rId22" Type="http://schemas.openxmlformats.org/officeDocument/2006/relationships/customXml" Target="../ink/ink2494.xml"/><Relationship Id="rId27" Type="http://schemas.openxmlformats.org/officeDocument/2006/relationships/customXml" Target="../ink/ink2499.xml"/><Relationship Id="rId43" Type="http://schemas.openxmlformats.org/officeDocument/2006/relationships/customXml" Target="../ink/ink2515.xml"/><Relationship Id="rId48" Type="http://schemas.openxmlformats.org/officeDocument/2006/relationships/customXml" Target="../ink/ink2520.xml"/><Relationship Id="rId64" Type="http://schemas.openxmlformats.org/officeDocument/2006/relationships/customXml" Target="../ink/ink2536.xml"/><Relationship Id="rId69" Type="http://schemas.openxmlformats.org/officeDocument/2006/relationships/customXml" Target="../ink/ink2541.xml"/><Relationship Id="rId8" Type="http://schemas.openxmlformats.org/officeDocument/2006/relationships/image" Target="../media/image131.png"/><Relationship Id="rId51" Type="http://schemas.openxmlformats.org/officeDocument/2006/relationships/customXml" Target="../ink/ink2523.xml"/><Relationship Id="rId72" Type="http://schemas.openxmlformats.org/officeDocument/2006/relationships/customXml" Target="../ink/ink2544.xml"/><Relationship Id="rId80" Type="http://schemas.openxmlformats.org/officeDocument/2006/relationships/customXml" Target="../ink/ink2552.xml"/><Relationship Id="rId85" Type="http://schemas.openxmlformats.org/officeDocument/2006/relationships/customXml" Target="../ink/ink2557.xml"/><Relationship Id="rId93" Type="http://schemas.openxmlformats.org/officeDocument/2006/relationships/customXml" Target="../ink/ink2565.xml"/><Relationship Id="rId3" Type="http://schemas.openxmlformats.org/officeDocument/2006/relationships/image" Target="../media/image126.png"/><Relationship Id="rId12" Type="http://schemas.openxmlformats.org/officeDocument/2006/relationships/customXml" Target="../ink/ink2484.xml"/><Relationship Id="rId17" Type="http://schemas.openxmlformats.org/officeDocument/2006/relationships/customXml" Target="../ink/ink2489.xml"/><Relationship Id="rId25" Type="http://schemas.openxmlformats.org/officeDocument/2006/relationships/customXml" Target="../ink/ink2497.xml"/><Relationship Id="rId33" Type="http://schemas.openxmlformats.org/officeDocument/2006/relationships/customXml" Target="../ink/ink2505.xml"/><Relationship Id="rId38" Type="http://schemas.openxmlformats.org/officeDocument/2006/relationships/customXml" Target="../ink/ink2510.xml"/><Relationship Id="rId46" Type="http://schemas.openxmlformats.org/officeDocument/2006/relationships/customXml" Target="../ink/ink2518.xml"/><Relationship Id="rId59" Type="http://schemas.openxmlformats.org/officeDocument/2006/relationships/customXml" Target="../ink/ink2531.xml"/><Relationship Id="rId67" Type="http://schemas.openxmlformats.org/officeDocument/2006/relationships/customXml" Target="../ink/ink2539.xml"/><Relationship Id="rId20" Type="http://schemas.openxmlformats.org/officeDocument/2006/relationships/customXml" Target="../ink/ink2492.xml"/><Relationship Id="rId41" Type="http://schemas.openxmlformats.org/officeDocument/2006/relationships/customXml" Target="../ink/ink2513.xml"/><Relationship Id="rId54" Type="http://schemas.openxmlformats.org/officeDocument/2006/relationships/customXml" Target="../ink/ink2526.xml"/><Relationship Id="rId62" Type="http://schemas.openxmlformats.org/officeDocument/2006/relationships/customXml" Target="../ink/ink2534.xml"/><Relationship Id="rId70" Type="http://schemas.openxmlformats.org/officeDocument/2006/relationships/customXml" Target="../ink/ink2542.xml"/><Relationship Id="rId75" Type="http://schemas.openxmlformats.org/officeDocument/2006/relationships/customXml" Target="../ink/ink2547.xml"/><Relationship Id="rId83" Type="http://schemas.openxmlformats.org/officeDocument/2006/relationships/customXml" Target="../ink/ink2555.xml"/><Relationship Id="rId88" Type="http://schemas.openxmlformats.org/officeDocument/2006/relationships/customXml" Target="../ink/ink2560.xml"/><Relationship Id="rId91" Type="http://schemas.openxmlformats.org/officeDocument/2006/relationships/customXml" Target="../ink/ink25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5" Type="http://schemas.openxmlformats.org/officeDocument/2006/relationships/customXml" Target="../ink/ink2487.xml"/><Relationship Id="rId23" Type="http://schemas.openxmlformats.org/officeDocument/2006/relationships/customXml" Target="../ink/ink2495.xml"/><Relationship Id="rId28" Type="http://schemas.openxmlformats.org/officeDocument/2006/relationships/customXml" Target="../ink/ink2500.xml"/><Relationship Id="rId36" Type="http://schemas.openxmlformats.org/officeDocument/2006/relationships/customXml" Target="../ink/ink2508.xml"/><Relationship Id="rId49" Type="http://schemas.openxmlformats.org/officeDocument/2006/relationships/customXml" Target="../ink/ink2521.xml"/><Relationship Id="rId57" Type="http://schemas.openxmlformats.org/officeDocument/2006/relationships/customXml" Target="../ink/ink2529.xml"/><Relationship Id="rId10" Type="http://schemas.openxmlformats.org/officeDocument/2006/relationships/customXml" Target="../ink/ink2482.xml"/><Relationship Id="rId31" Type="http://schemas.openxmlformats.org/officeDocument/2006/relationships/customXml" Target="../ink/ink2503.xml"/><Relationship Id="rId44" Type="http://schemas.openxmlformats.org/officeDocument/2006/relationships/customXml" Target="../ink/ink2516.xml"/><Relationship Id="rId52" Type="http://schemas.openxmlformats.org/officeDocument/2006/relationships/customXml" Target="../ink/ink2524.xml"/><Relationship Id="rId60" Type="http://schemas.openxmlformats.org/officeDocument/2006/relationships/customXml" Target="../ink/ink2532.xml"/><Relationship Id="rId65" Type="http://schemas.openxmlformats.org/officeDocument/2006/relationships/customXml" Target="../ink/ink2537.xml"/><Relationship Id="rId73" Type="http://schemas.openxmlformats.org/officeDocument/2006/relationships/customXml" Target="../ink/ink2545.xml"/><Relationship Id="rId78" Type="http://schemas.openxmlformats.org/officeDocument/2006/relationships/customXml" Target="../ink/ink2550.xml"/><Relationship Id="rId81" Type="http://schemas.openxmlformats.org/officeDocument/2006/relationships/customXml" Target="../ink/ink2553.xml"/><Relationship Id="rId86" Type="http://schemas.openxmlformats.org/officeDocument/2006/relationships/customXml" Target="../ink/ink2558.xml"/><Relationship Id="rId4" Type="http://schemas.openxmlformats.org/officeDocument/2006/relationships/image" Target="../media/image127.png"/><Relationship Id="rId9" Type="http://schemas.openxmlformats.org/officeDocument/2006/relationships/customXml" Target="../ink/ink2481.xml"/><Relationship Id="rId13" Type="http://schemas.openxmlformats.org/officeDocument/2006/relationships/customXml" Target="../ink/ink2485.xml"/><Relationship Id="rId18" Type="http://schemas.openxmlformats.org/officeDocument/2006/relationships/customXml" Target="../ink/ink2490.xml"/><Relationship Id="rId39" Type="http://schemas.openxmlformats.org/officeDocument/2006/relationships/customXml" Target="../ink/ink2511.xml"/><Relationship Id="rId34" Type="http://schemas.openxmlformats.org/officeDocument/2006/relationships/customXml" Target="../ink/ink2506.xml"/><Relationship Id="rId50" Type="http://schemas.openxmlformats.org/officeDocument/2006/relationships/customXml" Target="../ink/ink2522.xml"/><Relationship Id="rId55" Type="http://schemas.openxmlformats.org/officeDocument/2006/relationships/customXml" Target="../ink/ink2527.xml"/><Relationship Id="rId76" Type="http://schemas.openxmlformats.org/officeDocument/2006/relationships/customXml" Target="../ink/ink2548.xml"/><Relationship Id="rId7" Type="http://schemas.openxmlformats.org/officeDocument/2006/relationships/image" Target="../media/image130.png"/><Relationship Id="rId71" Type="http://schemas.openxmlformats.org/officeDocument/2006/relationships/customXml" Target="../ink/ink2543.xml"/><Relationship Id="rId92" Type="http://schemas.openxmlformats.org/officeDocument/2006/relationships/customXml" Target="../ink/ink2564.xml"/><Relationship Id="rId2" Type="http://schemas.openxmlformats.org/officeDocument/2006/relationships/image" Target="../media/image125.png"/><Relationship Id="rId29" Type="http://schemas.openxmlformats.org/officeDocument/2006/relationships/customXml" Target="../ink/ink2501.xml"/><Relationship Id="rId24" Type="http://schemas.openxmlformats.org/officeDocument/2006/relationships/customXml" Target="../ink/ink2496.xml"/><Relationship Id="rId40" Type="http://schemas.openxmlformats.org/officeDocument/2006/relationships/customXml" Target="../ink/ink2512.xml"/><Relationship Id="rId45" Type="http://schemas.openxmlformats.org/officeDocument/2006/relationships/customXml" Target="../ink/ink2517.xml"/><Relationship Id="rId66" Type="http://schemas.openxmlformats.org/officeDocument/2006/relationships/customXml" Target="../ink/ink2538.xml"/><Relationship Id="rId87" Type="http://schemas.openxmlformats.org/officeDocument/2006/relationships/customXml" Target="../ink/ink2559.xml"/><Relationship Id="rId61" Type="http://schemas.openxmlformats.org/officeDocument/2006/relationships/customXml" Target="../ink/ink2533.xml"/><Relationship Id="rId82" Type="http://schemas.openxmlformats.org/officeDocument/2006/relationships/customXml" Target="../ink/ink2554.xml"/><Relationship Id="rId19" Type="http://schemas.openxmlformats.org/officeDocument/2006/relationships/customXml" Target="../ink/ink2491.xml"/><Relationship Id="rId14" Type="http://schemas.openxmlformats.org/officeDocument/2006/relationships/customXml" Target="../ink/ink2486.xml"/><Relationship Id="rId30" Type="http://schemas.openxmlformats.org/officeDocument/2006/relationships/customXml" Target="../ink/ink2502.xml"/><Relationship Id="rId35" Type="http://schemas.openxmlformats.org/officeDocument/2006/relationships/customXml" Target="../ink/ink2507.xml"/><Relationship Id="rId56" Type="http://schemas.openxmlformats.org/officeDocument/2006/relationships/customXml" Target="../ink/ink2528.xml"/><Relationship Id="rId77" Type="http://schemas.openxmlformats.org/officeDocument/2006/relationships/customXml" Target="../ink/ink2549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71.xml"/><Relationship Id="rId18" Type="http://schemas.openxmlformats.org/officeDocument/2006/relationships/customXml" Target="../ink/ink2576.xml"/><Relationship Id="rId26" Type="http://schemas.openxmlformats.org/officeDocument/2006/relationships/customXml" Target="../ink/ink2584.xml"/><Relationship Id="rId39" Type="http://schemas.openxmlformats.org/officeDocument/2006/relationships/customXml" Target="../ink/ink2597.xml"/><Relationship Id="rId21" Type="http://schemas.openxmlformats.org/officeDocument/2006/relationships/customXml" Target="../ink/ink2579.xml"/><Relationship Id="rId34" Type="http://schemas.openxmlformats.org/officeDocument/2006/relationships/customXml" Target="../ink/ink2592.xml"/><Relationship Id="rId42" Type="http://schemas.openxmlformats.org/officeDocument/2006/relationships/customXml" Target="../ink/ink2600.xml"/><Relationship Id="rId47" Type="http://schemas.openxmlformats.org/officeDocument/2006/relationships/customXml" Target="../ink/ink2605.xml"/><Relationship Id="rId50" Type="http://schemas.openxmlformats.org/officeDocument/2006/relationships/customXml" Target="../ink/ink2608.xml"/><Relationship Id="rId55" Type="http://schemas.openxmlformats.org/officeDocument/2006/relationships/customXml" Target="../ink/ink2613.xml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6" Type="http://schemas.openxmlformats.org/officeDocument/2006/relationships/customXml" Target="../ink/ink2574.xml"/><Relationship Id="rId29" Type="http://schemas.openxmlformats.org/officeDocument/2006/relationships/customXml" Target="../ink/ink2587.xml"/><Relationship Id="rId11" Type="http://schemas.openxmlformats.org/officeDocument/2006/relationships/customXml" Target="../ink/ink2569.xml"/><Relationship Id="rId24" Type="http://schemas.openxmlformats.org/officeDocument/2006/relationships/customXml" Target="../ink/ink2582.xml"/><Relationship Id="rId32" Type="http://schemas.openxmlformats.org/officeDocument/2006/relationships/customXml" Target="../ink/ink2590.xml"/><Relationship Id="rId37" Type="http://schemas.openxmlformats.org/officeDocument/2006/relationships/customXml" Target="../ink/ink2595.xml"/><Relationship Id="rId40" Type="http://schemas.openxmlformats.org/officeDocument/2006/relationships/customXml" Target="../ink/ink2598.xml"/><Relationship Id="rId45" Type="http://schemas.openxmlformats.org/officeDocument/2006/relationships/customXml" Target="../ink/ink2603.xml"/><Relationship Id="rId53" Type="http://schemas.openxmlformats.org/officeDocument/2006/relationships/customXml" Target="../ink/ink2611.xml"/><Relationship Id="rId58" Type="http://schemas.openxmlformats.org/officeDocument/2006/relationships/customXml" Target="../ink/ink2616.xml"/><Relationship Id="rId5" Type="http://schemas.openxmlformats.org/officeDocument/2006/relationships/image" Target="../media/image135.png"/><Relationship Id="rId19" Type="http://schemas.openxmlformats.org/officeDocument/2006/relationships/customXml" Target="../ink/ink2577.xml"/><Relationship Id="rId4" Type="http://schemas.openxmlformats.org/officeDocument/2006/relationships/image" Target="../media/image134.png"/><Relationship Id="rId9" Type="http://schemas.openxmlformats.org/officeDocument/2006/relationships/customXml" Target="../ink/ink2567.xml"/><Relationship Id="rId14" Type="http://schemas.openxmlformats.org/officeDocument/2006/relationships/customXml" Target="../ink/ink2572.xml"/><Relationship Id="rId22" Type="http://schemas.openxmlformats.org/officeDocument/2006/relationships/customXml" Target="../ink/ink2580.xml"/><Relationship Id="rId27" Type="http://schemas.openxmlformats.org/officeDocument/2006/relationships/customXml" Target="../ink/ink2585.xml"/><Relationship Id="rId30" Type="http://schemas.openxmlformats.org/officeDocument/2006/relationships/customXml" Target="../ink/ink2588.xml"/><Relationship Id="rId35" Type="http://schemas.openxmlformats.org/officeDocument/2006/relationships/customXml" Target="../ink/ink2593.xml"/><Relationship Id="rId43" Type="http://schemas.openxmlformats.org/officeDocument/2006/relationships/customXml" Target="../ink/ink2601.xml"/><Relationship Id="rId48" Type="http://schemas.openxmlformats.org/officeDocument/2006/relationships/customXml" Target="../ink/ink2606.xml"/><Relationship Id="rId56" Type="http://schemas.openxmlformats.org/officeDocument/2006/relationships/customXml" Target="../ink/ink2614.xml"/><Relationship Id="rId8" Type="http://schemas.openxmlformats.org/officeDocument/2006/relationships/customXml" Target="../ink/ink2566.xml"/><Relationship Id="rId51" Type="http://schemas.openxmlformats.org/officeDocument/2006/relationships/customXml" Target="../ink/ink2609.xml"/><Relationship Id="rId3" Type="http://schemas.openxmlformats.org/officeDocument/2006/relationships/image" Target="../media/image133.png"/><Relationship Id="rId12" Type="http://schemas.openxmlformats.org/officeDocument/2006/relationships/customXml" Target="../ink/ink2570.xml"/><Relationship Id="rId17" Type="http://schemas.openxmlformats.org/officeDocument/2006/relationships/customXml" Target="../ink/ink2575.xml"/><Relationship Id="rId25" Type="http://schemas.openxmlformats.org/officeDocument/2006/relationships/customXml" Target="../ink/ink2583.xml"/><Relationship Id="rId33" Type="http://schemas.openxmlformats.org/officeDocument/2006/relationships/customXml" Target="../ink/ink2591.xml"/><Relationship Id="rId38" Type="http://schemas.openxmlformats.org/officeDocument/2006/relationships/customXml" Target="../ink/ink2596.xml"/><Relationship Id="rId46" Type="http://schemas.openxmlformats.org/officeDocument/2006/relationships/customXml" Target="../ink/ink2604.xml"/><Relationship Id="rId20" Type="http://schemas.openxmlformats.org/officeDocument/2006/relationships/customXml" Target="../ink/ink2578.xml"/><Relationship Id="rId41" Type="http://schemas.openxmlformats.org/officeDocument/2006/relationships/customXml" Target="../ink/ink2599.xml"/><Relationship Id="rId54" Type="http://schemas.openxmlformats.org/officeDocument/2006/relationships/customXml" Target="../ink/ink26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5" Type="http://schemas.openxmlformats.org/officeDocument/2006/relationships/customXml" Target="../ink/ink2573.xml"/><Relationship Id="rId23" Type="http://schemas.openxmlformats.org/officeDocument/2006/relationships/customXml" Target="../ink/ink2581.xml"/><Relationship Id="rId28" Type="http://schemas.openxmlformats.org/officeDocument/2006/relationships/customXml" Target="../ink/ink2586.xml"/><Relationship Id="rId36" Type="http://schemas.openxmlformats.org/officeDocument/2006/relationships/customXml" Target="../ink/ink2594.xml"/><Relationship Id="rId49" Type="http://schemas.openxmlformats.org/officeDocument/2006/relationships/customXml" Target="../ink/ink2607.xml"/><Relationship Id="rId57" Type="http://schemas.openxmlformats.org/officeDocument/2006/relationships/customXml" Target="../ink/ink2615.xml"/><Relationship Id="rId10" Type="http://schemas.openxmlformats.org/officeDocument/2006/relationships/customXml" Target="../ink/ink2568.xml"/><Relationship Id="rId31" Type="http://schemas.openxmlformats.org/officeDocument/2006/relationships/customXml" Target="../ink/ink2589.xml"/><Relationship Id="rId44" Type="http://schemas.openxmlformats.org/officeDocument/2006/relationships/customXml" Target="../ink/ink2602.xml"/><Relationship Id="rId52" Type="http://schemas.openxmlformats.org/officeDocument/2006/relationships/customXml" Target="../ink/ink261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customXml" Target="../ink/ink2618.xml"/><Relationship Id="rId18" Type="http://schemas.openxmlformats.org/officeDocument/2006/relationships/customXml" Target="../ink/ink2623.xml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customXml" Target="../ink/ink2617.xml"/><Relationship Id="rId17" Type="http://schemas.openxmlformats.org/officeDocument/2006/relationships/customXml" Target="../ink/ink2622.xml"/><Relationship Id="rId2" Type="http://schemas.openxmlformats.org/officeDocument/2006/relationships/image" Target="../media/image138.png"/><Relationship Id="rId16" Type="http://schemas.openxmlformats.org/officeDocument/2006/relationships/customXml" Target="../ink/ink26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customXml" Target="../ink/ink2620.xml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customXml" Target="../ink/ink261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60.emf"/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emf"/><Relationship Id="rId4" Type="http://schemas.openxmlformats.org/officeDocument/2006/relationships/image" Target="../media/image15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image" Target="../media/image168.png"/><Relationship Id="rId7" Type="http://schemas.openxmlformats.org/officeDocument/2006/relationships/image" Target="../media/image172.emf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emf"/><Relationship Id="rId5" Type="http://schemas.openxmlformats.org/officeDocument/2006/relationships/image" Target="../media/image170.png"/><Relationship Id="rId4" Type="http://schemas.openxmlformats.org/officeDocument/2006/relationships/image" Target="../media/image169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ZoneTexte 3"/>
          <p:cNvSpPr txBox="1"/>
          <p:nvPr/>
        </p:nvSpPr>
        <p:spPr>
          <a:xfrm>
            <a:off x="1918953" y="734097"/>
            <a:ext cx="9415780" cy="2148841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>
            <a:srgbClr val="000000"/>
          </a:fontRef>
        </p:style>
        <p:txBody>
          <a:bodyPr wrap="none" rtlCol="0">
            <a:spAutoFit/>
          </a:bodyPr>
          <a:lstStyle/>
          <a:p>
            <a:r>
              <a:rPr lang="fr-MA" sz="13800" dirty="0">
                <a:latin typeface="AR BLANCA" panose="02000000000000000000" pitchFamily="2" charset="0"/>
              </a:rPr>
              <a:t>Oscillateurs</a:t>
            </a:r>
          </a:p>
        </p:txBody>
      </p:sp>
      <p:pic>
        <p:nvPicPr>
          <p:cNvPr id="209715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580041">
            <a:off x="1665132" y="3354627"/>
            <a:ext cx="3263719" cy="2109750"/>
          </a:xfrm>
          <a:prstGeom prst="rect">
            <a:avLst/>
          </a:prstGeom>
        </p:spPr>
      </p:pic>
      <p:pic>
        <p:nvPicPr>
          <p:cNvPr id="209715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447405">
            <a:off x="7679197" y="2867428"/>
            <a:ext cx="1921968" cy="232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ZoneTexte 3"/>
          <p:cNvSpPr txBox="1"/>
          <p:nvPr/>
        </p:nvSpPr>
        <p:spPr>
          <a:xfrm>
            <a:off x="565594" y="198406"/>
            <a:ext cx="5148580" cy="57404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fr-MA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 Oscillateurs harmoniques</a:t>
            </a:r>
          </a:p>
        </p:txBody>
      </p:sp>
      <p:sp>
        <p:nvSpPr>
          <p:cNvPr id="1048593" name="Rectangle 4"/>
          <p:cNvSpPr/>
          <p:nvPr/>
        </p:nvSpPr>
        <p:spPr>
          <a:xfrm>
            <a:off x="412123" y="718786"/>
            <a:ext cx="110758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b="0" i="0" u="none" strike="noStrike" baseline="0" dirty="0">
                <a:latin typeface="Bembo"/>
              </a:rPr>
              <a:t>Les oscillateurs harmoniques décrivent des comportements oscillants qu’ils soient dus à une nature intrinsèquement oscillatoire (comme le mouvement d’une masse reliée à un ressort)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sz="2000" dirty="0">
              <a:latin typeface="Bembo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b="0" i="0" u="none" strike="noStrike" baseline="0" dirty="0">
                <a:latin typeface="Bembo"/>
              </a:rPr>
              <a:t>Ou à un mouvement au voisinage d’une position d’équilibre (comme dans le modèle d’une liaison moléculaire). Dans les deux cas, on utilise le même modèle </a:t>
            </a:r>
            <a:r>
              <a:rPr lang="fr-MA" sz="2000" b="0" i="0" u="none" strike="noStrike" baseline="0" dirty="0">
                <a:latin typeface="Bembo"/>
              </a:rPr>
              <a:t>de l’oscillateur harmonique.</a:t>
            </a:r>
            <a:endParaRPr lang="fr-MA" sz="2000" dirty="0"/>
          </a:p>
        </p:txBody>
      </p:sp>
      <p:sp>
        <p:nvSpPr>
          <p:cNvPr id="1048594" name="ZoneTexte 5"/>
          <p:cNvSpPr txBox="1"/>
          <p:nvPr/>
        </p:nvSpPr>
        <p:spPr>
          <a:xfrm>
            <a:off x="368071" y="2392728"/>
            <a:ext cx="5707380" cy="447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I.1. Exemples d’oscillateurs harmoniques</a:t>
            </a:r>
          </a:p>
        </p:txBody>
      </p:sp>
      <p:pic>
        <p:nvPicPr>
          <p:cNvPr id="2097154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558" y="2869190"/>
            <a:ext cx="3657600" cy="2191384"/>
          </a:xfrm>
          <a:prstGeom prst="rect">
            <a:avLst/>
          </a:prstGeom>
        </p:spPr>
      </p:pic>
      <p:sp>
        <p:nvSpPr>
          <p:cNvPr id="1048595" name="ZoneTexte 7"/>
          <p:cNvSpPr txBox="1"/>
          <p:nvPr/>
        </p:nvSpPr>
        <p:spPr>
          <a:xfrm>
            <a:off x="368071" y="2919763"/>
            <a:ext cx="7117080" cy="447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1. Pendule élastique horizontal (dispositif de Hook)</a:t>
            </a:r>
          </a:p>
        </p:txBody>
      </p:sp>
      <p:sp>
        <p:nvSpPr>
          <p:cNvPr id="1048596" name="ZoneTexte 8"/>
          <p:cNvSpPr txBox="1"/>
          <p:nvPr/>
        </p:nvSpPr>
        <p:spPr>
          <a:xfrm>
            <a:off x="656822" y="3517946"/>
            <a:ext cx="35864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L’application du </a:t>
            </a:r>
            <a:r>
              <a:rPr lang="fr-FR" sz="2000" dirty="0" err="1"/>
              <a:t>pfd</a:t>
            </a:r>
            <a:r>
              <a:rPr lang="fr-FR" sz="2000" dirty="0"/>
              <a:t> conduit à :</a:t>
            </a:r>
            <a:endParaRPr lang="fr-MA" sz="2000" dirty="0"/>
          </a:p>
        </p:txBody>
      </p:sp>
      <p:sp>
        <p:nvSpPr>
          <p:cNvPr id="1048597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00135" y="3918056"/>
            <a:ext cx="1867626" cy="402931"/>
          </a:xfrm>
          <a:prstGeom prst="rect">
            <a:avLst/>
          </a:prstGeom>
          <a:blipFill rotWithShape="0">
            <a:blip r:embed="rId3"/>
            <a:stretch>
              <a:fillRect t="-1212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598" name="ZoneTexte 11"/>
          <p:cNvSpPr txBox="1"/>
          <p:nvPr/>
        </p:nvSpPr>
        <p:spPr>
          <a:xfrm>
            <a:off x="720975" y="4437203"/>
            <a:ext cx="7416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Avec</a:t>
            </a:r>
          </a:p>
        </p:txBody>
      </p:sp>
      <p:sp>
        <p:nvSpPr>
          <p:cNvPr id="1048599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19708" y="4470700"/>
            <a:ext cx="5390963" cy="552972"/>
          </a:xfrm>
          <a:prstGeom prst="rect">
            <a:avLst/>
          </a:prstGeom>
          <a:blipFill rotWithShape="0">
            <a:blip r:embed="rId4"/>
            <a:stretch>
              <a:fillRect b="-549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0" name="Rectangle 13"/>
          <p:cNvSpPr/>
          <p:nvPr/>
        </p:nvSpPr>
        <p:spPr>
          <a:xfrm>
            <a:off x="656821" y="4980739"/>
            <a:ext cx="10805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0" i="0" u="none" strike="noStrike" baseline="0" dirty="0">
                <a:latin typeface="NewBaskervilleITCbyBT-Roman"/>
              </a:rPr>
              <a:t>Par projection du </a:t>
            </a:r>
            <a:r>
              <a:rPr lang="fr-FR" b="0" i="0" u="none" strike="noStrike" baseline="0" dirty="0" err="1">
                <a:latin typeface="NewBaskervilleITCbyBT-Roman"/>
              </a:rPr>
              <a:t>pfd</a:t>
            </a:r>
            <a:r>
              <a:rPr lang="fr-FR" b="0" i="0" u="none" strike="noStrike" baseline="0" dirty="0">
                <a:latin typeface="NewBaskervilleITCbyBT-Roman"/>
              </a:rPr>
              <a:t> sur l’axe des abscisses, on obtient l’équation différentielle du mouvement du pendule élastique, soit :</a:t>
            </a:r>
            <a:endParaRPr lang="fr-MA" dirty="0"/>
          </a:p>
        </p:txBody>
      </p:sp>
      <p:sp>
        <p:nvSpPr>
          <p:cNvPr id="1048601" name="ZoneTexte 1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34512" y="5308698"/>
            <a:ext cx="1849994" cy="793615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2" name="Rectangle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2123" y="6064173"/>
            <a:ext cx="10835425" cy="646331"/>
          </a:xfrm>
          <a:prstGeom prst="rect">
            <a:avLst/>
          </a:prstGeom>
          <a:blipFill rotWithShape="0">
            <a:blip r:embed="rId6"/>
            <a:stretch>
              <a:fillRect l="-506" t="-5660" r="-450" b="-1320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8956" name="Ink 1048955"/>
              <p14:cNvContentPartPr/>
              <p14:nvPr/>
            </p14:nvContentPartPr>
            <p14:xfrm>
              <a:off x="3174222" y="89682"/>
              <a:ext cx="2603290" cy="733801"/>
            </p14:xfrm>
          </p:contentPart>
        </mc:Choice>
        <mc:Fallback xmlns="">
          <p:sp>
            <p:nvSpPr>
              <p:cNvPr id="1048956" name=""/>
              <p:cNvSpPr/>
              <p:nvPr/>
            </p:nvSpPr>
            <p:spPr>
              <a:xfrm>
                <a:off x="3174222" y="89682"/>
                <a:ext cx="2603290" cy="733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8957" name="Ink 1048956"/>
              <p14:cNvContentPartPr/>
              <p14:nvPr/>
            </p14:nvContentPartPr>
            <p14:xfrm>
              <a:off x="5894528" y="335991"/>
              <a:ext cx="159230" cy="257313"/>
            </p14:xfrm>
          </p:contentPart>
        </mc:Choice>
        <mc:Fallback xmlns="">
          <p:sp>
            <p:nvSpPr>
              <p:cNvPr id="1048957" name=""/>
              <p:cNvSpPr/>
              <p:nvPr/>
            </p:nvSpPr>
            <p:spPr>
              <a:xfrm>
                <a:off x="5894528" y="335991"/>
                <a:ext cx="159230" cy="2573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8958" name="Ink 1048957"/>
              <p14:cNvContentPartPr/>
              <p14:nvPr/>
            </p14:nvContentPartPr>
            <p14:xfrm>
              <a:off x="6098992" y="473245"/>
              <a:ext cx="19188" cy="113532"/>
            </p14:xfrm>
          </p:contentPart>
        </mc:Choice>
        <mc:Fallback xmlns="">
          <p:sp>
            <p:nvSpPr>
              <p:cNvPr id="1048958" name=""/>
              <p:cNvSpPr/>
              <p:nvPr/>
            </p:nvSpPr>
            <p:spPr>
              <a:xfrm>
                <a:off x="6098992" y="473245"/>
                <a:ext cx="19188" cy="113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8959" name="Ink 1048958"/>
              <p14:cNvContentPartPr/>
              <p14:nvPr/>
            </p14:nvContentPartPr>
            <p14:xfrm>
              <a:off x="6213516" y="430601"/>
              <a:ext cx="155095" cy="142529"/>
            </p14:xfrm>
          </p:contentPart>
        </mc:Choice>
        <mc:Fallback xmlns="">
          <p:sp>
            <p:nvSpPr>
              <p:cNvPr id="1048959" name=""/>
              <p:cNvSpPr/>
              <p:nvPr/>
            </p:nvSpPr>
            <p:spPr>
              <a:xfrm>
                <a:off x="6213516" y="430601"/>
                <a:ext cx="155095" cy="142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8960" name="Ink 1048959"/>
              <p14:cNvContentPartPr/>
              <p14:nvPr/>
            </p14:nvContentPartPr>
            <p14:xfrm>
              <a:off x="6425882" y="375334"/>
              <a:ext cx="242971" cy="167304"/>
            </p14:xfrm>
          </p:contentPart>
        </mc:Choice>
        <mc:Fallback xmlns="">
          <p:sp>
            <p:nvSpPr>
              <p:cNvPr id="1048960" name=""/>
              <p:cNvSpPr/>
              <p:nvPr/>
            </p:nvSpPr>
            <p:spPr>
              <a:xfrm>
                <a:off x="6425882" y="375334"/>
                <a:ext cx="242971" cy="1673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8961" name="Ink 1048960"/>
              <p14:cNvContentPartPr/>
              <p14:nvPr/>
            </p14:nvContentPartPr>
            <p14:xfrm>
              <a:off x="6437555" y="333929"/>
              <a:ext cx="175515" cy="201853"/>
            </p14:xfrm>
          </p:contentPart>
        </mc:Choice>
        <mc:Fallback xmlns="">
          <p:sp>
            <p:nvSpPr>
              <p:cNvPr id="1048961" name=""/>
              <p:cNvSpPr/>
              <p:nvPr/>
            </p:nvSpPr>
            <p:spPr>
              <a:xfrm>
                <a:off x="6437555" y="333929"/>
                <a:ext cx="175515" cy="201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8962" name="Ink 1048961"/>
              <p14:cNvContentPartPr/>
              <p14:nvPr/>
            </p14:nvContentPartPr>
            <p14:xfrm>
              <a:off x="6628867" y="350138"/>
              <a:ext cx="132647" cy="186229"/>
            </p14:xfrm>
          </p:contentPart>
        </mc:Choice>
        <mc:Fallback xmlns="">
          <p:sp>
            <p:nvSpPr>
              <p:cNvPr id="1048962" name=""/>
              <p:cNvSpPr/>
              <p:nvPr/>
            </p:nvSpPr>
            <p:spPr>
              <a:xfrm>
                <a:off x="6628867" y="350138"/>
                <a:ext cx="132647" cy="186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8963" name="Ink 1048962"/>
              <p14:cNvContentPartPr/>
              <p14:nvPr/>
            </p14:nvContentPartPr>
            <p14:xfrm>
              <a:off x="6816769" y="377395"/>
              <a:ext cx="202433" cy="150923"/>
            </p14:xfrm>
          </p:contentPart>
        </mc:Choice>
        <mc:Fallback xmlns="">
          <p:sp>
            <p:nvSpPr>
              <p:cNvPr id="1048963" name=""/>
              <p:cNvSpPr/>
              <p:nvPr/>
            </p:nvSpPr>
            <p:spPr>
              <a:xfrm>
                <a:off x="6816769" y="377395"/>
                <a:ext cx="202433" cy="150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8964" name="Ink 1048963"/>
              <p14:cNvContentPartPr/>
              <p14:nvPr/>
            </p14:nvContentPartPr>
            <p14:xfrm>
              <a:off x="6854617" y="277663"/>
              <a:ext cx="200324" cy="29287"/>
            </p14:xfrm>
          </p:contentPart>
        </mc:Choice>
        <mc:Fallback xmlns="">
          <p:sp>
            <p:nvSpPr>
              <p:cNvPr id="1048964" name=""/>
              <p:cNvSpPr/>
              <p:nvPr/>
            </p:nvSpPr>
            <p:spPr>
              <a:xfrm>
                <a:off x="6854617" y="277663"/>
                <a:ext cx="200324" cy="29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8965" name="Ink 1048964"/>
              <p14:cNvContentPartPr/>
              <p14:nvPr/>
            </p14:nvContentPartPr>
            <p14:xfrm>
              <a:off x="7099420" y="335991"/>
              <a:ext cx="169967" cy="191336"/>
            </p14:xfrm>
          </p:contentPart>
        </mc:Choice>
        <mc:Fallback xmlns="">
          <p:sp>
            <p:nvSpPr>
              <p:cNvPr id="1048965" name=""/>
              <p:cNvSpPr/>
              <p:nvPr/>
            </p:nvSpPr>
            <p:spPr>
              <a:xfrm>
                <a:off x="7099420" y="335991"/>
                <a:ext cx="169967" cy="191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8966" name="Ink 1048965"/>
              <p14:cNvContentPartPr/>
              <p14:nvPr/>
            </p14:nvContentPartPr>
            <p14:xfrm>
              <a:off x="7255267" y="205189"/>
              <a:ext cx="14120" cy="253660"/>
            </p14:xfrm>
          </p:contentPart>
        </mc:Choice>
        <mc:Fallback xmlns="">
          <p:sp>
            <p:nvSpPr>
              <p:cNvPr id="1048966" name=""/>
              <p:cNvSpPr/>
              <p:nvPr/>
            </p:nvSpPr>
            <p:spPr>
              <a:xfrm>
                <a:off x="7255267" y="205189"/>
                <a:ext cx="14120" cy="253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8967" name="Ink 1048966"/>
              <p14:cNvContentPartPr/>
              <p14:nvPr/>
            </p14:nvContentPartPr>
            <p14:xfrm>
              <a:off x="7325124" y="350138"/>
              <a:ext cx="168522" cy="138377"/>
            </p14:xfrm>
          </p:contentPart>
        </mc:Choice>
        <mc:Fallback xmlns="">
          <p:sp>
            <p:nvSpPr>
              <p:cNvPr id="1048967" name=""/>
              <p:cNvSpPr/>
              <p:nvPr/>
            </p:nvSpPr>
            <p:spPr>
              <a:xfrm>
                <a:off x="7325124" y="350138"/>
                <a:ext cx="168522" cy="138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8968" name="Ink 1048967"/>
              <p14:cNvContentPartPr/>
              <p14:nvPr/>
            </p14:nvContentPartPr>
            <p14:xfrm>
              <a:off x="7515524" y="176398"/>
              <a:ext cx="61411" cy="275809"/>
            </p14:xfrm>
          </p:contentPart>
        </mc:Choice>
        <mc:Fallback xmlns="">
          <p:sp>
            <p:nvSpPr>
              <p:cNvPr id="1048968" name=""/>
              <p:cNvSpPr/>
              <p:nvPr/>
            </p:nvSpPr>
            <p:spPr>
              <a:xfrm>
                <a:off x="7515524" y="176398"/>
                <a:ext cx="61411" cy="275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8969" name="Ink 1048968"/>
              <p14:cNvContentPartPr/>
              <p14:nvPr/>
            </p14:nvContentPartPr>
            <p14:xfrm>
              <a:off x="6018017" y="619763"/>
              <a:ext cx="1499745" cy="56262"/>
            </p14:xfrm>
          </p:contentPart>
        </mc:Choice>
        <mc:Fallback xmlns="">
          <p:sp>
            <p:nvSpPr>
              <p:cNvPr id="1048969" name=""/>
              <p:cNvSpPr/>
              <p:nvPr/>
            </p:nvSpPr>
            <p:spPr>
              <a:xfrm>
                <a:off x="6018017" y="619763"/>
                <a:ext cx="1499745" cy="562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8970" name="Ink 1048969"/>
              <p14:cNvContentPartPr/>
              <p14:nvPr/>
            </p14:nvContentPartPr>
            <p14:xfrm>
              <a:off x="7548254" y="364768"/>
              <a:ext cx="323214" cy="203208"/>
            </p14:xfrm>
          </p:contentPart>
        </mc:Choice>
        <mc:Fallback xmlns="">
          <p:sp>
            <p:nvSpPr>
              <p:cNvPr id="1048970" name=""/>
              <p:cNvSpPr/>
              <p:nvPr/>
            </p:nvSpPr>
            <p:spPr>
              <a:xfrm>
                <a:off x="7548254" y="364768"/>
                <a:ext cx="323214" cy="2032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8977" name="Ink 1048976"/>
              <p14:cNvContentPartPr/>
              <p14:nvPr/>
            </p14:nvContentPartPr>
            <p14:xfrm>
              <a:off x="7768845" y="3175400"/>
              <a:ext cx="158438" cy="212291"/>
            </p14:xfrm>
          </p:contentPart>
        </mc:Choice>
        <mc:Fallback xmlns="">
          <p:sp>
            <p:nvSpPr>
              <p:cNvPr id="1048977" name=""/>
              <p:cNvSpPr/>
              <p:nvPr/>
            </p:nvSpPr>
            <p:spPr>
              <a:xfrm>
                <a:off x="7768845" y="3175400"/>
                <a:ext cx="158438" cy="212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8978" name="Ink 1048977"/>
              <p14:cNvContentPartPr/>
              <p14:nvPr/>
            </p14:nvContentPartPr>
            <p14:xfrm>
              <a:off x="7802411" y="3349140"/>
              <a:ext cx="110752" cy="192106"/>
            </p14:xfrm>
          </p:contentPart>
        </mc:Choice>
        <mc:Fallback xmlns="">
          <p:sp>
            <p:nvSpPr>
              <p:cNvPr id="1048978" name=""/>
              <p:cNvSpPr/>
              <p:nvPr/>
            </p:nvSpPr>
            <p:spPr>
              <a:xfrm>
                <a:off x="7802411" y="3349140"/>
                <a:ext cx="110752" cy="192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8979" name="Ink 1048978"/>
              <p14:cNvContentPartPr/>
              <p14:nvPr/>
            </p14:nvContentPartPr>
            <p14:xfrm>
              <a:off x="7782939" y="3551919"/>
              <a:ext cx="151403" cy="185434"/>
            </p14:xfrm>
          </p:contentPart>
        </mc:Choice>
        <mc:Fallback xmlns="">
          <p:sp>
            <p:nvSpPr>
              <p:cNvPr id="1048979" name=""/>
              <p:cNvSpPr/>
              <p:nvPr/>
            </p:nvSpPr>
            <p:spPr>
              <a:xfrm>
                <a:off x="7782939" y="3551919"/>
                <a:ext cx="151403" cy="185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8980" name="Ink 1048979"/>
              <p14:cNvContentPartPr/>
              <p14:nvPr/>
            </p14:nvContentPartPr>
            <p14:xfrm>
              <a:off x="7774731" y="3762145"/>
              <a:ext cx="123871" cy="206170"/>
            </p14:xfrm>
          </p:contentPart>
        </mc:Choice>
        <mc:Fallback xmlns="">
          <p:sp>
            <p:nvSpPr>
              <p:cNvPr id="1048980" name=""/>
              <p:cNvSpPr/>
              <p:nvPr/>
            </p:nvSpPr>
            <p:spPr>
              <a:xfrm>
                <a:off x="7774731" y="3762145"/>
                <a:ext cx="123871" cy="2061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8981" name="Ink 1048980"/>
              <p14:cNvContentPartPr/>
              <p14:nvPr/>
            </p14:nvContentPartPr>
            <p14:xfrm>
              <a:off x="7780763" y="4008359"/>
              <a:ext cx="117839" cy="164602"/>
            </p14:xfrm>
          </p:contentPart>
        </mc:Choice>
        <mc:Fallback xmlns="">
          <p:sp>
            <p:nvSpPr>
              <p:cNvPr id="1048981" name=""/>
              <p:cNvSpPr/>
              <p:nvPr/>
            </p:nvSpPr>
            <p:spPr>
              <a:xfrm>
                <a:off x="7780763" y="4008359"/>
                <a:ext cx="117839" cy="164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8982" name="Ink 1048981"/>
              <p14:cNvContentPartPr/>
              <p14:nvPr/>
            </p14:nvContentPartPr>
            <p14:xfrm>
              <a:off x="7796683" y="4211139"/>
              <a:ext cx="116480" cy="200746"/>
            </p14:xfrm>
          </p:contentPart>
        </mc:Choice>
        <mc:Fallback xmlns="">
          <p:sp>
            <p:nvSpPr>
              <p:cNvPr id="1048982" name=""/>
              <p:cNvSpPr/>
              <p:nvPr/>
            </p:nvSpPr>
            <p:spPr>
              <a:xfrm>
                <a:off x="7796683" y="4211139"/>
                <a:ext cx="116480" cy="200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8983" name="Ink 1048982"/>
              <p14:cNvContentPartPr/>
              <p14:nvPr/>
            </p14:nvContentPartPr>
            <p14:xfrm>
              <a:off x="7747060" y="4472246"/>
              <a:ext cx="173162" cy="210357"/>
            </p14:xfrm>
          </p:contentPart>
        </mc:Choice>
        <mc:Fallback xmlns="">
          <p:sp>
            <p:nvSpPr>
              <p:cNvPr id="1048983" name=""/>
              <p:cNvSpPr/>
              <p:nvPr/>
            </p:nvSpPr>
            <p:spPr>
              <a:xfrm>
                <a:off x="7747060" y="4472246"/>
                <a:ext cx="173162" cy="210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8984" name="Ink 1048983"/>
              <p14:cNvContentPartPr/>
              <p14:nvPr/>
            </p14:nvContentPartPr>
            <p14:xfrm>
              <a:off x="7768890" y="4747499"/>
              <a:ext cx="151333" cy="150238"/>
            </p14:xfrm>
          </p:contentPart>
        </mc:Choice>
        <mc:Fallback xmlns="">
          <p:sp>
            <p:nvSpPr>
              <p:cNvPr id="1048984" name=""/>
              <p:cNvSpPr/>
              <p:nvPr/>
            </p:nvSpPr>
            <p:spPr>
              <a:xfrm>
                <a:off x="7768890" y="4747499"/>
                <a:ext cx="151333" cy="1502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8985" name="Ink 1048984"/>
              <p14:cNvContentPartPr/>
              <p14:nvPr/>
            </p14:nvContentPartPr>
            <p14:xfrm>
              <a:off x="7403001" y="4575603"/>
              <a:ext cx="186730" cy="400266"/>
            </p14:xfrm>
          </p:contentPart>
        </mc:Choice>
        <mc:Fallback xmlns="">
          <p:sp>
            <p:nvSpPr>
              <p:cNvPr id="1048985" name=""/>
              <p:cNvSpPr/>
              <p:nvPr/>
            </p:nvSpPr>
            <p:spPr>
              <a:xfrm>
                <a:off x="7403001" y="4575603"/>
                <a:ext cx="186730" cy="400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8986" name="Ink 1048985"/>
              <p14:cNvContentPartPr/>
              <p14:nvPr/>
            </p14:nvContentPartPr>
            <p14:xfrm>
              <a:off x="7550497" y="4711014"/>
              <a:ext cx="26437" cy="65833"/>
            </p14:xfrm>
          </p:contentPart>
        </mc:Choice>
        <mc:Fallback xmlns="">
          <p:sp>
            <p:nvSpPr>
              <p:cNvPr id="1048986" name=""/>
              <p:cNvSpPr/>
              <p:nvPr/>
            </p:nvSpPr>
            <p:spPr>
              <a:xfrm>
                <a:off x="7550497" y="4711014"/>
                <a:ext cx="26437" cy="658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8987" name="Ink 1048986"/>
              <p14:cNvContentPartPr/>
              <p14:nvPr/>
            </p14:nvContentPartPr>
            <p14:xfrm>
              <a:off x="7605367" y="4747499"/>
              <a:ext cx="114531" cy="168216"/>
            </p14:xfrm>
          </p:contentPart>
        </mc:Choice>
        <mc:Fallback xmlns="">
          <p:sp>
            <p:nvSpPr>
              <p:cNvPr id="1048987" name=""/>
              <p:cNvSpPr/>
              <p:nvPr/>
            </p:nvSpPr>
            <p:spPr>
              <a:xfrm>
                <a:off x="7605367" y="4747499"/>
                <a:ext cx="114531" cy="168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8988" name="Ink 1048987"/>
              <p14:cNvContentPartPr/>
              <p14:nvPr/>
            </p14:nvContentPartPr>
            <p14:xfrm>
              <a:off x="7591918" y="4783737"/>
              <a:ext cx="173506" cy="170119"/>
            </p14:xfrm>
          </p:contentPart>
        </mc:Choice>
        <mc:Fallback xmlns="">
          <p:sp>
            <p:nvSpPr>
              <p:cNvPr id="1048988" name=""/>
              <p:cNvSpPr/>
              <p:nvPr/>
            </p:nvSpPr>
            <p:spPr>
              <a:xfrm>
                <a:off x="7591918" y="4783737"/>
                <a:ext cx="173506" cy="170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8989" name="Ink 1048988"/>
              <p14:cNvContentPartPr/>
              <p14:nvPr/>
            </p14:nvContentPartPr>
            <p14:xfrm>
              <a:off x="7877422" y="3414664"/>
              <a:ext cx="93102" cy="50384"/>
            </p14:xfrm>
          </p:contentPart>
        </mc:Choice>
        <mc:Fallback xmlns="">
          <p:sp>
            <p:nvSpPr>
              <p:cNvPr id="1048989" name=""/>
              <p:cNvSpPr/>
              <p:nvPr/>
            </p:nvSpPr>
            <p:spPr>
              <a:xfrm>
                <a:off x="7877422" y="3414664"/>
                <a:ext cx="93102" cy="50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8990" name="Ink 1048989"/>
              <p14:cNvContentPartPr/>
              <p14:nvPr/>
            </p14:nvContentPartPr>
            <p14:xfrm>
              <a:off x="7884482" y="3385625"/>
              <a:ext cx="82667" cy="114737"/>
            </p14:xfrm>
          </p:contentPart>
        </mc:Choice>
        <mc:Fallback xmlns="">
          <p:sp>
            <p:nvSpPr>
              <p:cNvPr id="1048990" name=""/>
              <p:cNvSpPr/>
              <p:nvPr/>
            </p:nvSpPr>
            <p:spPr>
              <a:xfrm>
                <a:off x="7884482" y="3385625"/>
                <a:ext cx="82667" cy="1147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8991" name="Ink 1048990"/>
              <p14:cNvContentPartPr/>
              <p14:nvPr/>
            </p14:nvContentPartPr>
            <p14:xfrm>
              <a:off x="7895176" y="4343758"/>
              <a:ext cx="67848" cy="5132"/>
            </p14:xfrm>
          </p:contentPart>
        </mc:Choice>
        <mc:Fallback xmlns="">
          <p:sp>
            <p:nvSpPr>
              <p:cNvPr id="1048991" name=""/>
              <p:cNvSpPr/>
              <p:nvPr/>
            </p:nvSpPr>
            <p:spPr>
              <a:xfrm>
                <a:off x="7895176" y="4343758"/>
                <a:ext cx="67848" cy="5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8992" name="Ink 1048991"/>
              <p14:cNvContentPartPr/>
              <p14:nvPr/>
            </p14:nvContentPartPr>
            <p14:xfrm>
              <a:off x="7906103" y="4283862"/>
              <a:ext cx="56920" cy="108710"/>
            </p14:xfrm>
          </p:contentPart>
        </mc:Choice>
        <mc:Fallback xmlns="">
          <p:sp>
            <p:nvSpPr>
              <p:cNvPr id="1048992" name=""/>
              <p:cNvSpPr/>
              <p:nvPr/>
            </p:nvSpPr>
            <p:spPr>
              <a:xfrm>
                <a:off x="7906103" y="4283862"/>
                <a:ext cx="56920" cy="108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8993" name="Ink 1048992"/>
              <p14:cNvContentPartPr/>
              <p14:nvPr/>
            </p14:nvContentPartPr>
            <p14:xfrm>
              <a:off x="3719725" y="3943083"/>
              <a:ext cx="167080" cy="381455"/>
            </p14:xfrm>
          </p:contentPart>
        </mc:Choice>
        <mc:Fallback xmlns="">
          <p:sp>
            <p:nvSpPr>
              <p:cNvPr id="1048993" name=""/>
              <p:cNvSpPr/>
              <p:nvPr/>
            </p:nvSpPr>
            <p:spPr>
              <a:xfrm>
                <a:off x="3719725" y="3943083"/>
                <a:ext cx="167080" cy="381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8994" name="Ink 1048993"/>
              <p14:cNvContentPartPr/>
              <p14:nvPr/>
            </p14:nvContentPartPr>
            <p14:xfrm>
              <a:off x="3939436" y="4116924"/>
              <a:ext cx="147272" cy="252346"/>
            </p14:xfrm>
          </p:contentPart>
        </mc:Choice>
        <mc:Fallback xmlns="">
          <p:sp>
            <p:nvSpPr>
              <p:cNvPr id="1048994" name=""/>
              <p:cNvSpPr/>
              <p:nvPr/>
            </p:nvSpPr>
            <p:spPr>
              <a:xfrm>
                <a:off x="3939436" y="4116924"/>
                <a:ext cx="147272" cy="252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8995" name="Ink 1048994"/>
              <p14:cNvContentPartPr/>
              <p14:nvPr/>
            </p14:nvContentPartPr>
            <p14:xfrm>
              <a:off x="4119472" y="4083741"/>
              <a:ext cx="272740" cy="157358"/>
            </p14:xfrm>
          </p:contentPart>
        </mc:Choice>
        <mc:Fallback xmlns="">
          <p:sp>
            <p:nvSpPr>
              <p:cNvPr id="1048995" name=""/>
              <p:cNvSpPr/>
              <p:nvPr/>
            </p:nvSpPr>
            <p:spPr>
              <a:xfrm>
                <a:off x="4119472" y="4083741"/>
                <a:ext cx="272740" cy="157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8996" name="Ink 1048995"/>
              <p14:cNvContentPartPr/>
              <p14:nvPr/>
            </p14:nvContentPartPr>
            <p14:xfrm>
              <a:off x="4201413" y="4131466"/>
              <a:ext cx="3799" cy="31569"/>
            </p14:xfrm>
          </p:contentPart>
        </mc:Choice>
        <mc:Fallback xmlns="">
          <p:sp>
            <p:nvSpPr>
              <p:cNvPr id="1048996" name=""/>
              <p:cNvSpPr/>
              <p:nvPr/>
            </p:nvSpPr>
            <p:spPr>
              <a:xfrm>
                <a:off x="4201413" y="4131466"/>
                <a:ext cx="3799" cy="31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8997" name="Ink 1048996"/>
              <p14:cNvContentPartPr/>
              <p14:nvPr/>
            </p14:nvContentPartPr>
            <p14:xfrm>
              <a:off x="4578546" y="3989752"/>
              <a:ext cx="303522" cy="289002"/>
            </p14:xfrm>
          </p:contentPart>
        </mc:Choice>
        <mc:Fallback xmlns="">
          <p:sp>
            <p:nvSpPr>
              <p:cNvPr id="1048997" name=""/>
              <p:cNvSpPr/>
              <p:nvPr/>
            </p:nvSpPr>
            <p:spPr>
              <a:xfrm>
                <a:off x="4578546" y="3989752"/>
                <a:ext cx="303522" cy="289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8998" name="Ink 1048997"/>
              <p14:cNvContentPartPr/>
              <p14:nvPr/>
            </p14:nvContentPartPr>
            <p14:xfrm>
              <a:off x="5048256" y="3957727"/>
              <a:ext cx="118601" cy="442190"/>
            </p14:xfrm>
          </p:contentPart>
        </mc:Choice>
        <mc:Fallback xmlns="">
          <p:sp>
            <p:nvSpPr>
              <p:cNvPr id="1048998" name=""/>
              <p:cNvSpPr/>
              <p:nvPr/>
            </p:nvSpPr>
            <p:spPr>
              <a:xfrm>
                <a:off x="5048256" y="3957727"/>
                <a:ext cx="118601" cy="442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8999" name="Ink 1048998"/>
              <p14:cNvContentPartPr/>
              <p14:nvPr/>
            </p14:nvContentPartPr>
            <p14:xfrm>
              <a:off x="5052574" y="4124644"/>
              <a:ext cx="367188" cy="127999"/>
            </p14:xfrm>
          </p:contentPart>
        </mc:Choice>
        <mc:Fallback xmlns="">
          <p:sp>
            <p:nvSpPr>
              <p:cNvPr id="1048999" name=""/>
              <p:cNvSpPr/>
              <p:nvPr/>
            </p:nvSpPr>
            <p:spPr>
              <a:xfrm>
                <a:off x="5052574" y="4124644"/>
                <a:ext cx="367188" cy="127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000" name="Ink 1048999"/>
              <p14:cNvContentPartPr/>
              <p14:nvPr/>
            </p14:nvContentPartPr>
            <p14:xfrm>
              <a:off x="5451804" y="3899648"/>
              <a:ext cx="36467" cy="423680"/>
            </p14:xfrm>
          </p:contentPart>
        </mc:Choice>
        <mc:Fallback xmlns="">
          <p:sp>
            <p:nvSpPr>
              <p:cNvPr id="1049000" name=""/>
              <p:cNvSpPr/>
              <p:nvPr/>
            </p:nvSpPr>
            <p:spPr>
              <a:xfrm>
                <a:off x="5451804" y="3899648"/>
                <a:ext cx="36467" cy="423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001" name="Ink 1049000"/>
              <p14:cNvContentPartPr/>
              <p14:nvPr/>
            </p14:nvContentPartPr>
            <p14:xfrm>
              <a:off x="5545886" y="3921738"/>
              <a:ext cx="7357" cy="337061"/>
            </p14:xfrm>
          </p:contentPart>
        </mc:Choice>
        <mc:Fallback xmlns="">
          <p:sp>
            <p:nvSpPr>
              <p:cNvPr id="1049001" name=""/>
              <p:cNvSpPr/>
              <p:nvPr/>
            </p:nvSpPr>
            <p:spPr>
              <a:xfrm>
                <a:off x="5545886" y="3921738"/>
                <a:ext cx="7357" cy="337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002" name="Ink 1049001"/>
              <p14:cNvContentPartPr/>
              <p14:nvPr/>
            </p14:nvContentPartPr>
            <p14:xfrm>
              <a:off x="5409982" y="3996830"/>
              <a:ext cx="1092374" cy="296586"/>
            </p14:xfrm>
          </p:contentPart>
        </mc:Choice>
        <mc:Fallback xmlns="">
          <p:sp>
            <p:nvSpPr>
              <p:cNvPr id="1049002" name=""/>
              <p:cNvSpPr/>
              <p:nvPr/>
            </p:nvSpPr>
            <p:spPr>
              <a:xfrm>
                <a:off x="5409982" y="3996830"/>
                <a:ext cx="1092374" cy="296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003" name="Ink 1049002"/>
              <p14:cNvContentPartPr/>
              <p14:nvPr/>
            </p14:nvContentPartPr>
            <p14:xfrm>
              <a:off x="6540010" y="3955741"/>
              <a:ext cx="116855" cy="450979"/>
            </p14:xfrm>
          </p:contentPart>
        </mc:Choice>
        <mc:Fallback xmlns="">
          <p:sp>
            <p:nvSpPr>
              <p:cNvPr id="1049003" name=""/>
              <p:cNvSpPr/>
              <p:nvPr/>
            </p:nvSpPr>
            <p:spPr>
              <a:xfrm>
                <a:off x="6540010" y="3955741"/>
                <a:ext cx="116855" cy="450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004" name="Ink 1049003"/>
              <p14:cNvContentPartPr/>
              <p14:nvPr/>
            </p14:nvContentPartPr>
            <p14:xfrm>
              <a:off x="4701386" y="4348705"/>
              <a:ext cx="1009084" cy="21946"/>
            </p14:xfrm>
          </p:contentPart>
        </mc:Choice>
        <mc:Fallback xmlns="">
          <p:sp>
            <p:nvSpPr>
              <p:cNvPr id="1049004" name=""/>
              <p:cNvSpPr/>
              <p:nvPr/>
            </p:nvSpPr>
            <p:spPr>
              <a:xfrm>
                <a:off x="4701386" y="4348705"/>
                <a:ext cx="1009084" cy="21946"/>
              </a:xfrm>
            </p:spPr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4">
            <a:extLst>
              <a:ext uri="{FF2B5EF4-FFF2-40B4-BE49-F238E27FC236}">
                <a16:creationId xmlns:a16="http://schemas.microsoft.com/office/drawing/2014/main" id="{7ADBD248-DC9C-45C0-9F4C-0E30E2B25992}"/>
              </a:ext>
            </a:extLst>
          </p:cNvPr>
          <p:cNvCxnSpPr>
            <a:cxnSpLocks/>
          </p:cNvCxnSpPr>
          <p:nvPr/>
        </p:nvCxnSpPr>
        <p:spPr>
          <a:xfrm flipH="1" flipV="1">
            <a:off x="5344733" y="347731"/>
            <a:ext cx="2" cy="2910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avec flèche 7">
            <a:extLst>
              <a:ext uri="{FF2B5EF4-FFF2-40B4-BE49-F238E27FC236}">
                <a16:creationId xmlns:a16="http://schemas.microsoft.com/office/drawing/2014/main" id="{3225864D-30E0-4708-8A45-5DCA2ABFF3DE}"/>
              </a:ext>
            </a:extLst>
          </p:cNvPr>
          <p:cNvCxnSpPr>
            <a:cxnSpLocks/>
          </p:cNvCxnSpPr>
          <p:nvPr/>
        </p:nvCxnSpPr>
        <p:spPr>
          <a:xfrm>
            <a:off x="2814035" y="3271234"/>
            <a:ext cx="55250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rme libre 12">
            <a:extLst>
              <a:ext uri="{FF2B5EF4-FFF2-40B4-BE49-F238E27FC236}">
                <a16:creationId xmlns:a16="http://schemas.microsoft.com/office/drawing/2014/main" id="{1BEAD575-8C72-4D55-A658-A6EA14F2327A}"/>
              </a:ext>
            </a:extLst>
          </p:cNvPr>
          <p:cNvSpPr/>
          <p:nvPr/>
        </p:nvSpPr>
        <p:spPr>
          <a:xfrm>
            <a:off x="2910626" y="1223438"/>
            <a:ext cx="4868214" cy="2047796"/>
          </a:xfrm>
          <a:custGeom>
            <a:avLst/>
            <a:gdLst>
              <a:gd name="connsiteX0" fmla="*/ 0 w 4868214"/>
              <a:gd name="connsiteY0" fmla="*/ 2292487 h 2292487"/>
              <a:gd name="connsiteX1" fmla="*/ 2343955 w 4868214"/>
              <a:gd name="connsiteY1" fmla="*/ 48 h 2292487"/>
              <a:gd name="connsiteX2" fmla="*/ 4868214 w 4868214"/>
              <a:gd name="connsiteY2" fmla="*/ 2240972 h 229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8214" h="2292487">
                <a:moveTo>
                  <a:pt x="0" y="2292487"/>
                </a:moveTo>
                <a:cubicBezTo>
                  <a:pt x="766293" y="1150560"/>
                  <a:pt x="1532586" y="8634"/>
                  <a:pt x="2343955" y="48"/>
                </a:cubicBezTo>
                <a:cubicBezTo>
                  <a:pt x="3155324" y="-8538"/>
                  <a:pt x="4011769" y="1116217"/>
                  <a:pt x="4868214" y="2240972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" name="Forme libre 13">
            <a:extLst>
              <a:ext uri="{FF2B5EF4-FFF2-40B4-BE49-F238E27FC236}">
                <a16:creationId xmlns:a16="http://schemas.microsoft.com/office/drawing/2014/main" id="{A249E064-4961-4994-A808-54C38C45442D}"/>
              </a:ext>
            </a:extLst>
          </p:cNvPr>
          <p:cNvSpPr/>
          <p:nvPr/>
        </p:nvSpPr>
        <p:spPr>
          <a:xfrm rot="10800000">
            <a:off x="2910626" y="1223437"/>
            <a:ext cx="4868214" cy="2034917"/>
          </a:xfrm>
          <a:custGeom>
            <a:avLst/>
            <a:gdLst>
              <a:gd name="connsiteX0" fmla="*/ 0 w 4868214"/>
              <a:gd name="connsiteY0" fmla="*/ 2292487 h 2292487"/>
              <a:gd name="connsiteX1" fmla="*/ 2343955 w 4868214"/>
              <a:gd name="connsiteY1" fmla="*/ 48 h 2292487"/>
              <a:gd name="connsiteX2" fmla="*/ 4868214 w 4868214"/>
              <a:gd name="connsiteY2" fmla="*/ 2240972 h 229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8214" h="2292487">
                <a:moveTo>
                  <a:pt x="0" y="2292487"/>
                </a:moveTo>
                <a:cubicBezTo>
                  <a:pt x="766293" y="1150560"/>
                  <a:pt x="1532586" y="8634"/>
                  <a:pt x="2343955" y="48"/>
                </a:cubicBezTo>
                <a:cubicBezTo>
                  <a:pt x="3155324" y="-8538"/>
                  <a:pt x="4011769" y="1116217"/>
                  <a:pt x="4868214" y="2240972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6" name="Connecteur droit 15">
            <a:extLst>
              <a:ext uri="{FF2B5EF4-FFF2-40B4-BE49-F238E27FC236}">
                <a16:creationId xmlns:a16="http://schemas.microsoft.com/office/drawing/2014/main" id="{0A8CE4FA-751D-4AAA-9A4E-803FB8DA4D2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910626" y="1223436"/>
            <a:ext cx="4868214" cy="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16">
            <a:extLst>
              <a:ext uri="{FF2B5EF4-FFF2-40B4-BE49-F238E27FC236}">
                <a16:creationId xmlns:a16="http://schemas.microsoft.com/office/drawing/2014/main" id="{3049040D-5178-4CC1-842D-6D577C24F1C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10626" y="754387"/>
            <a:ext cx="607795" cy="461665"/>
          </a:xfrm>
          <a:prstGeom prst="rect">
            <a:avLst/>
          </a:prstGeom>
          <a:blipFill rotWithShape="0">
            <a:blip r:embed="rId2"/>
            <a:stretch>
              <a:fillRect l="-2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8" name="ZoneTexte 17">
            <a:extLst>
              <a:ext uri="{FF2B5EF4-FFF2-40B4-BE49-F238E27FC236}">
                <a16:creationId xmlns:a16="http://schemas.microsoft.com/office/drawing/2014/main" id="{32C6E15F-59FD-4A54-A0E6-DBF918FF526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71346" y="2602559"/>
            <a:ext cx="607795" cy="46166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9" name="ZoneTexte 19">
            <a:extLst>
              <a:ext uri="{FF2B5EF4-FFF2-40B4-BE49-F238E27FC236}">
                <a16:creationId xmlns:a16="http://schemas.microsoft.com/office/drawing/2014/main" id="{4D6B7482-78C0-4F2F-9C1A-DC8285904026}"/>
              </a:ext>
            </a:extLst>
          </p:cNvPr>
          <p:cNvSpPr txBox="1"/>
          <p:nvPr/>
        </p:nvSpPr>
        <p:spPr>
          <a:xfrm>
            <a:off x="5344733" y="209640"/>
            <a:ext cx="12750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Energie</a:t>
            </a:r>
          </a:p>
        </p:txBody>
      </p:sp>
      <p:sp>
        <p:nvSpPr>
          <p:cNvPr id="10" name="ZoneTexte 20">
            <a:extLst>
              <a:ext uri="{FF2B5EF4-FFF2-40B4-BE49-F238E27FC236}">
                <a16:creationId xmlns:a16="http://schemas.microsoft.com/office/drawing/2014/main" id="{9D581259-3CB8-4DF0-BC1C-E860C4C9E53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31276" y="1056008"/>
            <a:ext cx="607795" cy="494751"/>
          </a:xfrm>
          <a:prstGeom prst="rect">
            <a:avLst/>
          </a:prstGeom>
          <a:blipFill rotWithShape="0">
            <a:blip r:embed="rId4"/>
            <a:stretch>
              <a:fillRect b="-740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1" name="ZoneTexte 21">
            <a:extLst>
              <a:ext uri="{FF2B5EF4-FFF2-40B4-BE49-F238E27FC236}">
                <a16:creationId xmlns:a16="http://schemas.microsoft.com/office/drawing/2014/main" id="{980239FC-C283-4EC4-8A69-CE013FC23C33}"/>
              </a:ext>
            </a:extLst>
          </p:cNvPr>
          <p:cNvSpPr txBox="1"/>
          <p:nvPr/>
        </p:nvSpPr>
        <p:spPr>
          <a:xfrm>
            <a:off x="8184525" y="3258355"/>
            <a:ext cx="1173480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Temps</a:t>
            </a:r>
          </a:p>
        </p:txBody>
      </p:sp>
      <p:sp>
        <p:nvSpPr>
          <p:cNvPr id="12" name="ZoneTexte 22">
            <a:extLst>
              <a:ext uri="{FF2B5EF4-FFF2-40B4-BE49-F238E27FC236}">
                <a16:creationId xmlns:a16="http://schemas.microsoft.com/office/drawing/2014/main" id="{C2E3FEA6-1EB0-460E-A2F0-67511555094D}"/>
              </a:ext>
            </a:extLst>
          </p:cNvPr>
          <p:cNvSpPr txBox="1"/>
          <p:nvPr/>
        </p:nvSpPr>
        <p:spPr>
          <a:xfrm>
            <a:off x="5174654" y="3258354"/>
            <a:ext cx="4241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0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35021BB-3925-47A1-AC74-51795F372A4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18930" y="547158"/>
            <a:ext cx="825803" cy="610936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73B0CFD-AFFC-4F7F-B1C8-81114CFD85B1}"/>
                  </a:ext>
                </a:extLst>
              </p14:cNvPr>
              <p14:cNvContentPartPr/>
              <p14:nvPr/>
            </p14:nvContentPartPr>
            <p14:xfrm>
              <a:off x="5267019" y="1211441"/>
              <a:ext cx="250134" cy="15339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73B0CFD-AFFC-4F7F-B1C8-81114CFD85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63420" y="1207874"/>
                <a:ext cx="256972" cy="2211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ZoneTexte 5"/>
          <p:cNvSpPr txBox="1"/>
          <p:nvPr/>
        </p:nvSpPr>
        <p:spPr>
          <a:xfrm>
            <a:off x="530835" y="234762"/>
            <a:ext cx="7256780" cy="447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400" b="1" dirty="0">
                <a:latin typeface="AR BLANCA" panose="02000000000000000000" pitchFamily="2" charset="0"/>
              </a:rPr>
              <a:t>2. Oscillation autour d’une position d’équilibre stable</a:t>
            </a:r>
          </a:p>
        </p:txBody>
      </p:sp>
      <p:sp>
        <p:nvSpPr>
          <p:cNvPr id="1048604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954157"/>
            <a:ext cx="7952305" cy="427618"/>
          </a:xfrm>
          <a:prstGeom prst="rect">
            <a:avLst/>
          </a:prstGeom>
          <a:blipFill rotWithShape="0">
            <a:blip r:embed="rId2"/>
            <a:stretch>
              <a:fillRect l="-766" t="-7143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1410067"/>
            <a:ext cx="9746835" cy="427618"/>
          </a:xfrm>
          <a:prstGeom prst="rect">
            <a:avLst/>
          </a:prstGeom>
          <a:blipFill rotWithShape="0">
            <a:blip r:embed="rId3"/>
            <a:stretch>
              <a:fillRect l="-563" t="-5714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6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1961879"/>
            <a:ext cx="7042697" cy="894476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07" name="Forme libre 9"/>
          <p:cNvSpPr/>
          <p:nvPr/>
        </p:nvSpPr>
        <p:spPr>
          <a:xfrm>
            <a:off x="2659908" y="1862488"/>
            <a:ext cx="487027" cy="1188278"/>
          </a:xfrm>
          <a:custGeom>
            <a:avLst/>
            <a:gdLst>
              <a:gd name="connsiteX0" fmla="*/ 450584 w 487027"/>
              <a:gd name="connsiteY0" fmla="*/ 0 h 1188278"/>
              <a:gd name="connsiteX1" fmla="*/ 10 w 487027"/>
              <a:gd name="connsiteY1" fmla="*/ 675861 h 1188278"/>
              <a:gd name="connsiteX2" fmla="*/ 437332 w 487027"/>
              <a:gd name="connsiteY2" fmla="*/ 1152939 h 1188278"/>
              <a:gd name="connsiteX3" fmla="*/ 477088 w 487027"/>
              <a:gd name="connsiteY3" fmla="*/ 1152939 h 1188278"/>
              <a:gd name="connsiteX4" fmla="*/ 477088 w 487027"/>
              <a:gd name="connsiteY4" fmla="*/ 1152939 h 1188278"/>
              <a:gd name="connsiteX5" fmla="*/ 477088 w 487027"/>
              <a:gd name="connsiteY5" fmla="*/ 1152939 h 118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7027" h="1188278">
                <a:moveTo>
                  <a:pt x="450584" y="0"/>
                </a:moveTo>
                <a:cubicBezTo>
                  <a:pt x="226401" y="241852"/>
                  <a:pt x="2219" y="483705"/>
                  <a:pt x="10" y="675861"/>
                </a:cubicBezTo>
                <a:cubicBezTo>
                  <a:pt x="-2199" y="868017"/>
                  <a:pt x="357819" y="1073426"/>
                  <a:pt x="437332" y="1152939"/>
                </a:cubicBezTo>
                <a:cubicBezTo>
                  <a:pt x="516845" y="1232452"/>
                  <a:pt x="477088" y="1152939"/>
                  <a:pt x="477088" y="1152939"/>
                </a:cubicBezTo>
                <a:lnTo>
                  <a:pt x="477088" y="1152939"/>
                </a:lnTo>
                <a:lnTo>
                  <a:pt x="477088" y="1152939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08" name="ZoneTexte 10"/>
          <p:cNvSpPr txBox="1"/>
          <p:nvPr/>
        </p:nvSpPr>
        <p:spPr>
          <a:xfrm>
            <a:off x="3146935" y="283868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48609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7763" y="3140715"/>
            <a:ext cx="7288662" cy="863698"/>
          </a:xfrm>
          <a:prstGeom prst="rect">
            <a:avLst/>
          </a:prstGeom>
          <a:blipFill rotWithShape="0">
            <a:blip r:embed="rId5"/>
            <a:stretch>
              <a:fillRect l="-920"/>
            </a:stretch>
          </a:blipFill>
        </p:spPr>
        <p:txBody>
          <a:bodyPr/>
          <a:lstStyle/>
          <a:p>
            <a:pPr algn="r" rtl="1"/>
            <a:r>
              <a:rPr lang="fr-MA">
                <a:noFill/>
              </a:rPr>
              <a:t> </a:t>
            </a:r>
          </a:p>
        </p:txBody>
      </p:sp>
      <p:sp>
        <p:nvSpPr>
          <p:cNvPr id="104861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4208799"/>
            <a:ext cx="8712706" cy="526939"/>
          </a:xfrm>
          <a:prstGeom prst="rect">
            <a:avLst/>
          </a:prstGeom>
          <a:blipFill rotWithShape="0">
            <a:blip r:embed="rId6"/>
            <a:stretch>
              <a:fillRect l="-630" b="-804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1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4832511"/>
            <a:ext cx="10762626" cy="535659"/>
          </a:xfrm>
          <a:prstGeom prst="rect">
            <a:avLst/>
          </a:prstGeom>
          <a:blipFill rotWithShape="0">
            <a:blip r:embed="rId7"/>
            <a:stretch>
              <a:fillRect l="-510" b="-79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2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0835" y="5429146"/>
            <a:ext cx="11512767" cy="843372"/>
          </a:xfrm>
          <a:prstGeom prst="rect">
            <a:avLst/>
          </a:prstGeom>
          <a:blipFill rotWithShape="0">
            <a:blip r:embed="rId8"/>
            <a:stretch>
              <a:fillRect l="-476" b="-12319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28" name="Connecteur droit avec flèche 15"/>
          <p:cNvCxnSpPr>
            <a:cxnSpLocks/>
          </p:cNvCxnSpPr>
          <p:nvPr/>
        </p:nvCxnSpPr>
        <p:spPr>
          <a:xfrm>
            <a:off x="7991827" y="3029777"/>
            <a:ext cx="33016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eur droit avec flèche 16"/>
          <p:cNvCxnSpPr>
            <a:cxnSpLocks/>
          </p:cNvCxnSpPr>
          <p:nvPr/>
        </p:nvCxnSpPr>
        <p:spPr>
          <a:xfrm flipH="1" flipV="1">
            <a:off x="8444601" y="1707239"/>
            <a:ext cx="10291" cy="22787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3" name="Forme libre 17"/>
          <p:cNvSpPr/>
          <p:nvPr/>
        </p:nvSpPr>
        <p:spPr>
          <a:xfrm rot="21417542">
            <a:off x="8003207" y="2401408"/>
            <a:ext cx="2149617" cy="1563211"/>
          </a:xfrm>
          <a:custGeom>
            <a:avLst/>
            <a:gdLst>
              <a:gd name="connsiteX0" fmla="*/ 0 w 477078"/>
              <a:gd name="connsiteY0" fmla="*/ 26504 h 821670"/>
              <a:gd name="connsiteX1" fmla="*/ 172278 w 477078"/>
              <a:gd name="connsiteY1" fmla="*/ 821634 h 821670"/>
              <a:gd name="connsiteX2" fmla="*/ 477078 w 477078"/>
              <a:gd name="connsiteY2" fmla="*/ 0 h 82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078" h="821670">
                <a:moveTo>
                  <a:pt x="0" y="26504"/>
                </a:moveTo>
                <a:cubicBezTo>
                  <a:pt x="46382" y="426277"/>
                  <a:pt x="92765" y="826051"/>
                  <a:pt x="172278" y="821634"/>
                </a:cubicBezTo>
                <a:cubicBezTo>
                  <a:pt x="251791" y="817217"/>
                  <a:pt x="364434" y="408608"/>
                  <a:pt x="477078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4" name="Forme libre 18"/>
          <p:cNvSpPr/>
          <p:nvPr/>
        </p:nvSpPr>
        <p:spPr>
          <a:xfrm rot="21433157">
            <a:off x="7847733" y="2293727"/>
            <a:ext cx="3313043" cy="1657756"/>
          </a:xfrm>
          <a:custGeom>
            <a:avLst/>
            <a:gdLst>
              <a:gd name="connsiteX0" fmla="*/ 0 w 3313043"/>
              <a:gd name="connsiteY0" fmla="*/ 0 h 1579462"/>
              <a:gd name="connsiteX1" fmla="*/ 914400 w 3313043"/>
              <a:gd name="connsiteY1" fmla="*/ 1577009 h 1579462"/>
              <a:gd name="connsiteX2" fmla="*/ 2438400 w 3313043"/>
              <a:gd name="connsiteY2" fmla="*/ 371061 h 1579462"/>
              <a:gd name="connsiteX3" fmla="*/ 3313043 w 3313043"/>
              <a:gd name="connsiteY3" fmla="*/ 728870 h 1579462"/>
              <a:gd name="connsiteX4" fmla="*/ 3313043 w 3313043"/>
              <a:gd name="connsiteY4" fmla="*/ 728870 h 1579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3043" h="1579462">
                <a:moveTo>
                  <a:pt x="0" y="0"/>
                </a:moveTo>
                <a:cubicBezTo>
                  <a:pt x="254000" y="757583"/>
                  <a:pt x="508000" y="1515166"/>
                  <a:pt x="914400" y="1577009"/>
                </a:cubicBezTo>
                <a:cubicBezTo>
                  <a:pt x="1320800" y="1638853"/>
                  <a:pt x="2038626" y="512417"/>
                  <a:pt x="2438400" y="371061"/>
                </a:cubicBezTo>
                <a:cubicBezTo>
                  <a:pt x="2838174" y="229705"/>
                  <a:pt x="3313043" y="728870"/>
                  <a:pt x="3313043" y="728870"/>
                </a:cubicBezTo>
                <a:lnTo>
                  <a:pt x="3313043" y="72887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15" name="ZoneTexte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07109" y="2528735"/>
            <a:ext cx="555472" cy="461665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cxnSp>
        <p:nvCxnSpPr>
          <p:cNvPr id="3145730" name="Connecteur droit 20"/>
          <p:cNvCxnSpPr>
            <a:cxnSpLocks/>
            <a:stCxn id="20" idx="2"/>
            <a:endCxn id="1048614" idx="1"/>
          </p:cNvCxnSpPr>
          <p:nvPr/>
        </p:nvCxnSpPr>
        <p:spPr>
          <a:xfrm>
            <a:off x="8784845" y="2990400"/>
            <a:ext cx="18249" cy="99353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Connecteur droit avec flèche 21"/>
          <p:cNvCxnSpPr>
            <a:cxnSpLocks/>
          </p:cNvCxnSpPr>
          <p:nvPr/>
        </p:nvCxnSpPr>
        <p:spPr>
          <a:xfrm flipH="1">
            <a:off x="10562154" y="2343026"/>
            <a:ext cx="344557" cy="3143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6" name="Rectangle 4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902093" y="1946377"/>
            <a:ext cx="1014252" cy="490199"/>
          </a:xfrm>
          <a:prstGeom prst="rect">
            <a:avLst/>
          </a:prstGeom>
          <a:blipFill rotWithShape="0">
            <a:blip r:embed="rId10"/>
            <a:stretch>
              <a:fillRect b="-4819"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17" name="Ellipse 23"/>
          <p:cNvSpPr/>
          <p:nvPr/>
        </p:nvSpPr>
        <p:spPr>
          <a:xfrm>
            <a:off x="8295864" y="3655645"/>
            <a:ext cx="1101462" cy="421057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2" name="Connecteur droit avec flèche 24"/>
          <p:cNvCxnSpPr>
            <a:cxnSpLocks/>
            <a:endCxn id="1048617" idx="6"/>
          </p:cNvCxnSpPr>
          <p:nvPr/>
        </p:nvCxnSpPr>
        <p:spPr>
          <a:xfrm flipH="1">
            <a:off x="9397326" y="3845216"/>
            <a:ext cx="555060" cy="2095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8" name="ZoneTexte 25"/>
          <p:cNvSpPr txBox="1"/>
          <p:nvPr/>
        </p:nvSpPr>
        <p:spPr>
          <a:xfrm>
            <a:off x="9880075" y="3505357"/>
            <a:ext cx="1846580" cy="70104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MA" sz="2000" dirty="0">
                <a:solidFill>
                  <a:schemeClr val="accent1">
                    <a:lumMod val="75000"/>
                  </a:schemeClr>
                </a:solidFill>
              </a:rPr>
              <a:t>Approximation</a:t>
            </a:r>
          </a:p>
          <a:p>
            <a:pPr algn="ctr"/>
            <a:r>
              <a:rPr lang="fr-MA" sz="2000" dirty="0">
                <a:solidFill>
                  <a:schemeClr val="accent1">
                    <a:lumMod val="75000"/>
                  </a:schemeClr>
                </a:solidFill>
              </a:rPr>
              <a:t>valable</a:t>
            </a:r>
          </a:p>
        </p:txBody>
      </p:sp>
      <p:cxnSp>
        <p:nvCxnSpPr>
          <p:cNvPr id="3145733" name="Connecteur droit avec flèche 26"/>
          <p:cNvCxnSpPr>
            <a:cxnSpLocks/>
          </p:cNvCxnSpPr>
          <p:nvPr/>
        </p:nvCxnSpPr>
        <p:spPr>
          <a:xfrm flipH="1">
            <a:off x="10135604" y="1845032"/>
            <a:ext cx="199169" cy="4618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9" name="Rectangle 5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334773" y="1114860"/>
            <a:ext cx="1169616" cy="731547"/>
          </a:xfrm>
          <a:prstGeom prst="rect">
            <a:avLst/>
          </a:prstGeom>
          <a:blipFill rotWithShape="0">
            <a:blip r:embed="rId11"/>
            <a:stretch>
              <a:fillRect l="-4639" r="-4639" b="-13115"/>
            </a:stretch>
          </a:blipFill>
          <a:ln>
            <a:solidFill>
              <a:srgbClr val="FF0000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005" name="Ink 1049004"/>
              <p14:cNvContentPartPr/>
              <p14:nvPr/>
            </p14:nvContentPartPr>
            <p14:xfrm>
              <a:off x="6113521" y="5379234"/>
              <a:ext cx="1679039" cy="753608"/>
            </p14:xfrm>
          </p:contentPart>
        </mc:Choice>
        <mc:Fallback xmlns="">
          <p:sp>
            <p:nvSpPr>
              <p:cNvPr id="1049005" name=""/>
              <p:cNvSpPr/>
              <p:nvPr/>
            </p:nvSpPr>
            <p:spPr>
              <a:xfrm>
                <a:off x="6113521" y="5379234"/>
                <a:ext cx="1679039" cy="753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006" name="Ink 1049005"/>
              <p14:cNvContentPartPr/>
              <p14:nvPr/>
            </p14:nvContentPartPr>
            <p14:xfrm>
              <a:off x="1490847" y="3119698"/>
              <a:ext cx="1745411" cy="1101445"/>
            </p14:xfrm>
          </p:contentPart>
        </mc:Choice>
        <mc:Fallback xmlns="">
          <p:sp>
            <p:nvSpPr>
              <p:cNvPr id="1049006" name=""/>
              <p:cNvSpPr/>
              <p:nvPr/>
            </p:nvSpPr>
            <p:spPr>
              <a:xfrm>
                <a:off x="1490847" y="3119698"/>
                <a:ext cx="1745411" cy="1101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007" name="Ink 1049006"/>
              <p14:cNvContentPartPr/>
              <p14:nvPr/>
            </p14:nvContentPartPr>
            <p14:xfrm>
              <a:off x="3014024" y="3994212"/>
              <a:ext cx="375631" cy="136387"/>
            </p14:xfrm>
          </p:contentPart>
        </mc:Choice>
        <mc:Fallback xmlns="">
          <p:sp>
            <p:nvSpPr>
              <p:cNvPr id="1049007" name=""/>
              <p:cNvSpPr/>
              <p:nvPr/>
            </p:nvSpPr>
            <p:spPr>
              <a:xfrm>
                <a:off x="3014024" y="3994212"/>
                <a:ext cx="375631" cy="136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008" name="Ink 1049007"/>
              <p14:cNvContentPartPr/>
              <p14:nvPr/>
            </p14:nvContentPartPr>
            <p14:xfrm>
              <a:off x="3014024" y="3979568"/>
              <a:ext cx="107608" cy="71979"/>
            </p14:xfrm>
          </p:contentPart>
        </mc:Choice>
        <mc:Fallback xmlns="">
          <p:sp>
            <p:nvSpPr>
              <p:cNvPr id="1049008" name=""/>
              <p:cNvSpPr/>
              <p:nvPr/>
            </p:nvSpPr>
            <p:spPr>
              <a:xfrm>
                <a:off x="3014024" y="3979568"/>
                <a:ext cx="107608" cy="71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009" name="Ink 1049008"/>
              <p14:cNvContentPartPr/>
              <p14:nvPr/>
            </p14:nvContentPartPr>
            <p14:xfrm>
              <a:off x="2964163" y="3965173"/>
              <a:ext cx="21621" cy="166293"/>
            </p14:xfrm>
          </p:contentPart>
        </mc:Choice>
        <mc:Fallback xmlns="">
          <p:sp>
            <p:nvSpPr>
              <p:cNvPr id="1049009" name=""/>
              <p:cNvSpPr/>
              <p:nvPr/>
            </p:nvSpPr>
            <p:spPr>
              <a:xfrm>
                <a:off x="2964163" y="3965173"/>
                <a:ext cx="21621" cy="1662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010" name="Ink 1049009"/>
              <p14:cNvContentPartPr/>
              <p14:nvPr/>
            </p14:nvContentPartPr>
            <p14:xfrm>
              <a:off x="3426589" y="4022755"/>
              <a:ext cx="74127" cy="183144"/>
            </p14:xfrm>
          </p:contentPart>
        </mc:Choice>
        <mc:Fallback xmlns="">
          <p:sp>
            <p:nvSpPr>
              <p:cNvPr id="1049010" name=""/>
              <p:cNvSpPr/>
              <p:nvPr/>
            </p:nvSpPr>
            <p:spPr>
              <a:xfrm>
                <a:off x="3426589" y="4022755"/>
                <a:ext cx="74127" cy="183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011" name="Ink 1049010"/>
              <p14:cNvContentPartPr/>
              <p14:nvPr/>
            </p14:nvContentPartPr>
            <p14:xfrm>
              <a:off x="3543517" y="3906846"/>
              <a:ext cx="162759" cy="298158"/>
            </p14:xfrm>
          </p:contentPart>
        </mc:Choice>
        <mc:Fallback xmlns="">
          <p:sp>
            <p:nvSpPr>
              <p:cNvPr id="1049011" name=""/>
              <p:cNvSpPr/>
              <p:nvPr/>
            </p:nvSpPr>
            <p:spPr>
              <a:xfrm>
                <a:off x="3543517" y="3906846"/>
                <a:ext cx="162759" cy="2981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012" name="Ink 1049011"/>
              <p14:cNvContentPartPr/>
              <p14:nvPr/>
            </p14:nvContentPartPr>
            <p14:xfrm>
              <a:off x="3688634" y="3904661"/>
              <a:ext cx="439328" cy="312757"/>
            </p14:xfrm>
          </p:contentPart>
        </mc:Choice>
        <mc:Fallback xmlns="">
          <p:sp>
            <p:nvSpPr>
              <p:cNvPr id="1049012" name=""/>
              <p:cNvSpPr/>
              <p:nvPr/>
            </p:nvSpPr>
            <p:spPr>
              <a:xfrm>
                <a:off x="3688634" y="3904661"/>
                <a:ext cx="439328" cy="312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013" name="Ink 1049012"/>
              <p14:cNvContentPartPr/>
              <p14:nvPr/>
            </p14:nvContentPartPr>
            <p14:xfrm>
              <a:off x="3698409" y="4109625"/>
              <a:ext cx="75167" cy="154598"/>
            </p14:xfrm>
          </p:contentPart>
        </mc:Choice>
        <mc:Fallback xmlns="">
          <p:sp>
            <p:nvSpPr>
              <p:cNvPr id="1049013" name=""/>
              <p:cNvSpPr/>
              <p:nvPr/>
            </p:nvSpPr>
            <p:spPr>
              <a:xfrm>
                <a:off x="3698409" y="4109625"/>
                <a:ext cx="75167" cy="154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014" name="Ink 1049013"/>
              <p14:cNvContentPartPr/>
              <p14:nvPr/>
            </p14:nvContentPartPr>
            <p14:xfrm>
              <a:off x="3585320" y="4281230"/>
              <a:ext cx="358406" cy="31671"/>
            </p14:xfrm>
          </p:contentPart>
        </mc:Choice>
        <mc:Fallback xmlns="">
          <p:sp>
            <p:nvSpPr>
              <p:cNvPr id="1049014" name=""/>
              <p:cNvSpPr/>
              <p:nvPr/>
            </p:nvSpPr>
            <p:spPr>
              <a:xfrm>
                <a:off x="3585320" y="4281230"/>
                <a:ext cx="358406" cy="31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015" name="Ink 1049014"/>
              <p14:cNvContentPartPr/>
              <p14:nvPr/>
            </p14:nvContentPartPr>
            <p14:xfrm>
              <a:off x="3594847" y="4346906"/>
              <a:ext cx="256217" cy="16627"/>
            </p14:xfrm>
          </p:contentPart>
        </mc:Choice>
        <mc:Fallback xmlns="">
          <p:sp>
            <p:nvSpPr>
              <p:cNvPr id="1049015" name=""/>
              <p:cNvSpPr/>
              <p:nvPr/>
            </p:nvSpPr>
            <p:spPr>
              <a:xfrm>
                <a:off x="3594847" y="4346906"/>
                <a:ext cx="256217" cy="16627"/>
              </a:xfrm>
            </p:spPr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017" name="Ink 1049016"/>
              <p14:cNvContentPartPr/>
              <p14:nvPr/>
            </p14:nvContentPartPr>
            <p14:xfrm>
              <a:off x="618007" y="357336"/>
              <a:ext cx="50360" cy="420450"/>
            </p14:xfrm>
          </p:contentPart>
        </mc:Choice>
        <mc:Fallback xmlns="">
          <p:sp>
            <p:nvSpPr>
              <p:cNvPr id="1049017" name=""/>
              <p:cNvSpPr/>
              <p:nvPr/>
            </p:nvSpPr>
            <p:spPr>
              <a:xfrm>
                <a:off x="618007" y="357336"/>
                <a:ext cx="50360" cy="420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018" name="Ink 1049017"/>
              <p14:cNvContentPartPr/>
              <p14:nvPr/>
            </p14:nvContentPartPr>
            <p14:xfrm>
              <a:off x="632627" y="347659"/>
              <a:ext cx="212316" cy="16626"/>
            </p14:xfrm>
          </p:contentPart>
        </mc:Choice>
        <mc:Fallback xmlns="">
          <p:sp>
            <p:nvSpPr>
              <p:cNvPr id="1049018" name=""/>
              <p:cNvSpPr/>
              <p:nvPr/>
            </p:nvSpPr>
            <p:spPr>
              <a:xfrm>
                <a:off x="632627" y="347659"/>
                <a:ext cx="212316" cy="16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019" name="Ink 1049018"/>
              <p14:cNvContentPartPr/>
              <p14:nvPr/>
            </p14:nvContentPartPr>
            <p14:xfrm>
              <a:off x="639687" y="503372"/>
              <a:ext cx="168331" cy="13308"/>
            </p14:xfrm>
          </p:contentPart>
        </mc:Choice>
        <mc:Fallback xmlns="">
          <p:sp>
            <p:nvSpPr>
              <p:cNvPr id="1049019" name=""/>
              <p:cNvSpPr/>
              <p:nvPr/>
            </p:nvSpPr>
            <p:spPr>
              <a:xfrm>
                <a:off x="639687" y="503372"/>
                <a:ext cx="168331" cy="13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020" name="Ink 1049019"/>
              <p14:cNvContentPartPr/>
              <p14:nvPr/>
            </p14:nvContentPartPr>
            <p14:xfrm>
              <a:off x="589826" y="703021"/>
              <a:ext cx="195734" cy="59346"/>
            </p14:xfrm>
          </p:contentPart>
        </mc:Choice>
        <mc:Fallback xmlns="">
          <p:sp>
            <p:nvSpPr>
              <p:cNvPr id="1049020" name=""/>
              <p:cNvSpPr/>
              <p:nvPr/>
            </p:nvSpPr>
            <p:spPr>
              <a:xfrm>
                <a:off x="589826" y="703021"/>
                <a:ext cx="195734" cy="59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021" name="Ink 1049020"/>
              <p14:cNvContentPartPr/>
              <p14:nvPr/>
            </p14:nvContentPartPr>
            <p14:xfrm>
              <a:off x="891099" y="357336"/>
              <a:ext cx="63195" cy="395947"/>
            </p14:xfrm>
          </p:contentPart>
        </mc:Choice>
        <mc:Fallback xmlns="">
          <p:sp>
            <p:nvSpPr>
              <p:cNvPr id="1049021" name=""/>
              <p:cNvSpPr/>
              <p:nvPr/>
            </p:nvSpPr>
            <p:spPr>
              <a:xfrm>
                <a:off x="891099" y="357336"/>
                <a:ext cx="63195" cy="395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022" name="Ink 1049021"/>
              <p14:cNvContentPartPr/>
              <p14:nvPr/>
            </p14:nvContentPartPr>
            <p14:xfrm>
              <a:off x="1004596" y="528877"/>
              <a:ext cx="164584" cy="215686"/>
            </p14:xfrm>
          </p:contentPart>
        </mc:Choice>
        <mc:Fallback xmlns="">
          <p:sp>
            <p:nvSpPr>
              <p:cNvPr id="1049022" name=""/>
              <p:cNvSpPr/>
              <p:nvPr/>
            </p:nvSpPr>
            <p:spPr>
              <a:xfrm>
                <a:off x="1004596" y="528877"/>
                <a:ext cx="164584" cy="215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023" name="Ink 1049022"/>
              <p14:cNvContentPartPr/>
              <p14:nvPr/>
            </p14:nvContentPartPr>
            <p14:xfrm>
              <a:off x="1162196" y="559867"/>
              <a:ext cx="171568" cy="183035"/>
            </p14:xfrm>
          </p:contentPart>
        </mc:Choice>
        <mc:Fallback xmlns="">
          <p:sp>
            <p:nvSpPr>
              <p:cNvPr id="1049023" name=""/>
              <p:cNvSpPr/>
              <p:nvPr/>
            </p:nvSpPr>
            <p:spPr>
              <a:xfrm>
                <a:off x="1162196" y="559867"/>
                <a:ext cx="171568" cy="183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024" name="Ink 1049023"/>
              <p14:cNvContentPartPr/>
              <p14:nvPr/>
            </p14:nvContentPartPr>
            <p14:xfrm>
              <a:off x="1379408" y="328793"/>
              <a:ext cx="97319" cy="380603"/>
            </p14:xfrm>
          </p:contentPart>
        </mc:Choice>
        <mc:Fallback xmlns="">
          <p:sp>
            <p:nvSpPr>
              <p:cNvPr id="1049024" name=""/>
              <p:cNvSpPr/>
              <p:nvPr/>
            </p:nvSpPr>
            <p:spPr>
              <a:xfrm>
                <a:off x="1379408" y="328793"/>
                <a:ext cx="97319" cy="380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025" name="Ink 1049024"/>
              <p14:cNvContentPartPr/>
              <p14:nvPr/>
            </p14:nvContentPartPr>
            <p14:xfrm>
              <a:off x="1354944" y="494942"/>
              <a:ext cx="352768" cy="171938"/>
            </p14:xfrm>
          </p:contentPart>
        </mc:Choice>
        <mc:Fallback xmlns="">
          <p:sp>
            <p:nvSpPr>
              <p:cNvPr id="1049025" name=""/>
              <p:cNvSpPr/>
              <p:nvPr/>
            </p:nvSpPr>
            <p:spPr>
              <a:xfrm>
                <a:off x="1354944" y="494942"/>
                <a:ext cx="352768" cy="171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026" name="Ink 1049025"/>
              <p14:cNvContentPartPr/>
              <p14:nvPr/>
            </p14:nvContentPartPr>
            <p14:xfrm>
              <a:off x="1739789" y="527353"/>
              <a:ext cx="35661" cy="191571"/>
            </p14:xfrm>
          </p:contentPart>
        </mc:Choice>
        <mc:Fallback xmlns="">
          <p:sp>
            <p:nvSpPr>
              <p:cNvPr id="1049026" name=""/>
              <p:cNvSpPr/>
              <p:nvPr/>
            </p:nvSpPr>
            <p:spPr>
              <a:xfrm>
                <a:off x="1739789" y="527353"/>
                <a:ext cx="35661" cy="191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027" name="Ink 1049026"/>
              <p14:cNvContentPartPr/>
              <p14:nvPr/>
            </p14:nvContentPartPr>
            <p14:xfrm>
              <a:off x="1791335" y="429810"/>
              <a:ext cx="0" cy="79672"/>
            </p14:xfrm>
          </p:contentPart>
        </mc:Choice>
        <mc:Fallback xmlns="">
          <p:sp>
            <p:nvSpPr>
              <p:cNvPr id="1049027" name=""/>
              <p:cNvSpPr/>
              <p:nvPr/>
            </p:nvSpPr>
            <p:spPr>
              <a:xfrm>
                <a:off x="1791335" y="429810"/>
                <a:ext cx="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028" name="Ink 1049027"/>
              <p14:cNvContentPartPr/>
              <p14:nvPr/>
            </p14:nvContentPartPr>
            <p14:xfrm>
              <a:off x="1877244" y="487889"/>
              <a:ext cx="264439" cy="187249"/>
            </p14:xfrm>
          </p:contentPart>
        </mc:Choice>
        <mc:Fallback xmlns="">
          <p:sp>
            <p:nvSpPr>
              <p:cNvPr id="1049028" name=""/>
              <p:cNvSpPr/>
              <p:nvPr/>
            </p:nvSpPr>
            <p:spPr>
              <a:xfrm>
                <a:off x="1877244" y="487889"/>
                <a:ext cx="264439" cy="187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029" name="Ink 1049028"/>
              <p14:cNvContentPartPr/>
              <p14:nvPr/>
            </p14:nvContentPartPr>
            <p14:xfrm>
              <a:off x="2166247" y="299753"/>
              <a:ext cx="275923" cy="384334"/>
            </p14:xfrm>
          </p:contentPart>
        </mc:Choice>
        <mc:Fallback xmlns="">
          <p:sp>
            <p:nvSpPr>
              <p:cNvPr id="1049029" name=""/>
              <p:cNvSpPr/>
              <p:nvPr/>
            </p:nvSpPr>
            <p:spPr>
              <a:xfrm>
                <a:off x="2166247" y="299753"/>
                <a:ext cx="275923" cy="384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030" name="Ink 1049029"/>
              <p14:cNvContentPartPr/>
              <p14:nvPr/>
            </p14:nvContentPartPr>
            <p14:xfrm>
              <a:off x="2360337" y="313901"/>
              <a:ext cx="210235" cy="93833"/>
            </p14:xfrm>
          </p:contentPart>
        </mc:Choice>
        <mc:Fallback xmlns="">
          <p:sp>
            <p:nvSpPr>
              <p:cNvPr id="1049030" name=""/>
              <p:cNvSpPr/>
              <p:nvPr/>
            </p:nvSpPr>
            <p:spPr>
              <a:xfrm>
                <a:off x="2360337" y="313901"/>
                <a:ext cx="210235" cy="938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031" name="Ink 1049030"/>
              <p14:cNvContentPartPr/>
              <p14:nvPr/>
            </p14:nvContentPartPr>
            <p14:xfrm>
              <a:off x="2170364" y="458850"/>
              <a:ext cx="104238" cy="13386"/>
            </p14:xfrm>
          </p:contentPart>
        </mc:Choice>
        <mc:Fallback xmlns="">
          <p:sp>
            <p:nvSpPr>
              <p:cNvPr id="1049031" name=""/>
              <p:cNvSpPr/>
              <p:nvPr/>
            </p:nvSpPr>
            <p:spPr>
              <a:xfrm>
                <a:off x="2170364" y="458850"/>
                <a:ext cx="104238" cy="13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032" name="Ink 1049031"/>
              <p14:cNvContentPartPr/>
              <p14:nvPr/>
            </p14:nvContentPartPr>
            <p14:xfrm>
              <a:off x="2077262" y="364285"/>
              <a:ext cx="14561" cy="36485"/>
            </p14:xfrm>
          </p:contentPart>
        </mc:Choice>
        <mc:Fallback xmlns="">
          <p:sp>
            <p:nvSpPr>
              <p:cNvPr id="1049032" name=""/>
              <p:cNvSpPr/>
              <p:nvPr/>
            </p:nvSpPr>
            <p:spPr>
              <a:xfrm>
                <a:off x="2077262" y="364285"/>
                <a:ext cx="14561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033" name="Ink 1049032"/>
              <p14:cNvContentPartPr/>
              <p14:nvPr/>
            </p14:nvContentPartPr>
            <p14:xfrm>
              <a:off x="1784275" y="342940"/>
              <a:ext cx="14119" cy="79672"/>
            </p14:xfrm>
          </p:contentPart>
        </mc:Choice>
        <mc:Fallback xmlns="">
          <p:sp>
            <p:nvSpPr>
              <p:cNvPr id="1049033" name=""/>
              <p:cNvSpPr/>
              <p:nvPr/>
            </p:nvSpPr>
            <p:spPr>
              <a:xfrm>
                <a:off x="1784275" y="342940"/>
                <a:ext cx="14119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034" name="Ink 1049033"/>
              <p14:cNvContentPartPr/>
              <p14:nvPr/>
            </p14:nvContentPartPr>
            <p14:xfrm>
              <a:off x="554085" y="774287"/>
              <a:ext cx="1988292" cy="128171"/>
            </p14:xfrm>
          </p:contentPart>
        </mc:Choice>
        <mc:Fallback xmlns="">
          <p:sp>
            <p:nvSpPr>
              <p:cNvPr id="1049034" name=""/>
              <p:cNvSpPr/>
              <p:nvPr/>
            </p:nvSpPr>
            <p:spPr>
              <a:xfrm>
                <a:off x="554085" y="774287"/>
                <a:ext cx="1988292" cy="128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035" name="Ink 1049034"/>
              <p14:cNvContentPartPr/>
              <p14:nvPr/>
            </p14:nvContentPartPr>
            <p14:xfrm>
              <a:off x="2621288" y="495335"/>
              <a:ext cx="35327" cy="98120"/>
            </p14:xfrm>
          </p:contentPart>
        </mc:Choice>
        <mc:Fallback xmlns="">
          <p:sp>
            <p:nvSpPr>
              <p:cNvPr id="1049035" name=""/>
              <p:cNvSpPr/>
              <p:nvPr/>
            </p:nvSpPr>
            <p:spPr>
              <a:xfrm>
                <a:off x="2621288" y="495335"/>
                <a:ext cx="35327" cy="98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036" name="Ink 1049035"/>
              <p14:cNvContentPartPr/>
              <p14:nvPr/>
            </p14:nvContentPartPr>
            <p14:xfrm>
              <a:off x="2651414" y="654431"/>
              <a:ext cx="5201" cy="32455"/>
            </p14:xfrm>
          </p:contentPart>
        </mc:Choice>
        <mc:Fallback xmlns="">
          <p:sp>
            <p:nvSpPr>
              <p:cNvPr id="1049036" name=""/>
              <p:cNvSpPr/>
              <p:nvPr/>
            </p:nvSpPr>
            <p:spPr>
              <a:xfrm>
                <a:off x="2651414" y="654431"/>
                <a:ext cx="5201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037" name="Ink 1049036"/>
              <p14:cNvContentPartPr/>
              <p14:nvPr/>
            </p14:nvContentPartPr>
            <p14:xfrm>
              <a:off x="1820016" y="1183097"/>
              <a:ext cx="18760" cy="753535"/>
            </p14:xfrm>
          </p:contentPart>
        </mc:Choice>
        <mc:Fallback xmlns="">
          <p:sp>
            <p:nvSpPr>
              <p:cNvPr id="1049037" name=""/>
              <p:cNvSpPr/>
              <p:nvPr/>
            </p:nvSpPr>
            <p:spPr>
              <a:xfrm>
                <a:off x="1820016" y="1183097"/>
                <a:ext cx="18760" cy="753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038" name="Ink 1049037"/>
              <p14:cNvContentPartPr/>
              <p14:nvPr/>
            </p14:nvContentPartPr>
            <p14:xfrm>
              <a:off x="1605130" y="1915450"/>
              <a:ext cx="527604" cy="6315"/>
            </p14:xfrm>
          </p:contentPart>
        </mc:Choice>
        <mc:Fallback xmlns="">
          <p:sp>
            <p:nvSpPr>
              <p:cNvPr id="1049038" name=""/>
              <p:cNvSpPr/>
              <p:nvPr/>
            </p:nvSpPr>
            <p:spPr>
              <a:xfrm>
                <a:off x="1605130" y="1915450"/>
                <a:ext cx="527604" cy="6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039" name="Ink 1049038"/>
              <p14:cNvContentPartPr/>
              <p14:nvPr/>
            </p14:nvContentPartPr>
            <p14:xfrm>
              <a:off x="1569389" y="2141956"/>
              <a:ext cx="521337" cy="33693"/>
            </p14:xfrm>
          </p:contentPart>
        </mc:Choice>
        <mc:Fallback xmlns="">
          <p:sp>
            <p:nvSpPr>
              <p:cNvPr id="1049039" name=""/>
              <p:cNvSpPr/>
              <p:nvPr/>
            </p:nvSpPr>
            <p:spPr>
              <a:xfrm>
                <a:off x="1569389" y="2141956"/>
                <a:ext cx="521337" cy="336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040" name="Ink 1049039"/>
              <p14:cNvContentPartPr/>
              <p14:nvPr/>
            </p14:nvContentPartPr>
            <p14:xfrm>
              <a:off x="1099943" y="1885752"/>
              <a:ext cx="236885" cy="379145"/>
            </p14:xfrm>
          </p:contentPart>
        </mc:Choice>
        <mc:Fallback xmlns="">
          <p:sp>
            <p:nvSpPr>
              <p:cNvPr id="1049040" name=""/>
              <p:cNvSpPr/>
              <p:nvPr/>
            </p:nvSpPr>
            <p:spPr>
              <a:xfrm>
                <a:off x="1099943" y="1885752"/>
                <a:ext cx="236885" cy="3791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041" name="Ink 1049040"/>
              <p14:cNvContentPartPr/>
              <p14:nvPr/>
            </p14:nvContentPartPr>
            <p14:xfrm>
              <a:off x="1791941" y="2175650"/>
              <a:ext cx="1165161" cy="539655"/>
            </p14:xfrm>
          </p:contentPart>
        </mc:Choice>
        <mc:Fallback xmlns="">
          <p:sp>
            <p:nvSpPr>
              <p:cNvPr id="1049041" name=""/>
              <p:cNvSpPr/>
              <p:nvPr/>
            </p:nvSpPr>
            <p:spPr>
              <a:xfrm>
                <a:off x="1791941" y="2175650"/>
                <a:ext cx="1165161" cy="539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042" name="Ink 1049041"/>
              <p14:cNvContentPartPr/>
              <p14:nvPr/>
            </p14:nvContentPartPr>
            <p14:xfrm>
              <a:off x="1791335" y="1116626"/>
              <a:ext cx="1265579" cy="545041"/>
            </p14:xfrm>
          </p:contentPart>
        </mc:Choice>
        <mc:Fallback xmlns="">
          <p:sp>
            <p:nvSpPr>
              <p:cNvPr id="1049042" name=""/>
              <p:cNvSpPr/>
              <p:nvPr/>
            </p:nvSpPr>
            <p:spPr>
              <a:xfrm>
                <a:off x="1791335" y="1116626"/>
                <a:ext cx="1265579" cy="545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043" name="Ink 1049042"/>
              <p14:cNvContentPartPr/>
              <p14:nvPr/>
            </p14:nvContentPartPr>
            <p14:xfrm>
              <a:off x="2784346" y="1536167"/>
              <a:ext cx="450027" cy="1202769"/>
            </p14:xfrm>
          </p:contentPart>
        </mc:Choice>
        <mc:Fallback xmlns="">
          <p:sp>
            <p:nvSpPr>
              <p:cNvPr id="1049043" name=""/>
              <p:cNvSpPr/>
              <p:nvPr/>
            </p:nvSpPr>
            <p:spPr>
              <a:xfrm>
                <a:off x="2784346" y="1536167"/>
                <a:ext cx="450027" cy="1202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044" name="Ink 1049043"/>
              <p14:cNvContentPartPr/>
              <p14:nvPr/>
            </p14:nvContentPartPr>
            <p14:xfrm>
              <a:off x="3341156" y="1617944"/>
              <a:ext cx="252515" cy="428024"/>
            </p14:xfrm>
          </p:contentPart>
        </mc:Choice>
        <mc:Fallback xmlns="">
          <p:sp>
            <p:nvSpPr>
              <p:cNvPr id="1049044" name=""/>
              <p:cNvSpPr/>
              <p:nvPr/>
            </p:nvSpPr>
            <p:spPr>
              <a:xfrm>
                <a:off x="3341156" y="1617944"/>
                <a:ext cx="252515" cy="4280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045" name="Ink 1049044"/>
              <p14:cNvContentPartPr/>
              <p14:nvPr/>
            </p14:nvContentPartPr>
            <p14:xfrm>
              <a:off x="1799543" y="2149817"/>
              <a:ext cx="1157560" cy="568616"/>
            </p14:xfrm>
          </p:contentPart>
        </mc:Choice>
        <mc:Fallback xmlns="">
          <p:sp>
            <p:nvSpPr>
              <p:cNvPr id="1049045" name=""/>
              <p:cNvSpPr/>
              <p:nvPr/>
            </p:nvSpPr>
            <p:spPr>
              <a:xfrm>
                <a:off x="1799543" y="2149817"/>
                <a:ext cx="1157560" cy="568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046" name="Ink 1049045"/>
              <p14:cNvContentPartPr/>
              <p14:nvPr/>
            </p14:nvContentPartPr>
            <p14:xfrm>
              <a:off x="2227726" y="2145598"/>
              <a:ext cx="826717" cy="601612"/>
            </p14:xfrm>
          </p:contentPart>
        </mc:Choice>
        <mc:Fallback xmlns="">
          <p:sp>
            <p:nvSpPr>
              <p:cNvPr id="1049046" name=""/>
              <p:cNvSpPr/>
              <p:nvPr/>
            </p:nvSpPr>
            <p:spPr>
              <a:xfrm>
                <a:off x="2227726" y="2145598"/>
                <a:ext cx="826717" cy="601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047" name="Ink 1049046"/>
              <p14:cNvContentPartPr/>
              <p14:nvPr/>
            </p14:nvContentPartPr>
            <p14:xfrm>
              <a:off x="3014024" y="2139661"/>
              <a:ext cx="50302" cy="612061"/>
            </p14:xfrm>
          </p:contentPart>
        </mc:Choice>
        <mc:Fallback xmlns="">
          <p:sp>
            <p:nvSpPr>
              <p:cNvPr id="1049047" name=""/>
              <p:cNvSpPr/>
              <p:nvPr/>
            </p:nvSpPr>
            <p:spPr>
              <a:xfrm>
                <a:off x="3014024" y="2139661"/>
                <a:ext cx="50302" cy="612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048" name="Ink 1049047"/>
              <p14:cNvContentPartPr/>
              <p14:nvPr/>
            </p14:nvContentPartPr>
            <p14:xfrm>
              <a:off x="2380327" y="2422112"/>
              <a:ext cx="641197" cy="319202"/>
            </p14:xfrm>
          </p:contentPart>
        </mc:Choice>
        <mc:Fallback xmlns="">
          <p:sp>
            <p:nvSpPr>
              <p:cNvPr id="1049048" name=""/>
              <p:cNvSpPr/>
              <p:nvPr/>
            </p:nvSpPr>
            <p:spPr>
              <a:xfrm>
                <a:off x="2380327" y="2422112"/>
                <a:ext cx="641197" cy="319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049" name="Ink 1049048"/>
              <p14:cNvContentPartPr/>
              <p14:nvPr/>
            </p14:nvContentPartPr>
            <p14:xfrm>
              <a:off x="3062569" y="2070701"/>
              <a:ext cx="108698" cy="162779"/>
            </p14:xfrm>
          </p:contentPart>
        </mc:Choice>
        <mc:Fallback xmlns="">
          <p:sp>
            <p:nvSpPr>
              <p:cNvPr id="1049049" name=""/>
              <p:cNvSpPr/>
              <p:nvPr/>
            </p:nvSpPr>
            <p:spPr>
              <a:xfrm>
                <a:off x="3062569" y="2070701"/>
                <a:ext cx="108698" cy="162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050" name="Ink 1049049"/>
              <p14:cNvContentPartPr/>
              <p14:nvPr/>
            </p14:nvContentPartPr>
            <p14:xfrm>
              <a:off x="2990779" y="1574261"/>
              <a:ext cx="73629" cy="34859"/>
            </p14:xfrm>
          </p:contentPart>
        </mc:Choice>
        <mc:Fallback xmlns="">
          <p:sp>
            <p:nvSpPr>
              <p:cNvPr id="1049050" name=""/>
              <p:cNvSpPr/>
              <p:nvPr/>
            </p:nvSpPr>
            <p:spPr>
              <a:xfrm>
                <a:off x="2990779" y="1574261"/>
                <a:ext cx="73629" cy="34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051" name="Ink 1049050"/>
              <p14:cNvContentPartPr/>
              <p14:nvPr/>
            </p14:nvContentPartPr>
            <p14:xfrm>
              <a:off x="1514347" y="1631349"/>
              <a:ext cx="105343" cy="240226"/>
            </p14:xfrm>
          </p:contentPart>
        </mc:Choice>
        <mc:Fallback xmlns="">
          <p:sp>
            <p:nvSpPr>
              <p:cNvPr id="1049051" name=""/>
              <p:cNvSpPr/>
              <p:nvPr/>
            </p:nvSpPr>
            <p:spPr>
              <a:xfrm>
                <a:off x="1514347" y="1631349"/>
                <a:ext cx="105343" cy="240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052" name="Ink 1049051"/>
              <p14:cNvContentPartPr/>
              <p14:nvPr/>
            </p14:nvContentPartPr>
            <p14:xfrm>
              <a:off x="536736" y="3363815"/>
              <a:ext cx="182357" cy="366579"/>
            </p14:xfrm>
          </p:contentPart>
        </mc:Choice>
        <mc:Fallback xmlns="">
          <p:sp>
            <p:nvSpPr>
              <p:cNvPr id="1049052" name=""/>
              <p:cNvSpPr/>
              <p:nvPr/>
            </p:nvSpPr>
            <p:spPr>
              <a:xfrm>
                <a:off x="536736" y="3363815"/>
                <a:ext cx="182357" cy="366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053" name="Ink 1049052"/>
              <p14:cNvContentPartPr/>
              <p14:nvPr/>
            </p14:nvContentPartPr>
            <p14:xfrm>
              <a:off x="801140" y="3312902"/>
              <a:ext cx="110353" cy="328338"/>
            </p14:xfrm>
          </p:contentPart>
        </mc:Choice>
        <mc:Fallback xmlns="">
          <p:sp>
            <p:nvSpPr>
              <p:cNvPr id="1049053" name=""/>
              <p:cNvSpPr/>
              <p:nvPr/>
            </p:nvSpPr>
            <p:spPr>
              <a:xfrm>
                <a:off x="801140" y="3312902"/>
                <a:ext cx="110353" cy="328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054" name="Ink 1049053"/>
              <p14:cNvContentPartPr/>
              <p14:nvPr/>
            </p14:nvContentPartPr>
            <p14:xfrm>
              <a:off x="914940" y="3356338"/>
              <a:ext cx="83898" cy="185303"/>
            </p14:xfrm>
          </p:contentPart>
        </mc:Choice>
        <mc:Fallback xmlns="">
          <p:sp>
            <p:nvSpPr>
              <p:cNvPr id="1049054" name=""/>
              <p:cNvSpPr/>
              <p:nvPr/>
            </p:nvSpPr>
            <p:spPr>
              <a:xfrm>
                <a:off x="914940" y="3356338"/>
                <a:ext cx="83898" cy="185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055" name="Ink 1049054"/>
              <p14:cNvContentPartPr/>
              <p14:nvPr/>
            </p14:nvContentPartPr>
            <p14:xfrm>
              <a:off x="897373" y="3414664"/>
              <a:ext cx="171644" cy="28543"/>
            </p14:xfrm>
          </p:contentPart>
        </mc:Choice>
        <mc:Fallback xmlns="">
          <p:sp>
            <p:nvSpPr>
              <p:cNvPr id="1049055" name=""/>
              <p:cNvSpPr/>
              <p:nvPr/>
            </p:nvSpPr>
            <p:spPr>
              <a:xfrm>
                <a:off x="897373" y="3414664"/>
                <a:ext cx="171644" cy="28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056" name="Ink 1049055"/>
              <p14:cNvContentPartPr/>
              <p14:nvPr/>
            </p14:nvContentPartPr>
            <p14:xfrm>
              <a:off x="1097698" y="3443208"/>
              <a:ext cx="132229" cy="26590"/>
            </p14:xfrm>
          </p:contentPart>
        </mc:Choice>
        <mc:Fallback xmlns="">
          <p:sp>
            <p:nvSpPr>
              <p:cNvPr id="1049056" name=""/>
              <p:cNvSpPr/>
              <p:nvPr/>
            </p:nvSpPr>
            <p:spPr>
              <a:xfrm>
                <a:off x="1097698" y="3443208"/>
                <a:ext cx="132229" cy="26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057" name="Ink 1049056"/>
              <p14:cNvContentPartPr/>
              <p14:nvPr/>
            </p14:nvContentPartPr>
            <p14:xfrm>
              <a:off x="1104758" y="3522025"/>
              <a:ext cx="165976" cy="13108"/>
            </p14:xfrm>
          </p:contentPart>
        </mc:Choice>
        <mc:Fallback xmlns="">
          <p:sp>
            <p:nvSpPr>
              <p:cNvPr id="1049057" name=""/>
              <p:cNvSpPr/>
              <p:nvPr/>
            </p:nvSpPr>
            <p:spPr>
              <a:xfrm>
                <a:off x="1104758" y="3522025"/>
                <a:ext cx="165976" cy="131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058" name="Ink 1049057"/>
              <p14:cNvContentPartPr/>
              <p14:nvPr/>
            </p14:nvContentPartPr>
            <p14:xfrm>
              <a:off x="1267643" y="3427483"/>
              <a:ext cx="111163" cy="108429"/>
            </p14:xfrm>
          </p:contentPart>
        </mc:Choice>
        <mc:Fallback xmlns="">
          <p:sp>
            <p:nvSpPr>
              <p:cNvPr id="1049058" name=""/>
              <p:cNvSpPr/>
              <p:nvPr/>
            </p:nvSpPr>
            <p:spPr>
              <a:xfrm>
                <a:off x="1267643" y="3427483"/>
                <a:ext cx="111163" cy="108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059" name="Ink 1049058"/>
              <p14:cNvContentPartPr/>
              <p14:nvPr/>
            </p14:nvContentPartPr>
            <p14:xfrm>
              <a:off x="1282286" y="3269468"/>
              <a:ext cx="177099" cy="441819"/>
            </p14:xfrm>
          </p:contentPart>
        </mc:Choice>
        <mc:Fallback xmlns="">
          <p:sp>
            <p:nvSpPr>
              <p:cNvPr id="1049059" name=""/>
              <p:cNvSpPr/>
              <p:nvPr/>
            </p:nvSpPr>
            <p:spPr>
              <a:xfrm>
                <a:off x="1282286" y="3269468"/>
                <a:ext cx="177099" cy="441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060" name="Ink 1049059"/>
              <p14:cNvContentPartPr/>
              <p14:nvPr/>
            </p14:nvContentPartPr>
            <p14:xfrm>
              <a:off x="1576890" y="3465706"/>
              <a:ext cx="132768" cy="6540"/>
            </p14:xfrm>
          </p:contentPart>
        </mc:Choice>
        <mc:Fallback xmlns="">
          <p:sp>
            <p:nvSpPr>
              <p:cNvPr id="1049060" name=""/>
              <p:cNvSpPr/>
              <p:nvPr/>
            </p:nvSpPr>
            <p:spPr>
              <a:xfrm>
                <a:off x="1576890" y="3465706"/>
                <a:ext cx="132768" cy="65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061" name="Ink 1049060"/>
              <p14:cNvContentPartPr/>
              <p14:nvPr/>
            </p14:nvContentPartPr>
            <p14:xfrm>
              <a:off x="1576890" y="3573761"/>
              <a:ext cx="185764" cy="7637"/>
            </p14:xfrm>
          </p:contentPart>
        </mc:Choice>
        <mc:Fallback xmlns="">
          <p:sp>
            <p:nvSpPr>
              <p:cNvPr id="1049061" name=""/>
              <p:cNvSpPr/>
              <p:nvPr/>
            </p:nvSpPr>
            <p:spPr>
              <a:xfrm>
                <a:off x="1576890" y="3573761"/>
                <a:ext cx="185764" cy="7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062" name="Ink 1049061"/>
              <p14:cNvContentPartPr/>
              <p14:nvPr/>
            </p14:nvContentPartPr>
            <p14:xfrm>
              <a:off x="1788093" y="3348871"/>
              <a:ext cx="160325" cy="374771"/>
            </p14:xfrm>
          </p:contentPart>
        </mc:Choice>
        <mc:Fallback xmlns="">
          <p:sp>
            <p:nvSpPr>
              <p:cNvPr id="1049062" name=""/>
              <p:cNvSpPr/>
              <p:nvPr/>
            </p:nvSpPr>
            <p:spPr>
              <a:xfrm>
                <a:off x="1788093" y="3348871"/>
                <a:ext cx="160325" cy="374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063" name="Ink 1049062"/>
              <p14:cNvContentPartPr/>
              <p14:nvPr/>
            </p14:nvContentPartPr>
            <p14:xfrm>
              <a:off x="1970039" y="3689919"/>
              <a:ext cx="115263" cy="103280"/>
            </p14:xfrm>
          </p:contentPart>
        </mc:Choice>
        <mc:Fallback xmlns="">
          <p:sp>
            <p:nvSpPr>
              <p:cNvPr id="1049063" name=""/>
              <p:cNvSpPr/>
              <p:nvPr/>
            </p:nvSpPr>
            <p:spPr>
              <a:xfrm>
                <a:off x="1970039" y="3689919"/>
                <a:ext cx="115263" cy="103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064" name="Ink 1049063"/>
              <p14:cNvContentPartPr/>
              <p14:nvPr/>
            </p14:nvContentPartPr>
            <p14:xfrm>
              <a:off x="630380" y="3890961"/>
              <a:ext cx="1261117" cy="14205"/>
            </p14:xfrm>
          </p:contentPart>
        </mc:Choice>
        <mc:Fallback xmlns="">
          <p:sp>
            <p:nvSpPr>
              <p:cNvPr id="1049064" name=""/>
              <p:cNvSpPr/>
              <p:nvPr/>
            </p:nvSpPr>
            <p:spPr>
              <a:xfrm>
                <a:off x="630380" y="3890961"/>
                <a:ext cx="1261117" cy="14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065" name="Ink 1049064"/>
              <p14:cNvContentPartPr/>
              <p14:nvPr/>
            </p14:nvContentPartPr>
            <p14:xfrm>
              <a:off x="3018000" y="2037899"/>
              <a:ext cx="139428" cy="115983"/>
            </p14:xfrm>
          </p:contentPart>
        </mc:Choice>
        <mc:Fallback xmlns="">
          <p:sp>
            <p:nvSpPr>
              <p:cNvPr id="1049065" name=""/>
              <p:cNvSpPr/>
              <p:nvPr/>
            </p:nvSpPr>
            <p:spPr>
              <a:xfrm>
                <a:off x="3018000" y="2037899"/>
                <a:ext cx="139428" cy="115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066" name="Ink 1049065"/>
              <p14:cNvContentPartPr/>
              <p14:nvPr/>
            </p14:nvContentPartPr>
            <p14:xfrm>
              <a:off x="2320387" y="1067188"/>
              <a:ext cx="120404" cy="176879"/>
            </p14:xfrm>
          </p:contentPart>
        </mc:Choice>
        <mc:Fallback xmlns="">
          <p:sp>
            <p:nvSpPr>
              <p:cNvPr id="1049066" name=""/>
              <p:cNvSpPr/>
              <p:nvPr/>
            </p:nvSpPr>
            <p:spPr>
              <a:xfrm>
                <a:off x="2320387" y="1067188"/>
                <a:ext cx="120404" cy="1768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067" name="Ink 1049066"/>
              <p14:cNvContentPartPr/>
              <p14:nvPr/>
            </p14:nvContentPartPr>
            <p14:xfrm>
              <a:off x="2617884" y="871606"/>
              <a:ext cx="24611" cy="162147"/>
            </p14:xfrm>
          </p:contentPart>
        </mc:Choice>
        <mc:Fallback xmlns="">
          <p:sp>
            <p:nvSpPr>
              <p:cNvPr id="1049067" name=""/>
              <p:cNvSpPr/>
              <p:nvPr/>
            </p:nvSpPr>
            <p:spPr>
              <a:xfrm>
                <a:off x="2617884" y="871606"/>
                <a:ext cx="24611" cy="162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068" name="Ink 1049067"/>
              <p14:cNvContentPartPr/>
              <p14:nvPr/>
            </p14:nvContentPartPr>
            <p14:xfrm>
              <a:off x="2665214" y="770341"/>
              <a:ext cx="20082" cy="30709"/>
            </p14:xfrm>
          </p:contentPart>
        </mc:Choice>
        <mc:Fallback xmlns="">
          <p:sp>
            <p:nvSpPr>
              <p:cNvPr id="1049068" name=""/>
              <p:cNvSpPr/>
              <p:nvPr/>
            </p:nvSpPr>
            <p:spPr>
              <a:xfrm>
                <a:off x="2665214" y="770341"/>
                <a:ext cx="20082" cy="30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069" name="Ink 1049068"/>
              <p14:cNvContentPartPr/>
              <p14:nvPr/>
            </p14:nvContentPartPr>
            <p14:xfrm>
              <a:off x="2731617" y="741301"/>
              <a:ext cx="110762" cy="233187"/>
            </p14:xfrm>
          </p:contentPart>
        </mc:Choice>
        <mc:Fallback xmlns="">
          <p:sp>
            <p:nvSpPr>
              <p:cNvPr id="1049069" name=""/>
              <p:cNvSpPr/>
              <p:nvPr/>
            </p:nvSpPr>
            <p:spPr>
              <a:xfrm>
                <a:off x="2731617" y="741301"/>
                <a:ext cx="110762" cy="233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070" name="Ink 1049069"/>
              <p14:cNvContentPartPr/>
              <p14:nvPr/>
            </p14:nvContentPartPr>
            <p14:xfrm>
              <a:off x="2863620" y="755945"/>
              <a:ext cx="71862" cy="180937"/>
            </p14:xfrm>
          </p:contentPart>
        </mc:Choice>
        <mc:Fallback xmlns="">
          <p:sp>
            <p:nvSpPr>
              <p:cNvPr id="1049070" name=""/>
              <p:cNvSpPr/>
              <p:nvPr/>
            </p:nvSpPr>
            <p:spPr>
              <a:xfrm>
                <a:off x="2863620" y="755945"/>
                <a:ext cx="71862" cy="1809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071" name="Ink 1049070"/>
              <p14:cNvContentPartPr/>
              <p14:nvPr/>
            </p14:nvContentPartPr>
            <p14:xfrm>
              <a:off x="2835320" y="832846"/>
              <a:ext cx="146464" cy="38760"/>
            </p14:xfrm>
          </p:contentPart>
        </mc:Choice>
        <mc:Fallback xmlns="">
          <p:sp>
            <p:nvSpPr>
              <p:cNvPr id="1049071" name=""/>
              <p:cNvSpPr/>
              <p:nvPr/>
            </p:nvSpPr>
            <p:spPr>
              <a:xfrm>
                <a:off x="2835320" y="832846"/>
                <a:ext cx="146464" cy="38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072" name="Ink 1049071"/>
              <p14:cNvContentPartPr/>
              <p14:nvPr/>
            </p14:nvContentPartPr>
            <p14:xfrm>
              <a:off x="2937361" y="755945"/>
              <a:ext cx="157705" cy="247071"/>
            </p14:xfrm>
          </p:contentPart>
        </mc:Choice>
        <mc:Fallback xmlns="">
          <p:sp>
            <p:nvSpPr>
              <p:cNvPr id="1049072" name=""/>
              <p:cNvSpPr/>
              <p:nvPr/>
            </p:nvSpPr>
            <p:spPr>
              <a:xfrm>
                <a:off x="2937361" y="755945"/>
                <a:ext cx="157705" cy="2470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073" name="Ink 1049072"/>
              <p14:cNvContentPartPr/>
              <p14:nvPr/>
            </p14:nvContentPartPr>
            <p14:xfrm>
              <a:off x="1584905" y="1654181"/>
              <a:ext cx="20224" cy="70269"/>
            </p14:xfrm>
          </p:contentPart>
        </mc:Choice>
        <mc:Fallback xmlns="">
          <p:sp>
            <p:nvSpPr>
              <p:cNvPr id="1049073" name=""/>
              <p:cNvSpPr/>
              <p:nvPr/>
            </p:nvSpPr>
            <p:spPr>
              <a:xfrm>
                <a:off x="1584905" y="1654181"/>
                <a:ext cx="20224" cy="70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074" name="Ink 1049073"/>
              <p14:cNvContentPartPr/>
              <p14:nvPr/>
            </p14:nvContentPartPr>
            <p14:xfrm>
              <a:off x="1679709" y="1581955"/>
              <a:ext cx="37767" cy="194808"/>
            </p14:xfrm>
          </p:contentPart>
        </mc:Choice>
        <mc:Fallback xmlns="">
          <p:sp>
            <p:nvSpPr>
              <p:cNvPr id="1049074" name=""/>
              <p:cNvSpPr/>
              <p:nvPr/>
            </p:nvSpPr>
            <p:spPr>
              <a:xfrm>
                <a:off x="1679709" y="1581955"/>
                <a:ext cx="37767" cy="194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075" name="Ink 1049074"/>
              <p14:cNvContentPartPr/>
              <p14:nvPr/>
            </p14:nvContentPartPr>
            <p14:xfrm>
              <a:off x="1720468" y="1625142"/>
              <a:ext cx="42186" cy="112680"/>
            </p14:xfrm>
          </p:contentPart>
        </mc:Choice>
        <mc:Fallback xmlns="">
          <p:sp>
            <p:nvSpPr>
              <p:cNvPr id="1049075" name=""/>
              <p:cNvSpPr/>
              <p:nvPr/>
            </p:nvSpPr>
            <p:spPr>
              <a:xfrm>
                <a:off x="1720468" y="1625142"/>
                <a:ext cx="42186" cy="112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076" name="Ink 1049075"/>
              <p14:cNvContentPartPr/>
              <p14:nvPr/>
            </p14:nvContentPartPr>
            <p14:xfrm>
              <a:off x="1719853" y="1667968"/>
              <a:ext cx="75148" cy="22201"/>
            </p14:xfrm>
          </p:contentPart>
        </mc:Choice>
        <mc:Fallback xmlns="">
          <p:sp>
            <p:nvSpPr>
              <p:cNvPr id="1049076" name=""/>
              <p:cNvSpPr/>
              <p:nvPr/>
            </p:nvSpPr>
            <p:spPr>
              <a:xfrm>
                <a:off x="1719853" y="1667968"/>
                <a:ext cx="75148" cy="22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077" name="Ink 1049076"/>
              <p14:cNvContentPartPr/>
              <p14:nvPr/>
            </p14:nvContentPartPr>
            <p14:xfrm>
              <a:off x="1747288" y="1596102"/>
              <a:ext cx="60872" cy="241130"/>
            </p14:xfrm>
          </p:contentPart>
        </mc:Choice>
        <mc:Fallback xmlns="">
          <p:sp>
            <p:nvSpPr>
              <p:cNvPr id="1049077" name=""/>
              <p:cNvSpPr/>
              <p:nvPr/>
            </p:nvSpPr>
            <p:spPr>
              <a:xfrm>
                <a:off x="1747288" y="1596102"/>
                <a:ext cx="60872" cy="241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078" name="Ink 1049077"/>
              <p14:cNvContentPartPr/>
              <p14:nvPr/>
            </p14:nvContentPartPr>
            <p14:xfrm>
              <a:off x="2835320" y="3378685"/>
              <a:ext cx="233692" cy="212699"/>
            </p14:xfrm>
          </p:contentPart>
        </mc:Choice>
        <mc:Fallback xmlns="">
          <p:sp>
            <p:nvSpPr>
              <p:cNvPr id="1049078" name=""/>
              <p:cNvSpPr/>
              <p:nvPr/>
            </p:nvSpPr>
            <p:spPr>
              <a:xfrm>
                <a:off x="2835320" y="3378685"/>
                <a:ext cx="233692" cy="212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079" name="Ink 1049078"/>
              <p14:cNvContentPartPr/>
              <p14:nvPr/>
            </p14:nvContentPartPr>
            <p14:xfrm>
              <a:off x="2964163" y="3247626"/>
              <a:ext cx="28680" cy="87366"/>
            </p14:xfrm>
          </p:contentPart>
        </mc:Choice>
        <mc:Fallback xmlns="">
          <p:sp>
            <p:nvSpPr>
              <p:cNvPr id="1049079" name=""/>
              <p:cNvSpPr/>
              <p:nvPr/>
            </p:nvSpPr>
            <p:spPr>
              <a:xfrm>
                <a:off x="2964163" y="3247626"/>
                <a:ext cx="28680" cy="873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080" name="Ink 1049079"/>
              <p14:cNvContentPartPr/>
              <p14:nvPr/>
            </p14:nvContentPartPr>
            <p14:xfrm>
              <a:off x="3207289" y="3465049"/>
              <a:ext cx="119398" cy="12776"/>
            </p14:xfrm>
          </p:contentPart>
        </mc:Choice>
        <mc:Fallback xmlns="">
          <p:sp>
            <p:nvSpPr>
              <p:cNvPr id="1049080" name=""/>
              <p:cNvSpPr/>
              <p:nvPr/>
            </p:nvSpPr>
            <p:spPr>
              <a:xfrm>
                <a:off x="3207289" y="3465049"/>
                <a:ext cx="119398" cy="12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081" name="Ink 1049080"/>
              <p14:cNvContentPartPr/>
              <p14:nvPr/>
            </p14:nvContentPartPr>
            <p14:xfrm>
              <a:off x="3207289" y="3544513"/>
              <a:ext cx="146345" cy="22049"/>
            </p14:xfrm>
          </p:contentPart>
        </mc:Choice>
        <mc:Fallback xmlns="">
          <p:sp>
            <p:nvSpPr>
              <p:cNvPr id="1049081" name=""/>
              <p:cNvSpPr/>
              <p:nvPr/>
            </p:nvSpPr>
            <p:spPr>
              <a:xfrm>
                <a:off x="3207289" y="3544513"/>
                <a:ext cx="146345" cy="22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082" name="Ink 1049081"/>
              <p14:cNvContentPartPr/>
              <p14:nvPr/>
            </p14:nvContentPartPr>
            <p14:xfrm>
              <a:off x="3537414" y="3367029"/>
              <a:ext cx="170687" cy="447267"/>
            </p14:xfrm>
          </p:contentPart>
        </mc:Choice>
        <mc:Fallback xmlns="">
          <p:sp>
            <p:nvSpPr>
              <p:cNvPr id="1049082" name=""/>
              <p:cNvSpPr/>
              <p:nvPr/>
            </p:nvSpPr>
            <p:spPr>
              <a:xfrm>
                <a:off x="3537414" y="3367029"/>
                <a:ext cx="170687" cy="447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083" name="Ink 1049082"/>
              <p14:cNvContentPartPr/>
              <p14:nvPr/>
            </p14:nvContentPartPr>
            <p14:xfrm>
              <a:off x="3625521" y="3137584"/>
              <a:ext cx="106808" cy="95807"/>
            </p14:xfrm>
          </p:contentPart>
        </mc:Choice>
        <mc:Fallback xmlns="">
          <p:sp>
            <p:nvSpPr>
              <p:cNvPr id="1049083" name=""/>
              <p:cNvSpPr/>
              <p:nvPr/>
            </p:nvSpPr>
            <p:spPr>
              <a:xfrm>
                <a:off x="3625521" y="3137584"/>
                <a:ext cx="106808" cy="95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084" name="Ink 1049083"/>
              <p14:cNvContentPartPr/>
              <p14:nvPr/>
            </p14:nvContentPartPr>
            <p14:xfrm>
              <a:off x="1791335" y="4022755"/>
              <a:ext cx="17045" cy="204954"/>
            </p14:xfrm>
          </p:contentPart>
        </mc:Choice>
        <mc:Fallback xmlns="">
          <p:sp>
            <p:nvSpPr>
              <p:cNvPr id="1049084" name=""/>
              <p:cNvSpPr/>
              <p:nvPr/>
            </p:nvSpPr>
            <p:spPr>
              <a:xfrm>
                <a:off x="1791335" y="4022755"/>
                <a:ext cx="17045" cy="204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085" name="Ink 1049084"/>
              <p14:cNvContentPartPr/>
              <p14:nvPr/>
            </p14:nvContentPartPr>
            <p14:xfrm>
              <a:off x="1769714" y="4196992"/>
              <a:ext cx="106865" cy="69038"/>
            </p14:xfrm>
          </p:contentPart>
        </mc:Choice>
        <mc:Fallback xmlns="">
          <p:sp>
            <p:nvSpPr>
              <p:cNvPr id="1049085" name=""/>
              <p:cNvSpPr/>
              <p:nvPr/>
            </p:nvSpPr>
            <p:spPr>
              <a:xfrm>
                <a:off x="1769714" y="4196992"/>
                <a:ext cx="106865" cy="69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086" name="Ink 1049085"/>
              <p14:cNvContentPartPr/>
              <p14:nvPr/>
            </p14:nvContentPartPr>
            <p14:xfrm>
              <a:off x="1755594" y="4443808"/>
              <a:ext cx="152670" cy="102410"/>
            </p14:xfrm>
          </p:contentPart>
        </mc:Choice>
        <mc:Fallback xmlns="">
          <p:sp>
            <p:nvSpPr>
              <p:cNvPr id="1049086" name=""/>
              <p:cNvSpPr/>
              <p:nvPr/>
            </p:nvSpPr>
            <p:spPr>
              <a:xfrm>
                <a:off x="1755594" y="4443808"/>
                <a:ext cx="152670" cy="102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087" name="Ink 1049086"/>
              <p14:cNvContentPartPr/>
              <p14:nvPr/>
            </p14:nvContentPartPr>
            <p14:xfrm>
              <a:off x="1917102" y="4450404"/>
              <a:ext cx="113354" cy="154252"/>
            </p14:xfrm>
          </p:contentPart>
        </mc:Choice>
        <mc:Fallback xmlns="">
          <p:sp>
            <p:nvSpPr>
              <p:cNvPr id="1049087" name=""/>
              <p:cNvSpPr/>
              <p:nvPr/>
            </p:nvSpPr>
            <p:spPr>
              <a:xfrm>
                <a:off x="1917102" y="4450404"/>
                <a:ext cx="113354" cy="154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088" name="Ink 1049087"/>
              <p14:cNvContentPartPr/>
              <p14:nvPr/>
            </p14:nvContentPartPr>
            <p14:xfrm>
              <a:off x="3155862" y="3697116"/>
              <a:ext cx="13553" cy="455182"/>
            </p14:xfrm>
          </p:contentPart>
        </mc:Choice>
        <mc:Fallback xmlns="">
          <p:sp>
            <p:nvSpPr>
              <p:cNvPr id="1049088" name=""/>
              <p:cNvSpPr/>
              <p:nvPr/>
            </p:nvSpPr>
            <p:spPr>
              <a:xfrm>
                <a:off x="3155862" y="3697116"/>
                <a:ext cx="13553" cy="455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089" name="Ink 1049088"/>
              <p14:cNvContentPartPr/>
              <p14:nvPr/>
            </p14:nvContentPartPr>
            <p14:xfrm>
              <a:off x="3057266" y="4051795"/>
              <a:ext cx="198201" cy="169341"/>
            </p14:xfrm>
          </p:contentPart>
        </mc:Choice>
        <mc:Fallback xmlns="">
          <p:sp>
            <p:nvSpPr>
              <p:cNvPr id="1049089" name=""/>
              <p:cNvSpPr/>
              <p:nvPr/>
            </p:nvSpPr>
            <p:spPr>
              <a:xfrm>
                <a:off x="3057266" y="4051795"/>
                <a:ext cx="198201" cy="169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090" name="Ink 1049089"/>
              <p14:cNvContentPartPr/>
              <p14:nvPr/>
            </p14:nvContentPartPr>
            <p14:xfrm>
              <a:off x="3076625" y="4399523"/>
              <a:ext cx="111123" cy="191499"/>
            </p14:xfrm>
          </p:contentPart>
        </mc:Choice>
        <mc:Fallback xmlns="">
          <p:sp>
            <p:nvSpPr>
              <p:cNvPr id="1049090" name=""/>
              <p:cNvSpPr/>
              <p:nvPr/>
            </p:nvSpPr>
            <p:spPr>
              <a:xfrm>
                <a:off x="3076625" y="4399523"/>
                <a:ext cx="111123" cy="1914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091" name="Ink 1049090"/>
              <p14:cNvContentPartPr/>
              <p14:nvPr/>
            </p14:nvContentPartPr>
            <p14:xfrm>
              <a:off x="3156884" y="4406721"/>
              <a:ext cx="152403" cy="196995"/>
            </p14:xfrm>
          </p:contentPart>
        </mc:Choice>
        <mc:Fallback xmlns="">
          <p:sp>
            <p:nvSpPr>
              <p:cNvPr id="1049091" name=""/>
              <p:cNvSpPr/>
              <p:nvPr/>
            </p:nvSpPr>
            <p:spPr>
              <a:xfrm>
                <a:off x="3156884" y="4406721"/>
                <a:ext cx="152403" cy="196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092" name="Ink 1049091"/>
              <p14:cNvContentPartPr/>
              <p14:nvPr/>
            </p14:nvContentPartPr>
            <p14:xfrm>
              <a:off x="3237063" y="4305703"/>
              <a:ext cx="27588" cy="38810"/>
            </p14:xfrm>
          </p:contentPart>
        </mc:Choice>
        <mc:Fallback xmlns="">
          <p:sp>
            <p:nvSpPr>
              <p:cNvPr id="1049092" name=""/>
              <p:cNvSpPr/>
              <p:nvPr/>
            </p:nvSpPr>
            <p:spPr>
              <a:xfrm>
                <a:off x="3237063" y="4305703"/>
                <a:ext cx="27588" cy="38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093" name="Ink 1049092"/>
              <p14:cNvContentPartPr/>
              <p14:nvPr/>
            </p14:nvContentPartPr>
            <p14:xfrm>
              <a:off x="1041341" y="2753249"/>
              <a:ext cx="220500" cy="350988"/>
            </p14:xfrm>
          </p:contentPart>
        </mc:Choice>
        <mc:Fallback xmlns="">
          <p:sp>
            <p:nvSpPr>
              <p:cNvPr id="1049093" name=""/>
              <p:cNvSpPr/>
              <p:nvPr/>
            </p:nvSpPr>
            <p:spPr>
              <a:xfrm>
                <a:off x="1041341" y="2753249"/>
                <a:ext cx="220500" cy="350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094" name="Ink 1049093"/>
              <p14:cNvContentPartPr/>
              <p14:nvPr/>
            </p14:nvContentPartPr>
            <p14:xfrm>
              <a:off x="1033277" y="2929538"/>
              <a:ext cx="173385" cy="6597"/>
            </p14:xfrm>
          </p:contentPart>
        </mc:Choice>
        <mc:Fallback xmlns="">
          <p:sp>
            <p:nvSpPr>
              <p:cNvPr id="1049094" name=""/>
              <p:cNvSpPr/>
              <p:nvPr/>
            </p:nvSpPr>
            <p:spPr>
              <a:xfrm>
                <a:off x="1033277" y="2929538"/>
                <a:ext cx="173385" cy="6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095" name="Ink 1049094"/>
              <p14:cNvContentPartPr/>
              <p14:nvPr/>
            </p14:nvContentPartPr>
            <p14:xfrm>
              <a:off x="1162120" y="2975997"/>
              <a:ext cx="237387" cy="229752"/>
            </p14:xfrm>
          </p:contentPart>
        </mc:Choice>
        <mc:Fallback xmlns="">
          <p:sp>
            <p:nvSpPr>
              <p:cNvPr id="1049095" name=""/>
              <p:cNvSpPr/>
              <p:nvPr/>
            </p:nvSpPr>
            <p:spPr>
              <a:xfrm>
                <a:off x="1162120" y="2975997"/>
                <a:ext cx="237387" cy="2297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096" name="Ink 1049095"/>
              <p14:cNvContentPartPr/>
              <p14:nvPr/>
            </p14:nvContentPartPr>
            <p14:xfrm>
              <a:off x="1440987" y="3037702"/>
              <a:ext cx="164153" cy="7144"/>
            </p14:xfrm>
          </p:contentPart>
        </mc:Choice>
        <mc:Fallback xmlns="">
          <p:sp>
            <p:nvSpPr>
              <p:cNvPr id="1049096" name=""/>
              <p:cNvSpPr/>
              <p:nvPr/>
            </p:nvSpPr>
            <p:spPr>
              <a:xfrm>
                <a:off x="1440987" y="3037702"/>
                <a:ext cx="164153" cy="7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097" name="Ink 1049096"/>
              <p14:cNvContentPartPr/>
              <p14:nvPr/>
            </p14:nvContentPartPr>
            <p14:xfrm>
              <a:off x="1469226" y="3117584"/>
              <a:ext cx="130728" cy="14132"/>
            </p14:xfrm>
          </p:contentPart>
        </mc:Choice>
        <mc:Fallback xmlns="">
          <p:sp>
            <p:nvSpPr>
              <p:cNvPr id="1049097" name=""/>
              <p:cNvSpPr/>
              <p:nvPr/>
            </p:nvSpPr>
            <p:spPr>
              <a:xfrm>
                <a:off x="1469226" y="3117584"/>
                <a:ext cx="130728" cy="14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098" name="Ink 1049097"/>
              <p14:cNvContentPartPr/>
              <p14:nvPr/>
            </p14:nvContentPartPr>
            <p14:xfrm>
              <a:off x="1684113" y="2863479"/>
              <a:ext cx="90291" cy="176955"/>
            </p14:xfrm>
          </p:contentPart>
        </mc:Choice>
        <mc:Fallback xmlns="">
          <p:sp>
            <p:nvSpPr>
              <p:cNvPr id="1049098" name=""/>
              <p:cNvSpPr/>
              <p:nvPr/>
            </p:nvSpPr>
            <p:spPr>
              <a:xfrm>
                <a:off x="1684113" y="2863479"/>
                <a:ext cx="90291" cy="176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099" name="Ink 1049098"/>
              <p14:cNvContentPartPr/>
              <p14:nvPr/>
            </p14:nvContentPartPr>
            <p14:xfrm>
              <a:off x="1684113" y="3124711"/>
              <a:ext cx="231781" cy="7005"/>
            </p14:xfrm>
          </p:contentPart>
        </mc:Choice>
        <mc:Fallback xmlns="">
          <p:sp>
            <p:nvSpPr>
              <p:cNvPr id="1049099" name=""/>
              <p:cNvSpPr/>
              <p:nvPr/>
            </p:nvSpPr>
            <p:spPr>
              <a:xfrm>
                <a:off x="1684113" y="3124711"/>
                <a:ext cx="231781" cy="7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100" name="Ink 1049099"/>
              <p14:cNvContentPartPr/>
              <p14:nvPr/>
            </p14:nvContentPartPr>
            <p14:xfrm>
              <a:off x="1698233" y="3219369"/>
              <a:ext cx="142963" cy="144166"/>
            </p14:xfrm>
          </p:contentPart>
        </mc:Choice>
        <mc:Fallback xmlns="">
          <p:sp>
            <p:nvSpPr>
              <p:cNvPr id="1049100" name=""/>
              <p:cNvSpPr/>
              <p:nvPr/>
            </p:nvSpPr>
            <p:spPr>
              <a:xfrm>
                <a:off x="1698233" y="3219369"/>
                <a:ext cx="142963" cy="144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101" name="Ink 1049100"/>
              <p14:cNvContentPartPr/>
              <p14:nvPr/>
            </p14:nvContentPartPr>
            <p14:xfrm>
              <a:off x="1996842" y="2858428"/>
              <a:ext cx="148223" cy="270608"/>
            </p14:xfrm>
          </p:contentPart>
        </mc:Choice>
        <mc:Fallback xmlns="">
          <p:sp>
            <p:nvSpPr>
              <p:cNvPr id="1049101" name=""/>
              <p:cNvSpPr/>
              <p:nvPr/>
            </p:nvSpPr>
            <p:spPr>
              <a:xfrm>
                <a:off x="1996842" y="2858428"/>
                <a:ext cx="148223" cy="270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102" name="Ink 1049101"/>
              <p14:cNvContentPartPr/>
              <p14:nvPr/>
            </p14:nvContentPartPr>
            <p14:xfrm>
              <a:off x="2127563" y="2790703"/>
              <a:ext cx="205603" cy="182301"/>
            </p14:xfrm>
          </p:contentPart>
        </mc:Choice>
        <mc:Fallback xmlns="">
          <p:sp>
            <p:nvSpPr>
              <p:cNvPr id="1049102" name=""/>
              <p:cNvSpPr/>
              <p:nvPr/>
            </p:nvSpPr>
            <p:spPr>
              <a:xfrm>
                <a:off x="2127563" y="2790703"/>
                <a:ext cx="205603" cy="182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103" name="Ink 1049102"/>
              <p14:cNvContentPartPr/>
              <p14:nvPr/>
            </p14:nvContentPartPr>
            <p14:xfrm>
              <a:off x="1977099" y="3139411"/>
              <a:ext cx="264746" cy="14147"/>
            </p14:xfrm>
          </p:contentPart>
        </mc:Choice>
        <mc:Fallback xmlns="">
          <p:sp>
            <p:nvSpPr>
              <p:cNvPr id="1049103" name=""/>
              <p:cNvSpPr/>
              <p:nvPr/>
            </p:nvSpPr>
            <p:spPr>
              <a:xfrm>
                <a:off x="1977099" y="3139411"/>
                <a:ext cx="264746" cy="14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104" name="Ink 1049103"/>
              <p14:cNvContentPartPr/>
              <p14:nvPr/>
            </p14:nvContentPartPr>
            <p14:xfrm>
              <a:off x="2020740" y="3235353"/>
              <a:ext cx="193488" cy="80221"/>
            </p14:xfrm>
          </p:contentPart>
        </mc:Choice>
        <mc:Fallback xmlns="">
          <p:sp>
            <p:nvSpPr>
              <p:cNvPr id="1049104" name=""/>
              <p:cNvSpPr/>
              <p:nvPr/>
            </p:nvSpPr>
            <p:spPr>
              <a:xfrm>
                <a:off x="2020740" y="3235353"/>
                <a:ext cx="193488" cy="80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105" name="Ink 1049104"/>
              <p14:cNvContentPartPr/>
              <p14:nvPr/>
            </p14:nvContentPartPr>
            <p14:xfrm>
              <a:off x="1237258" y="4602302"/>
              <a:ext cx="119301" cy="358989"/>
            </p14:xfrm>
          </p:contentPart>
        </mc:Choice>
        <mc:Fallback xmlns="">
          <p:sp>
            <p:nvSpPr>
              <p:cNvPr id="1049105" name=""/>
              <p:cNvSpPr/>
              <p:nvPr/>
            </p:nvSpPr>
            <p:spPr>
              <a:xfrm>
                <a:off x="1237258" y="4602302"/>
                <a:ext cx="119301" cy="358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106" name="Ink 1049105"/>
              <p14:cNvContentPartPr/>
              <p14:nvPr/>
            </p14:nvContentPartPr>
            <p14:xfrm>
              <a:off x="1211981" y="4655972"/>
              <a:ext cx="203755" cy="11855"/>
            </p14:xfrm>
          </p:contentPart>
        </mc:Choice>
        <mc:Fallback xmlns="">
          <p:sp>
            <p:nvSpPr>
              <p:cNvPr id="1049106" name=""/>
              <p:cNvSpPr/>
              <p:nvPr/>
            </p:nvSpPr>
            <p:spPr>
              <a:xfrm>
                <a:off x="1211981" y="4655972"/>
                <a:ext cx="203755" cy="11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107" name="Ink 1049106"/>
              <p14:cNvContentPartPr/>
              <p14:nvPr/>
            </p14:nvContentPartPr>
            <p14:xfrm>
              <a:off x="1240662" y="4768386"/>
              <a:ext cx="166006" cy="7926"/>
            </p14:xfrm>
          </p:contentPart>
        </mc:Choice>
        <mc:Fallback xmlns="">
          <p:sp>
            <p:nvSpPr>
              <p:cNvPr id="1049107" name=""/>
              <p:cNvSpPr/>
              <p:nvPr/>
            </p:nvSpPr>
            <p:spPr>
              <a:xfrm>
                <a:off x="1240662" y="4768386"/>
                <a:ext cx="166006" cy="79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108" name="Ink 1049107"/>
              <p14:cNvContentPartPr/>
              <p14:nvPr/>
            </p14:nvContentPartPr>
            <p14:xfrm>
              <a:off x="1405652" y="4935883"/>
              <a:ext cx="22570" cy="248660"/>
            </p14:xfrm>
          </p:contentPart>
        </mc:Choice>
        <mc:Fallback xmlns="">
          <p:sp>
            <p:nvSpPr>
              <p:cNvPr id="1049108" name=""/>
              <p:cNvSpPr/>
              <p:nvPr/>
            </p:nvSpPr>
            <p:spPr>
              <a:xfrm>
                <a:off x="1405652" y="4935883"/>
                <a:ext cx="22570" cy="248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109" name="Ink 1049108"/>
              <p14:cNvContentPartPr/>
              <p14:nvPr/>
            </p14:nvContentPartPr>
            <p14:xfrm>
              <a:off x="1383625" y="4942943"/>
              <a:ext cx="116232" cy="95554"/>
            </p14:xfrm>
          </p:contentPart>
        </mc:Choice>
        <mc:Fallback xmlns="">
          <p:sp>
            <p:nvSpPr>
              <p:cNvPr id="1049109" name=""/>
              <p:cNvSpPr/>
              <p:nvPr/>
            </p:nvSpPr>
            <p:spPr>
              <a:xfrm>
                <a:off x="1383625" y="4942943"/>
                <a:ext cx="116232" cy="95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110" name="Ink 1049109"/>
              <p14:cNvContentPartPr/>
              <p14:nvPr/>
            </p14:nvContentPartPr>
            <p14:xfrm>
              <a:off x="1575255" y="4738068"/>
              <a:ext cx="101255" cy="311986"/>
            </p14:xfrm>
          </p:contentPart>
        </mc:Choice>
        <mc:Fallback xmlns="">
          <p:sp>
            <p:nvSpPr>
              <p:cNvPr id="1049110" name=""/>
              <p:cNvSpPr/>
              <p:nvPr/>
            </p:nvSpPr>
            <p:spPr>
              <a:xfrm>
                <a:off x="1575255" y="4738068"/>
                <a:ext cx="101255" cy="3119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111" name="Ink 1049110"/>
              <p14:cNvContentPartPr/>
              <p14:nvPr/>
            </p14:nvContentPartPr>
            <p14:xfrm>
              <a:off x="1684181" y="4884754"/>
              <a:ext cx="68551" cy="142406"/>
            </p14:xfrm>
          </p:contentPart>
        </mc:Choice>
        <mc:Fallback xmlns="">
          <p:sp>
            <p:nvSpPr>
              <p:cNvPr id="1049111" name=""/>
              <p:cNvSpPr/>
              <p:nvPr/>
            </p:nvSpPr>
            <p:spPr>
              <a:xfrm>
                <a:off x="1684181" y="4884754"/>
                <a:ext cx="68551" cy="142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112" name="Ink 1049111"/>
              <p14:cNvContentPartPr/>
              <p14:nvPr/>
            </p14:nvContentPartPr>
            <p14:xfrm>
              <a:off x="1730199" y="4892448"/>
              <a:ext cx="105565" cy="138566"/>
            </p14:xfrm>
          </p:contentPart>
        </mc:Choice>
        <mc:Fallback xmlns="">
          <p:sp>
            <p:nvSpPr>
              <p:cNvPr id="1049112" name=""/>
              <p:cNvSpPr/>
              <p:nvPr/>
            </p:nvSpPr>
            <p:spPr>
              <a:xfrm>
                <a:off x="1730199" y="4892448"/>
                <a:ext cx="105565" cy="138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113" name="Ink 1049112"/>
              <p14:cNvContentPartPr/>
              <p14:nvPr/>
            </p14:nvContentPartPr>
            <p14:xfrm>
              <a:off x="1905617" y="4848517"/>
              <a:ext cx="63719" cy="320973"/>
            </p14:xfrm>
          </p:contentPart>
        </mc:Choice>
        <mc:Fallback xmlns="">
          <p:sp>
            <p:nvSpPr>
              <p:cNvPr id="1049113" name=""/>
              <p:cNvSpPr/>
              <p:nvPr/>
            </p:nvSpPr>
            <p:spPr>
              <a:xfrm>
                <a:off x="1905617" y="4848517"/>
                <a:ext cx="63719" cy="320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114" name="Ink 1049113"/>
              <p14:cNvContentPartPr/>
              <p14:nvPr/>
            </p14:nvContentPartPr>
            <p14:xfrm>
              <a:off x="3157278" y="2740553"/>
              <a:ext cx="171794" cy="278602"/>
            </p14:xfrm>
          </p:contentPart>
        </mc:Choice>
        <mc:Fallback xmlns="">
          <p:sp>
            <p:nvSpPr>
              <p:cNvPr id="1049114" name=""/>
              <p:cNvSpPr/>
              <p:nvPr/>
            </p:nvSpPr>
            <p:spPr>
              <a:xfrm>
                <a:off x="3157278" y="2740553"/>
                <a:ext cx="171794" cy="278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115" name="Ink 1049114"/>
              <p14:cNvContentPartPr/>
              <p14:nvPr/>
            </p14:nvContentPartPr>
            <p14:xfrm>
              <a:off x="3157428" y="2740553"/>
              <a:ext cx="214445" cy="14892"/>
            </p14:xfrm>
          </p:contentPart>
        </mc:Choice>
        <mc:Fallback xmlns="">
          <p:sp>
            <p:nvSpPr>
              <p:cNvPr id="1049115" name=""/>
              <p:cNvSpPr/>
              <p:nvPr/>
            </p:nvSpPr>
            <p:spPr>
              <a:xfrm>
                <a:off x="3157428" y="2740553"/>
                <a:ext cx="214445" cy="14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116" name="Ink 1049115"/>
              <p14:cNvContentPartPr/>
              <p14:nvPr/>
            </p14:nvContentPartPr>
            <p14:xfrm>
              <a:off x="3178608" y="2828034"/>
              <a:ext cx="153096" cy="14032"/>
            </p14:xfrm>
          </p:contentPart>
        </mc:Choice>
        <mc:Fallback xmlns="">
          <p:sp>
            <p:nvSpPr>
              <p:cNvPr id="1049116" name=""/>
              <p:cNvSpPr/>
              <p:nvPr/>
            </p:nvSpPr>
            <p:spPr>
              <a:xfrm>
                <a:off x="3178608" y="2828034"/>
                <a:ext cx="153096" cy="14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117" name="Ink 1049116"/>
              <p14:cNvContentPartPr/>
              <p14:nvPr/>
            </p14:nvContentPartPr>
            <p14:xfrm>
              <a:off x="3360545" y="2936135"/>
              <a:ext cx="163834" cy="77752"/>
            </p14:xfrm>
          </p:contentPart>
        </mc:Choice>
        <mc:Fallback xmlns="">
          <p:sp>
            <p:nvSpPr>
              <p:cNvPr id="1049117" name=""/>
              <p:cNvSpPr/>
              <p:nvPr/>
            </p:nvSpPr>
            <p:spPr>
              <a:xfrm>
                <a:off x="3360545" y="2936135"/>
                <a:ext cx="163834" cy="777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118" name="Ink 1049117"/>
              <p14:cNvContentPartPr/>
              <p14:nvPr/>
            </p14:nvContentPartPr>
            <p14:xfrm>
              <a:off x="3596829" y="2926529"/>
              <a:ext cx="245289" cy="233687"/>
            </p14:xfrm>
          </p:contentPart>
        </mc:Choice>
        <mc:Fallback xmlns="">
          <p:sp>
            <p:nvSpPr>
              <p:cNvPr id="1049118" name=""/>
              <p:cNvSpPr/>
              <p:nvPr/>
            </p:nvSpPr>
            <p:spPr>
              <a:xfrm>
                <a:off x="3596829" y="2926529"/>
                <a:ext cx="245289" cy="233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119" name="Ink 1049118"/>
              <p14:cNvContentPartPr/>
              <p14:nvPr/>
            </p14:nvContentPartPr>
            <p14:xfrm>
              <a:off x="3886806" y="2907592"/>
              <a:ext cx="124869" cy="22612"/>
            </p14:xfrm>
          </p:contentPart>
        </mc:Choice>
        <mc:Fallback xmlns="">
          <p:sp>
            <p:nvSpPr>
              <p:cNvPr id="1049119" name=""/>
              <p:cNvSpPr/>
              <p:nvPr/>
            </p:nvSpPr>
            <p:spPr>
              <a:xfrm>
                <a:off x="3886806" y="2907592"/>
                <a:ext cx="124869" cy="226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120" name="Ink 1049119"/>
              <p14:cNvContentPartPr/>
              <p14:nvPr/>
            </p14:nvContentPartPr>
            <p14:xfrm>
              <a:off x="3925635" y="2974598"/>
              <a:ext cx="101388" cy="8780"/>
            </p14:xfrm>
          </p:contentPart>
        </mc:Choice>
        <mc:Fallback xmlns="">
          <p:sp>
            <p:nvSpPr>
              <p:cNvPr id="1049120" name=""/>
              <p:cNvSpPr/>
              <p:nvPr/>
            </p:nvSpPr>
            <p:spPr>
              <a:xfrm>
                <a:off x="3925635" y="2974598"/>
                <a:ext cx="101388" cy="8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121" name="Ink 1049120"/>
              <p14:cNvContentPartPr/>
              <p14:nvPr/>
            </p14:nvContentPartPr>
            <p14:xfrm>
              <a:off x="4136991" y="2734950"/>
              <a:ext cx="88391" cy="175196"/>
            </p14:xfrm>
          </p:contentPart>
        </mc:Choice>
        <mc:Fallback xmlns="">
          <p:sp>
            <p:nvSpPr>
              <p:cNvPr id="1049121" name=""/>
              <p:cNvSpPr/>
              <p:nvPr/>
            </p:nvSpPr>
            <p:spPr>
              <a:xfrm>
                <a:off x="4136991" y="2734950"/>
                <a:ext cx="88391" cy="175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122" name="Ink 1049121"/>
              <p14:cNvContentPartPr/>
              <p14:nvPr/>
            </p14:nvContentPartPr>
            <p14:xfrm>
              <a:off x="4122872" y="2987015"/>
              <a:ext cx="185764" cy="0"/>
            </p14:xfrm>
          </p:contentPart>
        </mc:Choice>
        <mc:Fallback xmlns="">
          <p:sp>
            <p:nvSpPr>
              <p:cNvPr id="1049122" name=""/>
              <p:cNvSpPr/>
              <p:nvPr/>
            </p:nvSpPr>
            <p:spPr>
              <a:xfrm>
                <a:off x="4122872" y="2987015"/>
                <a:ext cx="185764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123" name="Ink 1049122"/>
              <p14:cNvContentPartPr/>
              <p14:nvPr/>
            </p14:nvContentPartPr>
            <p14:xfrm>
              <a:off x="4175254" y="3068406"/>
              <a:ext cx="159906" cy="172742"/>
            </p14:xfrm>
          </p:contentPart>
        </mc:Choice>
        <mc:Fallback xmlns="">
          <p:sp>
            <p:nvSpPr>
              <p:cNvPr id="1049123" name=""/>
              <p:cNvSpPr/>
              <p:nvPr/>
            </p:nvSpPr>
            <p:spPr>
              <a:xfrm>
                <a:off x="4175254" y="3068406"/>
                <a:ext cx="159906" cy="1727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124" name="Ink 1049123"/>
              <p14:cNvContentPartPr/>
              <p14:nvPr/>
            </p14:nvContentPartPr>
            <p14:xfrm>
              <a:off x="4391534" y="2776790"/>
              <a:ext cx="120657" cy="266485"/>
            </p14:xfrm>
          </p:contentPart>
        </mc:Choice>
        <mc:Fallback xmlns="">
          <p:sp>
            <p:nvSpPr>
              <p:cNvPr id="1049124" name=""/>
              <p:cNvSpPr/>
              <p:nvPr/>
            </p:nvSpPr>
            <p:spPr>
              <a:xfrm>
                <a:off x="4391534" y="2776790"/>
                <a:ext cx="120657" cy="26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125" name="Ink 1049124"/>
              <p14:cNvContentPartPr/>
              <p14:nvPr/>
            </p14:nvContentPartPr>
            <p14:xfrm>
              <a:off x="4565891" y="2885502"/>
              <a:ext cx="14551" cy="153980"/>
            </p14:xfrm>
          </p:contentPart>
        </mc:Choice>
        <mc:Fallback xmlns="">
          <p:sp>
            <p:nvSpPr>
              <p:cNvPr id="1049125" name=""/>
              <p:cNvSpPr/>
              <p:nvPr/>
            </p:nvSpPr>
            <p:spPr>
              <a:xfrm>
                <a:off x="4565891" y="2885502"/>
                <a:ext cx="14551" cy="1539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126" name="Ink 1049125"/>
              <p14:cNvContentPartPr/>
              <p14:nvPr/>
            </p14:nvContentPartPr>
            <p14:xfrm>
              <a:off x="4644864" y="2753905"/>
              <a:ext cx="156370" cy="169364"/>
            </p14:xfrm>
          </p:contentPart>
        </mc:Choice>
        <mc:Fallback xmlns="">
          <p:sp>
            <p:nvSpPr>
              <p:cNvPr id="1049126" name=""/>
              <p:cNvSpPr/>
              <p:nvPr/>
            </p:nvSpPr>
            <p:spPr>
              <a:xfrm>
                <a:off x="4644864" y="2753905"/>
                <a:ext cx="156370" cy="169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127" name="Ink 1049126"/>
              <p14:cNvContentPartPr/>
              <p14:nvPr/>
            </p14:nvContentPartPr>
            <p14:xfrm>
              <a:off x="4545423" y="2740553"/>
              <a:ext cx="6338" cy="31159"/>
            </p14:xfrm>
          </p:contentPart>
        </mc:Choice>
        <mc:Fallback xmlns="">
          <p:sp>
            <p:nvSpPr>
              <p:cNvPr id="1049127" name=""/>
              <p:cNvSpPr/>
              <p:nvPr/>
            </p:nvSpPr>
            <p:spPr>
              <a:xfrm>
                <a:off x="4545423" y="2740553"/>
                <a:ext cx="6338" cy="31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128" name="Ink 1049127"/>
              <p14:cNvContentPartPr/>
              <p14:nvPr/>
            </p14:nvContentPartPr>
            <p14:xfrm>
              <a:off x="4108310" y="2980524"/>
              <a:ext cx="222196" cy="13689"/>
            </p14:xfrm>
          </p:contentPart>
        </mc:Choice>
        <mc:Fallback xmlns="">
          <p:sp>
            <p:nvSpPr>
              <p:cNvPr id="1049128" name=""/>
              <p:cNvSpPr/>
              <p:nvPr/>
            </p:nvSpPr>
            <p:spPr>
              <a:xfrm>
                <a:off x="4108310" y="2980524"/>
                <a:ext cx="222196" cy="13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129" name="Ink 1049128"/>
              <p14:cNvContentPartPr/>
              <p14:nvPr/>
            </p14:nvContentPartPr>
            <p14:xfrm>
              <a:off x="3212351" y="4842434"/>
              <a:ext cx="188179" cy="306668"/>
            </p14:xfrm>
          </p:contentPart>
        </mc:Choice>
        <mc:Fallback xmlns="">
          <p:sp>
            <p:nvSpPr>
              <p:cNvPr id="1049129" name=""/>
              <p:cNvSpPr/>
              <p:nvPr/>
            </p:nvSpPr>
            <p:spPr>
              <a:xfrm>
                <a:off x="3212351" y="4842434"/>
                <a:ext cx="188179" cy="306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130" name="Ink 1049129"/>
              <p14:cNvContentPartPr/>
              <p14:nvPr/>
            </p14:nvContentPartPr>
            <p14:xfrm>
              <a:off x="3171548" y="4972121"/>
              <a:ext cx="193265" cy="50384"/>
            </p14:xfrm>
          </p:contentPart>
        </mc:Choice>
        <mc:Fallback xmlns="">
          <p:sp>
            <p:nvSpPr>
              <p:cNvPr id="1049130" name=""/>
              <p:cNvSpPr/>
              <p:nvPr/>
            </p:nvSpPr>
            <p:spPr>
              <a:xfrm>
                <a:off x="3171548" y="4972121"/>
                <a:ext cx="193265" cy="50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131" name="Ink 1049130"/>
              <p14:cNvContentPartPr/>
              <p14:nvPr/>
            </p14:nvContentPartPr>
            <p14:xfrm>
              <a:off x="3407146" y="5088030"/>
              <a:ext cx="143498" cy="143042"/>
            </p14:xfrm>
          </p:contentPart>
        </mc:Choice>
        <mc:Fallback xmlns="">
          <p:sp>
            <p:nvSpPr>
              <p:cNvPr id="1049131" name=""/>
              <p:cNvSpPr/>
              <p:nvPr/>
            </p:nvSpPr>
            <p:spPr>
              <a:xfrm>
                <a:off x="3407146" y="5088030"/>
                <a:ext cx="143498" cy="143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132" name="Ink 1049131"/>
              <p14:cNvContentPartPr/>
              <p14:nvPr/>
            </p14:nvContentPartPr>
            <p14:xfrm>
              <a:off x="3579258" y="5000664"/>
              <a:ext cx="146677" cy="10835"/>
            </p14:xfrm>
          </p:contentPart>
        </mc:Choice>
        <mc:Fallback xmlns="">
          <p:sp>
            <p:nvSpPr>
              <p:cNvPr id="1049132" name=""/>
              <p:cNvSpPr/>
              <p:nvPr/>
            </p:nvSpPr>
            <p:spPr>
              <a:xfrm>
                <a:off x="3579258" y="5000664"/>
                <a:ext cx="146677" cy="10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133" name="Ink 1049132"/>
              <p14:cNvContentPartPr/>
              <p14:nvPr/>
            </p14:nvContentPartPr>
            <p14:xfrm>
              <a:off x="3614999" y="5080336"/>
              <a:ext cx="137913" cy="22547"/>
            </p14:xfrm>
          </p:contentPart>
        </mc:Choice>
        <mc:Fallback xmlns="">
          <p:sp>
            <p:nvSpPr>
              <p:cNvPr id="1049133" name=""/>
              <p:cNvSpPr/>
              <p:nvPr/>
            </p:nvSpPr>
            <p:spPr>
              <a:xfrm>
                <a:off x="3614999" y="5080336"/>
                <a:ext cx="137913" cy="22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134" name="Ink 1049133"/>
              <p14:cNvContentPartPr/>
              <p14:nvPr/>
            </p14:nvContentPartPr>
            <p14:xfrm>
              <a:off x="3822384" y="4841697"/>
              <a:ext cx="140895" cy="204282"/>
            </p14:xfrm>
          </p:contentPart>
        </mc:Choice>
        <mc:Fallback xmlns="">
          <p:sp>
            <p:nvSpPr>
              <p:cNvPr id="1049134" name=""/>
              <p:cNvSpPr/>
              <p:nvPr/>
            </p:nvSpPr>
            <p:spPr>
              <a:xfrm>
                <a:off x="3822384" y="4841697"/>
                <a:ext cx="140895" cy="204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135" name="Ink 1049134"/>
              <p14:cNvContentPartPr/>
              <p14:nvPr/>
            </p14:nvContentPartPr>
            <p14:xfrm>
              <a:off x="3861061" y="5102177"/>
              <a:ext cx="168708" cy="28004"/>
            </p14:xfrm>
          </p:contentPart>
        </mc:Choice>
        <mc:Fallback xmlns="">
          <p:sp>
            <p:nvSpPr>
              <p:cNvPr id="1049135" name=""/>
              <p:cNvSpPr/>
              <p:nvPr/>
            </p:nvSpPr>
            <p:spPr>
              <a:xfrm>
                <a:off x="3861061" y="5102177"/>
                <a:ext cx="168708" cy="28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136" name="Ink 1049135"/>
              <p14:cNvContentPartPr/>
              <p14:nvPr/>
            </p14:nvContentPartPr>
            <p14:xfrm>
              <a:off x="3896564" y="5240101"/>
              <a:ext cx="173833" cy="189559"/>
            </p14:xfrm>
          </p:contentPart>
        </mc:Choice>
        <mc:Fallback xmlns="">
          <p:sp>
            <p:nvSpPr>
              <p:cNvPr id="1049136" name=""/>
              <p:cNvSpPr/>
              <p:nvPr/>
            </p:nvSpPr>
            <p:spPr>
              <a:xfrm>
                <a:off x="3896564" y="5240101"/>
                <a:ext cx="173833" cy="189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137" name="Ink 1049136"/>
              <p14:cNvContentPartPr/>
              <p14:nvPr/>
            </p14:nvContentPartPr>
            <p14:xfrm>
              <a:off x="4101250" y="5051793"/>
              <a:ext cx="185764" cy="123106"/>
            </p14:xfrm>
          </p:contentPart>
        </mc:Choice>
        <mc:Fallback xmlns="">
          <p:sp>
            <p:nvSpPr>
              <p:cNvPr id="1049137" name=""/>
              <p:cNvSpPr/>
              <p:nvPr/>
            </p:nvSpPr>
            <p:spPr>
              <a:xfrm>
                <a:off x="4101250" y="5051793"/>
                <a:ext cx="185764" cy="123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138" name="Ink 1049137"/>
              <p14:cNvContentPartPr/>
              <p14:nvPr/>
            </p14:nvContentPartPr>
            <p14:xfrm>
              <a:off x="4337317" y="4935883"/>
              <a:ext cx="107222" cy="163780"/>
            </p14:xfrm>
          </p:contentPart>
        </mc:Choice>
        <mc:Fallback xmlns="">
          <p:sp>
            <p:nvSpPr>
              <p:cNvPr id="1049138" name=""/>
              <p:cNvSpPr/>
              <p:nvPr/>
            </p:nvSpPr>
            <p:spPr>
              <a:xfrm>
                <a:off x="4337317" y="4935883"/>
                <a:ext cx="107222" cy="1637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139" name="Ink 1049138"/>
              <p14:cNvContentPartPr/>
              <p14:nvPr/>
            </p14:nvContentPartPr>
            <p14:xfrm>
              <a:off x="4466160" y="4745034"/>
              <a:ext cx="153696" cy="224565"/>
            </p14:xfrm>
          </p:contentPart>
        </mc:Choice>
        <mc:Fallback xmlns="">
          <p:sp>
            <p:nvSpPr>
              <p:cNvPr id="1049139" name=""/>
              <p:cNvSpPr/>
              <p:nvPr/>
            </p:nvSpPr>
            <p:spPr>
              <a:xfrm>
                <a:off x="4466160" y="4745034"/>
                <a:ext cx="153696" cy="224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140" name="Ink 1049139"/>
              <p14:cNvContentPartPr/>
              <p14:nvPr/>
            </p14:nvContentPartPr>
            <p14:xfrm>
              <a:off x="1347884" y="5364092"/>
              <a:ext cx="155791" cy="7772"/>
            </p14:xfrm>
          </p:contentPart>
        </mc:Choice>
        <mc:Fallback xmlns="">
          <p:sp>
            <p:nvSpPr>
              <p:cNvPr id="1049140" name=""/>
              <p:cNvSpPr/>
              <p:nvPr/>
            </p:nvSpPr>
            <p:spPr>
              <a:xfrm>
                <a:off x="1347884" y="5364092"/>
                <a:ext cx="155791" cy="7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141" name="Ink 1049140"/>
              <p14:cNvContentPartPr/>
              <p14:nvPr/>
            </p14:nvContentPartPr>
            <p14:xfrm>
              <a:off x="1362004" y="5450154"/>
              <a:ext cx="157802" cy="15874"/>
            </p14:xfrm>
          </p:contentPart>
        </mc:Choice>
        <mc:Fallback xmlns="">
          <p:sp>
            <p:nvSpPr>
              <p:cNvPr id="1049141" name=""/>
              <p:cNvSpPr/>
              <p:nvPr/>
            </p:nvSpPr>
            <p:spPr>
              <a:xfrm>
                <a:off x="1362004" y="5450154"/>
                <a:ext cx="157802" cy="158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142" name="Ink 1049141"/>
              <p14:cNvContentPartPr/>
              <p14:nvPr/>
            </p14:nvContentPartPr>
            <p14:xfrm>
              <a:off x="1591010" y="5215674"/>
              <a:ext cx="81680" cy="164795"/>
            </p14:xfrm>
          </p:contentPart>
        </mc:Choice>
        <mc:Fallback xmlns="">
          <p:sp>
            <p:nvSpPr>
              <p:cNvPr id="1049142" name=""/>
              <p:cNvSpPr/>
              <p:nvPr/>
            </p:nvSpPr>
            <p:spPr>
              <a:xfrm>
                <a:off x="1591010" y="5215674"/>
                <a:ext cx="81680" cy="164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143" name="Ink 1049142"/>
              <p14:cNvContentPartPr/>
              <p14:nvPr/>
            </p14:nvContentPartPr>
            <p14:xfrm>
              <a:off x="1605130" y="5435262"/>
              <a:ext cx="164584" cy="36237"/>
            </p14:xfrm>
          </p:contentPart>
        </mc:Choice>
        <mc:Fallback xmlns="">
          <p:sp>
            <p:nvSpPr>
              <p:cNvPr id="1049143" name=""/>
              <p:cNvSpPr/>
              <p:nvPr/>
            </p:nvSpPr>
            <p:spPr>
              <a:xfrm>
                <a:off x="1605130" y="5435262"/>
                <a:ext cx="164584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144" name="Ink 1049143"/>
              <p14:cNvContentPartPr/>
              <p14:nvPr/>
            </p14:nvContentPartPr>
            <p14:xfrm>
              <a:off x="1633811" y="5597349"/>
              <a:ext cx="132534" cy="212184"/>
            </p14:xfrm>
          </p:contentPart>
        </mc:Choice>
        <mc:Fallback xmlns="">
          <p:sp>
            <p:nvSpPr>
              <p:cNvPr id="1049144" name=""/>
              <p:cNvSpPr/>
              <p:nvPr/>
            </p:nvSpPr>
            <p:spPr>
              <a:xfrm>
                <a:off x="1633811" y="5597349"/>
                <a:ext cx="132534" cy="212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145" name="Ink 1049144"/>
              <p14:cNvContentPartPr/>
              <p14:nvPr/>
            </p14:nvContentPartPr>
            <p14:xfrm>
              <a:off x="1827076" y="5232482"/>
              <a:ext cx="144626" cy="326923"/>
            </p14:xfrm>
          </p:contentPart>
        </mc:Choice>
        <mc:Fallback xmlns="">
          <p:sp>
            <p:nvSpPr>
              <p:cNvPr id="1049145" name=""/>
              <p:cNvSpPr/>
              <p:nvPr/>
            </p:nvSpPr>
            <p:spPr>
              <a:xfrm>
                <a:off x="1827076" y="5232482"/>
                <a:ext cx="144626" cy="326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9146" name="Ink 1049145"/>
              <p14:cNvContentPartPr/>
              <p14:nvPr/>
            </p14:nvContentPartPr>
            <p14:xfrm>
              <a:off x="1991660" y="5370482"/>
              <a:ext cx="102693" cy="177710"/>
            </p14:xfrm>
          </p:contentPart>
        </mc:Choice>
        <mc:Fallback xmlns="">
          <p:sp>
            <p:nvSpPr>
              <p:cNvPr id="1049146" name=""/>
              <p:cNvSpPr/>
              <p:nvPr/>
            </p:nvSpPr>
            <p:spPr>
              <a:xfrm>
                <a:off x="1991660" y="5370482"/>
                <a:ext cx="102693" cy="177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9147" name="Ink 1049146"/>
              <p14:cNvContentPartPr/>
              <p14:nvPr/>
            </p14:nvContentPartPr>
            <p14:xfrm>
              <a:off x="2079137" y="5377431"/>
              <a:ext cx="91001" cy="176978"/>
            </p14:xfrm>
          </p:contentPart>
        </mc:Choice>
        <mc:Fallback xmlns="">
          <p:sp>
            <p:nvSpPr>
              <p:cNvPr id="1049147" name=""/>
              <p:cNvSpPr/>
              <p:nvPr/>
            </p:nvSpPr>
            <p:spPr>
              <a:xfrm>
                <a:off x="2079137" y="5377431"/>
                <a:ext cx="91001" cy="1769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9148" name="Ink 1049147"/>
              <p14:cNvContentPartPr/>
              <p14:nvPr/>
            </p14:nvContentPartPr>
            <p14:xfrm>
              <a:off x="2163304" y="5231514"/>
              <a:ext cx="150023" cy="218639"/>
            </p14:xfrm>
          </p:contentPart>
        </mc:Choice>
        <mc:Fallback xmlns="">
          <p:sp>
            <p:nvSpPr>
              <p:cNvPr id="1049148" name=""/>
              <p:cNvSpPr/>
              <p:nvPr/>
            </p:nvSpPr>
            <p:spPr>
              <a:xfrm>
                <a:off x="2163304" y="5231514"/>
                <a:ext cx="150023" cy="218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9149" name="Ink 1049148"/>
              <p14:cNvContentPartPr/>
              <p14:nvPr/>
            </p14:nvContentPartPr>
            <p14:xfrm>
              <a:off x="2588419" y="5212715"/>
              <a:ext cx="408837" cy="54764"/>
            </p14:xfrm>
          </p:contentPart>
        </mc:Choice>
        <mc:Fallback xmlns="">
          <p:sp>
            <p:nvSpPr>
              <p:cNvPr id="1049149" name=""/>
              <p:cNvSpPr/>
              <p:nvPr/>
            </p:nvSpPr>
            <p:spPr>
              <a:xfrm>
                <a:off x="2588419" y="5212715"/>
                <a:ext cx="408837" cy="54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9150" name="Ink 1049149"/>
              <p14:cNvContentPartPr/>
              <p14:nvPr/>
            </p14:nvContentPartPr>
            <p14:xfrm>
              <a:off x="2728097" y="5116821"/>
              <a:ext cx="64421" cy="297095"/>
            </p14:xfrm>
          </p:contentPart>
        </mc:Choice>
        <mc:Fallback xmlns="">
          <p:sp>
            <p:nvSpPr>
              <p:cNvPr id="1049150" name=""/>
              <p:cNvSpPr/>
              <p:nvPr/>
            </p:nvSpPr>
            <p:spPr>
              <a:xfrm>
                <a:off x="2728097" y="5116821"/>
                <a:ext cx="64421" cy="297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9151" name="Ink 1049150"/>
              <p14:cNvContentPartPr/>
              <p14:nvPr/>
            </p14:nvContentPartPr>
            <p14:xfrm>
              <a:off x="296541" y="4862498"/>
              <a:ext cx="293285" cy="461948"/>
            </p14:xfrm>
          </p:contentPart>
        </mc:Choice>
        <mc:Fallback xmlns="">
          <p:sp>
            <p:nvSpPr>
              <p:cNvPr id="1049151" name=""/>
              <p:cNvSpPr/>
              <p:nvPr/>
            </p:nvSpPr>
            <p:spPr>
              <a:xfrm>
                <a:off x="296541" y="4862498"/>
                <a:ext cx="293285" cy="461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9152" name="Ink 1049151"/>
              <p14:cNvContentPartPr/>
              <p14:nvPr/>
            </p14:nvContentPartPr>
            <p14:xfrm>
              <a:off x="289338" y="5109375"/>
              <a:ext cx="250150" cy="46830"/>
            </p14:xfrm>
          </p:contentPart>
        </mc:Choice>
        <mc:Fallback xmlns="">
          <p:sp>
            <p:nvSpPr>
              <p:cNvPr id="1049152" name=""/>
              <p:cNvSpPr/>
              <p:nvPr/>
            </p:nvSpPr>
            <p:spPr>
              <a:xfrm>
                <a:off x="289338" y="5109375"/>
                <a:ext cx="250150" cy="46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9153" name="Ink 1049152"/>
              <p14:cNvContentPartPr/>
              <p14:nvPr/>
            </p14:nvContentPartPr>
            <p14:xfrm>
              <a:off x="520290" y="5254572"/>
              <a:ext cx="289035" cy="336486"/>
            </p14:xfrm>
          </p:contentPart>
        </mc:Choice>
        <mc:Fallback xmlns="">
          <p:sp>
            <p:nvSpPr>
              <p:cNvPr id="1049153" name=""/>
              <p:cNvSpPr/>
              <p:nvPr/>
            </p:nvSpPr>
            <p:spPr>
              <a:xfrm>
                <a:off x="520290" y="5254572"/>
                <a:ext cx="289035" cy="3364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9154" name="Ink 1049153"/>
              <p14:cNvContentPartPr/>
              <p14:nvPr/>
            </p14:nvContentPartPr>
            <p14:xfrm>
              <a:off x="197327" y="2681332"/>
              <a:ext cx="185113" cy="439215"/>
            </p14:xfrm>
          </p:contentPart>
        </mc:Choice>
        <mc:Fallback xmlns="">
          <p:sp>
            <p:nvSpPr>
              <p:cNvPr id="1049154" name=""/>
              <p:cNvSpPr/>
              <p:nvPr/>
            </p:nvSpPr>
            <p:spPr>
              <a:xfrm>
                <a:off x="197327" y="2681332"/>
                <a:ext cx="185113" cy="439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9155" name="Ink 1049154"/>
              <p14:cNvContentPartPr/>
              <p14:nvPr/>
            </p14:nvContentPartPr>
            <p14:xfrm>
              <a:off x="210797" y="2834667"/>
              <a:ext cx="174853" cy="29490"/>
            </p14:xfrm>
          </p:contentPart>
        </mc:Choice>
        <mc:Fallback xmlns="">
          <p:sp>
            <p:nvSpPr>
              <p:cNvPr id="1049155" name=""/>
              <p:cNvSpPr/>
              <p:nvPr/>
            </p:nvSpPr>
            <p:spPr>
              <a:xfrm>
                <a:off x="210797" y="2834667"/>
                <a:ext cx="174853" cy="29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9156" name="Ink 1049155"/>
              <p14:cNvContentPartPr/>
              <p14:nvPr/>
            </p14:nvContentPartPr>
            <p14:xfrm>
              <a:off x="367880" y="3100935"/>
              <a:ext cx="291952" cy="170369"/>
            </p14:xfrm>
          </p:contentPart>
        </mc:Choice>
        <mc:Fallback xmlns="">
          <p:sp>
            <p:nvSpPr>
              <p:cNvPr id="1049156" name=""/>
              <p:cNvSpPr/>
              <p:nvPr/>
            </p:nvSpPr>
            <p:spPr>
              <a:xfrm>
                <a:off x="367880" y="3100935"/>
                <a:ext cx="291952" cy="170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9157" name="Ink 1049156"/>
              <p14:cNvContentPartPr/>
              <p14:nvPr/>
            </p14:nvContentPartPr>
            <p14:xfrm>
              <a:off x="445596" y="2957976"/>
              <a:ext cx="101428" cy="114721"/>
            </p14:xfrm>
          </p:contentPart>
        </mc:Choice>
        <mc:Fallback xmlns="">
          <p:sp>
            <p:nvSpPr>
              <p:cNvPr id="1049157" name=""/>
              <p:cNvSpPr/>
              <p:nvPr/>
            </p:nvSpPr>
            <p:spPr>
              <a:xfrm>
                <a:off x="445596" y="2957976"/>
                <a:ext cx="101428" cy="114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9158" name="Ink 1049157"/>
              <p14:cNvContentPartPr/>
              <p14:nvPr/>
            </p14:nvContentPartPr>
            <p14:xfrm>
              <a:off x="761470" y="2972372"/>
              <a:ext cx="148395" cy="10645"/>
            </p14:xfrm>
          </p:contentPart>
        </mc:Choice>
        <mc:Fallback xmlns="">
          <p:sp>
            <p:nvSpPr>
              <p:cNvPr id="1049158" name=""/>
              <p:cNvSpPr/>
              <p:nvPr/>
            </p:nvSpPr>
            <p:spPr>
              <a:xfrm>
                <a:off x="761470" y="2972372"/>
                <a:ext cx="148395" cy="106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9159" name="Ink 1049158"/>
              <p14:cNvContentPartPr/>
              <p14:nvPr/>
            </p14:nvContentPartPr>
            <p14:xfrm>
              <a:off x="775590" y="3081084"/>
              <a:ext cx="148639" cy="8319"/>
            </p14:xfrm>
          </p:contentPart>
        </mc:Choice>
        <mc:Fallback xmlns="">
          <p:sp>
            <p:nvSpPr>
              <p:cNvPr id="1049159" name=""/>
              <p:cNvSpPr/>
              <p:nvPr/>
            </p:nvSpPr>
            <p:spPr>
              <a:xfrm>
                <a:off x="775590" y="3081084"/>
                <a:ext cx="148639" cy="8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9160" name="Ink 1049159"/>
              <p14:cNvContentPartPr/>
              <p14:nvPr/>
            </p14:nvContentPartPr>
            <p14:xfrm>
              <a:off x="2592194" y="3019133"/>
              <a:ext cx="353976" cy="5139"/>
            </p14:xfrm>
          </p:contentPart>
        </mc:Choice>
        <mc:Fallback xmlns="">
          <p:sp>
            <p:nvSpPr>
              <p:cNvPr id="1049160" name=""/>
              <p:cNvSpPr/>
              <p:nvPr/>
            </p:nvSpPr>
            <p:spPr>
              <a:xfrm>
                <a:off x="2592194" y="3019133"/>
                <a:ext cx="353976" cy="5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9161" name="Ink 1049160"/>
              <p14:cNvContentPartPr/>
              <p14:nvPr/>
            </p14:nvContentPartPr>
            <p14:xfrm>
              <a:off x="2735157" y="2936135"/>
              <a:ext cx="14561" cy="210225"/>
            </p14:xfrm>
          </p:contentPart>
        </mc:Choice>
        <mc:Fallback xmlns="">
          <p:sp>
            <p:nvSpPr>
              <p:cNvPr id="1049161" name=""/>
              <p:cNvSpPr/>
              <p:nvPr/>
            </p:nvSpPr>
            <p:spPr>
              <a:xfrm>
                <a:off x="2735157" y="2936135"/>
                <a:ext cx="14561" cy="210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9162" name="Ink 1049161"/>
              <p14:cNvContentPartPr/>
              <p14:nvPr/>
            </p14:nvContentPartPr>
            <p14:xfrm>
              <a:off x="5092686" y="437008"/>
              <a:ext cx="86705" cy="6048636"/>
            </p14:xfrm>
          </p:contentPart>
        </mc:Choice>
        <mc:Fallback xmlns="">
          <p:sp>
            <p:nvSpPr>
              <p:cNvPr id="1049162" name=""/>
              <p:cNvSpPr/>
              <p:nvPr/>
            </p:nvSpPr>
            <p:spPr>
              <a:xfrm>
                <a:off x="5092686" y="437008"/>
                <a:ext cx="86705" cy="60486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9163" name="Ink 1049162"/>
              <p14:cNvContentPartPr/>
              <p14:nvPr/>
            </p14:nvContentPartPr>
            <p14:xfrm>
              <a:off x="2201077" y="1733853"/>
              <a:ext cx="47829" cy="693102"/>
            </p14:xfrm>
          </p:contentPart>
        </mc:Choice>
        <mc:Fallback xmlns="">
          <p:sp>
            <p:nvSpPr>
              <p:cNvPr id="1049163" name=""/>
              <p:cNvSpPr/>
              <p:nvPr/>
            </p:nvSpPr>
            <p:spPr>
              <a:xfrm>
                <a:off x="2201077" y="1733853"/>
                <a:ext cx="47829" cy="6931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9164" name="Ink 1049163"/>
              <p14:cNvContentPartPr/>
              <p14:nvPr/>
            </p14:nvContentPartPr>
            <p14:xfrm>
              <a:off x="2120062" y="2241175"/>
              <a:ext cx="135668" cy="240091"/>
            </p14:xfrm>
          </p:contentPart>
        </mc:Choice>
        <mc:Fallback xmlns="">
          <p:sp>
            <p:nvSpPr>
              <p:cNvPr id="1049164" name=""/>
              <p:cNvSpPr/>
              <p:nvPr/>
            </p:nvSpPr>
            <p:spPr>
              <a:xfrm>
                <a:off x="2120062" y="2241175"/>
                <a:ext cx="135668" cy="240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9165" name="Ink 1049164"/>
              <p14:cNvContentPartPr/>
              <p14:nvPr/>
            </p14:nvContentPartPr>
            <p14:xfrm>
              <a:off x="2304202" y="1951029"/>
              <a:ext cx="86323" cy="235859"/>
            </p14:xfrm>
          </p:contentPart>
        </mc:Choice>
        <mc:Fallback xmlns="">
          <p:sp>
            <p:nvSpPr>
              <p:cNvPr id="1049165" name=""/>
              <p:cNvSpPr/>
              <p:nvPr/>
            </p:nvSpPr>
            <p:spPr>
              <a:xfrm>
                <a:off x="2304202" y="1951029"/>
                <a:ext cx="86323" cy="235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9166" name="Ink 1049165"/>
              <p14:cNvContentPartPr/>
              <p14:nvPr/>
            </p14:nvContentPartPr>
            <p14:xfrm>
              <a:off x="2457907" y="2095977"/>
              <a:ext cx="107009" cy="171969"/>
            </p14:xfrm>
          </p:contentPart>
        </mc:Choice>
        <mc:Fallback xmlns="">
          <p:sp>
            <p:nvSpPr>
              <p:cNvPr id="1049166" name=""/>
              <p:cNvSpPr/>
              <p:nvPr/>
            </p:nvSpPr>
            <p:spPr>
              <a:xfrm>
                <a:off x="2457907" y="2095977"/>
                <a:ext cx="107009" cy="1719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9167" name="Ink 1049166"/>
              <p14:cNvContentPartPr/>
              <p14:nvPr/>
            </p14:nvContentPartPr>
            <p14:xfrm>
              <a:off x="2859598" y="1482402"/>
              <a:ext cx="25394" cy="910423"/>
            </p14:xfrm>
          </p:contentPart>
        </mc:Choice>
        <mc:Fallback xmlns="">
          <p:sp>
            <p:nvSpPr>
              <p:cNvPr id="1049167" name=""/>
              <p:cNvSpPr/>
              <p:nvPr/>
            </p:nvSpPr>
            <p:spPr>
              <a:xfrm>
                <a:off x="2859598" y="1482402"/>
                <a:ext cx="25394" cy="910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49168" name="Ink 1049167"/>
              <p14:cNvContentPartPr/>
              <p14:nvPr/>
            </p14:nvContentPartPr>
            <p14:xfrm>
              <a:off x="2812816" y="1489666"/>
              <a:ext cx="109535" cy="138206"/>
            </p14:xfrm>
          </p:contentPart>
        </mc:Choice>
        <mc:Fallback xmlns="">
          <p:sp>
            <p:nvSpPr>
              <p:cNvPr id="1049168" name=""/>
              <p:cNvSpPr/>
              <p:nvPr/>
            </p:nvSpPr>
            <p:spPr>
              <a:xfrm>
                <a:off x="2812816" y="1489666"/>
                <a:ext cx="109535" cy="1382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49169" name="Ink 1049168"/>
              <p14:cNvContentPartPr/>
              <p14:nvPr/>
            </p14:nvContentPartPr>
            <p14:xfrm>
              <a:off x="2599254" y="1552916"/>
              <a:ext cx="113323" cy="227397"/>
            </p14:xfrm>
          </p:contentPart>
        </mc:Choice>
        <mc:Fallback xmlns="">
          <p:sp>
            <p:nvSpPr>
              <p:cNvPr id="1049169" name=""/>
              <p:cNvSpPr/>
              <p:nvPr/>
            </p:nvSpPr>
            <p:spPr>
              <a:xfrm>
                <a:off x="2599254" y="1552916"/>
                <a:ext cx="113323" cy="2273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49170" name="Ink 1049169"/>
              <p14:cNvContentPartPr/>
              <p14:nvPr/>
            </p14:nvContentPartPr>
            <p14:xfrm>
              <a:off x="2756778" y="1682972"/>
              <a:ext cx="85601" cy="178514"/>
            </p14:xfrm>
          </p:contentPart>
        </mc:Choice>
        <mc:Fallback xmlns="">
          <p:sp>
            <p:nvSpPr>
              <p:cNvPr id="1049170" name=""/>
              <p:cNvSpPr/>
              <p:nvPr/>
            </p:nvSpPr>
            <p:spPr>
              <a:xfrm>
                <a:off x="2756778" y="1682972"/>
                <a:ext cx="85601" cy="178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49171" name="Ink 1049170"/>
              <p14:cNvContentPartPr/>
              <p14:nvPr/>
            </p14:nvContentPartPr>
            <p14:xfrm>
              <a:off x="5573927" y="589155"/>
              <a:ext cx="147109" cy="339512"/>
            </p14:xfrm>
          </p:contentPart>
        </mc:Choice>
        <mc:Fallback xmlns="">
          <p:sp>
            <p:nvSpPr>
              <p:cNvPr id="1049171" name=""/>
              <p:cNvSpPr/>
              <p:nvPr/>
            </p:nvSpPr>
            <p:spPr>
              <a:xfrm>
                <a:off x="5573927" y="589155"/>
                <a:ext cx="147109" cy="339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49172" name="Ink 1049171"/>
              <p14:cNvContentPartPr/>
              <p14:nvPr/>
            </p14:nvContentPartPr>
            <p14:xfrm>
              <a:off x="5783880" y="799628"/>
              <a:ext cx="133974" cy="213192"/>
            </p14:xfrm>
          </p:contentPart>
        </mc:Choice>
        <mc:Fallback xmlns="">
          <p:sp>
            <p:nvSpPr>
              <p:cNvPr id="1049172" name=""/>
              <p:cNvSpPr/>
              <p:nvPr/>
            </p:nvSpPr>
            <p:spPr>
              <a:xfrm>
                <a:off x="5783880" y="799628"/>
                <a:ext cx="133974" cy="213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9173" name="Ink 1049172"/>
              <p14:cNvContentPartPr/>
              <p14:nvPr/>
            </p14:nvContentPartPr>
            <p14:xfrm>
              <a:off x="6010957" y="773445"/>
              <a:ext cx="177020" cy="18633"/>
            </p14:xfrm>
          </p:contentPart>
        </mc:Choice>
        <mc:Fallback xmlns="">
          <p:sp>
            <p:nvSpPr>
              <p:cNvPr id="1049173" name=""/>
              <p:cNvSpPr/>
              <p:nvPr/>
            </p:nvSpPr>
            <p:spPr>
              <a:xfrm>
                <a:off x="6010957" y="773445"/>
                <a:ext cx="177020" cy="18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49174" name="Ink 1049173"/>
              <p14:cNvContentPartPr/>
              <p14:nvPr/>
            </p14:nvContentPartPr>
            <p14:xfrm>
              <a:off x="6065606" y="719956"/>
              <a:ext cx="5721" cy="170820"/>
            </p14:xfrm>
          </p:contentPart>
        </mc:Choice>
        <mc:Fallback xmlns="">
          <p:sp>
            <p:nvSpPr>
              <p:cNvPr id="1049174" name=""/>
              <p:cNvSpPr/>
              <p:nvPr/>
            </p:nvSpPr>
            <p:spPr>
              <a:xfrm>
                <a:off x="6065606" y="719956"/>
                <a:ext cx="5721" cy="170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9175" name="Ink 1049174"/>
              <p14:cNvContentPartPr/>
              <p14:nvPr/>
            </p14:nvContentPartPr>
            <p14:xfrm>
              <a:off x="6355241" y="608505"/>
              <a:ext cx="127716" cy="211470"/>
            </p14:xfrm>
          </p:contentPart>
        </mc:Choice>
        <mc:Fallback xmlns="">
          <p:sp>
            <p:nvSpPr>
              <p:cNvPr id="1049175" name=""/>
              <p:cNvSpPr/>
              <p:nvPr/>
            </p:nvSpPr>
            <p:spPr>
              <a:xfrm>
                <a:off x="6355241" y="608505"/>
                <a:ext cx="127716" cy="2114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49176" name="Ink 1049175"/>
              <p14:cNvContentPartPr/>
              <p14:nvPr/>
            </p14:nvContentPartPr>
            <p14:xfrm>
              <a:off x="6537472" y="741301"/>
              <a:ext cx="85852" cy="220600"/>
            </p14:xfrm>
          </p:contentPart>
        </mc:Choice>
        <mc:Fallback xmlns="">
          <p:sp>
            <p:nvSpPr>
              <p:cNvPr id="1049176" name=""/>
              <p:cNvSpPr/>
              <p:nvPr/>
            </p:nvSpPr>
            <p:spPr>
              <a:xfrm>
                <a:off x="6537472" y="741301"/>
                <a:ext cx="85852" cy="220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49177" name="Ink 1049176"/>
              <p14:cNvContentPartPr/>
              <p14:nvPr/>
            </p14:nvContentPartPr>
            <p14:xfrm>
              <a:off x="6747395" y="683471"/>
              <a:ext cx="159392" cy="249"/>
            </p14:xfrm>
          </p:contentPart>
        </mc:Choice>
        <mc:Fallback xmlns="">
          <p:sp>
            <p:nvSpPr>
              <p:cNvPr id="1049177" name=""/>
              <p:cNvSpPr/>
              <p:nvPr/>
            </p:nvSpPr>
            <p:spPr>
              <a:xfrm>
                <a:off x="6747395" y="683471"/>
                <a:ext cx="159392" cy="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49178" name="Ink 1049177"/>
              <p14:cNvContentPartPr/>
              <p14:nvPr/>
            </p14:nvContentPartPr>
            <p14:xfrm>
              <a:off x="6776076" y="755164"/>
              <a:ext cx="180309" cy="42079"/>
            </p14:xfrm>
          </p:contentPart>
        </mc:Choice>
        <mc:Fallback xmlns="">
          <p:sp>
            <p:nvSpPr>
              <p:cNvPr id="1049178" name=""/>
              <p:cNvSpPr/>
              <p:nvPr/>
            </p:nvSpPr>
            <p:spPr>
              <a:xfrm>
                <a:off x="6776076" y="755164"/>
                <a:ext cx="180309" cy="42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49179" name="Ink 1049178"/>
              <p14:cNvContentPartPr/>
              <p14:nvPr/>
            </p14:nvContentPartPr>
            <p14:xfrm>
              <a:off x="7082353" y="632369"/>
              <a:ext cx="211655" cy="185935"/>
            </p14:xfrm>
          </p:contentPart>
        </mc:Choice>
        <mc:Fallback xmlns="">
          <p:sp>
            <p:nvSpPr>
              <p:cNvPr id="1049179" name=""/>
              <p:cNvSpPr/>
              <p:nvPr/>
            </p:nvSpPr>
            <p:spPr>
              <a:xfrm>
                <a:off x="7082353" y="632369"/>
                <a:ext cx="211655" cy="185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49180" name="Ink 1049179"/>
              <p14:cNvContentPartPr/>
              <p14:nvPr/>
            </p14:nvContentPartPr>
            <p14:xfrm>
              <a:off x="5570827" y="1254225"/>
              <a:ext cx="155332" cy="303670"/>
            </p14:xfrm>
          </p:contentPart>
        </mc:Choice>
        <mc:Fallback xmlns="">
          <p:sp>
            <p:nvSpPr>
              <p:cNvPr id="1049180" name=""/>
              <p:cNvSpPr/>
              <p:nvPr/>
            </p:nvSpPr>
            <p:spPr>
              <a:xfrm>
                <a:off x="5570827" y="1254225"/>
                <a:ext cx="155332" cy="3036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49181" name="Ink 1049180"/>
              <p14:cNvContentPartPr/>
              <p14:nvPr/>
            </p14:nvContentPartPr>
            <p14:xfrm>
              <a:off x="5488524" y="1617944"/>
              <a:ext cx="329168" cy="8570"/>
            </p14:xfrm>
          </p:contentPart>
        </mc:Choice>
        <mc:Fallback xmlns="">
          <p:sp>
            <p:nvSpPr>
              <p:cNvPr id="1049181" name=""/>
              <p:cNvSpPr/>
              <p:nvPr/>
            </p:nvSpPr>
            <p:spPr>
              <a:xfrm>
                <a:off x="5488524" y="1617944"/>
                <a:ext cx="329168" cy="8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49182" name="Ink 1049181"/>
              <p14:cNvContentPartPr/>
              <p14:nvPr/>
            </p14:nvContentPartPr>
            <p14:xfrm>
              <a:off x="5552307" y="1740459"/>
              <a:ext cx="193904" cy="212327"/>
            </p14:xfrm>
          </p:contentPart>
        </mc:Choice>
        <mc:Fallback xmlns="">
          <p:sp>
            <p:nvSpPr>
              <p:cNvPr id="1049182" name=""/>
              <p:cNvSpPr/>
              <p:nvPr/>
            </p:nvSpPr>
            <p:spPr>
              <a:xfrm>
                <a:off x="5552307" y="1740459"/>
                <a:ext cx="193904" cy="212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9183" name="Ink 1049182"/>
              <p14:cNvContentPartPr/>
              <p14:nvPr/>
            </p14:nvContentPartPr>
            <p14:xfrm>
              <a:off x="6018017" y="1548546"/>
              <a:ext cx="202012" cy="25715"/>
            </p14:xfrm>
          </p:contentPart>
        </mc:Choice>
        <mc:Fallback xmlns="">
          <p:sp>
            <p:nvSpPr>
              <p:cNvPr id="1049183" name=""/>
              <p:cNvSpPr/>
              <p:nvPr/>
            </p:nvSpPr>
            <p:spPr>
              <a:xfrm>
                <a:off x="6018017" y="1548546"/>
                <a:ext cx="202012" cy="25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49184" name="Ink 1049183"/>
              <p14:cNvContentPartPr/>
              <p14:nvPr/>
            </p14:nvContentPartPr>
            <p14:xfrm>
              <a:off x="6102475" y="1487391"/>
              <a:ext cx="15705" cy="179126"/>
            </p14:xfrm>
          </p:contentPart>
        </mc:Choice>
        <mc:Fallback xmlns="">
          <p:sp>
            <p:nvSpPr>
              <p:cNvPr id="1049184" name=""/>
              <p:cNvSpPr/>
              <p:nvPr/>
            </p:nvSpPr>
            <p:spPr>
              <a:xfrm>
                <a:off x="6102475" y="1487391"/>
                <a:ext cx="15705" cy="1791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49185" name="Ink 1049184"/>
              <p14:cNvContentPartPr/>
              <p14:nvPr/>
            </p14:nvContentPartPr>
            <p14:xfrm>
              <a:off x="6325565" y="1320849"/>
              <a:ext cx="128571" cy="277461"/>
            </p14:xfrm>
          </p:contentPart>
        </mc:Choice>
        <mc:Fallback xmlns="">
          <p:sp>
            <p:nvSpPr>
              <p:cNvPr id="1049185" name=""/>
              <p:cNvSpPr/>
              <p:nvPr/>
            </p:nvSpPr>
            <p:spPr>
              <a:xfrm>
                <a:off x="6325565" y="1320849"/>
                <a:ext cx="128571" cy="277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49186" name="Ink 1049185"/>
              <p14:cNvContentPartPr/>
              <p14:nvPr/>
            </p14:nvContentPartPr>
            <p14:xfrm>
              <a:off x="6572058" y="1451154"/>
              <a:ext cx="135163" cy="128160"/>
            </p14:xfrm>
          </p:contentPart>
        </mc:Choice>
        <mc:Fallback xmlns="">
          <p:sp>
            <p:nvSpPr>
              <p:cNvPr id="1049186" name=""/>
              <p:cNvSpPr/>
              <p:nvPr/>
            </p:nvSpPr>
            <p:spPr>
              <a:xfrm>
                <a:off x="6572058" y="1451154"/>
                <a:ext cx="135163" cy="128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49187" name="Ink 1049186"/>
              <p14:cNvContentPartPr/>
              <p14:nvPr/>
            </p14:nvContentPartPr>
            <p14:xfrm>
              <a:off x="6668853" y="1219335"/>
              <a:ext cx="15201" cy="357582"/>
            </p14:xfrm>
          </p:contentPart>
        </mc:Choice>
        <mc:Fallback xmlns="">
          <p:sp>
            <p:nvSpPr>
              <p:cNvPr id="1049187" name=""/>
              <p:cNvSpPr/>
              <p:nvPr/>
            </p:nvSpPr>
            <p:spPr>
              <a:xfrm>
                <a:off x="6668853" y="1219335"/>
                <a:ext cx="15201" cy="357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49188" name="Ink 1049187"/>
              <p14:cNvContentPartPr/>
              <p14:nvPr/>
            </p14:nvContentPartPr>
            <p14:xfrm>
              <a:off x="6817186" y="1349888"/>
              <a:ext cx="30371" cy="210295"/>
            </p14:xfrm>
          </p:contentPart>
        </mc:Choice>
        <mc:Fallback xmlns="">
          <p:sp>
            <p:nvSpPr>
              <p:cNvPr id="1049188" name=""/>
              <p:cNvSpPr/>
              <p:nvPr/>
            </p:nvSpPr>
            <p:spPr>
              <a:xfrm>
                <a:off x="6817186" y="1349888"/>
                <a:ext cx="30371" cy="210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9189" name="Ink 1049188"/>
              <p14:cNvContentPartPr/>
              <p14:nvPr/>
            </p14:nvContentPartPr>
            <p14:xfrm>
              <a:off x="6854617" y="1212137"/>
              <a:ext cx="5945" cy="66672"/>
            </p14:xfrm>
          </p:contentPart>
        </mc:Choice>
        <mc:Fallback xmlns="">
          <p:sp>
            <p:nvSpPr>
              <p:cNvPr id="1049189" name=""/>
              <p:cNvSpPr/>
              <p:nvPr/>
            </p:nvSpPr>
            <p:spPr>
              <a:xfrm>
                <a:off x="6854617" y="1212137"/>
                <a:ext cx="5945" cy="66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49190" name="Ink 1049189"/>
              <p14:cNvContentPartPr/>
              <p14:nvPr/>
            </p14:nvContentPartPr>
            <p14:xfrm>
              <a:off x="6540010" y="1653700"/>
              <a:ext cx="396935" cy="15124"/>
            </p14:xfrm>
          </p:contentPart>
        </mc:Choice>
        <mc:Fallback xmlns="">
          <p:sp>
            <p:nvSpPr>
              <p:cNvPr id="1049190" name=""/>
              <p:cNvSpPr/>
              <p:nvPr/>
            </p:nvSpPr>
            <p:spPr>
              <a:xfrm>
                <a:off x="6540010" y="1653700"/>
                <a:ext cx="396935" cy="15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49191" name="Ink 1049190"/>
              <p14:cNvContentPartPr/>
              <p14:nvPr/>
            </p14:nvContentPartPr>
            <p14:xfrm>
              <a:off x="6552343" y="1835367"/>
              <a:ext cx="145632" cy="267317"/>
            </p14:xfrm>
          </p:contentPart>
        </mc:Choice>
        <mc:Fallback xmlns="">
          <p:sp>
            <p:nvSpPr>
              <p:cNvPr id="1049191" name=""/>
              <p:cNvSpPr/>
              <p:nvPr/>
            </p:nvSpPr>
            <p:spPr>
              <a:xfrm>
                <a:off x="6552343" y="1835367"/>
                <a:ext cx="145632" cy="267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49192" name="Ink 1049191"/>
              <p14:cNvContentPartPr/>
              <p14:nvPr/>
            </p14:nvContentPartPr>
            <p14:xfrm>
              <a:off x="6682044" y="1777537"/>
              <a:ext cx="29610" cy="342650"/>
            </p14:xfrm>
          </p:contentPart>
        </mc:Choice>
        <mc:Fallback xmlns="">
          <p:sp>
            <p:nvSpPr>
              <p:cNvPr id="1049192" name=""/>
              <p:cNvSpPr/>
              <p:nvPr/>
            </p:nvSpPr>
            <p:spPr>
              <a:xfrm>
                <a:off x="6682044" y="1777537"/>
                <a:ext cx="29610" cy="342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49193" name="Ink 1049192"/>
              <p14:cNvContentPartPr/>
              <p14:nvPr/>
            </p14:nvContentPartPr>
            <p14:xfrm>
              <a:off x="6749432" y="1789450"/>
              <a:ext cx="39439" cy="351442"/>
            </p14:xfrm>
          </p:contentPart>
        </mc:Choice>
        <mc:Fallback xmlns="">
          <p:sp>
            <p:nvSpPr>
              <p:cNvPr id="1049193" name=""/>
              <p:cNvSpPr/>
              <p:nvPr/>
            </p:nvSpPr>
            <p:spPr>
              <a:xfrm>
                <a:off x="6749432" y="1789450"/>
                <a:ext cx="39439" cy="351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49194" name="Ink 1049193"/>
              <p14:cNvContentPartPr/>
              <p14:nvPr/>
            </p14:nvContentPartPr>
            <p14:xfrm>
              <a:off x="6725774" y="1904721"/>
              <a:ext cx="148220" cy="46307"/>
            </p14:xfrm>
          </p:contentPart>
        </mc:Choice>
        <mc:Fallback xmlns="">
          <p:sp>
            <p:nvSpPr>
              <p:cNvPr id="1049194" name=""/>
              <p:cNvSpPr/>
              <p:nvPr/>
            </p:nvSpPr>
            <p:spPr>
              <a:xfrm>
                <a:off x="6725774" y="1904721"/>
                <a:ext cx="148220" cy="46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49195" name="Ink 1049194"/>
              <p14:cNvContentPartPr/>
              <p14:nvPr/>
            </p14:nvContentPartPr>
            <p14:xfrm>
              <a:off x="7047882" y="1588904"/>
              <a:ext cx="155259" cy="10295"/>
            </p14:xfrm>
          </p:contentPart>
        </mc:Choice>
        <mc:Fallback xmlns="">
          <p:sp>
            <p:nvSpPr>
              <p:cNvPr id="1049195" name=""/>
              <p:cNvSpPr/>
              <p:nvPr/>
            </p:nvSpPr>
            <p:spPr>
              <a:xfrm>
                <a:off x="7047882" y="1588904"/>
                <a:ext cx="155259" cy="10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49196" name="Ink 1049195"/>
              <p14:cNvContentPartPr/>
              <p14:nvPr/>
            </p14:nvContentPartPr>
            <p14:xfrm>
              <a:off x="7054942" y="1668410"/>
              <a:ext cx="173396" cy="43602"/>
            </p14:xfrm>
          </p:contentPart>
        </mc:Choice>
        <mc:Fallback xmlns="">
          <p:sp>
            <p:nvSpPr>
              <p:cNvPr id="1049196" name=""/>
              <p:cNvSpPr/>
              <p:nvPr/>
            </p:nvSpPr>
            <p:spPr>
              <a:xfrm>
                <a:off x="7054942" y="1668410"/>
                <a:ext cx="173396" cy="43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49197" name="Ink 1049196"/>
              <p14:cNvContentPartPr/>
              <p14:nvPr/>
            </p14:nvContentPartPr>
            <p14:xfrm>
              <a:off x="7367349" y="1491344"/>
              <a:ext cx="147882" cy="156351"/>
            </p14:xfrm>
          </p:contentPart>
        </mc:Choice>
        <mc:Fallback xmlns="">
          <p:sp>
            <p:nvSpPr>
              <p:cNvPr id="1049197" name=""/>
              <p:cNvSpPr/>
              <p:nvPr/>
            </p:nvSpPr>
            <p:spPr>
              <a:xfrm>
                <a:off x="7367349" y="1491344"/>
                <a:ext cx="147882" cy="156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49198" name="Ink 1049197"/>
              <p14:cNvContentPartPr/>
              <p14:nvPr/>
            </p14:nvContentPartPr>
            <p14:xfrm>
              <a:off x="5538775" y="2544724"/>
              <a:ext cx="192657" cy="431070"/>
            </p14:xfrm>
          </p:contentPart>
        </mc:Choice>
        <mc:Fallback xmlns="">
          <p:sp>
            <p:nvSpPr>
              <p:cNvPr id="1049198" name=""/>
              <p:cNvSpPr/>
              <p:nvPr/>
            </p:nvSpPr>
            <p:spPr>
              <a:xfrm>
                <a:off x="5538775" y="2544724"/>
                <a:ext cx="192657" cy="431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49199" name="Ink 1049198"/>
              <p14:cNvContentPartPr/>
              <p14:nvPr/>
            </p14:nvContentPartPr>
            <p14:xfrm>
              <a:off x="5646048" y="2385627"/>
              <a:ext cx="14119" cy="94316"/>
            </p14:xfrm>
          </p:contentPart>
        </mc:Choice>
        <mc:Fallback xmlns="">
          <p:sp>
            <p:nvSpPr>
              <p:cNvPr id="1049199" name=""/>
              <p:cNvSpPr/>
              <p:nvPr/>
            </p:nvSpPr>
            <p:spPr>
              <a:xfrm>
                <a:off x="5646048" y="2385627"/>
                <a:ext cx="14119" cy="94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49200" name="Ink 1049199"/>
              <p14:cNvContentPartPr/>
              <p14:nvPr/>
            </p14:nvContentPartPr>
            <p14:xfrm>
              <a:off x="5715608" y="2363785"/>
              <a:ext cx="20454" cy="116510"/>
            </p14:xfrm>
          </p:contentPart>
        </mc:Choice>
        <mc:Fallback xmlns="">
          <p:sp>
            <p:nvSpPr>
              <p:cNvPr id="1049200" name=""/>
              <p:cNvSpPr/>
              <p:nvPr/>
            </p:nvSpPr>
            <p:spPr>
              <a:xfrm>
                <a:off x="5715608" y="2363785"/>
                <a:ext cx="20454" cy="1165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49201" name="Ink 1049200"/>
              <p14:cNvContentPartPr/>
              <p14:nvPr/>
            </p14:nvContentPartPr>
            <p14:xfrm>
              <a:off x="5875054" y="2624643"/>
              <a:ext cx="157933" cy="1997"/>
            </p14:xfrm>
          </p:contentPart>
        </mc:Choice>
        <mc:Fallback xmlns="">
          <p:sp>
            <p:nvSpPr>
              <p:cNvPr id="1049201" name=""/>
              <p:cNvSpPr/>
              <p:nvPr/>
            </p:nvSpPr>
            <p:spPr>
              <a:xfrm>
                <a:off x="5875054" y="2624643"/>
                <a:ext cx="157933" cy="1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49202" name="Ink 1049201"/>
              <p14:cNvContentPartPr/>
              <p14:nvPr/>
            </p14:nvContentPartPr>
            <p14:xfrm>
              <a:off x="5967715" y="2516180"/>
              <a:ext cx="23245" cy="234574"/>
            </p14:xfrm>
          </p:contentPart>
        </mc:Choice>
        <mc:Fallback xmlns="">
          <p:sp>
            <p:nvSpPr>
              <p:cNvPr id="1049202" name=""/>
              <p:cNvSpPr/>
              <p:nvPr/>
            </p:nvSpPr>
            <p:spPr>
              <a:xfrm>
                <a:off x="5967715" y="2516180"/>
                <a:ext cx="23245" cy="234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49204" name="Ink 1049203"/>
              <p14:cNvContentPartPr/>
              <p14:nvPr/>
            </p14:nvContentPartPr>
            <p14:xfrm>
              <a:off x="6254083" y="2638113"/>
              <a:ext cx="235624" cy="8372"/>
            </p14:xfrm>
          </p:contentPart>
        </mc:Choice>
        <mc:Fallback xmlns="">
          <p:sp>
            <p:nvSpPr>
              <p:cNvPr id="1049204" name=""/>
              <p:cNvSpPr/>
              <p:nvPr/>
            </p:nvSpPr>
            <p:spPr>
              <a:xfrm>
                <a:off x="6254083" y="2638113"/>
                <a:ext cx="235624" cy="8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49205" name="Ink 1049204"/>
              <p14:cNvContentPartPr/>
              <p14:nvPr/>
            </p14:nvContentPartPr>
            <p14:xfrm>
              <a:off x="6268076" y="2779465"/>
              <a:ext cx="157651" cy="157338"/>
            </p14:xfrm>
          </p:contentPart>
        </mc:Choice>
        <mc:Fallback xmlns="">
          <p:sp>
            <p:nvSpPr>
              <p:cNvPr id="1049205" name=""/>
              <p:cNvSpPr/>
              <p:nvPr/>
            </p:nvSpPr>
            <p:spPr>
              <a:xfrm>
                <a:off x="6268076" y="2779465"/>
                <a:ext cx="157651" cy="157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9206" name="Ink 1049205"/>
              <p14:cNvContentPartPr/>
              <p14:nvPr/>
            </p14:nvContentPartPr>
            <p14:xfrm>
              <a:off x="6713299" y="2456364"/>
              <a:ext cx="160206" cy="356663"/>
            </p14:xfrm>
          </p:contentPart>
        </mc:Choice>
        <mc:Fallback xmlns="">
          <p:sp>
            <p:nvSpPr>
              <p:cNvPr id="1049206" name=""/>
              <p:cNvSpPr/>
              <p:nvPr/>
            </p:nvSpPr>
            <p:spPr>
              <a:xfrm>
                <a:off x="6713299" y="2456364"/>
                <a:ext cx="160206" cy="356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49207" name="Ink 1049206"/>
              <p14:cNvContentPartPr/>
              <p14:nvPr/>
            </p14:nvContentPartPr>
            <p14:xfrm>
              <a:off x="7069062" y="2494339"/>
              <a:ext cx="157819" cy="1980"/>
            </p14:xfrm>
          </p:contentPart>
        </mc:Choice>
        <mc:Fallback xmlns="">
          <p:sp>
            <p:nvSpPr>
              <p:cNvPr id="1049207" name=""/>
              <p:cNvSpPr/>
              <p:nvPr/>
            </p:nvSpPr>
            <p:spPr>
              <a:xfrm>
                <a:off x="7069062" y="2494339"/>
                <a:ext cx="157819" cy="19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49208" name="Ink 1049207"/>
              <p14:cNvContentPartPr/>
              <p14:nvPr/>
            </p14:nvContentPartPr>
            <p14:xfrm>
              <a:off x="7047882" y="2601500"/>
              <a:ext cx="170950" cy="44985"/>
            </p14:xfrm>
          </p:contentPart>
        </mc:Choice>
        <mc:Fallback xmlns="">
          <p:sp>
            <p:nvSpPr>
              <p:cNvPr id="1049208" name=""/>
              <p:cNvSpPr/>
              <p:nvPr/>
            </p:nvSpPr>
            <p:spPr>
              <a:xfrm>
                <a:off x="7047882" y="2601500"/>
                <a:ext cx="170950" cy="44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49209" name="Ink 1049208"/>
              <p14:cNvContentPartPr/>
              <p14:nvPr/>
            </p14:nvContentPartPr>
            <p14:xfrm>
              <a:off x="7413255" y="2465299"/>
              <a:ext cx="168256" cy="141592"/>
            </p14:xfrm>
          </p:contentPart>
        </mc:Choice>
        <mc:Fallback xmlns="">
          <p:sp>
            <p:nvSpPr>
              <p:cNvPr id="1049209" name=""/>
              <p:cNvSpPr/>
              <p:nvPr/>
            </p:nvSpPr>
            <p:spPr>
              <a:xfrm>
                <a:off x="7413255" y="2465299"/>
                <a:ext cx="168256" cy="141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49210" name="Ink 1049209"/>
              <p14:cNvContentPartPr/>
              <p14:nvPr/>
            </p14:nvContentPartPr>
            <p14:xfrm>
              <a:off x="6199214" y="2599732"/>
              <a:ext cx="320712" cy="61148"/>
            </p14:xfrm>
          </p:contentPart>
        </mc:Choice>
        <mc:Fallback xmlns="">
          <p:sp>
            <p:nvSpPr>
              <p:cNvPr id="1049210" name=""/>
              <p:cNvSpPr/>
              <p:nvPr/>
            </p:nvSpPr>
            <p:spPr>
              <a:xfrm>
                <a:off x="6199214" y="2599732"/>
                <a:ext cx="320712" cy="61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49211" name="Ink 1049210"/>
              <p14:cNvContentPartPr/>
              <p14:nvPr/>
            </p14:nvContentPartPr>
            <p14:xfrm>
              <a:off x="6303944" y="2290706"/>
              <a:ext cx="122375" cy="196435"/>
            </p14:xfrm>
          </p:contentPart>
        </mc:Choice>
        <mc:Fallback xmlns="">
          <p:sp>
            <p:nvSpPr>
              <p:cNvPr id="1049211" name=""/>
              <p:cNvSpPr/>
              <p:nvPr/>
            </p:nvSpPr>
            <p:spPr>
              <a:xfrm>
                <a:off x="6303944" y="2290706"/>
                <a:ext cx="122375" cy="196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49212" name="Ink 1049211"/>
              <p14:cNvContentPartPr/>
              <p14:nvPr/>
            </p14:nvContentPartPr>
            <p14:xfrm>
              <a:off x="6109416" y="2769593"/>
              <a:ext cx="180408" cy="228627"/>
            </p14:xfrm>
          </p:contentPart>
        </mc:Choice>
        <mc:Fallback xmlns="">
          <p:sp>
            <p:nvSpPr>
              <p:cNvPr id="1049212" name=""/>
              <p:cNvSpPr/>
              <p:nvPr/>
            </p:nvSpPr>
            <p:spPr>
              <a:xfrm>
                <a:off x="6109416" y="2769593"/>
                <a:ext cx="180408" cy="228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49213" name="Ink 1049212"/>
              <p14:cNvContentPartPr/>
              <p14:nvPr/>
            </p14:nvContentPartPr>
            <p14:xfrm>
              <a:off x="5669219" y="3447539"/>
              <a:ext cx="225678" cy="442436"/>
            </p14:xfrm>
          </p:contentPart>
        </mc:Choice>
        <mc:Fallback xmlns="">
          <p:sp>
            <p:nvSpPr>
              <p:cNvPr id="1049213" name=""/>
              <p:cNvSpPr/>
              <p:nvPr/>
            </p:nvSpPr>
            <p:spPr>
              <a:xfrm>
                <a:off x="5669219" y="3447539"/>
                <a:ext cx="225678" cy="4424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9214" name="Ink 1049213"/>
              <p14:cNvContentPartPr/>
              <p14:nvPr/>
            </p14:nvContentPartPr>
            <p14:xfrm>
              <a:off x="5777033" y="3269468"/>
              <a:ext cx="4918" cy="104064"/>
            </p14:xfrm>
          </p:contentPart>
        </mc:Choice>
        <mc:Fallback xmlns="">
          <p:sp>
            <p:nvSpPr>
              <p:cNvPr id="1049214" name=""/>
              <p:cNvSpPr/>
              <p:nvPr/>
            </p:nvSpPr>
            <p:spPr>
              <a:xfrm>
                <a:off x="5777033" y="3269468"/>
                <a:ext cx="4918" cy="104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49215" name="Ink 1049214"/>
              <p14:cNvContentPartPr/>
              <p14:nvPr/>
            </p14:nvContentPartPr>
            <p14:xfrm>
              <a:off x="5881288" y="3269468"/>
              <a:ext cx="22006" cy="67233"/>
            </p14:xfrm>
          </p:contentPart>
        </mc:Choice>
        <mc:Fallback xmlns="">
          <p:sp>
            <p:nvSpPr>
              <p:cNvPr id="1049215" name=""/>
              <p:cNvSpPr/>
              <p:nvPr/>
            </p:nvSpPr>
            <p:spPr>
              <a:xfrm>
                <a:off x="5881288" y="3269468"/>
                <a:ext cx="22006" cy="67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49216" name="Ink 1049215"/>
              <p14:cNvContentPartPr/>
              <p14:nvPr/>
            </p14:nvContentPartPr>
            <p14:xfrm>
              <a:off x="6089499" y="3566563"/>
              <a:ext cx="187535" cy="7459"/>
            </p14:xfrm>
          </p:contentPart>
        </mc:Choice>
        <mc:Fallback xmlns="">
          <p:sp>
            <p:nvSpPr>
              <p:cNvPr id="1049216" name=""/>
              <p:cNvSpPr/>
              <p:nvPr/>
            </p:nvSpPr>
            <p:spPr>
              <a:xfrm>
                <a:off x="6089499" y="3566563"/>
                <a:ext cx="187535" cy="7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49217" name="Ink 1049216"/>
              <p14:cNvContentPartPr/>
              <p14:nvPr/>
            </p14:nvContentPartPr>
            <p14:xfrm>
              <a:off x="6170575" y="3501535"/>
              <a:ext cx="4569" cy="150199"/>
            </p14:xfrm>
          </p:contentPart>
        </mc:Choice>
        <mc:Fallback xmlns="">
          <p:sp>
            <p:nvSpPr>
              <p:cNvPr id="1049217" name=""/>
              <p:cNvSpPr/>
              <p:nvPr/>
            </p:nvSpPr>
            <p:spPr>
              <a:xfrm>
                <a:off x="6170575" y="3501535"/>
                <a:ext cx="4569" cy="1501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49218" name="Ink 1049217"/>
              <p14:cNvContentPartPr/>
              <p14:nvPr/>
            </p14:nvContentPartPr>
            <p14:xfrm>
              <a:off x="6357486" y="3465049"/>
              <a:ext cx="232384" cy="137128"/>
            </p14:xfrm>
          </p:contentPart>
        </mc:Choice>
        <mc:Fallback xmlns="">
          <p:sp>
            <p:nvSpPr>
              <p:cNvPr id="1049218" name=""/>
              <p:cNvSpPr/>
              <p:nvPr/>
            </p:nvSpPr>
            <p:spPr>
              <a:xfrm>
                <a:off x="6357486" y="3465049"/>
                <a:ext cx="232384" cy="137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49219" name="Ink 1049218"/>
              <p14:cNvContentPartPr/>
              <p14:nvPr/>
            </p14:nvContentPartPr>
            <p14:xfrm>
              <a:off x="6582810" y="3649958"/>
              <a:ext cx="72920" cy="72570"/>
            </p14:xfrm>
          </p:contentPart>
        </mc:Choice>
        <mc:Fallback xmlns="">
          <p:sp>
            <p:nvSpPr>
              <p:cNvPr id="1049219" name=""/>
              <p:cNvSpPr/>
              <p:nvPr/>
            </p:nvSpPr>
            <p:spPr>
              <a:xfrm>
                <a:off x="6582810" y="3649958"/>
                <a:ext cx="72920" cy="72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9220" name="Ink 1049219"/>
              <p14:cNvContentPartPr/>
              <p14:nvPr/>
            </p14:nvContentPartPr>
            <p14:xfrm>
              <a:off x="6568691" y="3333036"/>
              <a:ext cx="101250" cy="166947"/>
            </p14:xfrm>
          </p:contentPart>
        </mc:Choice>
        <mc:Fallback xmlns="">
          <p:sp>
            <p:nvSpPr>
              <p:cNvPr id="1049220" name=""/>
              <p:cNvSpPr/>
              <p:nvPr/>
            </p:nvSpPr>
            <p:spPr>
              <a:xfrm>
                <a:off x="6568691" y="3333036"/>
                <a:ext cx="101250" cy="166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49221" name="Ink 1049220"/>
              <p14:cNvContentPartPr/>
              <p14:nvPr/>
            </p14:nvContentPartPr>
            <p14:xfrm>
              <a:off x="6877850" y="3457851"/>
              <a:ext cx="150924" cy="323402"/>
            </p14:xfrm>
          </p:contentPart>
        </mc:Choice>
        <mc:Fallback xmlns="">
          <p:sp>
            <p:nvSpPr>
              <p:cNvPr id="1049221" name=""/>
              <p:cNvSpPr/>
              <p:nvPr/>
            </p:nvSpPr>
            <p:spPr>
              <a:xfrm>
                <a:off x="6877850" y="3457851"/>
                <a:ext cx="150924" cy="323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9222" name="Ink 1049221"/>
              <p14:cNvContentPartPr/>
              <p14:nvPr/>
            </p14:nvContentPartPr>
            <p14:xfrm>
              <a:off x="7155105" y="3480914"/>
              <a:ext cx="202019" cy="13422"/>
            </p14:xfrm>
          </p:contentPart>
        </mc:Choice>
        <mc:Fallback xmlns="">
          <p:sp>
            <p:nvSpPr>
              <p:cNvPr id="1049222" name=""/>
              <p:cNvSpPr/>
              <p:nvPr/>
            </p:nvSpPr>
            <p:spPr>
              <a:xfrm>
                <a:off x="7155105" y="3480914"/>
                <a:ext cx="202019" cy="13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49223" name="Ink 1049222"/>
              <p14:cNvContentPartPr/>
              <p14:nvPr/>
            </p14:nvContentPartPr>
            <p14:xfrm>
              <a:off x="7190846" y="3551752"/>
              <a:ext cx="175090" cy="15463"/>
            </p14:xfrm>
          </p:contentPart>
        </mc:Choice>
        <mc:Fallback xmlns="">
          <p:sp>
            <p:nvSpPr>
              <p:cNvPr id="1049223" name=""/>
              <p:cNvSpPr/>
              <p:nvPr/>
            </p:nvSpPr>
            <p:spPr>
              <a:xfrm>
                <a:off x="7190846" y="3551752"/>
                <a:ext cx="175090" cy="15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49224" name="Ink 1049223"/>
              <p14:cNvContentPartPr/>
              <p14:nvPr/>
            </p14:nvContentPartPr>
            <p14:xfrm>
              <a:off x="7500631" y="3422650"/>
              <a:ext cx="153212" cy="144248"/>
            </p14:xfrm>
          </p:contentPart>
        </mc:Choice>
        <mc:Fallback xmlns="">
          <p:sp>
            <p:nvSpPr>
              <p:cNvPr id="1049224" name=""/>
              <p:cNvSpPr/>
              <p:nvPr/>
            </p:nvSpPr>
            <p:spPr>
              <a:xfrm>
                <a:off x="7500631" y="3422650"/>
                <a:ext cx="153212" cy="144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49225" name="Ink 1049224"/>
              <p14:cNvContentPartPr/>
              <p14:nvPr/>
            </p14:nvContentPartPr>
            <p14:xfrm>
              <a:off x="6554130" y="3302130"/>
              <a:ext cx="157028" cy="255468"/>
            </p14:xfrm>
          </p:contentPart>
        </mc:Choice>
        <mc:Fallback xmlns="">
          <p:sp>
            <p:nvSpPr>
              <p:cNvPr id="1049225" name=""/>
              <p:cNvSpPr/>
              <p:nvPr/>
            </p:nvSpPr>
            <p:spPr>
              <a:xfrm>
                <a:off x="6554130" y="3302130"/>
                <a:ext cx="157028" cy="255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49226" name="Ink 1049225"/>
              <p14:cNvContentPartPr/>
              <p14:nvPr/>
            </p14:nvContentPartPr>
            <p14:xfrm>
              <a:off x="5638988" y="4172946"/>
              <a:ext cx="208644" cy="247259"/>
            </p14:xfrm>
          </p:contentPart>
        </mc:Choice>
        <mc:Fallback xmlns="">
          <p:sp>
            <p:nvSpPr>
              <p:cNvPr id="1049226" name=""/>
              <p:cNvSpPr/>
              <p:nvPr/>
            </p:nvSpPr>
            <p:spPr>
              <a:xfrm>
                <a:off x="5638988" y="4172946"/>
                <a:ext cx="208644" cy="247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49227" name="Ink 1049226"/>
              <p14:cNvContentPartPr/>
              <p14:nvPr/>
            </p14:nvContentPartPr>
            <p14:xfrm>
              <a:off x="5825597" y="4196992"/>
              <a:ext cx="121252" cy="226047"/>
            </p14:xfrm>
          </p:contentPart>
        </mc:Choice>
        <mc:Fallback xmlns="">
          <p:sp>
            <p:nvSpPr>
              <p:cNvPr id="1049227" name=""/>
              <p:cNvSpPr/>
              <p:nvPr/>
            </p:nvSpPr>
            <p:spPr>
              <a:xfrm>
                <a:off x="5825597" y="4196992"/>
                <a:ext cx="121252" cy="226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49228" name="Ink 1049227"/>
              <p14:cNvContentPartPr/>
              <p14:nvPr/>
            </p14:nvContentPartPr>
            <p14:xfrm>
              <a:off x="5778422" y="4037399"/>
              <a:ext cx="10589" cy="76196"/>
            </p14:xfrm>
          </p:contentPart>
        </mc:Choice>
        <mc:Fallback xmlns="">
          <p:sp>
            <p:nvSpPr>
              <p:cNvPr id="1049228" name=""/>
              <p:cNvSpPr/>
              <p:nvPr/>
            </p:nvSpPr>
            <p:spPr>
              <a:xfrm>
                <a:off x="5778422" y="4037399"/>
                <a:ext cx="10589" cy="76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49229" name="Ink 1049228"/>
              <p14:cNvContentPartPr/>
              <p14:nvPr/>
            </p14:nvContentPartPr>
            <p14:xfrm>
              <a:off x="5889174" y="4051795"/>
              <a:ext cx="3530" cy="76197"/>
            </p14:xfrm>
          </p:contentPart>
        </mc:Choice>
        <mc:Fallback xmlns="">
          <p:sp>
            <p:nvSpPr>
              <p:cNvPr id="1049229" name=""/>
              <p:cNvSpPr/>
              <p:nvPr/>
            </p:nvSpPr>
            <p:spPr>
              <a:xfrm>
                <a:off x="5889174" y="4051795"/>
                <a:ext cx="3530" cy="76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49230" name="Ink 1049229"/>
              <p14:cNvContentPartPr/>
              <p14:nvPr/>
            </p14:nvContentPartPr>
            <p14:xfrm>
              <a:off x="6196721" y="4370484"/>
              <a:ext cx="207385" cy="43435"/>
            </p14:xfrm>
          </p:contentPart>
        </mc:Choice>
        <mc:Fallback xmlns="">
          <p:sp>
            <p:nvSpPr>
              <p:cNvPr id="1049230" name=""/>
              <p:cNvSpPr/>
              <p:nvPr/>
            </p:nvSpPr>
            <p:spPr>
              <a:xfrm>
                <a:off x="6196721" y="4370484"/>
                <a:ext cx="207385" cy="43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49231" name="Ink 1049230"/>
              <p14:cNvContentPartPr/>
              <p14:nvPr/>
            </p14:nvContentPartPr>
            <p14:xfrm>
              <a:off x="6293102" y="4327049"/>
              <a:ext cx="64088" cy="155302"/>
            </p14:xfrm>
          </p:contentPart>
        </mc:Choice>
        <mc:Fallback xmlns="">
          <p:sp>
            <p:nvSpPr>
              <p:cNvPr id="1049231" name=""/>
              <p:cNvSpPr/>
              <p:nvPr/>
            </p:nvSpPr>
            <p:spPr>
              <a:xfrm>
                <a:off x="6293102" y="4327049"/>
                <a:ext cx="64088" cy="1553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49232" name="Ink 1049231"/>
              <p14:cNvContentPartPr/>
              <p14:nvPr/>
            </p14:nvContentPartPr>
            <p14:xfrm>
              <a:off x="6513268" y="4261772"/>
              <a:ext cx="220006" cy="148077"/>
            </p14:xfrm>
          </p:contentPart>
        </mc:Choice>
        <mc:Fallback xmlns="">
          <p:sp>
            <p:nvSpPr>
              <p:cNvPr id="1049232" name=""/>
              <p:cNvSpPr/>
              <p:nvPr/>
            </p:nvSpPr>
            <p:spPr>
              <a:xfrm>
                <a:off x="6513268" y="4261772"/>
                <a:ext cx="220006" cy="148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49233" name="Ink 1049232"/>
              <p14:cNvContentPartPr/>
              <p14:nvPr/>
            </p14:nvContentPartPr>
            <p14:xfrm>
              <a:off x="6776076" y="4402010"/>
              <a:ext cx="77172" cy="93201"/>
            </p14:xfrm>
          </p:contentPart>
        </mc:Choice>
        <mc:Fallback xmlns="">
          <p:sp>
            <p:nvSpPr>
              <p:cNvPr id="1049233" name=""/>
              <p:cNvSpPr/>
              <p:nvPr/>
            </p:nvSpPr>
            <p:spPr>
              <a:xfrm>
                <a:off x="6776076" y="4402010"/>
                <a:ext cx="77172" cy="93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49234" name="Ink 1049233"/>
              <p14:cNvContentPartPr/>
              <p14:nvPr/>
            </p14:nvContentPartPr>
            <p14:xfrm>
              <a:off x="6725774" y="4126471"/>
              <a:ext cx="151360" cy="182583"/>
            </p14:xfrm>
          </p:contentPart>
        </mc:Choice>
        <mc:Fallback xmlns="">
          <p:sp>
            <p:nvSpPr>
              <p:cNvPr id="1049234" name=""/>
              <p:cNvSpPr/>
              <p:nvPr/>
            </p:nvSpPr>
            <p:spPr>
              <a:xfrm>
                <a:off x="6725774" y="4126471"/>
                <a:ext cx="151360" cy="182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49235" name="Ink 1049234"/>
              <p14:cNvContentPartPr/>
              <p14:nvPr/>
            </p14:nvContentPartPr>
            <p14:xfrm>
              <a:off x="7054942" y="4232981"/>
              <a:ext cx="81817" cy="202779"/>
            </p14:xfrm>
          </p:contentPart>
        </mc:Choice>
        <mc:Fallback xmlns="">
          <p:sp>
            <p:nvSpPr>
              <p:cNvPr id="1049235" name=""/>
              <p:cNvSpPr/>
              <p:nvPr/>
            </p:nvSpPr>
            <p:spPr>
              <a:xfrm>
                <a:off x="7054942" y="4232981"/>
                <a:ext cx="81817" cy="202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49236" name="Ink 1049235"/>
              <p14:cNvContentPartPr/>
              <p14:nvPr/>
            </p14:nvContentPartPr>
            <p14:xfrm>
              <a:off x="7152151" y="4269466"/>
              <a:ext cx="127580" cy="158635"/>
            </p14:xfrm>
          </p:contentPart>
        </mc:Choice>
        <mc:Fallback xmlns="">
          <p:sp>
            <p:nvSpPr>
              <p:cNvPr id="1049236" name=""/>
              <p:cNvSpPr/>
              <p:nvPr/>
            </p:nvSpPr>
            <p:spPr>
              <a:xfrm>
                <a:off x="7152151" y="4269466"/>
                <a:ext cx="127580" cy="158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49237" name="Ink 1049236"/>
              <p14:cNvContentPartPr/>
              <p14:nvPr/>
            </p14:nvContentPartPr>
            <p14:xfrm>
              <a:off x="7347929" y="4298009"/>
              <a:ext cx="178992" cy="18131"/>
            </p14:xfrm>
          </p:contentPart>
        </mc:Choice>
        <mc:Fallback xmlns="">
          <p:sp>
            <p:nvSpPr>
              <p:cNvPr id="1049237" name=""/>
              <p:cNvSpPr/>
              <p:nvPr/>
            </p:nvSpPr>
            <p:spPr>
              <a:xfrm>
                <a:off x="7347929" y="4298009"/>
                <a:ext cx="178992" cy="18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49238" name="Ink 1049237"/>
              <p14:cNvContentPartPr/>
              <p14:nvPr/>
            </p14:nvContentPartPr>
            <p14:xfrm>
              <a:off x="7391171" y="4377681"/>
              <a:ext cx="144837" cy="22847"/>
            </p14:xfrm>
          </p:contentPart>
        </mc:Choice>
        <mc:Fallback xmlns="">
          <p:sp>
            <p:nvSpPr>
              <p:cNvPr id="1049238" name=""/>
              <p:cNvSpPr/>
              <p:nvPr/>
            </p:nvSpPr>
            <p:spPr>
              <a:xfrm>
                <a:off x="7391171" y="4377681"/>
                <a:ext cx="144837" cy="22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49239" name="Ink 1049238"/>
              <p14:cNvContentPartPr/>
              <p14:nvPr/>
            </p14:nvContentPartPr>
            <p14:xfrm>
              <a:off x="7671614" y="4250952"/>
              <a:ext cx="161249" cy="158298"/>
            </p14:xfrm>
          </p:contentPart>
        </mc:Choice>
        <mc:Fallback xmlns="">
          <p:sp>
            <p:nvSpPr>
              <p:cNvPr id="1049239" name=""/>
              <p:cNvSpPr/>
              <p:nvPr/>
            </p:nvSpPr>
            <p:spPr>
              <a:xfrm>
                <a:off x="7671614" y="4250952"/>
                <a:ext cx="161249" cy="158298"/>
              </a:xfrm>
            </p:spPr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ZoneTexte 3"/>
          <p:cNvSpPr txBox="1"/>
          <p:nvPr/>
        </p:nvSpPr>
        <p:spPr>
          <a:xfrm>
            <a:off x="327967" y="132275"/>
            <a:ext cx="85648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sz="2800" b="1" dirty="0">
                <a:latin typeface="AR BLANCA" panose="02000000000000000000" pitchFamily="2" charset="0"/>
              </a:rPr>
              <a:t>I.2. </a:t>
            </a:r>
            <a:r>
              <a:rPr lang="fr-FR" sz="2800" b="1" dirty="0">
                <a:latin typeface="AR BLANCA" panose="02000000000000000000" pitchFamily="2" charset="0"/>
              </a:rPr>
              <a:t>Étude du mouvement d’un oscillateur harmonique</a:t>
            </a:r>
            <a:endParaRPr lang="fr-MA" sz="2800" b="1" dirty="0">
              <a:latin typeface="AR BLANCA" panose="02000000000000000000" pitchFamily="2" charset="0"/>
            </a:endParaRPr>
          </a:p>
        </p:txBody>
      </p:sp>
      <p:sp>
        <p:nvSpPr>
          <p:cNvPr id="1048621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96653" y="868420"/>
            <a:ext cx="2025811" cy="461665"/>
          </a:xfrm>
          <a:prstGeom prst="rect">
            <a:avLst/>
          </a:prstGeom>
          <a:blipFill rotWithShape="0">
            <a:blip r:embed="rId2"/>
            <a:stretch>
              <a:fillRect b="-131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2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3943" y="831455"/>
            <a:ext cx="7362015" cy="535596"/>
          </a:xfrm>
          <a:prstGeom prst="rect">
            <a:avLst/>
          </a:prstGeom>
          <a:blipFill rotWithShape="0">
            <a:blip r:embed="rId3"/>
            <a:stretch>
              <a:fillRect l="-911" r="-166" b="-79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3" name="Rectangle 6"/>
          <p:cNvSpPr/>
          <p:nvPr/>
        </p:nvSpPr>
        <p:spPr>
          <a:xfrm>
            <a:off x="931041" y="1440627"/>
            <a:ext cx="5339080" cy="4470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400" b="1" i="1" dirty="0">
                <a:latin typeface="AR BLANCA" panose="02000000000000000000" pitchFamily="2" charset="0"/>
              </a:rPr>
              <a:t>I.2.1. </a:t>
            </a:r>
            <a:r>
              <a:rPr lang="fr-MA" sz="2400" b="1" i="1" u="none" strike="noStrike" baseline="0" dirty="0">
                <a:latin typeface="AR BLANCA" panose="02000000000000000000" pitchFamily="2" charset="0"/>
              </a:rPr>
              <a:t>Caractéristiques du mouvement</a:t>
            </a:r>
            <a:endParaRPr lang="fr-MA" sz="2400" b="1" i="1" dirty="0">
              <a:latin typeface="AR BLANCA" panose="02000000000000000000" pitchFamily="2" charset="0"/>
            </a:endParaRPr>
          </a:p>
        </p:txBody>
      </p:sp>
      <p:sp>
        <p:nvSpPr>
          <p:cNvPr id="1048624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8" y="1927192"/>
            <a:ext cx="11067245" cy="707886"/>
          </a:xfrm>
          <a:prstGeom prst="rect">
            <a:avLst/>
          </a:prstGeom>
          <a:blipFill rotWithShape="0">
            <a:blip r:embed="rId4"/>
            <a:stretch>
              <a:fillRect l="-496" t="-3448" b="-862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5" name="Rectangle 2"/>
          <p:cNvSpPr/>
          <p:nvPr/>
        </p:nvSpPr>
        <p:spPr>
          <a:xfrm>
            <a:off x="643942" y="2673715"/>
            <a:ext cx="94785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Bembo"/>
              </a:rPr>
              <a:t>où </a:t>
            </a:r>
            <a:r>
              <a:rPr lang="fr-FR" i="1" dirty="0">
                <a:latin typeface="Bembo-Italic"/>
              </a:rPr>
              <a:t>A </a:t>
            </a:r>
            <a:r>
              <a:rPr lang="fr-FR" dirty="0">
                <a:latin typeface="Bembo"/>
              </a:rPr>
              <a:t>et </a:t>
            </a:r>
            <a:r>
              <a:rPr lang="fr-FR" i="1" dirty="0">
                <a:latin typeface="Bembo-Italic"/>
              </a:rPr>
              <a:t>B </a:t>
            </a:r>
            <a:r>
              <a:rPr lang="fr-FR" dirty="0">
                <a:latin typeface="Bembo"/>
              </a:rPr>
              <a:t>sont des constantes réelles à déterminer à partir des conditions initiales.</a:t>
            </a:r>
            <a:endParaRPr lang="fr-MA" dirty="0"/>
          </a:p>
        </p:txBody>
      </p:sp>
      <p:sp>
        <p:nvSpPr>
          <p:cNvPr id="1048626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9546" y="3146079"/>
            <a:ext cx="10019765" cy="400110"/>
          </a:xfrm>
          <a:prstGeom prst="rect">
            <a:avLst/>
          </a:prstGeom>
          <a:blipFill rotWithShape="0">
            <a:blip r:embed="rId5"/>
            <a:stretch>
              <a:fillRect l="-547" t="-9091" b="-2424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7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74454" y="3586470"/>
            <a:ext cx="5630387" cy="529312"/>
          </a:xfrm>
          <a:prstGeom prst="rect">
            <a:avLst/>
          </a:prstGeom>
          <a:blipFill rotWithShape="0">
            <a:blip r:embed="rId6"/>
            <a:stretch>
              <a:fillRect l="-1082" b="-804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8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8841" y="4220458"/>
            <a:ext cx="6096000" cy="1015663"/>
          </a:xfrm>
          <a:prstGeom prst="rect">
            <a:avLst/>
          </a:prstGeom>
          <a:blipFill rotWithShape="0">
            <a:blip r:embed="rId7"/>
            <a:stretch>
              <a:fillRect l="-1100" t="-2395" b="-898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29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7603" y="5315039"/>
            <a:ext cx="10099565" cy="400110"/>
          </a:xfrm>
          <a:prstGeom prst="rect">
            <a:avLst/>
          </a:prstGeom>
          <a:blipFill rotWithShape="0">
            <a:blip r:embed="rId8"/>
            <a:stretch>
              <a:fillRect t="-10606" b="-2424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0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7967" y="5800282"/>
            <a:ext cx="11288776" cy="885563"/>
          </a:xfrm>
          <a:prstGeom prst="rect">
            <a:avLst/>
          </a:prstGeom>
          <a:blipFill rotWithShape="0">
            <a:blip r:embed="rId9"/>
            <a:stretch>
              <a:fillRect l="-486" r="-540" b="-1301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016" name="Ink 1049015"/>
              <p14:cNvContentPartPr/>
              <p14:nvPr/>
            </p14:nvContentPartPr>
            <p14:xfrm>
              <a:off x="8035560" y="810163"/>
              <a:ext cx="2129269" cy="573731"/>
            </p14:xfrm>
          </p:contentPart>
        </mc:Choice>
        <mc:Fallback xmlns="">
          <p:sp>
            <p:nvSpPr>
              <p:cNvPr id="1049016" name=""/>
              <p:cNvSpPr/>
              <p:nvPr/>
            </p:nvSpPr>
            <p:spPr>
              <a:xfrm>
                <a:off x="8035560" y="810163"/>
                <a:ext cx="2129269" cy="5737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240" name="Ink 1049239"/>
              <p14:cNvContentPartPr/>
              <p14:nvPr/>
            </p14:nvContentPartPr>
            <p14:xfrm>
              <a:off x="5147135" y="58823"/>
              <a:ext cx="3962680" cy="608501"/>
            </p14:xfrm>
          </p:contentPart>
        </mc:Choice>
        <mc:Fallback xmlns="">
          <p:sp>
            <p:nvSpPr>
              <p:cNvPr id="1049240" name=""/>
              <p:cNvSpPr/>
              <p:nvPr/>
            </p:nvSpPr>
            <p:spPr>
              <a:xfrm>
                <a:off x="5147135" y="58823"/>
                <a:ext cx="3962680" cy="608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241" name="Ink 1049240"/>
              <p14:cNvContentPartPr/>
              <p14:nvPr/>
            </p14:nvContentPartPr>
            <p14:xfrm>
              <a:off x="4430419" y="2619256"/>
              <a:ext cx="3314831" cy="136188"/>
            </p14:xfrm>
          </p:contentPart>
        </mc:Choice>
        <mc:Fallback xmlns="">
          <p:sp>
            <p:nvSpPr>
              <p:cNvPr id="1049241" name=""/>
              <p:cNvSpPr/>
              <p:nvPr/>
            </p:nvSpPr>
            <p:spPr>
              <a:xfrm>
                <a:off x="4430419" y="2619256"/>
                <a:ext cx="3314831" cy="136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242" name="Ink 1049241"/>
              <p14:cNvContentPartPr/>
              <p14:nvPr/>
            </p14:nvContentPartPr>
            <p14:xfrm>
              <a:off x="5960656" y="3146443"/>
              <a:ext cx="2772191" cy="509140"/>
            </p14:xfrm>
          </p:contentPart>
        </mc:Choice>
        <mc:Fallback xmlns="">
          <p:sp>
            <p:nvSpPr>
              <p:cNvPr id="1049242" name=""/>
              <p:cNvSpPr/>
              <p:nvPr/>
            </p:nvSpPr>
            <p:spPr>
              <a:xfrm>
                <a:off x="5960656" y="3146443"/>
                <a:ext cx="2772191" cy="509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243" name="Ink 1049242"/>
              <p14:cNvContentPartPr/>
              <p14:nvPr/>
            </p14:nvContentPartPr>
            <p14:xfrm>
              <a:off x="7089358" y="3503362"/>
              <a:ext cx="80308" cy="415424"/>
            </p14:xfrm>
          </p:contentPart>
        </mc:Choice>
        <mc:Fallback xmlns="">
          <p:sp>
            <p:nvSpPr>
              <p:cNvPr id="1049243" name=""/>
              <p:cNvSpPr/>
              <p:nvPr/>
            </p:nvSpPr>
            <p:spPr>
              <a:xfrm>
                <a:off x="7089358" y="3503362"/>
                <a:ext cx="80308" cy="415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244" name="Ink 1049243"/>
              <p14:cNvContentPartPr/>
              <p14:nvPr/>
            </p14:nvContentPartPr>
            <p14:xfrm>
              <a:off x="7047882" y="3479445"/>
              <a:ext cx="214328" cy="115476"/>
            </p14:xfrm>
          </p:contentPart>
        </mc:Choice>
        <mc:Fallback xmlns="">
          <p:sp>
            <p:nvSpPr>
              <p:cNvPr id="1049244" name=""/>
              <p:cNvSpPr/>
              <p:nvPr/>
            </p:nvSpPr>
            <p:spPr>
              <a:xfrm>
                <a:off x="7047882" y="3479445"/>
                <a:ext cx="214328" cy="115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245" name="Ink 1049244"/>
              <p14:cNvContentPartPr/>
              <p14:nvPr/>
            </p14:nvContentPartPr>
            <p14:xfrm>
              <a:off x="7023535" y="3508484"/>
              <a:ext cx="88769" cy="123603"/>
            </p14:xfrm>
          </p:contentPart>
        </mc:Choice>
        <mc:Fallback xmlns="">
          <p:sp>
            <p:nvSpPr>
              <p:cNvPr id="1049245" name=""/>
              <p:cNvSpPr/>
              <p:nvPr/>
            </p:nvSpPr>
            <p:spPr>
              <a:xfrm>
                <a:off x="7023535" y="3508484"/>
                <a:ext cx="88769" cy="123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246" name="Ink 1049245"/>
              <p14:cNvContentPartPr/>
              <p14:nvPr/>
            </p14:nvContentPartPr>
            <p14:xfrm>
              <a:off x="8370734" y="3537524"/>
              <a:ext cx="12081" cy="349471"/>
            </p14:xfrm>
          </p:contentPart>
        </mc:Choice>
        <mc:Fallback xmlns="">
          <p:sp>
            <p:nvSpPr>
              <p:cNvPr id="1049246" name=""/>
              <p:cNvSpPr/>
              <p:nvPr/>
            </p:nvSpPr>
            <p:spPr>
              <a:xfrm>
                <a:off x="8370734" y="3537524"/>
                <a:ext cx="12081" cy="349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247" name="Ink 1049246"/>
              <p14:cNvContentPartPr/>
              <p14:nvPr/>
            </p14:nvContentPartPr>
            <p14:xfrm>
              <a:off x="8342053" y="3530574"/>
              <a:ext cx="164584" cy="130056"/>
            </p14:xfrm>
          </p:contentPart>
        </mc:Choice>
        <mc:Fallback xmlns="">
          <p:sp>
            <p:nvSpPr>
              <p:cNvPr id="1049247" name=""/>
              <p:cNvSpPr/>
              <p:nvPr/>
            </p:nvSpPr>
            <p:spPr>
              <a:xfrm>
                <a:off x="8342053" y="3530574"/>
                <a:ext cx="164584" cy="130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248" name="Ink 1049247"/>
              <p14:cNvContentPartPr/>
              <p14:nvPr/>
            </p14:nvContentPartPr>
            <p14:xfrm>
              <a:off x="8283956" y="3544721"/>
              <a:ext cx="58096" cy="107766"/>
            </p14:xfrm>
          </p:contentPart>
        </mc:Choice>
        <mc:Fallback xmlns="">
          <p:sp>
            <p:nvSpPr>
              <p:cNvPr id="1049248" name=""/>
              <p:cNvSpPr/>
              <p:nvPr/>
            </p:nvSpPr>
            <p:spPr>
              <a:xfrm>
                <a:off x="8283956" y="3544721"/>
                <a:ext cx="58096" cy="107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249" name="Ink 1049248"/>
              <p14:cNvContentPartPr/>
              <p14:nvPr/>
            </p14:nvContentPartPr>
            <p14:xfrm>
              <a:off x="8356614" y="3818499"/>
              <a:ext cx="313773" cy="472310"/>
            </p14:xfrm>
          </p:contentPart>
        </mc:Choice>
        <mc:Fallback xmlns="">
          <p:sp>
            <p:nvSpPr>
              <p:cNvPr id="1049249" name=""/>
              <p:cNvSpPr/>
              <p:nvPr/>
            </p:nvSpPr>
            <p:spPr>
              <a:xfrm>
                <a:off x="8356614" y="3818499"/>
                <a:ext cx="313773" cy="472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250" name="Ink 1049249"/>
              <p14:cNvContentPartPr/>
              <p14:nvPr/>
            </p14:nvContentPartPr>
            <p14:xfrm>
              <a:off x="8737506" y="3983330"/>
              <a:ext cx="334343" cy="123459"/>
            </p14:xfrm>
          </p:contentPart>
        </mc:Choice>
        <mc:Fallback xmlns="">
          <p:sp>
            <p:nvSpPr>
              <p:cNvPr id="1049250" name=""/>
              <p:cNvSpPr/>
              <p:nvPr/>
            </p:nvSpPr>
            <p:spPr>
              <a:xfrm>
                <a:off x="8737506" y="3983330"/>
                <a:ext cx="334343" cy="123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251" name="Ink 1049250"/>
              <p14:cNvContentPartPr/>
              <p14:nvPr/>
            </p14:nvContentPartPr>
            <p14:xfrm>
              <a:off x="9253823" y="3994212"/>
              <a:ext cx="140457" cy="100862"/>
            </p14:xfrm>
          </p:contentPart>
        </mc:Choice>
        <mc:Fallback xmlns="">
          <p:sp>
            <p:nvSpPr>
              <p:cNvPr id="1049251" name=""/>
              <p:cNvSpPr/>
              <p:nvPr/>
            </p:nvSpPr>
            <p:spPr>
              <a:xfrm>
                <a:off x="9253823" y="3994212"/>
                <a:ext cx="140457" cy="1008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252" name="Ink 1049251"/>
              <p14:cNvContentPartPr/>
              <p14:nvPr/>
            </p14:nvContentPartPr>
            <p14:xfrm>
              <a:off x="9171593" y="3819975"/>
              <a:ext cx="86043" cy="14395"/>
            </p14:xfrm>
          </p:contentPart>
        </mc:Choice>
        <mc:Fallback xmlns="">
          <p:sp>
            <p:nvSpPr>
              <p:cNvPr id="1049252" name=""/>
              <p:cNvSpPr/>
              <p:nvPr/>
            </p:nvSpPr>
            <p:spPr>
              <a:xfrm>
                <a:off x="9171593" y="3819975"/>
                <a:ext cx="86043" cy="14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253" name="Ink 1049252"/>
              <p14:cNvContentPartPr/>
              <p14:nvPr/>
            </p14:nvContentPartPr>
            <p14:xfrm>
              <a:off x="9519392" y="3769343"/>
              <a:ext cx="14511" cy="336269"/>
            </p14:xfrm>
          </p:contentPart>
        </mc:Choice>
        <mc:Fallback xmlns="">
          <p:sp>
            <p:nvSpPr>
              <p:cNvPr id="1049253" name=""/>
              <p:cNvSpPr/>
              <p:nvPr/>
            </p:nvSpPr>
            <p:spPr>
              <a:xfrm>
                <a:off x="9519392" y="3769343"/>
                <a:ext cx="14511" cy="336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254" name="Ink 1049253"/>
              <p14:cNvContentPartPr/>
              <p14:nvPr/>
            </p14:nvContentPartPr>
            <p14:xfrm>
              <a:off x="9572652" y="3754699"/>
              <a:ext cx="71073" cy="155649"/>
            </p14:xfrm>
          </p:contentPart>
        </mc:Choice>
        <mc:Fallback xmlns="">
          <p:sp>
            <p:nvSpPr>
              <p:cNvPr id="1049254" name=""/>
              <p:cNvSpPr/>
              <p:nvPr/>
            </p:nvSpPr>
            <p:spPr>
              <a:xfrm>
                <a:off x="9572652" y="3754699"/>
                <a:ext cx="71073" cy="155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255" name="Ink 1049254"/>
              <p14:cNvContentPartPr/>
              <p14:nvPr/>
            </p14:nvContentPartPr>
            <p14:xfrm>
              <a:off x="9687766" y="3904235"/>
              <a:ext cx="279605" cy="180716"/>
            </p14:xfrm>
          </p:contentPart>
        </mc:Choice>
        <mc:Fallback xmlns="">
          <p:sp>
            <p:nvSpPr>
              <p:cNvPr id="1049255" name=""/>
              <p:cNvSpPr/>
              <p:nvPr/>
            </p:nvSpPr>
            <p:spPr>
              <a:xfrm>
                <a:off x="9687766" y="3904235"/>
                <a:ext cx="279605" cy="1807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256" name="Ink 1049255"/>
              <p14:cNvContentPartPr/>
              <p14:nvPr/>
            </p14:nvContentPartPr>
            <p14:xfrm>
              <a:off x="9933729" y="3769343"/>
              <a:ext cx="10483" cy="32674"/>
            </p14:xfrm>
          </p:contentPart>
        </mc:Choice>
        <mc:Fallback xmlns="">
          <p:sp>
            <p:nvSpPr>
              <p:cNvPr id="1049256" name=""/>
              <p:cNvSpPr/>
              <p:nvPr/>
            </p:nvSpPr>
            <p:spPr>
              <a:xfrm>
                <a:off x="9933729" y="3769343"/>
                <a:ext cx="10483" cy="32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257" name="Ink 1049256"/>
              <p14:cNvContentPartPr/>
              <p14:nvPr/>
            </p14:nvContentPartPr>
            <p14:xfrm>
              <a:off x="10017171" y="3895323"/>
              <a:ext cx="130141" cy="314004"/>
            </p14:xfrm>
          </p:contentPart>
        </mc:Choice>
        <mc:Fallback xmlns="">
          <p:sp>
            <p:nvSpPr>
              <p:cNvPr id="1049257" name=""/>
              <p:cNvSpPr/>
              <p:nvPr/>
            </p:nvSpPr>
            <p:spPr>
              <a:xfrm>
                <a:off x="10017171" y="3895323"/>
                <a:ext cx="130141" cy="314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258" name="Ink 1049257"/>
              <p14:cNvContentPartPr/>
              <p14:nvPr/>
            </p14:nvContentPartPr>
            <p14:xfrm>
              <a:off x="10204988" y="3906846"/>
              <a:ext cx="14633" cy="120840"/>
            </p14:xfrm>
          </p:contentPart>
        </mc:Choice>
        <mc:Fallback xmlns="">
          <p:sp>
            <p:nvSpPr>
              <p:cNvPr id="1049258" name=""/>
              <p:cNvSpPr/>
              <p:nvPr/>
            </p:nvSpPr>
            <p:spPr>
              <a:xfrm>
                <a:off x="10204988" y="3906846"/>
                <a:ext cx="14633" cy="120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259" name="Ink 1049258"/>
              <p14:cNvContentPartPr/>
              <p14:nvPr/>
            </p14:nvContentPartPr>
            <p14:xfrm>
              <a:off x="10187338" y="3813026"/>
              <a:ext cx="14120" cy="35989"/>
            </p14:xfrm>
          </p:contentPart>
        </mc:Choice>
        <mc:Fallback xmlns="">
          <p:sp>
            <p:nvSpPr>
              <p:cNvPr id="1049259" name=""/>
              <p:cNvSpPr/>
              <p:nvPr/>
            </p:nvSpPr>
            <p:spPr>
              <a:xfrm>
                <a:off x="10187338" y="3813026"/>
                <a:ext cx="14120" cy="3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260" name="Ink 1049259"/>
              <p14:cNvContentPartPr/>
              <p14:nvPr/>
            </p14:nvContentPartPr>
            <p14:xfrm>
              <a:off x="10311752" y="3890726"/>
              <a:ext cx="275995" cy="171761"/>
            </p14:xfrm>
          </p:contentPart>
        </mc:Choice>
        <mc:Fallback xmlns="">
          <p:sp>
            <p:nvSpPr>
              <p:cNvPr id="1049260" name=""/>
              <p:cNvSpPr/>
              <p:nvPr/>
            </p:nvSpPr>
            <p:spPr>
              <a:xfrm>
                <a:off x="10311752" y="3890726"/>
                <a:ext cx="275995" cy="171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261" name="Ink 1049260"/>
              <p14:cNvContentPartPr/>
              <p14:nvPr/>
            </p14:nvContentPartPr>
            <p14:xfrm>
              <a:off x="8992889" y="4192416"/>
              <a:ext cx="1452136" cy="84247"/>
            </p14:xfrm>
          </p:contentPart>
        </mc:Choice>
        <mc:Fallback xmlns="">
          <p:sp>
            <p:nvSpPr>
              <p:cNvPr id="1049261" name=""/>
              <p:cNvSpPr/>
              <p:nvPr/>
            </p:nvSpPr>
            <p:spPr>
              <a:xfrm>
                <a:off x="8992889" y="4192416"/>
                <a:ext cx="1452136" cy="84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262" name="Ink 1049261"/>
              <p14:cNvContentPartPr/>
              <p14:nvPr/>
            </p14:nvContentPartPr>
            <p14:xfrm>
              <a:off x="10138052" y="1632340"/>
              <a:ext cx="54566" cy="1776235"/>
            </p14:xfrm>
          </p:contentPart>
        </mc:Choice>
        <mc:Fallback xmlns="">
          <p:sp>
            <p:nvSpPr>
              <p:cNvPr id="1049262" name=""/>
              <p:cNvSpPr/>
              <p:nvPr/>
            </p:nvSpPr>
            <p:spPr>
              <a:xfrm>
                <a:off x="10138052" y="1632340"/>
                <a:ext cx="54566" cy="1776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263" name="Ink 1049262"/>
              <p14:cNvContentPartPr/>
              <p14:nvPr/>
            </p14:nvContentPartPr>
            <p14:xfrm>
              <a:off x="9264696" y="2588158"/>
              <a:ext cx="1868003" cy="66439"/>
            </p14:xfrm>
          </p:contentPart>
        </mc:Choice>
        <mc:Fallback xmlns="">
          <p:sp>
            <p:nvSpPr>
              <p:cNvPr id="1049263" name=""/>
              <p:cNvSpPr/>
              <p:nvPr/>
            </p:nvSpPr>
            <p:spPr>
              <a:xfrm>
                <a:off x="9264696" y="2588158"/>
                <a:ext cx="1868003" cy="664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264" name="Ink 1049263"/>
              <p14:cNvContentPartPr/>
              <p14:nvPr/>
            </p14:nvContentPartPr>
            <p14:xfrm>
              <a:off x="10115856" y="1960337"/>
              <a:ext cx="947023" cy="650159"/>
            </p14:xfrm>
          </p:contentPart>
        </mc:Choice>
        <mc:Fallback xmlns="">
          <p:sp>
            <p:nvSpPr>
              <p:cNvPr id="1049264" name=""/>
              <p:cNvSpPr/>
              <p:nvPr/>
            </p:nvSpPr>
            <p:spPr>
              <a:xfrm>
                <a:off x="10115856" y="1960337"/>
                <a:ext cx="947023" cy="650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265" name="Ink 1049264"/>
              <p14:cNvContentPartPr/>
              <p14:nvPr/>
            </p14:nvContentPartPr>
            <p14:xfrm>
              <a:off x="10916715" y="1938178"/>
              <a:ext cx="181658" cy="229579"/>
            </p14:xfrm>
          </p:contentPart>
        </mc:Choice>
        <mc:Fallback xmlns="">
          <p:sp>
            <p:nvSpPr>
              <p:cNvPr id="1049265" name=""/>
              <p:cNvSpPr/>
              <p:nvPr/>
            </p:nvSpPr>
            <p:spPr>
              <a:xfrm>
                <a:off x="10916715" y="1938178"/>
                <a:ext cx="181658" cy="229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266" name="Ink 1049265"/>
              <p14:cNvContentPartPr/>
              <p14:nvPr/>
            </p14:nvContentPartPr>
            <p14:xfrm>
              <a:off x="10529951" y="2002700"/>
              <a:ext cx="106654" cy="207345"/>
            </p14:xfrm>
          </p:contentPart>
        </mc:Choice>
        <mc:Fallback xmlns="">
          <p:sp>
            <p:nvSpPr>
              <p:cNvPr id="1049266" name=""/>
              <p:cNvSpPr/>
              <p:nvPr/>
            </p:nvSpPr>
            <p:spPr>
              <a:xfrm>
                <a:off x="10529951" y="2002700"/>
                <a:ext cx="106654" cy="207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267" name="Ink 1049266"/>
              <p14:cNvContentPartPr/>
              <p14:nvPr/>
            </p14:nvContentPartPr>
            <p14:xfrm>
              <a:off x="10480766" y="2059988"/>
              <a:ext cx="211407" cy="78205"/>
            </p14:xfrm>
          </p:contentPart>
        </mc:Choice>
        <mc:Fallback xmlns="">
          <p:sp>
            <p:nvSpPr>
              <p:cNvPr id="1049267" name=""/>
              <p:cNvSpPr/>
              <p:nvPr/>
            </p:nvSpPr>
            <p:spPr>
              <a:xfrm>
                <a:off x="10480766" y="2059988"/>
                <a:ext cx="211407" cy="78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268" name="Ink 1049267"/>
              <p14:cNvContentPartPr/>
              <p14:nvPr/>
            </p14:nvContentPartPr>
            <p14:xfrm>
              <a:off x="10561991" y="2016305"/>
              <a:ext cx="68798" cy="143476"/>
            </p14:xfrm>
          </p:contentPart>
        </mc:Choice>
        <mc:Fallback xmlns="">
          <p:sp>
            <p:nvSpPr>
              <p:cNvPr id="1049268" name=""/>
              <p:cNvSpPr/>
              <p:nvPr/>
            </p:nvSpPr>
            <p:spPr>
              <a:xfrm>
                <a:off x="10561991" y="2016305"/>
                <a:ext cx="68798" cy="143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269" name="Ink 1049268"/>
              <p14:cNvContentPartPr/>
              <p14:nvPr/>
            </p14:nvContentPartPr>
            <p14:xfrm>
              <a:off x="11109729" y="2139661"/>
              <a:ext cx="251" cy="74111"/>
            </p14:xfrm>
          </p:contentPart>
        </mc:Choice>
        <mc:Fallback xmlns="">
          <p:sp>
            <p:nvSpPr>
              <p:cNvPr id="1049269" name=""/>
              <p:cNvSpPr/>
              <p:nvPr/>
            </p:nvSpPr>
            <p:spPr>
              <a:xfrm>
                <a:off x="11109729" y="2139661"/>
                <a:ext cx="251" cy="741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270" name="Ink 1049269"/>
              <p14:cNvContentPartPr/>
              <p14:nvPr/>
            </p14:nvContentPartPr>
            <p14:xfrm>
              <a:off x="11052619" y="2371231"/>
              <a:ext cx="3027" cy="123408"/>
            </p14:xfrm>
          </p:contentPart>
        </mc:Choice>
        <mc:Fallback xmlns="">
          <p:sp>
            <p:nvSpPr>
              <p:cNvPr id="1049270" name=""/>
              <p:cNvSpPr/>
              <p:nvPr/>
            </p:nvSpPr>
            <p:spPr>
              <a:xfrm>
                <a:off x="11052619" y="2371231"/>
                <a:ext cx="3027" cy="123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271" name="Ink 1049270"/>
              <p14:cNvContentPartPr/>
              <p14:nvPr/>
            </p14:nvContentPartPr>
            <p14:xfrm>
              <a:off x="11031439" y="2574011"/>
              <a:ext cx="7156" cy="69711"/>
            </p14:xfrm>
          </p:contentPart>
        </mc:Choice>
        <mc:Fallback xmlns="">
          <p:sp>
            <p:nvSpPr>
              <p:cNvPr id="1049271" name=""/>
              <p:cNvSpPr/>
              <p:nvPr/>
            </p:nvSpPr>
            <p:spPr>
              <a:xfrm>
                <a:off x="11031439" y="2574011"/>
                <a:ext cx="7156" cy="69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272" name="Ink 1049271"/>
              <p14:cNvContentPartPr/>
              <p14:nvPr/>
            </p14:nvContentPartPr>
            <p14:xfrm>
              <a:off x="11045559" y="2675524"/>
              <a:ext cx="521992" cy="21593"/>
            </p14:xfrm>
          </p:contentPart>
        </mc:Choice>
        <mc:Fallback xmlns="">
          <p:sp>
            <p:nvSpPr>
              <p:cNvPr id="1049272" name=""/>
              <p:cNvSpPr/>
              <p:nvPr/>
            </p:nvSpPr>
            <p:spPr>
              <a:xfrm>
                <a:off x="11045559" y="2675524"/>
                <a:ext cx="521992" cy="21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273" name="Ink 1049272"/>
              <p14:cNvContentPartPr/>
              <p14:nvPr/>
            </p14:nvContentPartPr>
            <p14:xfrm>
              <a:off x="10284551" y="2740553"/>
              <a:ext cx="74431" cy="227657"/>
            </p14:xfrm>
          </p:contentPart>
        </mc:Choice>
        <mc:Fallback xmlns="">
          <p:sp>
            <p:nvSpPr>
              <p:cNvPr id="1049273" name=""/>
              <p:cNvSpPr/>
              <p:nvPr/>
            </p:nvSpPr>
            <p:spPr>
              <a:xfrm>
                <a:off x="10284551" y="2740553"/>
                <a:ext cx="74431" cy="227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274" name="Ink 1049273"/>
              <p14:cNvContentPartPr/>
              <p14:nvPr/>
            </p14:nvContentPartPr>
            <p14:xfrm>
              <a:off x="10323241" y="2726406"/>
              <a:ext cx="82531" cy="253487"/>
            </p14:xfrm>
          </p:contentPart>
        </mc:Choice>
        <mc:Fallback xmlns="">
          <p:sp>
            <p:nvSpPr>
              <p:cNvPr id="1049274" name=""/>
              <p:cNvSpPr/>
              <p:nvPr/>
            </p:nvSpPr>
            <p:spPr>
              <a:xfrm>
                <a:off x="10323241" y="2726406"/>
                <a:ext cx="82531" cy="2534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275" name="Ink 1049274"/>
              <p14:cNvContentPartPr/>
              <p14:nvPr/>
            </p14:nvContentPartPr>
            <p14:xfrm>
              <a:off x="10309122" y="2871435"/>
              <a:ext cx="144965" cy="14067"/>
            </p14:xfrm>
          </p:contentPart>
        </mc:Choice>
        <mc:Fallback xmlns="">
          <p:sp>
            <p:nvSpPr>
              <p:cNvPr id="1049275" name=""/>
              <p:cNvSpPr/>
              <p:nvPr/>
            </p:nvSpPr>
            <p:spPr>
              <a:xfrm>
                <a:off x="10309122" y="2871435"/>
                <a:ext cx="144965" cy="14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276" name="Ink 1049275"/>
              <p14:cNvContentPartPr/>
              <p14:nvPr/>
            </p14:nvContentPartPr>
            <p14:xfrm>
              <a:off x="10468841" y="2835117"/>
              <a:ext cx="268230" cy="168207"/>
            </p14:xfrm>
          </p:contentPart>
        </mc:Choice>
        <mc:Fallback xmlns="">
          <p:sp>
            <p:nvSpPr>
              <p:cNvPr id="1049276" name=""/>
              <p:cNvSpPr/>
              <p:nvPr/>
            </p:nvSpPr>
            <p:spPr>
              <a:xfrm>
                <a:off x="10468841" y="2835117"/>
                <a:ext cx="268230" cy="168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277" name="Ink 1049276"/>
              <p14:cNvContentPartPr/>
              <p14:nvPr/>
            </p14:nvContentPartPr>
            <p14:xfrm>
              <a:off x="10752723" y="2828196"/>
              <a:ext cx="141031" cy="134023"/>
            </p14:xfrm>
          </p:contentPart>
        </mc:Choice>
        <mc:Fallback xmlns="">
          <p:sp>
            <p:nvSpPr>
              <p:cNvPr id="1049277" name=""/>
              <p:cNvSpPr/>
              <p:nvPr/>
            </p:nvSpPr>
            <p:spPr>
              <a:xfrm>
                <a:off x="10752723" y="2828196"/>
                <a:ext cx="141031" cy="134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278" name="Ink 1049277"/>
              <p14:cNvContentPartPr/>
              <p14:nvPr/>
            </p14:nvContentPartPr>
            <p14:xfrm>
              <a:off x="10888034" y="2947412"/>
              <a:ext cx="56921" cy="69770"/>
            </p14:xfrm>
          </p:contentPart>
        </mc:Choice>
        <mc:Fallback xmlns="">
          <p:sp>
            <p:nvSpPr>
              <p:cNvPr id="1049278" name=""/>
              <p:cNvSpPr/>
              <p:nvPr/>
            </p:nvSpPr>
            <p:spPr>
              <a:xfrm>
                <a:off x="10888034" y="2947412"/>
                <a:ext cx="56921" cy="69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279" name="Ink 1049278"/>
              <p14:cNvContentPartPr/>
              <p14:nvPr/>
            </p14:nvContentPartPr>
            <p14:xfrm>
              <a:off x="10994416" y="2791434"/>
              <a:ext cx="29522" cy="243800"/>
            </p14:xfrm>
          </p:contentPart>
        </mc:Choice>
        <mc:Fallback xmlns="">
          <p:sp>
            <p:nvSpPr>
              <p:cNvPr id="1049279" name=""/>
              <p:cNvSpPr/>
              <p:nvPr/>
            </p:nvSpPr>
            <p:spPr>
              <a:xfrm>
                <a:off x="10994416" y="2791434"/>
                <a:ext cx="29522" cy="243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280" name="Ink 1049279"/>
              <p14:cNvContentPartPr/>
              <p14:nvPr/>
            </p14:nvContentPartPr>
            <p14:xfrm>
              <a:off x="10974077" y="2914790"/>
              <a:ext cx="162219" cy="8039"/>
            </p14:xfrm>
          </p:contentPart>
        </mc:Choice>
        <mc:Fallback xmlns="">
          <p:sp>
            <p:nvSpPr>
              <p:cNvPr id="1049280" name=""/>
              <p:cNvSpPr/>
              <p:nvPr/>
            </p:nvSpPr>
            <p:spPr>
              <a:xfrm>
                <a:off x="10974077" y="2914790"/>
                <a:ext cx="162219" cy="8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281" name="Ink 1049280"/>
              <p14:cNvContentPartPr/>
              <p14:nvPr/>
            </p14:nvContentPartPr>
            <p14:xfrm>
              <a:off x="10144537" y="1889723"/>
              <a:ext cx="35741" cy="10672"/>
            </p14:xfrm>
          </p:contentPart>
        </mc:Choice>
        <mc:Fallback xmlns="">
          <p:sp>
            <p:nvSpPr>
              <p:cNvPr id="1049281" name=""/>
              <p:cNvSpPr/>
              <p:nvPr/>
            </p:nvSpPr>
            <p:spPr>
              <a:xfrm>
                <a:off x="10144537" y="1889723"/>
                <a:ext cx="35741" cy="10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282" name="Ink 1049281"/>
              <p14:cNvContentPartPr/>
              <p14:nvPr/>
            </p14:nvContentPartPr>
            <p14:xfrm>
              <a:off x="9563311" y="1755447"/>
              <a:ext cx="30553" cy="256563"/>
            </p14:xfrm>
          </p:contentPart>
        </mc:Choice>
        <mc:Fallback xmlns="">
          <p:sp>
            <p:nvSpPr>
              <p:cNvPr id="1049282" name=""/>
              <p:cNvSpPr/>
              <p:nvPr/>
            </p:nvSpPr>
            <p:spPr>
              <a:xfrm>
                <a:off x="9563311" y="1755447"/>
                <a:ext cx="30553" cy="256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283" name="Ink 1049282"/>
              <p14:cNvContentPartPr/>
              <p14:nvPr/>
            </p14:nvContentPartPr>
            <p14:xfrm>
              <a:off x="9565183" y="1729874"/>
              <a:ext cx="119023" cy="315525"/>
            </p14:xfrm>
          </p:contentPart>
        </mc:Choice>
        <mc:Fallback xmlns="">
          <p:sp>
            <p:nvSpPr>
              <p:cNvPr id="1049283" name=""/>
              <p:cNvSpPr/>
              <p:nvPr/>
            </p:nvSpPr>
            <p:spPr>
              <a:xfrm>
                <a:off x="9565183" y="1729874"/>
                <a:ext cx="119023" cy="315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284" name="Ink 1049283"/>
              <p14:cNvContentPartPr/>
              <p14:nvPr/>
            </p14:nvContentPartPr>
            <p14:xfrm>
              <a:off x="9714236" y="1798882"/>
              <a:ext cx="115694" cy="231361"/>
            </p14:xfrm>
          </p:contentPart>
        </mc:Choice>
        <mc:Fallback xmlns="">
          <p:sp>
            <p:nvSpPr>
              <p:cNvPr id="1049284" name=""/>
              <p:cNvSpPr/>
              <p:nvPr/>
            </p:nvSpPr>
            <p:spPr>
              <a:xfrm>
                <a:off x="9714236" y="1798882"/>
                <a:ext cx="115694" cy="231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285" name="Ink 1049284"/>
              <p14:cNvContentPartPr/>
              <p14:nvPr/>
            </p14:nvContentPartPr>
            <p14:xfrm>
              <a:off x="9794757" y="1850011"/>
              <a:ext cx="49293" cy="194985"/>
            </p14:xfrm>
          </p:contentPart>
        </mc:Choice>
        <mc:Fallback xmlns="">
          <p:sp>
            <p:nvSpPr>
              <p:cNvPr id="1049285" name=""/>
              <p:cNvSpPr/>
              <p:nvPr/>
            </p:nvSpPr>
            <p:spPr>
              <a:xfrm>
                <a:off x="9794757" y="1850011"/>
                <a:ext cx="49293" cy="194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286" name="Ink 1049285"/>
              <p14:cNvContentPartPr/>
              <p14:nvPr/>
            </p14:nvContentPartPr>
            <p14:xfrm>
              <a:off x="9874704" y="1770339"/>
              <a:ext cx="5086" cy="31192"/>
            </p14:xfrm>
          </p:contentPart>
        </mc:Choice>
        <mc:Fallback xmlns="">
          <p:sp>
            <p:nvSpPr>
              <p:cNvPr id="1049286" name=""/>
              <p:cNvSpPr/>
              <p:nvPr/>
            </p:nvSpPr>
            <p:spPr>
              <a:xfrm>
                <a:off x="9874704" y="1770339"/>
                <a:ext cx="5086" cy="31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287" name="Ink 1049286"/>
              <p14:cNvContentPartPr/>
              <p14:nvPr/>
            </p14:nvContentPartPr>
            <p14:xfrm>
              <a:off x="9871915" y="1873960"/>
              <a:ext cx="84845" cy="117066"/>
            </p14:xfrm>
          </p:contentPart>
        </mc:Choice>
        <mc:Fallback xmlns="">
          <p:sp>
            <p:nvSpPr>
              <p:cNvPr id="1049287" name=""/>
              <p:cNvSpPr/>
              <p:nvPr/>
            </p:nvSpPr>
            <p:spPr>
              <a:xfrm>
                <a:off x="9871915" y="1873960"/>
                <a:ext cx="84845" cy="117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288" name="Ink 1049287"/>
              <p14:cNvContentPartPr/>
              <p14:nvPr/>
            </p14:nvContentPartPr>
            <p14:xfrm>
              <a:off x="9988172" y="1878554"/>
              <a:ext cx="107290" cy="84725"/>
            </p14:xfrm>
          </p:contentPart>
        </mc:Choice>
        <mc:Fallback xmlns="">
          <p:sp>
            <p:nvSpPr>
              <p:cNvPr id="1049288" name=""/>
              <p:cNvSpPr/>
              <p:nvPr/>
            </p:nvSpPr>
            <p:spPr>
              <a:xfrm>
                <a:off x="9988172" y="1878554"/>
                <a:ext cx="107290" cy="84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289" name="Ink 1049288"/>
              <p14:cNvContentPartPr/>
              <p14:nvPr/>
            </p14:nvContentPartPr>
            <p14:xfrm>
              <a:off x="10047905" y="1962446"/>
              <a:ext cx="45940" cy="48341"/>
            </p14:xfrm>
          </p:contentPart>
        </mc:Choice>
        <mc:Fallback xmlns="">
          <p:sp>
            <p:nvSpPr>
              <p:cNvPr id="1049289" name=""/>
              <p:cNvSpPr/>
              <p:nvPr/>
            </p:nvSpPr>
            <p:spPr>
              <a:xfrm>
                <a:off x="10047905" y="1962446"/>
                <a:ext cx="45940" cy="48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290" name="Ink 1049289"/>
              <p14:cNvContentPartPr/>
              <p14:nvPr/>
            </p14:nvContentPartPr>
            <p14:xfrm>
              <a:off x="10113862" y="1784486"/>
              <a:ext cx="24169" cy="208223"/>
            </p14:xfrm>
          </p:contentPart>
        </mc:Choice>
        <mc:Fallback xmlns="">
          <p:sp>
            <p:nvSpPr>
              <p:cNvPr id="1049290" name=""/>
              <p:cNvSpPr/>
              <p:nvPr/>
            </p:nvSpPr>
            <p:spPr>
              <a:xfrm>
                <a:off x="10113862" y="1784486"/>
                <a:ext cx="24169" cy="208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291" name="Ink 1049290"/>
              <p14:cNvContentPartPr/>
              <p14:nvPr/>
            </p14:nvContentPartPr>
            <p14:xfrm>
              <a:off x="10087175" y="1870902"/>
              <a:ext cx="125901" cy="22544"/>
            </p14:xfrm>
          </p:contentPart>
        </mc:Choice>
        <mc:Fallback xmlns="">
          <p:sp>
            <p:nvSpPr>
              <p:cNvPr id="1049291" name=""/>
              <p:cNvSpPr/>
              <p:nvPr/>
            </p:nvSpPr>
            <p:spPr>
              <a:xfrm>
                <a:off x="10087175" y="1870902"/>
                <a:ext cx="125901" cy="22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292" name="Ink 1049291"/>
              <p14:cNvContentPartPr/>
              <p14:nvPr/>
            </p14:nvContentPartPr>
            <p14:xfrm>
              <a:off x="10015694" y="1929435"/>
              <a:ext cx="71481" cy="43683"/>
            </p14:xfrm>
          </p:contentPart>
        </mc:Choice>
        <mc:Fallback xmlns="">
          <p:sp>
            <p:nvSpPr>
              <p:cNvPr id="1049292" name=""/>
              <p:cNvSpPr/>
              <p:nvPr/>
            </p:nvSpPr>
            <p:spPr>
              <a:xfrm>
                <a:off x="10015694" y="1929435"/>
                <a:ext cx="71481" cy="436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293" name="Ink 1049292"/>
              <p14:cNvContentPartPr/>
              <p14:nvPr/>
            </p14:nvContentPartPr>
            <p14:xfrm>
              <a:off x="10551309" y="2356280"/>
              <a:ext cx="108158" cy="254216"/>
            </p14:xfrm>
          </p:contentPart>
        </mc:Choice>
        <mc:Fallback xmlns="">
          <p:sp>
            <p:nvSpPr>
              <p:cNvPr id="1049293" name=""/>
              <p:cNvSpPr/>
              <p:nvPr/>
            </p:nvSpPr>
            <p:spPr>
              <a:xfrm>
                <a:off x="10551309" y="2356280"/>
                <a:ext cx="108158" cy="254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294" name="Ink 1049293"/>
              <p14:cNvContentPartPr/>
              <p14:nvPr/>
            </p14:nvContentPartPr>
            <p14:xfrm>
              <a:off x="10488346" y="2357084"/>
              <a:ext cx="63901" cy="109200"/>
            </p14:xfrm>
          </p:contentPart>
        </mc:Choice>
        <mc:Fallback xmlns="">
          <p:sp>
            <p:nvSpPr>
              <p:cNvPr id="1049294" name=""/>
              <p:cNvSpPr/>
              <p:nvPr/>
            </p:nvSpPr>
            <p:spPr>
              <a:xfrm>
                <a:off x="10488346" y="2357084"/>
                <a:ext cx="63901" cy="1092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295" name="Ink 1049294"/>
              <p14:cNvContentPartPr/>
              <p14:nvPr/>
            </p14:nvContentPartPr>
            <p14:xfrm>
              <a:off x="10695211" y="2373155"/>
              <a:ext cx="184480" cy="121421"/>
            </p14:xfrm>
          </p:contentPart>
        </mc:Choice>
        <mc:Fallback xmlns="">
          <p:sp>
            <p:nvSpPr>
              <p:cNvPr id="1049295" name=""/>
              <p:cNvSpPr/>
              <p:nvPr/>
            </p:nvSpPr>
            <p:spPr>
              <a:xfrm>
                <a:off x="10695211" y="2373155"/>
                <a:ext cx="184480" cy="121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296" name="Ink 1049295"/>
              <p14:cNvContentPartPr/>
              <p14:nvPr/>
            </p14:nvContentPartPr>
            <p14:xfrm>
              <a:off x="10902596" y="2487141"/>
              <a:ext cx="76739" cy="46674"/>
            </p14:xfrm>
          </p:contentPart>
        </mc:Choice>
        <mc:Fallback xmlns="">
          <p:sp>
            <p:nvSpPr>
              <p:cNvPr id="1049296" name=""/>
              <p:cNvSpPr/>
              <p:nvPr/>
            </p:nvSpPr>
            <p:spPr>
              <a:xfrm>
                <a:off x="10902596" y="2487141"/>
                <a:ext cx="76739" cy="46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297" name="Ink 1049296"/>
              <p14:cNvContentPartPr/>
              <p14:nvPr/>
            </p14:nvContentPartPr>
            <p14:xfrm>
              <a:off x="10978954" y="2284361"/>
              <a:ext cx="22260" cy="228892"/>
            </p14:xfrm>
          </p:contentPart>
        </mc:Choice>
        <mc:Fallback xmlns="">
          <p:sp>
            <p:nvSpPr>
              <p:cNvPr id="1049297" name=""/>
              <p:cNvSpPr/>
              <p:nvPr/>
            </p:nvSpPr>
            <p:spPr>
              <a:xfrm>
                <a:off x="10978954" y="2284361"/>
                <a:ext cx="22260" cy="228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298" name="Ink 1049297"/>
              <p14:cNvContentPartPr/>
              <p14:nvPr/>
            </p14:nvContentPartPr>
            <p14:xfrm>
              <a:off x="10945396" y="2400279"/>
              <a:ext cx="118053" cy="7189"/>
            </p14:xfrm>
          </p:contentPart>
        </mc:Choice>
        <mc:Fallback xmlns="">
          <p:sp>
            <p:nvSpPr>
              <p:cNvPr id="1049298" name=""/>
              <p:cNvSpPr/>
              <p:nvPr/>
            </p:nvSpPr>
            <p:spPr>
              <a:xfrm>
                <a:off x="10945396" y="2400279"/>
                <a:ext cx="118053" cy="7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299" name="Ink 1049298"/>
              <p14:cNvContentPartPr/>
              <p14:nvPr/>
            </p14:nvContentPartPr>
            <p14:xfrm>
              <a:off x="11145721" y="2386674"/>
              <a:ext cx="163529" cy="14996"/>
            </p14:xfrm>
          </p:contentPart>
        </mc:Choice>
        <mc:Fallback xmlns="">
          <p:sp>
            <p:nvSpPr>
              <p:cNvPr id="1049299" name=""/>
              <p:cNvSpPr/>
              <p:nvPr/>
            </p:nvSpPr>
            <p:spPr>
              <a:xfrm>
                <a:off x="11145721" y="2386674"/>
                <a:ext cx="163529" cy="149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300" name="Ink 1049299"/>
              <p14:cNvContentPartPr/>
              <p14:nvPr/>
            </p14:nvContentPartPr>
            <p14:xfrm>
              <a:off x="11201321" y="2342192"/>
              <a:ext cx="5701" cy="134405"/>
            </p14:xfrm>
          </p:contentPart>
        </mc:Choice>
        <mc:Fallback xmlns="">
          <p:sp>
            <p:nvSpPr>
              <p:cNvPr id="1049300" name=""/>
              <p:cNvSpPr/>
              <p:nvPr/>
            </p:nvSpPr>
            <p:spPr>
              <a:xfrm>
                <a:off x="11201321" y="2342192"/>
                <a:ext cx="5701" cy="1344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301" name="Ink 1049300"/>
              <p14:cNvContentPartPr/>
              <p14:nvPr/>
            </p14:nvContentPartPr>
            <p14:xfrm>
              <a:off x="11343715" y="2253294"/>
              <a:ext cx="163232" cy="224545"/>
            </p14:xfrm>
          </p:contentPart>
        </mc:Choice>
        <mc:Fallback xmlns="">
          <p:sp>
            <p:nvSpPr>
              <p:cNvPr id="1049301" name=""/>
              <p:cNvSpPr/>
              <p:nvPr/>
            </p:nvSpPr>
            <p:spPr>
              <a:xfrm>
                <a:off x="11343715" y="2253294"/>
                <a:ext cx="163232" cy="224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302" name="Ink 1049301"/>
              <p14:cNvContentPartPr/>
              <p14:nvPr/>
            </p14:nvContentPartPr>
            <p14:xfrm>
              <a:off x="10251760" y="2644761"/>
              <a:ext cx="30139" cy="16119"/>
            </p14:xfrm>
          </p:contentPart>
        </mc:Choice>
        <mc:Fallback xmlns="">
          <p:sp>
            <p:nvSpPr>
              <p:cNvPr id="1049302" name=""/>
              <p:cNvSpPr/>
              <p:nvPr/>
            </p:nvSpPr>
            <p:spPr>
              <a:xfrm>
                <a:off x="10251760" y="2644761"/>
                <a:ext cx="30139" cy="16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303" name="Ink 1049302"/>
              <p14:cNvContentPartPr/>
              <p14:nvPr/>
            </p14:nvContentPartPr>
            <p14:xfrm>
              <a:off x="11567551" y="2726406"/>
              <a:ext cx="156582" cy="378806"/>
            </p14:xfrm>
          </p:contentPart>
        </mc:Choice>
        <mc:Fallback xmlns="">
          <p:sp>
            <p:nvSpPr>
              <p:cNvPr id="1049303" name=""/>
              <p:cNvSpPr/>
              <p:nvPr/>
            </p:nvSpPr>
            <p:spPr>
              <a:xfrm>
                <a:off x="11567551" y="2726406"/>
                <a:ext cx="156582" cy="378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304" name="Ink 1049303"/>
              <p14:cNvContentPartPr/>
              <p14:nvPr/>
            </p14:nvContentPartPr>
            <p14:xfrm>
              <a:off x="11538659" y="2682723"/>
              <a:ext cx="86254" cy="169783"/>
            </p14:xfrm>
          </p:contentPart>
        </mc:Choice>
        <mc:Fallback xmlns="">
          <p:sp>
            <p:nvSpPr>
              <p:cNvPr id="1049304" name=""/>
              <p:cNvSpPr/>
              <p:nvPr/>
            </p:nvSpPr>
            <p:spPr>
              <a:xfrm>
                <a:off x="11538659" y="2682723"/>
                <a:ext cx="86254" cy="1697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305" name="Ink 1049304"/>
              <p14:cNvContentPartPr/>
              <p14:nvPr/>
            </p14:nvContentPartPr>
            <p14:xfrm>
              <a:off x="11389658" y="3212715"/>
              <a:ext cx="244823" cy="147340"/>
            </p14:xfrm>
          </p:contentPart>
        </mc:Choice>
        <mc:Fallback xmlns="">
          <p:sp>
            <p:nvSpPr>
              <p:cNvPr id="1049305" name=""/>
              <p:cNvSpPr/>
              <p:nvPr/>
            </p:nvSpPr>
            <p:spPr>
              <a:xfrm>
                <a:off x="11389658" y="3212715"/>
                <a:ext cx="244823" cy="147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306" name="Ink 1049305"/>
              <p14:cNvContentPartPr/>
              <p14:nvPr/>
            </p14:nvContentPartPr>
            <p14:xfrm>
              <a:off x="11653594" y="3276666"/>
              <a:ext cx="35741" cy="61801"/>
            </p14:xfrm>
          </p:contentPart>
        </mc:Choice>
        <mc:Fallback xmlns="">
          <p:sp>
            <p:nvSpPr>
              <p:cNvPr id="1049306" name=""/>
              <p:cNvSpPr/>
              <p:nvPr/>
            </p:nvSpPr>
            <p:spPr>
              <a:xfrm>
                <a:off x="11653594" y="3276666"/>
                <a:ext cx="35741" cy="61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307" name="Ink 1049306"/>
              <p14:cNvContentPartPr/>
              <p14:nvPr/>
            </p14:nvContentPartPr>
            <p14:xfrm>
              <a:off x="11631973" y="3160756"/>
              <a:ext cx="10225" cy="31619"/>
            </p14:xfrm>
          </p:contentPart>
        </mc:Choice>
        <mc:Fallback xmlns="">
          <p:sp>
            <p:nvSpPr>
              <p:cNvPr id="1049307" name=""/>
              <p:cNvSpPr/>
              <p:nvPr/>
            </p:nvSpPr>
            <p:spPr>
              <a:xfrm>
                <a:off x="11631973" y="3160756"/>
                <a:ext cx="10225" cy="31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308" name="Ink 1049307"/>
              <p14:cNvContentPartPr/>
              <p14:nvPr/>
            </p14:nvContentPartPr>
            <p14:xfrm>
              <a:off x="11659928" y="3242410"/>
              <a:ext cx="104392" cy="267657"/>
            </p14:xfrm>
          </p:contentPart>
        </mc:Choice>
        <mc:Fallback xmlns="">
          <p:sp>
            <p:nvSpPr>
              <p:cNvPr id="1049308" name=""/>
              <p:cNvSpPr/>
              <p:nvPr/>
            </p:nvSpPr>
            <p:spPr>
              <a:xfrm>
                <a:off x="11659928" y="3242410"/>
                <a:ext cx="104392" cy="267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309" name="Ink 1049308"/>
              <p14:cNvContentPartPr/>
              <p14:nvPr/>
            </p14:nvContentPartPr>
            <p14:xfrm>
              <a:off x="11796556" y="3204191"/>
              <a:ext cx="26792" cy="128074"/>
            </p14:xfrm>
          </p:contentPart>
        </mc:Choice>
        <mc:Fallback xmlns="">
          <p:sp>
            <p:nvSpPr>
              <p:cNvPr id="1049309" name=""/>
              <p:cNvSpPr/>
              <p:nvPr/>
            </p:nvSpPr>
            <p:spPr>
              <a:xfrm>
                <a:off x="11796556" y="3204191"/>
                <a:ext cx="26792" cy="128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310" name="Ink 1049309"/>
              <p14:cNvContentPartPr/>
              <p14:nvPr/>
            </p14:nvContentPartPr>
            <p14:xfrm>
              <a:off x="11853478" y="3219083"/>
              <a:ext cx="208197" cy="151528"/>
            </p14:xfrm>
          </p:contentPart>
        </mc:Choice>
        <mc:Fallback xmlns="">
          <p:sp>
            <p:nvSpPr>
              <p:cNvPr id="1049310" name=""/>
              <p:cNvSpPr/>
              <p:nvPr/>
            </p:nvSpPr>
            <p:spPr>
              <a:xfrm>
                <a:off x="11853478" y="3219083"/>
                <a:ext cx="208197" cy="151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311" name="Ink 1049310"/>
              <p14:cNvContentPartPr/>
              <p14:nvPr/>
            </p14:nvContentPartPr>
            <p14:xfrm>
              <a:off x="11816906" y="3103173"/>
              <a:ext cx="22452" cy="73920"/>
            </p14:xfrm>
          </p:contentPart>
        </mc:Choice>
        <mc:Fallback xmlns="">
          <p:sp>
            <p:nvSpPr>
              <p:cNvPr id="1049311" name=""/>
              <p:cNvSpPr/>
              <p:nvPr/>
            </p:nvSpPr>
            <p:spPr>
              <a:xfrm>
                <a:off x="11816906" y="3103173"/>
                <a:ext cx="22452" cy="73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312" name="Ink 1049311"/>
              <p14:cNvContentPartPr/>
              <p14:nvPr/>
            </p14:nvContentPartPr>
            <p14:xfrm>
              <a:off x="11451760" y="3450157"/>
              <a:ext cx="163792" cy="309944"/>
            </p14:xfrm>
          </p:contentPart>
        </mc:Choice>
        <mc:Fallback xmlns="">
          <p:sp>
            <p:nvSpPr>
              <p:cNvPr id="1049312" name=""/>
              <p:cNvSpPr/>
              <p:nvPr/>
            </p:nvSpPr>
            <p:spPr>
              <a:xfrm>
                <a:off x="11451760" y="3450157"/>
                <a:ext cx="163792" cy="309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313" name="Ink 1049312"/>
              <p14:cNvContentPartPr/>
              <p14:nvPr/>
            </p14:nvContentPartPr>
            <p14:xfrm>
              <a:off x="11697900" y="3485842"/>
              <a:ext cx="206114" cy="359517"/>
            </p14:xfrm>
          </p:contentPart>
        </mc:Choice>
        <mc:Fallback xmlns="">
          <p:sp>
            <p:nvSpPr>
              <p:cNvPr id="1049313" name=""/>
              <p:cNvSpPr/>
              <p:nvPr/>
            </p:nvSpPr>
            <p:spPr>
              <a:xfrm>
                <a:off x="11697900" y="3485842"/>
                <a:ext cx="206114" cy="359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314" name="Ink 1049313"/>
              <p14:cNvContentPartPr/>
              <p14:nvPr/>
            </p14:nvContentPartPr>
            <p14:xfrm>
              <a:off x="11949141" y="3689919"/>
              <a:ext cx="68798" cy="88476"/>
            </p14:xfrm>
          </p:contentPart>
        </mc:Choice>
        <mc:Fallback xmlns="">
          <p:sp>
            <p:nvSpPr>
              <p:cNvPr id="1049314" name=""/>
              <p:cNvSpPr/>
              <p:nvPr/>
            </p:nvSpPr>
            <p:spPr>
              <a:xfrm>
                <a:off x="11949141" y="3689919"/>
                <a:ext cx="68798" cy="88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315" name="Ink 1049314"/>
              <p14:cNvContentPartPr/>
              <p14:nvPr/>
            </p14:nvContentPartPr>
            <p14:xfrm>
              <a:off x="12046047" y="3646483"/>
              <a:ext cx="67759" cy="191058"/>
            </p14:xfrm>
          </p:contentPart>
        </mc:Choice>
        <mc:Fallback xmlns="">
          <p:sp>
            <p:nvSpPr>
              <p:cNvPr id="1049315" name=""/>
              <p:cNvSpPr/>
              <p:nvPr/>
            </p:nvSpPr>
            <p:spPr>
              <a:xfrm>
                <a:off x="12046047" y="3646483"/>
                <a:ext cx="67759" cy="191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316" name="Ink 1049315"/>
              <p14:cNvContentPartPr/>
              <p14:nvPr/>
            </p14:nvContentPartPr>
            <p14:xfrm>
              <a:off x="11578126" y="2639536"/>
              <a:ext cx="76000" cy="158736"/>
            </p14:xfrm>
          </p:contentPart>
        </mc:Choice>
        <mc:Fallback xmlns="">
          <p:sp>
            <p:nvSpPr>
              <p:cNvPr id="1049316" name=""/>
              <p:cNvSpPr/>
              <p:nvPr/>
            </p:nvSpPr>
            <p:spPr>
              <a:xfrm>
                <a:off x="11578126" y="2639536"/>
                <a:ext cx="76000" cy="158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317" name="Ink 1049316"/>
              <p14:cNvContentPartPr/>
              <p14:nvPr/>
            </p14:nvContentPartPr>
            <p14:xfrm>
              <a:off x="7219527" y="4406721"/>
              <a:ext cx="145357" cy="218051"/>
            </p14:xfrm>
          </p:contentPart>
        </mc:Choice>
        <mc:Fallback xmlns="">
          <p:sp>
            <p:nvSpPr>
              <p:cNvPr id="1049317" name=""/>
              <p:cNvSpPr/>
              <p:nvPr/>
            </p:nvSpPr>
            <p:spPr>
              <a:xfrm>
                <a:off x="7219527" y="4406721"/>
                <a:ext cx="145357" cy="218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318" name="Ink 1049317"/>
              <p14:cNvContentPartPr/>
              <p14:nvPr/>
            </p14:nvContentPartPr>
            <p14:xfrm>
              <a:off x="7297350" y="4443206"/>
              <a:ext cx="129561" cy="212134"/>
            </p14:xfrm>
          </p:contentPart>
        </mc:Choice>
        <mc:Fallback xmlns="">
          <p:sp>
            <p:nvSpPr>
              <p:cNvPr id="1049318" name=""/>
              <p:cNvSpPr/>
              <p:nvPr/>
            </p:nvSpPr>
            <p:spPr>
              <a:xfrm>
                <a:off x="7297350" y="4443206"/>
                <a:ext cx="129561" cy="212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319" name="Ink 1049318"/>
              <p14:cNvContentPartPr/>
              <p14:nvPr/>
            </p14:nvContentPartPr>
            <p14:xfrm>
              <a:off x="7510785" y="4406721"/>
              <a:ext cx="39955" cy="303719"/>
            </p14:xfrm>
          </p:contentPart>
        </mc:Choice>
        <mc:Fallback xmlns="">
          <p:sp>
            <p:nvSpPr>
              <p:cNvPr id="1049319" name=""/>
              <p:cNvSpPr/>
              <p:nvPr/>
            </p:nvSpPr>
            <p:spPr>
              <a:xfrm>
                <a:off x="7510785" y="4406721"/>
                <a:ext cx="39955" cy="303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320" name="Ink 1049319"/>
              <p14:cNvContentPartPr/>
              <p14:nvPr/>
            </p14:nvContentPartPr>
            <p14:xfrm>
              <a:off x="7610121" y="4472246"/>
              <a:ext cx="17116" cy="240908"/>
            </p14:xfrm>
          </p:contentPart>
        </mc:Choice>
        <mc:Fallback xmlns="">
          <p:sp>
            <p:nvSpPr>
              <p:cNvPr id="1049320" name=""/>
              <p:cNvSpPr/>
              <p:nvPr/>
            </p:nvSpPr>
            <p:spPr>
              <a:xfrm>
                <a:off x="7610121" y="4472246"/>
                <a:ext cx="17116" cy="240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321" name="Ink 1049320"/>
              <p14:cNvContentPartPr/>
              <p14:nvPr/>
            </p14:nvContentPartPr>
            <p14:xfrm>
              <a:off x="7576935" y="4559116"/>
              <a:ext cx="160856" cy="7941"/>
            </p14:xfrm>
          </p:contentPart>
        </mc:Choice>
        <mc:Fallback xmlns="">
          <p:sp>
            <p:nvSpPr>
              <p:cNvPr id="1049321" name=""/>
              <p:cNvSpPr/>
              <p:nvPr/>
            </p:nvSpPr>
            <p:spPr>
              <a:xfrm>
                <a:off x="7576935" y="4559116"/>
                <a:ext cx="160856" cy="7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322" name="Ink 1049321"/>
              <p14:cNvContentPartPr/>
              <p14:nvPr/>
            </p14:nvContentPartPr>
            <p14:xfrm>
              <a:off x="7805941" y="4580957"/>
              <a:ext cx="117945" cy="25073"/>
            </p14:xfrm>
          </p:contentPart>
        </mc:Choice>
        <mc:Fallback xmlns="">
          <p:sp>
            <p:nvSpPr>
              <p:cNvPr id="1049322" name=""/>
              <p:cNvSpPr/>
              <p:nvPr/>
            </p:nvSpPr>
            <p:spPr>
              <a:xfrm>
                <a:off x="7805941" y="4580957"/>
                <a:ext cx="117945" cy="25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323" name="Ink 1049322"/>
              <p14:cNvContentPartPr/>
              <p14:nvPr/>
            </p14:nvContentPartPr>
            <p14:xfrm>
              <a:off x="7805941" y="4645986"/>
              <a:ext cx="118416" cy="22347"/>
            </p14:xfrm>
          </p:contentPart>
        </mc:Choice>
        <mc:Fallback xmlns="">
          <p:sp>
            <p:nvSpPr>
              <p:cNvPr id="1049323" name=""/>
              <p:cNvSpPr/>
              <p:nvPr/>
            </p:nvSpPr>
            <p:spPr>
              <a:xfrm>
                <a:off x="7805941" y="4645986"/>
                <a:ext cx="118416" cy="22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324" name="Ink 1049323"/>
              <p14:cNvContentPartPr/>
              <p14:nvPr/>
            </p14:nvContentPartPr>
            <p14:xfrm>
              <a:off x="8007423" y="4588271"/>
              <a:ext cx="81978" cy="103312"/>
            </p14:xfrm>
          </p:contentPart>
        </mc:Choice>
        <mc:Fallback xmlns="">
          <p:sp>
            <p:nvSpPr>
              <p:cNvPr id="1049324" name=""/>
              <p:cNvSpPr/>
              <p:nvPr/>
            </p:nvSpPr>
            <p:spPr>
              <a:xfrm>
                <a:off x="8007423" y="4588271"/>
                <a:ext cx="81978" cy="103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325" name="Ink 1049324"/>
              <p14:cNvContentPartPr/>
              <p14:nvPr/>
            </p14:nvContentPartPr>
            <p14:xfrm>
              <a:off x="8035885" y="4435760"/>
              <a:ext cx="139966" cy="383969"/>
            </p14:xfrm>
          </p:contentPart>
        </mc:Choice>
        <mc:Fallback xmlns="">
          <p:sp>
            <p:nvSpPr>
              <p:cNvPr id="1049325" name=""/>
              <p:cNvSpPr/>
              <p:nvPr/>
            </p:nvSpPr>
            <p:spPr>
              <a:xfrm>
                <a:off x="8035885" y="4435760"/>
                <a:ext cx="139966" cy="3839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326" name="Ink 1049325"/>
              <p14:cNvContentPartPr/>
              <p14:nvPr/>
            </p14:nvContentPartPr>
            <p14:xfrm>
              <a:off x="8206149" y="4600931"/>
              <a:ext cx="125808" cy="4137"/>
            </p14:xfrm>
          </p:contentPart>
        </mc:Choice>
        <mc:Fallback xmlns="">
          <p:sp>
            <p:nvSpPr>
              <p:cNvPr id="1049326" name=""/>
              <p:cNvSpPr/>
              <p:nvPr/>
            </p:nvSpPr>
            <p:spPr>
              <a:xfrm>
                <a:off x="8206149" y="4600931"/>
                <a:ext cx="125808" cy="4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327" name="Ink 1049326"/>
              <p14:cNvContentPartPr/>
              <p14:nvPr/>
            </p14:nvContentPartPr>
            <p14:xfrm>
              <a:off x="8227770" y="4659313"/>
              <a:ext cx="127211" cy="22661"/>
            </p14:xfrm>
          </p:contentPart>
        </mc:Choice>
        <mc:Fallback xmlns="">
          <p:sp>
            <p:nvSpPr>
              <p:cNvPr id="1049327" name=""/>
              <p:cNvSpPr/>
              <p:nvPr/>
            </p:nvSpPr>
            <p:spPr>
              <a:xfrm>
                <a:off x="8227770" y="4659313"/>
                <a:ext cx="127211" cy="22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328" name="Ink 1049327"/>
              <p14:cNvContentPartPr/>
              <p14:nvPr/>
            </p14:nvContentPartPr>
            <p14:xfrm>
              <a:off x="8413443" y="4486393"/>
              <a:ext cx="214978" cy="268257"/>
            </p14:xfrm>
          </p:contentPart>
        </mc:Choice>
        <mc:Fallback xmlns="">
          <p:sp>
            <p:nvSpPr>
              <p:cNvPr id="1049328" name=""/>
              <p:cNvSpPr/>
              <p:nvPr/>
            </p:nvSpPr>
            <p:spPr>
              <a:xfrm>
                <a:off x="8413443" y="4486393"/>
                <a:ext cx="214978" cy="268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329" name="Ink 1049328"/>
              <p14:cNvContentPartPr/>
              <p14:nvPr/>
            </p14:nvContentPartPr>
            <p14:xfrm>
              <a:off x="8385295" y="4457354"/>
              <a:ext cx="221505" cy="297343"/>
            </p14:xfrm>
          </p:contentPart>
        </mc:Choice>
        <mc:Fallback xmlns="">
          <p:sp>
            <p:nvSpPr>
              <p:cNvPr id="1049329" name=""/>
              <p:cNvSpPr/>
              <p:nvPr/>
            </p:nvSpPr>
            <p:spPr>
              <a:xfrm>
                <a:off x="8385295" y="4457354"/>
                <a:ext cx="221505" cy="297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330" name="Ink 1049329"/>
              <p14:cNvContentPartPr/>
              <p14:nvPr/>
            </p14:nvContentPartPr>
            <p14:xfrm>
              <a:off x="8674045" y="4522630"/>
              <a:ext cx="359341" cy="264564"/>
            </p14:xfrm>
          </p:contentPart>
        </mc:Choice>
        <mc:Fallback xmlns="">
          <p:sp>
            <p:nvSpPr>
              <p:cNvPr id="1049330" name=""/>
              <p:cNvSpPr/>
              <p:nvPr/>
            </p:nvSpPr>
            <p:spPr>
              <a:xfrm>
                <a:off x="8674045" y="4522630"/>
                <a:ext cx="359341" cy="264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331" name="Ink 1049330"/>
              <p14:cNvContentPartPr/>
              <p14:nvPr/>
            </p14:nvContentPartPr>
            <p14:xfrm>
              <a:off x="9055992" y="4532273"/>
              <a:ext cx="204479" cy="404138"/>
            </p14:xfrm>
          </p:contentPart>
        </mc:Choice>
        <mc:Fallback xmlns="">
          <p:sp>
            <p:nvSpPr>
              <p:cNvPr id="1049331" name=""/>
              <p:cNvSpPr/>
              <p:nvPr/>
            </p:nvSpPr>
            <p:spPr>
              <a:xfrm>
                <a:off x="9055992" y="4532273"/>
                <a:ext cx="204479" cy="4041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332" name="Ink 1049331"/>
              <p14:cNvContentPartPr/>
              <p14:nvPr/>
            </p14:nvContentPartPr>
            <p14:xfrm>
              <a:off x="7437464" y="4918338"/>
              <a:ext cx="1562484" cy="36312"/>
            </p14:xfrm>
          </p:contentPart>
        </mc:Choice>
        <mc:Fallback xmlns="">
          <p:sp>
            <p:nvSpPr>
              <p:cNvPr id="1049332" name=""/>
              <p:cNvSpPr/>
              <p:nvPr/>
            </p:nvSpPr>
            <p:spPr>
              <a:xfrm>
                <a:off x="7437464" y="4918338"/>
                <a:ext cx="1562484" cy="36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333" name="Ink 1049332"/>
              <p14:cNvContentPartPr/>
              <p14:nvPr/>
            </p14:nvContentPartPr>
            <p14:xfrm>
              <a:off x="9758448" y="4638788"/>
              <a:ext cx="151597" cy="223472"/>
            </p14:xfrm>
          </p:contentPart>
        </mc:Choice>
        <mc:Fallback xmlns="">
          <p:sp>
            <p:nvSpPr>
              <p:cNvPr id="1049333" name=""/>
              <p:cNvSpPr/>
              <p:nvPr/>
            </p:nvSpPr>
            <p:spPr>
              <a:xfrm>
                <a:off x="9758448" y="4638788"/>
                <a:ext cx="151597" cy="223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334" name="Ink 1049333"/>
              <p14:cNvContentPartPr/>
              <p14:nvPr/>
            </p14:nvContentPartPr>
            <p14:xfrm>
              <a:off x="9884246" y="4652935"/>
              <a:ext cx="129215" cy="209444"/>
            </p14:xfrm>
          </p:contentPart>
        </mc:Choice>
        <mc:Fallback xmlns="">
          <p:sp>
            <p:nvSpPr>
              <p:cNvPr id="1049334" name=""/>
              <p:cNvSpPr/>
              <p:nvPr/>
            </p:nvSpPr>
            <p:spPr>
              <a:xfrm>
                <a:off x="9884246" y="4652935"/>
                <a:ext cx="129215" cy="2094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335" name="Ink 1049334"/>
              <p14:cNvContentPartPr/>
              <p14:nvPr/>
            </p14:nvContentPartPr>
            <p14:xfrm>
              <a:off x="9879790" y="4537026"/>
              <a:ext cx="14120" cy="36236"/>
            </p14:xfrm>
          </p:contentPart>
        </mc:Choice>
        <mc:Fallback xmlns="">
          <p:sp>
            <p:nvSpPr>
              <p:cNvPr id="1049335" name=""/>
              <p:cNvSpPr/>
              <p:nvPr/>
            </p:nvSpPr>
            <p:spPr>
              <a:xfrm>
                <a:off x="9879790" y="4537026"/>
                <a:ext cx="14120" cy="36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336" name="Ink 1049335"/>
              <p14:cNvContentPartPr/>
              <p14:nvPr/>
            </p14:nvContentPartPr>
            <p14:xfrm>
              <a:off x="10024868" y="4508483"/>
              <a:ext cx="103274" cy="401759"/>
            </p14:xfrm>
          </p:contentPart>
        </mc:Choice>
        <mc:Fallback xmlns="">
          <p:sp>
            <p:nvSpPr>
              <p:cNvPr id="1049336" name=""/>
              <p:cNvSpPr/>
              <p:nvPr/>
            </p:nvSpPr>
            <p:spPr>
              <a:xfrm>
                <a:off x="10024868" y="4508483"/>
                <a:ext cx="103274" cy="401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337" name="Ink 1049336"/>
              <p14:cNvContentPartPr/>
              <p14:nvPr/>
            </p14:nvContentPartPr>
            <p14:xfrm>
              <a:off x="10124573" y="4566065"/>
              <a:ext cx="85268" cy="307773"/>
            </p14:xfrm>
          </p:contentPart>
        </mc:Choice>
        <mc:Fallback xmlns="">
          <p:sp>
            <p:nvSpPr>
              <p:cNvPr id="1049337" name=""/>
              <p:cNvSpPr/>
              <p:nvPr/>
            </p:nvSpPr>
            <p:spPr>
              <a:xfrm>
                <a:off x="10124573" y="4566065"/>
                <a:ext cx="85268" cy="307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338" name="Ink 1049337"/>
              <p14:cNvContentPartPr/>
              <p14:nvPr/>
            </p14:nvContentPartPr>
            <p14:xfrm>
              <a:off x="10087175" y="4711014"/>
              <a:ext cx="154464" cy="13718"/>
            </p14:xfrm>
          </p:contentPart>
        </mc:Choice>
        <mc:Fallback xmlns="">
          <p:sp>
            <p:nvSpPr>
              <p:cNvPr id="1049338" name=""/>
              <p:cNvSpPr/>
              <p:nvPr/>
            </p:nvSpPr>
            <p:spPr>
              <a:xfrm>
                <a:off x="10087175" y="4711014"/>
                <a:ext cx="154464" cy="137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339" name="Ink 1049338"/>
              <p14:cNvContentPartPr/>
              <p14:nvPr/>
            </p14:nvContentPartPr>
            <p14:xfrm>
              <a:off x="10258820" y="4747499"/>
              <a:ext cx="121866" cy="11403"/>
            </p14:xfrm>
          </p:contentPart>
        </mc:Choice>
        <mc:Fallback xmlns="">
          <p:sp>
            <p:nvSpPr>
              <p:cNvPr id="1049339" name=""/>
              <p:cNvSpPr/>
              <p:nvPr/>
            </p:nvSpPr>
            <p:spPr>
              <a:xfrm>
                <a:off x="10258820" y="4747499"/>
                <a:ext cx="121866" cy="114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340" name="Ink 1049339"/>
              <p14:cNvContentPartPr/>
              <p14:nvPr/>
            </p14:nvContentPartPr>
            <p14:xfrm>
              <a:off x="10280441" y="4808714"/>
              <a:ext cx="121273" cy="11012"/>
            </p14:xfrm>
          </p:contentPart>
        </mc:Choice>
        <mc:Fallback xmlns="">
          <p:sp>
            <p:nvSpPr>
              <p:cNvPr id="1049340" name=""/>
              <p:cNvSpPr/>
              <p:nvPr/>
            </p:nvSpPr>
            <p:spPr>
              <a:xfrm>
                <a:off x="10280441" y="4808714"/>
                <a:ext cx="121273" cy="11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341" name="Ink 1049340"/>
              <p14:cNvContentPartPr/>
              <p14:nvPr/>
            </p14:nvContentPartPr>
            <p14:xfrm>
              <a:off x="10456001" y="4713760"/>
              <a:ext cx="81615" cy="117888"/>
            </p14:xfrm>
          </p:contentPart>
        </mc:Choice>
        <mc:Fallback xmlns="">
          <p:sp>
            <p:nvSpPr>
              <p:cNvPr id="1049341" name=""/>
              <p:cNvSpPr/>
              <p:nvPr/>
            </p:nvSpPr>
            <p:spPr>
              <a:xfrm>
                <a:off x="10456001" y="4713760"/>
                <a:ext cx="81615" cy="1178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342" name="Ink 1049341"/>
              <p14:cNvContentPartPr/>
              <p14:nvPr/>
            </p14:nvContentPartPr>
            <p14:xfrm>
              <a:off x="10509005" y="4515432"/>
              <a:ext cx="116228" cy="508477"/>
            </p14:xfrm>
          </p:contentPart>
        </mc:Choice>
        <mc:Fallback xmlns="">
          <p:sp>
            <p:nvSpPr>
              <p:cNvPr id="1049342" name=""/>
              <p:cNvSpPr/>
              <p:nvPr/>
            </p:nvSpPr>
            <p:spPr>
              <a:xfrm>
                <a:off x="10509005" y="4515432"/>
                <a:ext cx="116228" cy="5084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343" name="Ink 1049342"/>
              <p14:cNvContentPartPr/>
              <p14:nvPr/>
            </p14:nvContentPartPr>
            <p14:xfrm>
              <a:off x="10688151" y="4750973"/>
              <a:ext cx="89131" cy="3724"/>
            </p14:xfrm>
          </p:contentPart>
        </mc:Choice>
        <mc:Fallback xmlns="">
          <p:sp>
            <p:nvSpPr>
              <p:cNvPr id="1049343" name=""/>
              <p:cNvSpPr/>
              <p:nvPr/>
            </p:nvSpPr>
            <p:spPr>
              <a:xfrm>
                <a:off x="10688151" y="4750973"/>
                <a:ext cx="89131" cy="3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344" name="Ink 1049343"/>
              <p14:cNvContentPartPr/>
              <p14:nvPr/>
            </p14:nvContentPartPr>
            <p14:xfrm>
              <a:off x="10702270" y="4841567"/>
              <a:ext cx="109152" cy="17751"/>
            </p14:xfrm>
          </p:contentPart>
        </mc:Choice>
        <mc:Fallback xmlns="">
          <p:sp>
            <p:nvSpPr>
              <p:cNvPr id="1049344" name=""/>
              <p:cNvSpPr/>
              <p:nvPr/>
            </p:nvSpPr>
            <p:spPr>
              <a:xfrm>
                <a:off x="10702270" y="4841567"/>
                <a:ext cx="109152" cy="1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345" name="Ink 1049344"/>
              <p14:cNvContentPartPr/>
              <p14:nvPr/>
            </p14:nvContentPartPr>
            <p14:xfrm>
              <a:off x="10852294" y="4797884"/>
              <a:ext cx="148845" cy="2237"/>
            </p14:xfrm>
          </p:contentPart>
        </mc:Choice>
        <mc:Fallback xmlns="">
          <p:sp>
            <p:nvSpPr>
              <p:cNvPr id="1049345" name=""/>
              <p:cNvSpPr/>
              <p:nvPr/>
            </p:nvSpPr>
            <p:spPr>
              <a:xfrm>
                <a:off x="10852294" y="4797884"/>
                <a:ext cx="148845" cy="2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346" name="Ink 1049345"/>
              <p14:cNvContentPartPr/>
              <p14:nvPr/>
            </p14:nvContentPartPr>
            <p14:xfrm>
              <a:off x="11049030" y="4675025"/>
              <a:ext cx="168173" cy="215643"/>
            </p14:xfrm>
          </p:contentPart>
        </mc:Choice>
        <mc:Fallback xmlns="">
          <p:sp>
            <p:nvSpPr>
              <p:cNvPr id="1049346" name=""/>
              <p:cNvSpPr/>
              <p:nvPr/>
            </p:nvSpPr>
            <p:spPr>
              <a:xfrm>
                <a:off x="11049030" y="4675025"/>
                <a:ext cx="168173" cy="215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347" name="Ink 1049346"/>
              <p14:cNvContentPartPr/>
              <p14:nvPr/>
            </p14:nvContentPartPr>
            <p14:xfrm>
              <a:off x="11074240" y="4667827"/>
              <a:ext cx="128992" cy="242284"/>
            </p14:xfrm>
          </p:contentPart>
        </mc:Choice>
        <mc:Fallback xmlns="">
          <p:sp>
            <p:nvSpPr>
              <p:cNvPr id="1049347" name=""/>
              <p:cNvSpPr/>
              <p:nvPr/>
            </p:nvSpPr>
            <p:spPr>
              <a:xfrm>
                <a:off x="11074240" y="4667827"/>
                <a:ext cx="128992" cy="2422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348" name="Ink 1049347"/>
              <p14:cNvContentPartPr/>
              <p14:nvPr/>
            </p14:nvContentPartPr>
            <p14:xfrm>
              <a:off x="11240667" y="4747499"/>
              <a:ext cx="156197" cy="170036"/>
            </p14:xfrm>
          </p:contentPart>
        </mc:Choice>
        <mc:Fallback xmlns="">
          <p:sp>
            <p:nvSpPr>
              <p:cNvPr id="1049348" name=""/>
              <p:cNvSpPr/>
              <p:nvPr/>
            </p:nvSpPr>
            <p:spPr>
              <a:xfrm>
                <a:off x="11240667" y="4747499"/>
                <a:ext cx="156197" cy="170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349" name="Ink 1049348"/>
              <p14:cNvContentPartPr/>
              <p14:nvPr/>
            </p14:nvContentPartPr>
            <p14:xfrm>
              <a:off x="11407689" y="4899579"/>
              <a:ext cx="62251" cy="68960"/>
            </p14:xfrm>
          </p:contentPart>
        </mc:Choice>
        <mc:Fallback xmlns="">
          <p:sp>
            <p:nvSpPr>
              <p:cNvPr id="1049349" name=""/>
              <p:cNvSpPr/>
              <p:nvPr/>
            </p:nvSpPr>
            <p:spPr>
              <a:xfrm>
                <a:off x="11407689" y="4899579"/>
                <a:ext cx="62251" cy="68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350" name="Ink 1049349"/>
              <p14:cNvContentPartPr/>
              <p14:nvPr/>
            </p14:nvContentPartPr>
            <p14:xfrm>
              <a:off x="11464449" y="4681436"/>
              <a:ext cx="127961" cy="251908"/>
            </p14:xfrm>
          </p:contentPart>
        </mc:Choice>
        <mc:Fallback xmlns="">
          <p:sp>
            <p:nvSpPr>
              <p:cNvPr id="1049350" name=""/>
              <p:cNvSpPr/>
              <p:nvPr/>
            </p:nvSpPr>
            <p:spPr>
              <a:xfrm>
                <a:off x="11464449" y="4681436"/>
                <a:ext cx="127961" cy="251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351" name="Ink 1049350"/>
              <p14:cNvContentPartPr/>
              <p14:nvPr/>
            </p14:nvContentPartPr>
            <p14:xfrm>
              <a:off x="11629650" y="4747499"/>
              <a:ext cx="9853" cy="145789"/>
            </p14:xfrm>
          </p:contentPart>
        </mc:Choice>
        <mc:Fallback xmlns="">
          <p:sp>
            <p:nvSpPr>
              <p:cNvPr id="1049351" name=""/>
              <p:cNvSpPr/>
              <p:nvPr/>
            </p:nvSpPr>
            <p:spPr>
              <a:xfrm>
                <a:off x="11629650" y="4747499"/>
                <a:ext cx="9853" cy="145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352" name="Ink 1049351"/>
              <p14:cNvContentPartPr/>
              <p14:nvPr/>
            </p14:nvContentPartPr>
            <p14:xfrm>
              <a:off x="11696395" y="4761647"/>
              <a:ext cx="116296" cy="203276"/>
            </p14:xfrm>
          </p:contentPart>
        </mc:Choice>
        <mc:Fallback xmlns="">
          <p:sp>
            <p:nvSpPr>
              <p:cNvPr id="1049352" name=""/>
              <p:cNvSpPr/>
              <p:nvPr/>
            </p:nvSpPr>
            <p:spPr>
              <a:xfrm>
                <a:off x="11696395" y="4761647"/>
                <a:ext cx="116296" cy="203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353" name="Ink 1049352"/>
              <p14:cNvContentPartPr/>
              <p14:nvPr/>
            </p14:nvContentPartPr>
            <p14:xfrm>
              <a:off x="11639033" y="4580957"/>
              <a:ext cx="2895" cy="31334"/>
            </p14:xfrm>
          </p:contentPart>
        </mc:Choice>
        <mc:Fallback xmlns="">
          <p:sp>
            <p:nvSpPr>
              <p:cNvPr id="1049353" name=""/>
              <p:cNvSpPr/>
              <p:nvPr/>
            </p:nvSpPr>
            <p:spPr>
              <a:xfrm>
                <a:off x="11639033" y="4580957"/>
                <a:ext cx="2895" cy="31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354" name="Ink 1049353"/>
              <p14:cNvContentPartPr/>
              <p14:nvPr/>
            </p14:nvContentPartPr>
            <p14:xfrm>
              <a:off x="11853588" y="4754697"/>
              <a:ext cx="158319" cy="282202"/>
            </p14:xfrm>
          </p:contentPart>
        </mc:Choice>
        <mc:Fallback xmlns="">
          <p:sp>
            <p:nvSpPr>
              <p:cNvPr id="1049354" name=""/>
              <p:cNvSpPr/>
              <p:nvPr/>
            </p:nvSpPr>
            <p:spPr>
              <a:xfrm>
                <a:off x="11853588" y="4754697"/>
                <a:ext cx="158319" cy="282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355" name="Ink 1049354"/>
              <p14:cNvContentPartPr/>
              <p14:nvPr/>
            </p14:nvContentPartPr>
            <p14:xfrm>
              <a:off x="11800344" y="4675025"/>
              <a:ext cx="38387" cy="327328"/>
            </p14:xfrm>
          </p:contentPart>
        </mc:Choice>
        <mc:Fallback xmlns="">
          <p:sp>
            <p:nvSpPr>
              <p:cNvPr id="1049355" name=""/>
              <p:cNvSpPr/>
              <p:nvPr/>
            </p:nvSpPr>
            <p:spPr>
              <a:xfrm>
                <a:off x="11800344" y="4675025"/>
                <a:ext cx="38387" cy="327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356" name="Ink 1049355"/>
              <p14:cNvContentPartPr/>
              <p14:nvPr/>
            </p14:nvContentPartPr>
            <p14:xfrm>
              <a:off x="11970757" y="4652935"/>
              <a:ext cx="40227" cy="438201"/>
            </p14:xfrm>
          </p:contentPart>
        </mc:Choice>
        <mc:Fallback xmlns="">
          <p:sp>
            <p:nvSpPr>
              <p:cNvPr id="1049356" name=""/>
              <p:cNvSpPr/>
              <p:nvPr/>
            </p:nvSpPr>
            <p:spPr>
              <a:xfrm>
                <a:off x="11970757" y="4652935"/>
                <a:ext cx="40227" cy="438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357" name="Ink 1049356"/>
              <p14:cNvContentPartPr/>
              <p14:nvPr/>
            </p14:nvContentPartPr>
            <p14:xfrm>
              <a:off x="9907005" y="5056192"/>
              <a:ext cx="1811011" cy="38787"/>
            </p14:xfrm>
          </p:contentPart>
        </mc:Choice>
        <mc:Fallback xmlns="">
          <p:sp>
            <p:nvSpPr>
              <p:cNvPr id="1049357" name=""/>
              <p:cNvSpPr/>
              <p:nvPr/>
            </p:nvSpPr>
            <p:spPr>
              <a:xfrm>
                <a:off x="9907005" y="5056192"/>
                <a:ext cx="1811011" cy="38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358" name="Ink 1049357"/>
              <p14:cNvContentPartPr/>
              <p14:nvPr/>
            </p14:nvContentPartPr>
            <p14:xfrm>
              <a:off x="2928618" y="4848517"/>
              <a:ext cx="743743" cy="23057"/>
            </p14:xfrm>
          </p:contentPart>
        </mc:Choice>
        <mc:Fallback xmlns="">
          <p:sp>
            <p:nvSpPr>
              <p:cNvPr id="1049358" name=""/>
              <p:cNvSpPr/>
              <p:nvPr/>
            </p:nvSpPr>
            <p:spPr>
              <a:xfrm>
                <a:off x="2928618" y="4848517"/>
                <a:ext cx="743743" cy="23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49359" name="Ink 1049358"/>
              <p14:cNvContentPartPr/>
              <p14:nvPr/>
            </p14:nvContentPartPr>
            <p14:xfrm>
              <a:off x="5887015" y="5675478"/>
              <a:ext cx="1129536" cy="664043"/>
            </p14:xfrm>
          </p:contentPart>
        </mc:Choice>
        <mc:Fallback xmlns="">
          <p:sp>
            <p:nvSpPr>
              <p:cNvPr id="1049359" name=""/>
              <p:cNvSpPr/>
              <p:nvPr/>
            </p:nvSpPr>
            <p:spPr>
              <a:xfrm>
                <a:off x="5887015" y="5675478"/>
                <a:ext cx="1129536" cy="664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49366" name="Ink 1049365"/>
              <p14:cNvContentPartPr/>
              <p14:nvPr/>
            </p14:nvContentPartPr>
            <p14:xfrm>
              <a:off x="2348949" y="836519"/>
              <a:ext cx="913856" cy="609635"/>
            </p14:xfrm>
          </p:contentPart>
        </mc:Choice>
        <mc:Fallback xmlns="">
          <p:sp>
            <p:nvSpPr>
              <p:cNvPr id="1049366" name=""/>
              <p:cNvSpPr/>
              <p:nvPr/>
            </p:nvSpPr>
            <p:spPr>
              <a:xfrm>
                <a:off x="2348949" y="836519"/>
                <a:ext cx="913856" cy="609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49724" name="Ink 1049723"/>
              <p14:cNvContentPartPr/>
              <p14:nvPr/>
            </p14:nvContentPartPr>
            <p14:xfrm>
              <a:off x="9520026" y="328793"/>
              <a:ext cx="186418" cy="203003"/>
            </p14:xfrm>
          </p:contentPart>
        </mc:Choice>
        <mc:Fallback xmlns="">
          <p:sp>
            <p:nvSpPr>
              <p:cNvPr id="1049724" name=""/>
              <p:cNvSpPr/>
              <p:nvPr/>
            </p:nvSpPr>
            <p:spPr>
              <a:xfrm>
                <a:off x="9520026" y="328793"/>
                <a:ext cx="186418" cy="203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49725" name="Ink 1049724"/>
              <p14:cNvContentPartPr/>
              <p14:nvPr/>
            </p14:nvContentPartPr>
            <p14:xfrm>
              <a:off x="9778616" y="212999"/>
              <a:ext cx="147757" cy="173499"/>
            </p14:xfrm>
          </p:contentPart>
        </mc:Choice>
        <mc:Fallback xmlns="">
          <p:sp>
            <p:nvSpPr>
              <p:cNvPr id="1049725" name=""/>
              <p:cNvSpPr/>
              <p:nvPr/>
            </p:nvSpPr>
            <p:spPr>
              <a:xfrm>
                <a:off x="9778616" y="212999"/>
                <a:ext cx="147757" cy="1734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49726" name="Ink 1049725"/>
              <p14:cNvContentPartPr/>
              <p14:nvPr/>
            </p14:nvContentPartPr>
            <p14:xfrm>
              <a:off x="9886850" y="495726"/>
              <a:ext cx="214150" cy="42796"/>
            </p14:xfrm>
          </p:contentPart>
        </mc:Choice>
        <mc:Fallback xmlns="">
          <p:sp>
            <p:nvSpPr>
              <p:cNvPr id="1049726" name=""/>
              <p:cNvSpPr/>
              <p:nvPr/>
            </p:nvSpPr>
            <p:spPr>
              <a:xfrm>
                <a:off x="9886850" y="495726"/>
                <a:ext cx="214150" cy="42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49727" name="Ink 1049726"/>
              <p14:cNvContentPartPr/>
              <p14:nvPr/>
            </p14:nvContentPartPr>
            <p14:xfrm>
              <a:off x="10012164" y="476720"/>
              <a:ext cx="23827" cy="105236"/>
            </p14:xfrm>
          </p:contentPart>
        </mc:Choice>
        <mc:Fallback xmlns="">
          <p:sp>
            <p:nvSpPr>
              <p:cNvPr id="1049727" name=""/>
              <p:cNvSpPr/>
              <p:nvPr/>
            </p:nvSpPr>
            <p:spPr>
              <a:xfrm>
                <a:off x="10012164" y="476720"/>
                <a:ext cx="23827" cy="105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49728" name="Ink 1049727"/>
              <p14:cNvContentPartPr/>
              <p14:nvPr/>
            </p14:nvContentPartPr>
            <p14:xfrm>
              <a:off x="10161366" y="393667"/>
              <a:ext cx="232599" cy="107573"/>
            </p14:xfrm>
          </p:contentPart>
        </mc:Choice>
        <mc:Fallback xmlns="">
          <p:sp>
            <p:nvSpPr>
              <p:cNvPr id="1049728" name=""/>
              <p:cNvSpPr/>
              <p:nvPr/>
            </p:nvSpPr>
            <p:spPr>
              <a:xfrm>
                <a:off x="10161366" y="393667"/>
                <a:ext cx="232599" cy="107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9729" name="Ink 1049728"/>
              <p14:cNvContentPartPr/>
              <p14:nvPr/>
            </p14:nvContentPartPr>
            <p14:xfrm>
              <a:off x="10344794" y="548433"/>
              <a:ext cx="91152" cy="80231"/>
            </p14:xfrm>
          </p:contentPart>
        </mc:Choice>
        <mc:Fallback xmlns="">
          <p:sp>
            <p:nvSpPr>
              <p:cNvPr id="1049729" name=""/>
              <p:cNvSpPr/>
              <p:nvPr/>
            </p:nvSpPr>
            <p:spPr>
              <a:xfrm>
                <a:off x="10344794" y="548433"/>
                <a:ext cx="91152" cy="80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49730" name="Ink 1049729"/>
              <p14:cNvContentPartPr/>
              <p14:nvPr/>
            </p14:nvContentPartPr>
            <p14:xfrm>
              <a:off x="10416344" y="267361"/>
              <a:ext cx="116141" cy="126211"/>
            </p14:xfrm>
          </p:contentPart>
        </mc:Choice>
        <mc:Fallback xmlns="">
          <p:sp>
            <p:nvSpPr>
              <p:cNvPr id="1049730" name=""/>
              <p:cNvSpPr/>
              <p:nvPr/>
            </p:nvSpPr>
            <p:spPr>
              <a:xfrm>
                <a:off x="10416344" y="267361"/>
                <a:ext cx="116141" cy="126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9731" name="Ink 1049730"/>
              <p14:cNvContentPartPr/>
              <p14:nvPr/>
            </p14:nvContentPartPr>
            <p14:xfrm>
              <a:off x="10630789" y="415663"/>
              <a:ext cx="114282" cy="6949"/>
            </p14:xfrm>
          </p:contentPart>
        </mc:Choice>
        <mc:Fallback xmlns="">
          <p:sp>
            <p:nvSpPr>
              <p:cNvPr id="1049731" name=""/>
              <p:cNvSpPr/>
              <p:nvPr/>
            </p:nvSpPr>
            <p:spPr>
              <a:xfrm>
                <a:off x="10630789" y="415663"/>
                <a:ext cx="114282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49732" name="Ink 1049731"/>
              <p14:cNvContentPartPr/>
              <p14:nvPr/>
            </p14:nvContentPartPr>
            <p14:xfrm>
              <a:off x="10602108" y="487889"/>
              <a:ext cx="185764" cy="50632"/>
            </p14:xfrm>
          </p:contentPart>
        </mc:Choice>
        <mc:Fallback xmlns="">
          <p:sp>
            <p:nvSpPr>
              <p:cNvPr id="1049732" name=""/>
              <p:cNvSpPr/>
              <p:nvPr/>
            </p:nvSpPr>
            <p:spPr>
              <a:xfrm>
                <a:off x="10602108" y="487889"/>
                <a:ext cx="185764" cy="50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49733" name="Ink 1049732"/>
              <p14:cNvContentPartPr/>
              <p14:nvPr/>
            </p14:nvContentPartPr>
            <p14:xfrm>
              <a:off x="10891397" y="392578"/>
              <a:ext cx="152769" cy="128226"/>
            </p14:xfrm>
          </p:contentPart>
        </mc:Choice>
        <mc:Fallback xmlns="">
          <p:sp>
            <p:nvSpPr>
              <p:cNvPr id="1049733" name=""/>
              <p:cNvSpPr/>
              <p:nvPr/>
            </p:nvSpPr>
            <p:spPr>
              <a:xfrm>
                <a:off x="10891397" y="392578"/>
                <a:ext cx="152769" cy="128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49734" name="Ink 1049733"/>
              <p14:cNvContentPartPr/>
              <p14:nvPr/>
            </p14:nvContentPartPr>
            <p14:xfrm>
              <a:off x="10494885" y="960271"/>
              <a:ext cx="208977" cy="218132"/>
            </p14:xfrm>
          </p:contentPart>
        </mc:Choice>
        <mc:Fallback xmlns="">
          <p:sp>
            <p:nvSpPr>
              <p:cNvPr id="1049734" name=""/>
              <p:cNvSpPr/>
              <p:nvPr/>
            </p:nvSpPr>
            <p:spPr>
              <a:xfrm>
                <a:off x="10494885" y="960271"/>
                <a:ext cx="208977" cy="218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49735" name="Ink 1049734"/>
              <p14:cNvContentPartPr/>
              <p14:nvPr/>
            </p14:nvContentPartPr>
            <p14:xfrm>
              <a:off x="10723891" y="1050754"/>
              <a:ext cx="115450" cy="2038"/>
            </p14:xfrm>
          </p:contentPart>
        </mc:Choice>
        <mc:Fallback xmlns="">
          <p:sp>
            <p:nvSpPr>
              <p:cNvPr id="1049735" name=""/>
              <p:cNvSpPr/>
              <p:nvPr/>
            </p:nvSpPr>
            <p:spPr>
              <a:xfrm>
                <a:off x="10723891" y="1050754"/>
                <a:ext cx="115450" cy="2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49736" name="Ink 1049735"/>
              <p14:cNvContentPartPr/>
              <p14:nvPr/>
            </p14:nvContentPartPr>
            <p14:xfrm>
              <a:off x="10688151" y="1103425"/>
              <a:ext cx="178704" cy="36237"/>
            </p14:xfrm>
          </p:contentPart>
        </mc:Choice>
        <mc:Fallback xmlns="">
          <p:sp>
            <p:nvSpPr>
              <p:cNvPr id="1049736" name=""/>
              <p:cNvSpPr/>
              <p:nvPr/>
            </p:nvSpPr>
            <p:spPr>
              <a:xfrm>
                <a:off x="10688151" y="1103425"/>
                <a:ext cx="178704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49737" name="Ink 1049736"/>
              <p14:cNvContentPartPr/>
              <p14:nvPr/>
            </p14:nvContentPartPr>
            <p14:xfrm>
              <a:off x="10945396" y="957313"/>
              <a:ext cx="157764" cy="23004"/>
            </p14:xfrm>
          </p:contentPart>
        </mc:Choice>
        <mc:Fallback xmlns="">
          <p:sp>
            <p:nvSpPr>
              <p:cNvPr id="1049737" name=""/>
              <p:cNvSpPr/>
              <p:nvPr/>
            </p:nvSpPr>
            <p:spPr>
              <a:xfrm>
                <a:off x="10945396" y="957313"/>
                <a:ext cx="157764" cy="23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49738" name="Ink 1049737"/>
              <p14:cNvContentPartPr/>
              <p14:nvPr/>
            </p14:nvContentPartPr>
            <p14:xfrm>
              <a:off x="11006288" y="900646"/>
              <a:ext cx="10590" cy="163067"/>
            </p14:xfrm>
          </p:contentPart>
        </mc:Choice>
        <mc:Fallback xmlns="">
          <p:sp>
            <p:nvSpPr>
              <p:cNvPr id="1049738" name=""/>
              <p:cNvSpPr/>
              <p:nvPr/>
            </p:nvSpPr>
            <p:spPr>
              <a:xfrm>
                <a:off x="11006288" y="900646"/>
                <a:ext cx="10590" cy="163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49739" name="Ink 1049738"/>
              <p14:cNvContentPartPr/>
              <p14:nvPr/>
            </p14:nvContentPartPr>
            <p14:xfrm>
              <a:off x="10916715" y="1092826"/>
              <a:ext cx="178788" cy="32441"/>
            </p14:xfrm>
          </p:contentPart>
        </mc:Choice>
        <mc:Fallback xmlns="">
          <p:sp>
            <p:nvSpPr>
              <p:cNvPr id="1049739" name=""/>
              <p:cNvSpPr/>
              <p:nvPr/>
            </p:nvSpPr>
            <p:spPr>
              <a:xfrm>
                <a:off x="10916715" y="1092826"/>
                <a:ext cx="178788" cy="32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49740" name="Ink 1049739"/>
              <p14:cNvContentPartPr/>
              <p14:nvPr/>
            </p14:nvContentPartPr>
            <p14:xfrm>
              <a:off x="11152781" y="951527"/>
              <a:ext cx="50302" cy="159592"/>
            </p14:xfrm>
          </p:contentPart>
        </mc:Choice>
        <mc:Fallback xmlns="">
          <p:sp>
            <p:nvSpPr>
              <p:cNvPr id="1049740" name=""/>
              <p:cNvSpPr/>
              <p:nvPr/>
            </p:nvSpPr>
            <p:spPr>
              <a:xfrm>
                <a:off x="11152781" y="951527"/>
                <a:ext cx="50302" cy="1595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49741" name="Ink 1049740"/>
              <p14:cNvContentPartPr/>
              <p14:nvPr/>
            </p14:nvContentPartPr>
            <p14:xfrm>
              <a:off x="11278470" y="895680"/>
              <a:ext cx="231189" cy="160122"/>
            </p14:xfrm>
          </p:contentPart>
        </mc:Choice>
        <mc:Fallback xmlns="">
          <p:sp>
            <p:nvSpPr>
              <p:cNvPr id="1049741" name=""/>
              <p:cNvSpPr/>
              <p:nvPr/>
            </p:nvSpPr>
            <p:spPr>
              <a:xfrm>
                <a:off x="11278470" y="895680"/>
                <a:ext cx="231189" cy="160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49742" name="Ink 1049741"/>
              <p14:cNvContentPartPr/>
              <p14:nvPr/>
            </p14:nvContentPartPr>
            <p14:xfrm>
              <a:off x="11510244" y="1062195"/>
              <a:ext cx="91423" cy="79276"/>
            </p14:xfrm>
          </p:contentPart>
        </mc:Choice>
        <mc:Fallback xmlns="">
          <p:sp>
            <p:nvSpPr>
              <p:cNvPr id="1049742" name=""/>
              <p:cNvSpPr/>
              <p:nvPr/>
            </p:nvSpPr>
            <p:spPr>
              <a:xfrm>
                <a:off x="11510244" y="1062195"/>
                <a:ext cx="91423" cy="79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49743" name="Ink 1049742"/>
              <p14:cNvContentPartPr/>
              <p14:nvPr/>
            </p14:nvContentPartPr>
            <p14:xfrm>
              <a:off x="11179818" y="828171"/>
              <a:ext cx="15764" cy="38002"/>
            </p14:xfrm>
          </p:contentPart>
        </mc:Choice>
        <mc:Fallback xmlns="">
          <p:sp>
            <p:nvSpPr>
              <p:cNvPr id="1049743" name=""/>
              <p:cNvSpPr/>
              <p:nvPr/>
            </p:nvSpPr>
            <p:spPr>
              <a:xfrm>
                <a:off x="11179818" y="828171"/>
                <a:ext cx="15764" cy="3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49744" name="Ink 1049743"/>
              <p14:cNvContentPartPr/>
              <p14:nvPr/>
            </p14:nvContentPartPr>
            <p14:xfrm>
              <a:off x="10452085" y="1270464"/>
              <a:ext cx="1061439" cy="29747"/>
            </p14:xfrm>
          </p:contentPart>
        </mc:Choice>
        <mc:Fallback xmlns="">
          <p:sp>
            <p:nvSpPr>
              <p:cNvPr id="1049744" name=""/>
              <p:cNvSpPr/>
              <p:nvPr/>
            </p:nvSpPr>
            <p:spPr>
              <a:xfrm>
                <a:off x="10452085" y="1270464"/>
                <a:ext cx="1061439" cy="29747"/>
              </a:xfrm>
            </p:spPr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3"/>
          <p:cNvSpPr/>
          <p:nvPr/>
        </p:nvSpPr>
        <p:spPr>
          <a:xfrm>
            <a:off x="802252" y="397438"/>
            <a:ext cx="3548379" cy="4470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I.2.2. Aspect énergétique</a:t>
            </a:r>
          </a:p>
        </p:txBody>
      </p:sp>
      <p:sp>
        <p:nvSpPr>
          <p:cNvPr id="1048632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0373" y="964774"/>
            <a:ext cx="4738285" cy="400110"/>
          </a:xfrm>
          <a:prstGeom prst="rect">
            <a:avLst/>
          </a:prstGeom>
          <a:blipFill rotWithShape="0">
            <a:blip r:embed="rId2"/>
            <a:stretch>
              <a:fillRect l="-1157" t="-7576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3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0373" y="1789690"/>
            <a:ext cx="10681672" cy="526939"/>
          </a:xfrm>
          <a:prstGeom prst="rect">
            <a:avLst/>
          </a:prstGeom>
          <a:blipFill rotWithShape="0">
            <a:blip r:embed="rId3"/>
            <a:stretch>
              <a:fillRect l="-514" b="-814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4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0373" y="2546480"/>
            <a:ext cx="8955465" cy="526939"/>
          </a:xfrm>
          <a:prstGeom prst="rect">
            <a:avLst/>
          </a:prstGeom>
          <a:blipFill rotWithShape="0">
            <a:blip r:embed="rId4"/>
            <a:stretch>
              <a:fillRect l="-613" b="-814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5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62860" y="3341907"/>
            <a:ext cx="7087902" cy="535596"/>
          </a:xfrm>
          <a:prstGeom prst="rect">
            <a:avLst/>
          </a:prstGeom>
          <a:blipFill rotWithShape="0">
            <a:blip r:embed="rId5"/>
            <a:stretch>
              <a:fillRect l="-947" b="-79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36" name="ZoneTexte 9"/>
          <p:cNvSpPr txBox="1"/>
          <p:nvPr/>
        </p:nvSpPr>
        <p:spPr>
          <a:xfrm>
            <a:off x="690373" y="4094468"/>
            <a:ext cx="95173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L’énergie mécanique, somme des énergies potentielle et cinétique, s’écrit donc :</a:t>
            </a:r>
            <a:endParaRPr lang="fr-MA" sz="2000" dirty="0"/>
          </a:p>
        </p:txBody>
      </p:sp>
      <p:sp>
        <p:nvSpPr>
          <p:cNvPr id="1048637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74424" y="4506650"/>
            <a:ext cx="5490862" cy="78380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38" name="Rectangle 11"/>
          <p:cNvSpPr/>
          <p:nvPr/>
        </p:nvSpPr>
        <p:spPr>
          <a:xfrm>
            <a:off x="690373" y="5597045"/>
            <a:ext cx="106728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L’énergie mécanique est une constante du mouvement, ce qui n’a rien de surprenant puisque le système est conservatif.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360" name="Ink 1049359"/>
              <p14:cNvContentPartPr/>
              <p14:nvPr/>
            </p14:nvContentPartPr>
            <p14:xfrm>
              <a:off x="9214835" y="2197243"/>
              <a:ext cx="13631" cy="165369"/>
            </p14:xfrm>
          </p:contentPart>
        </mc:Choice>
        <mc:Fallback xmlns="">
          <p:sp>
            <p:nvSpPr>
              <p:cNvPr id="1049360" name=""/>
              <p:cNvSpPr/>
              <p:nvPr/>
            </p:nvSpPr>
            <p:spPr>
              <a:xfrm>
                <a:off x="9214835" y="2197243"/>
                <a:ext cx="13631" cy="165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361" name="Ink 1049360"/>
              <p14:cNvContentPartPr/>
              <p14:nvPr/>
            </p14:nvContentPartPr>
            <p14:xfrm>
              <a:off x="9193214" y="2182848"/>
              <a:ext cx="158511" cy="103066"/>
            </p14:xfrm>
          </p:contentPart>
        </mc:Choice>
        <mc:Fallback xmlns="">
          <p:sp>
            <p:nvSpPr>
              <p:cNvPr id="1049361" name=""/>
              <p:cNvSpPr/>
              <p:nvPr/>
            </p:nvSpPr>
            <p:spPr>
              <a:xfrm>
                <a:off x="9193214" y="2182848"/>
                <a:ext cx="158511" cy="103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362" name="Ink 1049361"/>
              <p14:cNvContentPartPr/>
              <p14:nvPr/>
            </p14:nvContentPartPr>
            <p14:xfrm>
              <a:off x="9121436" y="2190045"/>
              <a:ext cx="100459" cy="136076"/>
            </p14:xfrm>
          </p:contentPart>
        </mc:Choice>
        <mc:Fallback xmlns="">
          <p:sp>
            <p:nvSpPr>
              <p:cNvPr id="1049362" name=""/>
              <p:cNvSpPr/>
              <p:nvPr/>
            </p:nvSpPr>
            <p:spPr>
              <a:xfrm>
                <a:off x="9121436" y="2190045"/>
                <a:ext cx="100459" cy="136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363" name="Ink 1049362"/>
              <p14:cNvContentPartPr/>
              <p14:nvPr/>
            </p14:nvContentPartPr>
            <p14:xfrm>
              <a:off x="8838792" y="3008609"/>
              <a:ext cx="25695" cy="123892"/>
            </p14:xfrm>
          </p:contentPart>
        </mc:Choice>
        <mc:Fallback xmlns="">
          <p:sp>
            <p:nvSpPr>
              <p:cNvPr id="1049363" name=""/>
              <p:cNvSpPr/>
              <p:nvPr/>
            </p:nvSpPr>
            <p:spPr>
              <a:xfrm>
                <a:off x="8838792" y="3008609"/>
                <a:ext cx="25695" cy="123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364" name="Ink 1049363"/>
              <p14:cNvContentPartPr/>
              <p14:nvPr/>
            </p14:nvContentPartPr>
            <p14:xfrm>
              <a:off x="8821245" y="2936135"/>
              <a:ext cx="107858" cy="111651"/>
            </p14:xfrm>
          </p:contentPart>
        </mc:Choice>
        <mc:Fallback xmlns="">
          <p:sp>
            <p:nvSpPr>
              <p:cNvPr id="1049364" name=""/>
              <p:cNvSpPr/>
              <p:nvPr/>
            </p:nvSpPr>
            <p:spPr>
              <a:xfrm>
                <a:off x="8821245" y="2936135"/>
                <a:ext cx="107858" cy="111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365" name="Ink 1049364"/>
              <p14:cNvContentPartPr/>
              <p14:nvPr/>
            </p14:nvContentPartPr>
            <p14:xfrm>
              <a:off x="8759850" y="2951027"/>
              <a:ext cx="68455" cy="105030"/>
            </p14:xfrm>
          </p:contentPart>
        </mc:Choice>
        <mc:Fallback xmlns="">
          <p:sp>
            <p:nvSpPr>
              <p:cNvPr id="1049365" name=""/>
              <p:cNvSpPr/>
              <p:nvPr/>
            </p:nvSpPr>
            <p:spPr>
              <a:xfrm>
                <a:off x="8759850" y="2951027"/>
                <a:ext cx="68455" cy="105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367" name="Ink 1049366"/>
              <p14:cNvContentPartPr/>
              <p14:nvPr/>
            </p14:nvContentPartPr>
            <p14:xfrm>
              <a:off x="7622422" y="1669372"/>
              <a:ext cx="743963" cy="767384"/>
            </p14:xfrm>
          </p:contentPart>
        </mc:Choice>
        <mc:Fallback xmlns="">
          <p:sp>
            <p:nvSpPr>
              <p:cNvPr id="1049367" name=""/>
              <p:cNvSpPr/>
              <p:nvPr/>
            </p:nvSpPr>
            <p:spPr>
              <a:xfrm>
                <a:off x="7622422" y="1669372"/>
                <a:ext cx="743963" cy="767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368" name="Ink 1049367"/>
              <p14:cNvContentPartPr/>
              <p14:nvPr/>
            </p14:nvContentPartPr>
            <p14:xfrm>
              <a:off x="6878143" y="2533635"/>
              <a:ext cx="1072632" cy="641800"/>
            </p14:xfrm>
          </p:contentPart>
        </mc:Choice>
        <mc:Fallback xmlns="">
          <p:sp>
            <p:nvSpPr>
              <p:cNvPr id="1049368" name=""/>
              <p:cNvSpPr/>
              <p:nvPr/>
            </p:nvSpPr>
            <p:spPr>
              <a:xfrm>
                <a:off x="6878143" y="2533635"/>
                <a:ext cx="1072632" cy="641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369" name="Ink 1049368"/>
              <p14:cNvContentPartPr/>
              <p14:nvPr/>
            </p14:nvContentPartPr>
            <p14:xfrm>
              <a:off x="7428727" y="2364282"/>
              <a:ext cx="83786" cy="114458"/>
            </p14:xfrm>
          </p:contentPart>
        </mc:Choice>
        <mc:Fallback xmlns="">
          <p:sp>
            <p:nvSpPr>
              <p:cNvPr id="1049369" name=""/>
              <p:cNvSpPr/>
              <p:nvPr/>
            </p:nvSpPr>
            <p:spPr>
              <a:xfrm>
                <a:off x="7428727" y="2364282"/>
                <a:ext cx="83786" cy="114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370" name="Ink 1049369"/>
              <p14:cNvContentPartPr/>
              <p14:nvPr/>
            </p14:nvContentPartPr>
            <p14:xfrm>
              <a:off x="7457454" y="2422112"/>
              <a:ext cx="126541" cy="105676"/>
            </p14:xfrm>
          </p:contentPart>
        </mc:Choice>
        <mc:Fallback xmlns="">
          <p:sp>
            <p:nvSpPr>
              <p:cNvPr id="1049370" name=""/>
              <p:cNvSpPr/>
              <p:nvPr/>
            </p:nvSpPr>
            <p:spPr>
              <a:xfrm>
                <a:off x="7457454" y="2422112"/>
                <a:ext cx="126541" cy="105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371" name="Ink 1049370"/>
              <p14:cNvContentPartPr/>
              <p14:nvPr/>
            </p14:nvContentPartPr>
            <p14:xfrm>
              <a:off x="7906103" y="4965801"/>
              <a:ext cx="160582" cy="6320"/>
            </p14:xfrm>
          </p:contentPart>
        </mc:Choice>
        <mc:Fallback xmlns="">
          <p:sp>
            <p:nvSpPr>
              <p:cNvPr id="1049371" name=""/>
              <p:cNvSpPr/>
              <p:nvPr/>
            </p:nvSpPr>
            <p:spPr>
              <a:xfrm>
                <a:off x="7906103" y="4965801"/>
                <a:ext cx="160582" cy="6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372" name="Ink 1049371"/>
              <p14:cNvContentPartPr/>
              <p14:nvPr/>
            </p14:nvContentPartPr>
            <p14:xfrm>
              <a:off x="7955964" y="5029087"/>
              <a:ext cx="164483" cy="29903"/>
            </p14:xfrm>
          </p:contentPart>
        </mc:Choice>
        <mc:Fallback xmlns="">
          <p:sp>
            <p:nvSpPr>
              <p:cNvPr id="1049372" name=""/>
              <p:cNvSpPr/>
              <p:nvPr/>
            </p:nvSpPr>
            <p:spPr>
              <a:xfrm>
                <a:off x="7955964" y="5029087"/>
                <a:ext cx="164483" cy="29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373" name="Ink 1049372"/>
              <p14:cNvContentPartPr/>
              <p14:nvPr/>
            </p14:nvContentPartPr>
            <p14:xfrm>
              <a:off x="8200993" y="4818931"/>
              <a:ext cx="375370" cy="284714"/>
            </p14:xfrm>
          </p:contentPart>
        </mc:Choice>
        <mc:Fallback xmlns="">
          <p:sp>
            <p:nvSpPr>
              <p:cNvPr id="1049373" name=""/>
              <p:cNvSpPr/>
              <p:nvPr/>
            </p:nvSpPr>
            <p:spPr>
              <a:xfrm>
                <a:off x="8200993" y="4818931"/>
                <a:ext cx="375370" cy="2847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374" name="Ink 1049373"/>
              <p14:cNvContentPartPr/>
              <p14:nvPr/>
            </p14:nvContentPartPr>
            <p14:xfrm>
              <a:off x="8284473" y="4870359"/>
              <a:ext cx="164801" cy="41009"/>
            </p14:xfrm>
          </p:contentPart>
        </mc:Choice>
        <mc:Fallback xmlns="">
          <p:sp>
            <p:nvSpPr>
              <p:cNvPr id="1049374" name=""/>
              <p:cNvSpPr/>
              <p:nvPr/>
            </p:nvSpPr>
            <p:spPr>
              <a:xfrm>
                <a:off x="8284473" y="4870359"/>
                <a:ext cx="164801" cy="41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375" name="Ink 1049374"/>
              <p14:cNvContentPartPr/>
              <p14:nvPr/>
            </p14:nvContentPartPr>
            <p14:xfrm>
              <a:off x="8064689" y="5166520"/>
              <a:ext cx="541228" cy="34192"/>
            </p14:xfrm>
          </p:contentPart>
        </mc:Choice>
        <mc:Fallback xmlns="">
          <p:sp>
            <p:nvSpPr>
              <p:cNvPr id="1049375" name=""/>
              <p:cNvSpPr/>
              <p:nvPr/>
            </p:nvSpPr>
            <p:spPr>
              <a:xfrm>
                <a:off x="8064689" y="5166520"/>
                <a:ext cx="541228" cy="34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376" name="Ink 1049375"/>
              <p14:cNvContentPartPr/>
              <p14:nvPr/>
            </p14:nvContentPartPr>
            <p14:xfrm>
              <a:off x="8833559" y="5116821"/>
              <a:ext cx="30928" cy="8048"/>
            </p14:xfrm>
          </p:contentPart>
        </mc:Choice>
        <mc:Fallback xmlns="">
          <p:sp>
            <p:nvSpPr>
              <p:cNvPr id="1049376" name=""/>
              <p:cNvSpPr/>
              <p:nvPr/>
            </p:nvSpPr>
            <p:spPr>
              <a:xfrm>
                <a:off x="8833559" y="5116821"/>
                <a:ext cx="30928" cy="8048"/>
              </a:xfrm>
            </p:spPr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4" name="Connecteur droit avec flèche 4"/>
          <p:cNvCxnSpPr>
            <a:cxnSpLocks/>
          </p:cNvCxnSpPr>
          <p:nvPr/>
        </p:nvCxnSpPr>
        <p:spPr>
          <a:xfrm flipH="1" flipV="1">
            <a:off x="5344733" y="347731"/>
            <a:ext cx="2" cy="2910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eur droit avec flèche 7"/>
          <p:cNvCxnSpPr>
            <a:cxnSpLocks/>
          </p:cNvCxnSpPr>
          <p:nvPr/>
        </p:nvCxnSpPr>
        <p:spPr>
          <a:xfrm>
            <a:off x="2814035" y="3271234"/>
            <a:ext cx="55250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39" name="Forme libre 12"/>
          <p:cNvSpPr/>
          <p:nvPr/>
        </p:nvSpPr>
        <p:spPr>
          <a:xfrm>
            <a:off x="2910626" y="1223438"/>
            <a:ext cx="4868214" cy="2047796"/>
          </a:xfrm>
          <a:custGeom>
            <a:avLst/>
            <a:gdLst>
              <a:gd name="connsiteX0" fmla="*/ 0 w 4868214"/>
              <a:gd name="connsiteY0" fmla="*/ 2292487 h 2292487"/>
              <a:gd name="connsiteX1" fmla="*/ 2343955 w 4868214"/>
              <a:gd name="connsiteY1" fmla="*/ 48 h 2292487"/>
              <a:gd name="connsiteX2" fmla="*/ 4868214 w 4868214"/>
              <a:gd name="connsiteY2" fmla="*/ 2240972 h 229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8214" h="2292487">
                <a:moveTo>
                  <a:pt x="0" y="2292487"/>
                </a:moveTo>
                <a:cubicBezTo>
                  <a:pt x="766293" y="1150560"/>
                  <a:pt x="1532586" y="8634"/>
                  <a:pt x="2343955" y="48"/>
                </a:cubicBezTo>
                <a:cubicBezTo>
                  <a:pt x="3155324" y="-8538"/>
                  <a:pt x="4011769" y="1116217"/>
                  <a:pt x="4868214" y="2240972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640" name="Forme libre 13"/>
          <p:cNvSpPr/>
          <p:nvPr/>
        </p:nvSpPr>
        <p:spPr>
          <a:xfrm rot="10800000">
            <a:off x="2910626" y="1223437"/>
            <a:ext cx="4868214" cy="2034917"/>
          </a:xfrm>
          <a:custGeom>
            <a:avLst/>
            <a:gdLst>
              <a:gd name="connsiteX0" fmla="*/ 0 w 4868214"/>
              <a:gd name="connsiteY0" fmla="*/ 2292487 h 2292487"/>
              <a:gd name="connsiteX1" fmla="*/ 2343955 w 4868214"/>
              <a:gd name="connsiteY1" fmla="*/ 48 h 2292487"/>
              <a:gd name="connsiteX2" fmla="*/ 4868214 w 4868214"/>
              <a:gd name="connsiteY2" fmla="*/ 2240972 h 2292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8214" h="2292487">
                <a:moveTo>
                  <a:pt x="0" y="2292487"/>
                </a:moveTo>
                <a:cubicBezTo>
                  <a:pt x="766293" y="1150560"/>
                  <a:pt x="1532586" y="8634"/>
                  <a:pt x="2343955" y="48"/>
                </a:cubicBezTo>
                <a:cubicBezTo>
                  <a:pt x="3155324" y="-8538"/>
                  <a:pt x="4011769" y="1116217"/>
                  <a:pt x="4868214" y="2240972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6" name="Connecteur droit 15"/>
          <p:cNvCxnSpPr>
            <a:cxnSpLocks/>
            <a:endCxn id="1048640" idx="0"/>
          </p:cNvCxnSpPr>
          <p:nvPr/>
        </p:nvCxnSpPr>
        <p:spPr>
          <a:xfrm>
            <a:off x="2910626" y="1223436"/>
            <a:ext cx="4868214" cy="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1" name="ZoneTexte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10626" y="754387"/>
            <a:ext cx="607795" cy="461665"/>
          </a:xfrm>
          <a:prstGeom prst="rect">
            <a:avLst/>
          </a:prstGeom>
          <a:blipFill rotWithShape="0">
            <a:blip r:embed="rId2"/>
            <a:stretch>
              <a:fillRect l="-2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2" name="ZoneTexte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71346" y="2602559"/>
            <a:ext cx="607795" cy="46166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3" name="ZoneTexte 19"/>
          <p:cNvSpPr txBox="1"/>
          <p:nvPr/>
        </p:nvSpPr>
        <p:spPr>
          <a:xfrm>
            <a:off x="5344733" y="209640"/>
            <a:ext cx="12750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Energie</a:t>
            </a:r>
          </a:p>
        </p:txBody>
      </p:sp>
      <p:sp>
        <p:nvSpPr>
          <p:cNvPr id="1048644" name="ZoneTexte 2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31276" y="1056008"/>
            <a:ext cx="607795" cy="494751"/>
          </a:xfrm>
          <a:prstGeom prst="rect">
            <a:avLst/>
          </a:prstGeom>
          <a:blipFill rotWithShape="0">
            <a:blip r:embed="rId4"/>
            <a:stretch>
              <a:fillRect b="-740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5" name="ZoneTexte 21"/>
          <p:cNvSpPr txBox="1"/>
          <p:nvPr/>
        </p:nvSpPr>
        <p:spPr>
          <a:xfrm>
            <a:off x="8184525" y="3258355"/>
            <a:ext cx="1173480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Temps</a:t>
            </a:r>
          </a:p>
        </p:txBody>
      </p:sp>
      <p:sp>
        <p:nvSpPr>
          <p:cNvPr id="1048646" name="ZoneTexte 22"/>
          <p:cNvSpPr txBox="1"/>
          <p:nvPr/>
        </p:nvSpPr>
        <p:spPr>
          <a:xfrm>
            <a:off x="5174654" y="3258354"/>
            <a:ext cx="4241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i="1" dirty="0"/>
              <a:t>0</a:t>
            </a:r>
          </a:p>
        </p:txBody>
      </p:sp>
      <p:sp>
        <p:nvSpPr>
          <p:cNvPr id="1048647" name="Rectangle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18930" y="547158"/>
            <a:ext cx="825803" cy="610936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48" name="Rectangle 1"/>
          <p:cNvSpPr/>
          <p:nvPr/>
        </p:nvSpPr>
        <p:spPr>
          <a:xfrm>
            <a:off x="1000259" y="3927029"/>
            <a:ext cx="96376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Les valeurs moyennes des énergies potentielle et cinétique sont :</a:t>
            </a:r>
            <a:endParaRPr lang="fr-MA" sz="2000" dirty="0"/>
          </a:p>
        </p:txBody>
      </p:sp>
      <p:sp>
        <p:nvSpPr>
          <p:cNvPr id="1048649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4787" y="4584198"/>
            <a:ext cx="10844379" cy="715645"/>
          </a:xfrm>
          <a:prstGeom prst="rect">
            <a:avLst/>
          </a:prstGeom>
          <a:blipFill>
            <a:blip r:embed="rId6"/>
            <a:stretch>
              <a:fillRect b="-4274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50" name="Rectangle 3"/>
          <p:cNvSpPr/>
          <p:nvPr/>
        </p:nvSpPr>
        <p:spPr>
          <a:xfrm>
            <a:off x="871470" y="5413872"/>
            <a:ext cx="104876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Les valeurs moyennes des énergies potentielle et cinétique sont égales, il y a en permanence un transfert d’énergie entre les deux formes, potentielle et cinétique.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377" name="Ink 1049376"/>
              <p14:cNvContentPartPr/>
              <p14:nvPr/>
            </p14:nvContentPartPr>
            <p14:xfrm>
              <a:off x="5267019" y="1211441"/>
              <a:ext cx="250134" cy="15339"/>
            </p14:xfrm>
          </p:contentPart>
        </mc:Choice>
        <mc:Fallback xmlns="">
          <p:sp>
            <p:nvSpPr>
              <p:cNvPr id="1049377" name=""/>
              <p:cNvSpPr/>
              <p:nvPr/>
            </p:nvSpPr>
            <p:spPr>
              <a:xfrm>
                <a:off x="5267019" y="1211441"/>
                <a:ext cx="250134" cy="15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378" name="Ink 1049377"/>
              <p14:cNvContentPartPr/>
              <p14:nvPr/>
            </p14:nvContentPartPr>
            <p14:xfrm>
              <a:off x="7754353" y="1335244"/>
              <a:ext cx="1286" cy="31488"/>
            </p14:xfrm>
          </p:contentPart>
        </mc:Choice>
        <mc:Fallback xmlns="">
          <p:sp>
            <p:nvSpPr>
              <p:cNvPr id="1049378" name=""/>
              <p:cNvSpPr/>
              <p:nvPr/>
            </p:nvSpPr>
            <p:spPr>
              <a:xfrm>
                <a:off x="7754353" y="1335244"/>
                <a:ext cx="1286" cy="314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379" name="Ink 1049378"/>
              <p14:cNvContentPartPr/>
              <p14:nvPr/>
            </p14:nvContentPartPr>
            <p14:xfrm>
              <a:off x="7781968" y="1523628"/>
              <a:ext cx="2351" cy="64803"/>
            </p14:xfrm>
          </p:contentPart>
        </mc:Choice>
        <mc:Fallback xmlns="">
          <p:sp>
            <p:nvSpPr>
              <p:cNvPr id="1049379" name=""/>
              <p:cNvSpPr/>
              <p:nvPr/>
            </p:nvSpPr>
            <p:spPr>
              <a:xfrm>
                <a:off x="7781968" y="1523628"/>
                <a:ext cx="2351" cy="648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380" name="Ink 1049379"/>
              <p14:cNvContentPartPr/>
              <p14:nvPr/>
            </p14:nvContentPartPr>
            <p14:xfrm>
              <a:off x="7712075" y="1733853"/>
              <a:ext cx="22384" cy="66154"/>
            </p14:xfrm>
          </p:contentPart>
        </mc:Choice>
        <mc:Fallback xmlns="">
          <p:sp>
            <p:nvSpPr>
              <p:cNvPr id="1049380" name=""/>
              <p:cNvSpPr/>
              <p:nvPr/>
            </p:nvSpPr>
            <p:spPr>
              <a:xfrm>
                <a:off x="7712075" y="1733853"/>
                <a:ext cx="22384" cy="661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381" name="Ink 1049380"/>
              <p14:cNvContentPartPr/>
              <p14:nvPr/>
            </p14:nvContentPartPr>
            <p14:xfrm>
              <a:off x="7712837" y="1951029"/>
              <a:ext cx="14120" cy="36237"/>
            </p14:xfrm>
          </p:contentPart>
        </mc:Choice>
        <mc:Fallback xmlns="">
          <p:sp>
            <p:nvSpPr>
              <p:cNvPr id="1049381" name=""/>
              <p:cNvSpPr/>
              <p:nvPr/>
            </p:nvSpPr>
            <p:spPr>
              <a:xfrm>
                <a:off x="7712837" y="1951029"/>
                <a:ext cx="14120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382" name="Ink 1049381"/>
              <p14:cNvContentPartPr/>
              <p14:nvPr/>
            </p14:nvContentPartPr>
            <p14:xfrm>
              <a:off x="7734459" y="2153808"/>
              <a:ext cx="10560" cy="32455"/>
            </p14:xfrm>
          </p:contentPart>
        </mc:Choice>
        <mc:Fallback xmlns="">
          <p:sp>
            <p:nvSpPr>
              <p:cNvPr id="1049382" name=""/>
              <p:cNvSpPr/>
              <p:nvPr/>
            </p:nvSpPr>
            <p:spPr>
              <a:xfrm>
                <a:off x="7734459" y="2153808"/>
                <a:ext cx="10560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383" name="Ink 1049382"/>
              <p14:cNvContentPartPr/>
              <p14:nvPr/>
            </p14:nvContentPartPr>
            <p14:xfrm>
              <a:off x="7748579" y="2342192"/>
              <a:ext cx="14561" cy="36237"/>
            </p14:xfrm>
          </p:contentPart>
        </mc:Choice>
        <mc:Fallback xmlns="">
          <p:sp>
            <p:nvSpPr>
              <p:cNvPr id="1049383" name=""/>
              <p:cNvSpPr/>
              <p:nvPr/>
            </p:nvSpPr>
            <p:spPr>
              <a:xfrm>
                <a:off x="7748579" y="2342192"/>
                <a:ext cx="14561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384" name="Ink 1049383"/>
              <p14:cNvContentPartPr/>
              <p14:nvPr/>
            </p14:nvContentPartPr>
            <p14:xfrm>
              <a:off x="7798881" y="2704316"/>
              <a:ext cx="10225" cy="31618"/>
            </p14:xfrm>
          </p:contentPart>
        </mc:Choice>
        <mc:Fallback xmlns="">
          <p:sp>
            <p:nvSpPr>
              <p:cNvPr id="1049384" name=""/>
              <p:cNvSpPr/>
              <p:nvPr/>
            </p:nvSpPr>
            <p:spPr>
              <a:xfrm>
                <a:off x="7798881" y="2704316"/>
                <a:ext cx="10225" cy="31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385" name="Ink 1049384"/>
              <p14:cNvContentPartPr/>
              <p14:nvPr/>
            </p14:nvContentPartPr>
            <p14:xfrm>
              <a:off x="7848742" y="2928937"/>
              <a:ext cx="0" cy="32454"/>
            </p14:xfrm>
          </p:contentPart>
        </mc:Choice>
        <mc:Fallback xmlns="">
          <p:sp>
            <p:nvSpPr>
              <p:cNvPr id="1049385" name=""/>
              <p:cNvSpPr/>
              <p:nvPr/>
            </p:nvSpPr>
            <p:spPr>
              <a:xfrm>
                <a:off x="7848742" y="2928937"/>
                <a:ext cx="0" cy="32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386" name="Ink 1049385"/>
              <p14:cNvContentPartPr/>
              <p14:nvPr/>
            </p14:nvContentPartPr>
            <p14:xfrm>
              <a:off x="7814858" y="3095479"/>
              <a:ext cx="5202" cy="32804"/>
            </p14:xfrm>
          </p:contentPart>
        </mc:Choice>
        <mc:Fallback xmlns="">
          <p:sp>
            <p:nvSpPr>
              <p:cNvPr id="1049386" name=""/>
              <p:cNvSpPr/>
              <p:nvPr/>
            </p:nvSpPr>
            <p:spPr>
              <a:xfrm>
                <a:off x="7814858" y="3095479"/>
                <a:ext cx="5202" cy="32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387" name="Ink 1049386"/>
              <p14:cNvContentPartPr/>
              <p14:nvPr/>
            </p14:nvContentPartPr>
            <p14:xfrm>
              <a:off x="7805941" y="3211389"/>
              <a:ext cx="3799" cy="31570"/>
            </p14:xfrm>
          </p:contentPart>
        </mc:Choice>
        <mc:Fallback xmlns="">
          <p:sp>
            <p:nvSpPr>
              <p:cNvPr id="1049387" name=""/>
              <p:cNvSpPr/>
              <p:nvPr/>
            </p:nvSpPr>
            <p:spPr>
              <a:xfrm>
                <a:off x="7805941" y="3211389"/>
                <a:ext cx="3799" cy="31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388" name="Ink 1049387"/>
              <p14:cNvContentPartPr/>
              <p14:nvPr/>
            </p14:nvContentPartPr>
            <p14:xfrm>
              <a:off x="7736326" y="1335244"/>
              <a:ext cx="12253" cy="69498"/>
            </p14:xfrm>
          </p:contentPart>
        </mc:Choice>
        <mc:Fallback xmlns="">
          <p:sp>
            <p:nvSpPr>
              <p:cNvPr id="1049388" name=""/>
              <p:cNvSpPr/>
              <p:nvPr/>
            </p:nvSpPr>
            <p:spPr>
              <a:xfrm>
                <a:off x="7736326" y="1335244"/>
                <a:ext cx="12253" cy="69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389" name="Ink 1049388"/>
              <p14:cNvContentPartPr/>
              <p14:nvPr/>
            </p14:nvContentPartPr>
            <p14:xfrm>
              <a:off x="7726958" y="1610498"/>
              <a:ext cx="25833" cy="72750"/>
            </p14:xfrm>
          </p:contentPart>
        </mc:Choice>
        <mc:Fallback xmlns="">
          <p:sp>
            <p:nvSpPr>
              <p:cNvPr id="1049389" name=""/>
              <p:cNvSpPr/>
              <p:nvPr/>
            </p:nvSpPr>
            <p:spPr>
              <a:xfrm>
                <a:off x="7726958" y="1610498"/>
                <a:ext cx="25833" cy="72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390" name="Ink 1049389"/>
              <p14:cNvContentPartPr/>
              <p14:nvPr/>
            </p14:nvContentPartPr>
            <p14:xfrm>
              <a:off x="7734459" y="1900396"/>
              <a:ext cx="7060" cy="79672"/>
            </p14:xfrm>
          </p:contentPart>
        </mc:Choice>
        <mc:Fallback xmlns="">
          <p:sp>
            <p:nvSpPr>
              <p:cNvPr id="1049390" name=""/>
              <p:cNvSpPr/>
              <p:nvPr/>
            </p:nvSpPr>
            <p:spPr>
              <a:xfrm>
                <a:off x="7734459" y="1900396"/>
                <a:ext cx="706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391" name="Ink 1049390"/>
              <p14:cNvContentPartPr/>
              <p14:nvPr/>
            </p14:nvContentPartPr>
            <p14:xfrm>
              <a:off x="7741519" y="2204689"/>
              <a:ext cx="21621" cy="79672"/>
            </p14:xfrm>
          </p:contentPart>
        </mc:Choice>
        <mc:Fallback xmlns="">
          <p:sp>
            <p:nvSpPr>
              <p:cNvPr id="1049391" name=""/>
              <p:cNvSpPr/>
              <p:nvPr/>
            </p:nvSpPr>
            <p:spPr>
              <a:xfrm>
                <a:off x="7741519" y="2204689"/>
                <a:ext cx="21621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392" name="Ink 1049391"/>
              <p14:cNvContentPartPr/>
              <p14:nvPr/>
            </p14:nvContentPartPr>
            <p14:xfrm>
              <a:off x="7748579" y="2494339"/>
              <a:ext cx="22208" cy="114346"/>
            </p14:xfrm>
          </p:contentPart>
        </mc:Choice>
        <mc:Fallback xmlns="">
          <p:sp>
            <p:nvSpPr>
              <p:cNvPr id="1049392" name=""/>
              <p:cNvSpPr/>
              <p:nvPr/>
            </p:nvSpPr>
            <p:spPr>
              <a:xfrm>
                <a:off x="7748579" y="2494339"/>
                <a:ext cx="22208" cy="114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393" name="Ink 1049392"/>
              <p14:cNvContentPartPr/>
              <p14:nvPr/>
            </p14:nvContentPartPr>
            <p14:xfrm>
              <a:off x="7784320" y="2856463"/>
              <a:ext cx="36167" cy="335085"/>
            </p14:xfrm>
          </p:contentPart>
        </mc:Choice>
        <mc:Fallback xmlns="">
          <p:sp>
            <p:nvSpPr>
              <p:cNvPr id="1049393" name=""/>
              <p:cNvSpPr/>
              <p:nvPr/>
            </p:nvSpPr>
            <p:spPr>
              <a:xfrm>
                <a:off x="7784320" y="2856463"/>
                <a:ext cx="36167" cy="335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394" name="Ink 1049393"/>
              <p14:cNvContentPartPr/>
              <p14:nvPr/>
            </p14:nvContentPartPr>
            <p14:xfrm>
              <a:off x="7760912" y="3271636"/>
              <a:ext cx="31478" cy="34317"/>
            </p14:xfrm>
          </p:contentPart>
        </mc:Choice>
        <mc:Fallback xmlns="">
          <p:sp>
            <p:nvSpPr>
              <p:cNvPr id="1049394" name=""/>
              <p:cNvSpPr/>
              <p:nvPr/>
            </p:nvSpPr>
            <p:spPr>
              <a:xfrm>
                <a:off x="7760912" y="3271636"/>
                <a:ext cx="31478" cy="34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395" name="Ink 1049394"/>
              <p14:cNvContentPartPr/>
              <p14:nvPr/>
            </p14:nvContentPartPr>
            <p14:xfrm>
              <a:off x="7462080" y="1050096"/>
              <a:ext cx="307157" cy="251014"/>
            </p14:xfrm>
          </p:contentPart>
        </mc:Choice>
        <mc:Fallback xmlns="">
          <p:sp>
            <p:nvSpPr>
              <p:cNvPr id="1049395" name=""/>
              <p:cNvSpPr/>
              <p:nvPr/>
            </p:nvSpPr>
            <p:spPr>
              <a:xfrm>
                <a:off x="7462080" y="1050096"/>
                <a:ext cx="307157" cy="251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396" name="Ink 1049395"/>
              <p14:cNvContentPartPr/>
              <p14:nvPr/>
            </p14:nvContentPartPr>
            <p14:xfrm>
              <a:off x="7479097" y="1045595"/>
              <a:ext cx="126519" cy="144580"/>
            </p14:xfrm>
          </p:contentPart>
        </mc:Choice>
        <mc:Fallback xmlns="">
          <p:sp>
            <p:nvSpPr>
              <p:cNvPr id="1049396" name=""/>
              <p:cNvSpPr/>
              <p:nvPr/>
            </p:nvSpPr>
            <p:spPr>
              <a:xfrm>
                <a:off x="7479097" y="1045595"/>
                <a:ext cx="126519" cy="144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397" name="Ink 1049396"/>
              <p14:cNvContentPartPr/>
              <p14:nvPr/>
            </p14:nvContentPartPr>
            <p14:xfrm>
              <a:off x="7581159" y="1125267"/>
              <a:ext cx="102998" cy="105303"/>
            </p14:xfrm>
          </p:contentPart>
        </mc:Choice>
        <mc:Fallback xmlns="">
          <p:sp>
            <p:nvSpPr>
              <p:cNvPr id="1049397" name=""/>
              <p:cNvSpPr/>
              <p:nvPr/>
            </p:nvSpPr>
            <p:spPr>
              <a:xfrm>
                <a:off x="7581159" y="1125267"/>
                <a:ext cx="102998" cy="105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398" name="Ink 1049397"/>
              <p14:cNvContentPartPr/>
              <p14:nvPr/>
            </p14:nvContentPartPr>
            <p14:xfrm>
              <a:off x="7593368" y="1222810"/>
              <a:ext cx="100496" cy="84979"/>
            </p14:xfrm>
          </p:contentPart>
        </mc:Choice>
        <mc:Fallback xmlns="">
          <p:sp>
            <p:nvSpPr>
              <p:cNvPr id="1049398" name=""/>
              <p:cNvSpPr/>
              <p:nvPr/>
            </p:nvSpPr>
            <p:spPr>
              <a:xfrm>
                <a:off x="7593368" y="1222810"/>
                <a:ext cx="100496" cy="84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399" name="Ink 1049398"/>
              <p14:cNvContentPartPr/>
              <p14:nvPr/>
            </p14:nvContentPartPr>
            <p14:xfrm>
              <a:off x="7684186" y="1241176"/>
              <a:ext cx="75865" cy="46016"/>
            </p14:xfrm>
          </p:contentPart>
        </mc:Choice>
        <mc:Fallback xmlns="">
          <p:sp>
            <p:nvSpPr>
              <p:cNvPr id="1049399" name=""/>
              <p:cNvSpPr/>
              <p:nvPr/>
            </p:nvSpPr>
            <p:spPr>
              <a:xfrm>
                <a:off x="7684186" y="1241176"/>
                <a:ext cx="75865" cy="46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400" name="Ink 1049399"/>
              <p14:cNvContentPartPr/>
              <p14:nvPr/>
            </p14:nvContentPartPr>
            <p14:xfrm>
              <a:off x="7537772" y="1132465"/>
              <a:ext cx="117703" cy="79323"/>
            </p14:xfrm>
          </p:contentPart>
        </mc:Choice>
        <mc:Fallback xmlns="">
          <p:sp>
            <p:nvSpPr>
              <p:cNvPr id="1049400" name=""/>
              <p:cNvSpPr/>
              <p:nvPr/>
            </p:nvSpPr>
            <p:spPr>
              <a:xfrm>
                <a:off x="7537772" y="1132465"/>
                <a:ext cx="117703" cy="793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401" name="Ink 1049400"/>
              <p14:cNvContentPartPr/>
              <p14:nvPr/>
            </p14:nvContentPartPr>
            <p14:xfrm>
              <a:off x="7561323" y="1159767"/>
              <a:ext cx="78709" cy="75380"/>
            </p14:xfrm>
          </p:contentPart>
        </mc:Choice>
        <mc:Fallback xmlns="">
          <p:sp>
            <p:nvSpPr>
              <p:cNvPr id="1049401" name=""/>
              <p:cNvSpPr/>
              <p:nvPr/>
            </p:nvSpPr>
            <p:spPr>
              <a:xfrm>
                <a:off x="7561323" y="1159767"/>
                <a:ext cx="78709" cy="75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402" name="Ink 1049401"/>
              <p14:cNvContentPartPr/>
              <p14:nvPr/>
            </p14:nvContentPartPr>
            <p14:xfrm>
              <a:off x="7639307" y="1212137"/>
              <a:ext cx="59411" cy="65194"/>
            </p14:xfrm>
          </p:contentPart>
        </mc:Choice>
        <mc:Fallback xmlns="">
          <p:sp>
            <p:nvSpPr>
              <p:cNvPr id="1049402" name=""/>
              <p:cNvSpPr/>
              <p:nvPr/>
            </p:nvSpPr>
            <p:spPr>
              <a:xfrm>
                <a:off x="7639307" y="1212137"/>
                <a:ext cx="59411" cy="65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403" name="Ink 1049402"/>
              <p14:cNvContentPartPr/>
              <p14:nvPr/>
            </p14:nvContentPartPr>
            <p14:xfrm>
              <a:off x="7310343" y="1320849"/>
              <a:ext cx="273651" cy="326463"/>
            </p14:xfrm>
          </p:contentPart>
        </mc:Choice>
        <mc:Fallback xmlns="">
          <p:sp>
            <p:nvSpPr>
              <p:cNvPr id="1049403" name=""/>
              <p:cNvSpPr/>
              <p:nvPr/>
            </p:nvSpPr>
            <p:spPr>
              <a:xfrm>
                <a:off x="7310343" y="1320849"/>
                <a:ext cx="273651" cy="326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404" name="Ink 1049403"/>
              <p14:cNvContentPartPr/>
              <p14:nvPr/>
            </p14:nvContentPartPr>
            <p14:xfrm>
              <a:off x="7285112" y="1516430"/>
              <a:ext cx="147999" cy="166903"/>
            </p14:xfrm>
          </p:contentPart>
        </mc:Choice>
        <mc:Fallback xmlns="">
          <p:sp>
            <p:nvSpPr>
              <p:cNvPr id="1049404" name=""/>
              <p:cNvSpPr/>
              <p:nvPr/>
            </p:nvSpPr>
            <p:spPr>
              <a:xfrm>
                <a:off x="7285112" y="1516430"/>
                <a:ext cx="147999" cy="1669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405" name="Ink 1049404"/>
              <p14:cNvContentPartPr/>
              <p14:nvPr/>
            </p14:nvContentPartPr>
            <p14:xfrm>
              <a:off x="2935482" y="1173289"/>
              <a:ext cx="244903" cy="221263"/>
            </p14:xfrm>
          </p:contentPart>
        </mc:Choice>
        <mc:Fallback xmlns="">
          <p:sp>
            <p:nvSpPr>
              <p:cNvPr id="1049405" name=""/>
              <p:cNvSpPr/>
              <p:nvPr/>
            </p:nvSpPr>
            <p:spPr>
              <a:xfrm>
                <a:off x="2935482" y="1173289"/>
                <a:ext cx="244903" cy="221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406" name="Ink 1049405"/>
              <p14:cNvContentPartPr/>
              <p14:nvPr/>
            </p14:nvContentPartPr>
            <p14:xfrm>
              <a:off x="3058525" y="1226781"/>
              <a:ext cx="19920" cy="113341"/>
            </p14:xfrm>
          </p:contentPart>
        </mc:Choice>
        <mc:Fallback xmlns="">
          <p:sp>
            <p:nvSpPr>
              <p:cNvPr id="1049406" name=""/>
              <p:cNvSpPr/>
              <p:nvPr/>
            </p:nvSpPr>
            <p:spPr>
              <a:xfrm>
                <a:off x="3058525" y="1226781"/>
                <a:ext cx="19920" cy="113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407" name="Ink 1049406"/>
              <p14:cNvContentPartPr/>
              <p14:nvPr/>
            </p14:nvContentPartPr>
            <p14:xfrm>
              <a:off x="3021525" y="1190792"/>
              <a:ext cx="100162" cy="128296"/>
            </p14:xfrm>
          </p:contentPart>
        </mc:Choice>
        <mc:Fallback xmlns="">
          <p:sp>
            <p:nvSpPr>
              <p:cNvPr id="1049407" name=""/>
              <p:cNvSpPr/>
              <p:nvPr/>
            </p:nvSpPr>
            <p:spPr>
              <a:xfrm>
                <a:off x="3021525" y="1190792"/>
                <a:ext cx="100162" cy="128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408" name="Ink 1049407"/>
              <p14:cNvContentPartPr/>
              <p14:nvPr/>
            </p14:nvContentPartPr>
            <p14:xfrm>
              <a:off x="2989577" y="1226781"/>
              <a:ext cx="97411" cy="169570"/>
            </p14:xfrm>
          </p:contentPart>
        </mc:Choice>
        <mc:Fallback xmlns="">
          <p:sp>
            <p:nvSpPr>
              <p:cNvPr id="1049408" name=""/>
              <p:cNvSpPr/>
              <p:nvPr/>
            </p:nvSpPr>
            <p:spPr>
              <a:xfrm>
                <a:off x="2989577" y="1226781"/>
                <a:ext cx="97411" cy="169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409" name="Ink 1049408"/>
              <p14:cNvContentPartPr/>
              <p14:nvPr/>
            </p14:nvContentPartPr>
            <p14:xfrm>
              <a:off x="5241914" y="3059365"/>
              <a:ext cx="262011" cy="210748"/>
            </p14:xfrm>
          </p:contentPart>
        </mc:Choice>
        <mc:Fallback xmlns="">
          <p:sp>
            <p:nvSpPr>
              <p:cNvPr id="1049409" name=""/>
              <p:cNvSpPr/>
              <p:nvPr/>
            </p:nvSpPr>
            <p:spPr>
              <a:xfrm>
                <a:off x="5241914" y="3059365"/>
                <a:ext cx="262011" cy="210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410" name="Ink 1049409"/>
              <p14:cNvContentPartPr/>
              <p14:nvPr/>
            </p14:nvContentPartPr>
            <p14:xfrm>
              <a:off x="5269162" y="3131716"/>
              <a:ext cx="169501" cy="28479"/>
            </p14:xfrm>
          </p:contentPart>
        </mc:Choice>
        <mc:Fallback xmlns="">
          <p:sp>
            <p:nvSpPr>
              <p:cNvPr id="1049410" name=""/>
              <p:cNvSpPr/>
              <p:nvPr/>
            </p:nvSpPr>
            <p:spPr>
              <a:xfrm>
                <a:off x="5269162" y="3131716"/>
                <a:ext cx="169501" cy="28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411" name="Ink 1049410"/>
              <p14:cNvContentPartPr/>
              <p14:nvPr/>
            </p14:nvContentPartPr>
            <p14:xfrm>
              <a:off x="5296667" y="3167954"/>
              <a:ext cx="134936" cy="41923"/>
            </p14:xfrm>
          </p:contentPart>
        </mc:Choice>
        <mc:Fallback xmlns="">
          <p:sp>
            <p:nvSpPr>
              <p:cNvPr id="1049411" name=""/>
              <p:cNvSpPr/>
              <p:nvPr/>
            </p:nvSpPr>
            <p:spPr>
              <a:xfrm>
                <a:off x="5296667" y="3167954"/>
                <a:ext cx="134936" cy="41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412" name="Ink 1049411"/>
              <p14:cNvContentPartPr/>
              <p14:nvPr/>
            </p14:nvContentPartPr>
            <p14:xfrm>
              <a:off x="5342173" y="3217536"/>
              <a:ext cx="125171" cy="13139"/>
            </p14:xfrm>
          </p:contentPart>
        </mc:Choice>
        <mc:Fallback xmlns="">
          <p:sp>
            <p:nvSpPr>
              <p:cNvPr id="1049412" name=""/>
              <p:cNvSpPr/>
              <p:nvPr/>
            </p:nvSpPr>
            <p:spPr>
              <a:xfrm>
                <a:off x="5342173" y="3217536"/>
                <a:ext cx="125171" cy="13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413" name="Ink 1049412"/>
              <p14:cNvContentPartPr/>
              <p14:nvPr/>
            </p14:nvContentPartPr>
            <p14:xfrm>
              <a:off x="4897219" y="2959062"/>
              <a:ext cx="291259" cy="129467"/>
            </p14:xfrm>
          </p:contentPart>
        </mc:Choice>
        <mc:Fallback xmlns="">
          <p:sp>
            <p:nvSpPr>
              <p:cNvPr id="1049413" name=""/>
              <p:cNvSpPr/>
              <p:nvPr/>
            </p:nvSpPr>
            <p:spPr>
              <a:xfrm>
                <a:off x="4897219" y="2959062"/>
                <a:ext cx="291259" cy="1294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414" name="Ink 1049413"/>
              <p14:cNvContentPartPr/>
              <p14:nvPr/>
            </p14:nvContentPartPr>
            <p14:xfrm>
              <a:off x="4838838" y="2907592"/>
              <a:ext cx="149314" cy="110307"/>
            </p14:xfrm>
          </p:contentPart>
        </mc:Choice>
        <mc:Fallback xmlns="">
          <p:sp>
            <p:nvSpPr>
              <p:cNvPr id="1049414" name=""/>
              <p:cNvSpPr/>
              <p:nvPr/>
            </p:nvSpPr>
            <p:spPr>
              <a:xfrm>
                <a:off x="4838838" y="2907592"/>
                <a:ext cx="149314" cy="110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415" name="Ink 1049414"/>
              <p14:cNvContentPartPr/>
              <p14:nvPr/>
            </p14:nvContentPartPr>
            <p14:xfrm>
              <a:off x="3171548" y="1386373"/>
              <a:ext cx="175727" cy="192253"/>
            </p14:xfrm>
          </p:contentPart>
        </mc:Choice>
        <mc:Fallback xmlns="">
          <p:sp>
            <p:nvSpPr>
              <p:cNvPr id="1049415" name=""/>
              <p:cNvSpPr/>
              <p:nvPr/>
            </p:nvSpPr>
            <p:spPr>
              <a:xfrm>
                <a:off x="3171548" y="1386373"/>
                <a:ext cx="175727" cy="192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416" name="Ink 1049415"/>
              <p14:cNvContentPartPr/>
              <p14:nvPr/>
            </p14:nvContentPartPr>
            <p14:xfrm>
              <a:off x="3314512" y="1529062"/>
              <a:ext cx="159045" cy="157939"/>
            </p14:xfrm>
          </p:contentPart>
        </mc:Choice>
        <mc:Fallback xmlns="">
          <p:sp>
            <p:nvSpPr>
              <p:cNvPr id="1049416" name=""/>
              <p:cNvSpPr/>
              <p:nvPr/>
            </p:nvSpPr>
            <p:spPr>
              <a:xfrm>
                <a:off x="3314512" y="1529062"/>
                <a:ext cx="159045" cy="1579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417" name="Ink 1049416"/>
              <p14:cNvContentPartPr/>
              <p14:nvPr/>
            </p14:nvContentPartPr>
            <p14:xfrm>
              <a:off x="5524265" y="2877746"/>
              <a:ext cx="373708" cy="225427"/>
            </p14:xfrm>
          </p:contentPart>
        </mc:Choice>
        <mc:Fallback xmlns="">
          <p:sp>
            <p:nvSpPr>
              <p:cNvPr id="1049417" name=""/>
              <p:cNvSpPr/>
              <p:nvPr/>
            </p:nvSpPr>
            <p:spPr>
              <a:xfrm>
                <a:off x="5524265" y="2877746"/>
                <a:ext cx="373708" cy="225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418" name="Ink 1049417"/>
              <p14:cNvContentPartPr/>
              <p14:nvPr/>
            </p14:nvContentPartPr>
            <p14:xfrm>
              <a:off x="5767390" y="2878304"/>
              <a:ext cx="162441" cy="115909"/>
            </p14:xfrm>
          </p:contentPart>
        </mc:Choice>
        <mc:Fallback xmlns="">
          <p:sp>
            <p:nvSpPr>
              <p:cNvPr id="1049418" name=""/>
              <p:cNvSpPr/>
              <p:nvPr/>
            </p:nvSpPr>
            <p:spPr>
              <a:xfrm>
                <a:off x="5767390" y="2878304"/>
                <a:ext cx="162441" cy="115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419" name="Ink 1049418"/>
              <p14:cNvContentPartPr/>
              <p14:nvPr/>
            </p14:nvContentPartPr>
            <p14:xfrm>
              <a:off x="4117619" y="5045938"/>
              <a:ext cx="937279" cy="253148"/>
            </p14:xfrm>
          </p:contentPart>
        </mc:Choice>
        <mc:Fallback xmlns="">
          <p:sp>
            <p:nvSpPr>
              <p:cNvPr id="1049419" name=""/>
              <p:cNvSpPr/>
              <p:nvPr/>
            </p:nvSpPr>
            <p:spPr>
              <a:xfrm>
                <a:off x="4117619" y="5045938"/>
                <a:ext cx="937279" cy="253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420" name="Ink 1049419"/>
              <p14:cNvContentPartPr/>
              <p14:nvPr/>
            </p14:nvContentPartPr>
            <p14:xfrm>
              <a:off x="10108796" y="5015307"/>
              <a:ext cx="884923" cy="285637"/>
            </p14:xfrm>
          </p:contentPart>
        </mc:Choice>
        <mc:Fallback xmlns="">
          <p:sp>
            <p:nvSpPr>
              <p:cNvPr id="1049420" name=""/>
              <p:cNvSpPr/>
              <p:nvPr/>
            </p:nvSpPr>
            <p:spPr>
              <a:xfrm>
                <a:off x="10108796" y="5015307"/>
                <a:ext cx="884923" cy="285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421" name="Ink 1049420"/>
              <p14:cNvContentPartPr/>
              <p14:nvPr/>
            </p14:nvContentPartPr>
            <p14:xfrm>
              <a:off x="5059634" y="4972121"/>
              <a:ext cx="141737" cy="4594"/>
            </p14:xfrm>
          </p:contentPart>
        </mc:Choice>
        <mc:Fallback xmlns="">
          <p:sp>
            <p:nvSpPr>
              <p:cNvPr id="1049421" name=""/>
              <p:cNvSpPr/>
              <p:nvPr/>
            </p:nvSpPr>
            <p:spPr>
              <a:xfrm>
                <a:off x="5059634" y="4972121"/>
                <a:ext cx="141737" cy="4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422" name="Ink 1049421"/>
              <p14:cNvContentPartPr/>
              <p14:nvPr/>
            </p14:nvContentPartPr>
            <p14:xfrm>
              <a:off x="5059634" y="5036901"/>
              <a:ext cx="153522" cy="24370"/>
            </p14:xfrm>
          </p:contentPart>
        </mc:Choice>
        <mc:Fallback xmlns="">
          <p:sp>
            <p:nvSpPr>
              <p:cNvPr id="1049422" name=""/>
              <p:cNvSpPr/>
              <p:nvPr/>
            </p:nvSpPr>
            <p:spPr>
              <a:xfrm>
                <a:off x="5059634" y="5036901"/>
                <a:ext cx="153522" cy="24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423" name="Ink 1049422"/>
              <p14:cNvContentPartPr/>
              <p14:nvPr/>
            </p14:nvContentPartPr>
            <p14:xfrm>
              <a:off x="5252458" y="4800698"/>
              <a:ext cx="88329" cy="139773"/>
            </p14:xfrm>
          </p:contentPart>
        </mc:Choice>
        <mc:Fallback xmlns="">
          <p:sp>
            <p:nvSpPr>
              <p:cNvPr id="1049423" name=""/>
              <p:cNvSpPr/>
              <p:nvPr/>
            </p:nvSpPr>
            <p:spPr>
              <a:xfrm>
                <a:off x="5252458" y="4800698"/>
                <a:ext cx="88329" cy="139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424" name="Ink 1049423"/>
              <p14:cNvContentPartPr/>
              <p14:nvPr/>
            </p14:nvContentPartPr>
            <p14:xfrm>
              <a:off x="5259959" y="5044099"/>
              <a:ext cx="185435" cy="41077"/>
            </p14:xfrm>
          </p:contentPart>
        </mc:Choice>
        <mc:Fallback xmlns="">
          <p:sp>
            <p:nvSpPr>
              <p:cNvPr id="1049424" name=""/>
              <p:cNvSpPr/>
              <p:nvPr/>
            </p:nvSpPr>
            <p:spPr>
              <a:xfrm>
                <a:off x="5259959" y="5044099"/>
                <a:ext cx="185435" cy="41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425" name="Ink 1049424"/>
              <p14:cNvContentPartPr/>
              <p14:nvPr/>
            </p14:nvContentPartPr>
            <p14:xfrm>
              <a:off x="5296681" y="5166379"/>
              <a:ext cx="124541" cy="171356"/>
            </p14:xfrm>
          </p:contentPart>
        </mc:Choice>
        <mc:Fallback xmlns="">
          <p:sp>
            <p:nvSpPr>
              <p:cNvPr id="1049425" name=""/>
              <p:cNvSpPr/>
              <p:nvPr/>
            </p:nvSpPr>
            <p:spPr>
              <a:xfrm>
                <a:off x="5296681" y="5166379"/>
                <a:ext cx="124541" cy="171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426" name="Ink 1049425"/>
              <p14:cNvContentPartPr/>
              <p14:nvPr/>
            </p14:nvContentPartPr>
            <p14:xfrm>
              <a:off x="5452693" y="4863409"/>
              <a:ext cx="154645" cy="266120"/>
            </p14:xfrm>
          </p:contentPart>
        </mc:Choice>
        <mc:Fallback xmlns="">
          <p:sp>
            <p:nvSpPr>
              <p:cNvPr id="1049426" name=""/>
              <p:cNvSpPr/>
              <p:nvPr/>
            </p:nvSpPr>
            <p:spPr>
              <a:xfrm>
                <a:off x="5452693" y="4863409"/>
                <a:ext cx="154645" cy="266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427" name="Ink 1049426"/>
              <p14:cNvContentPartPr/>
              <p14:nvPr/>
            </p14:nvContentPartPr>
            <p14:xfrm>
              <a:off x="5445723" y="5000664"/>
              <a:ext cx="158212" cy="68631"/>
            </p14:xfrm>
          </p:contentPart>
        </mc:Choice>
        <mc:Fallback xmlns="">
          <p:sp>
            <p:nvSpPr>
              <p:cNvPr id="1049427" name=""/>
              <p:cNvSpPr/>
              <p:nvPr/>
            </p:nvSpPr>
            <p:spPr>
              <a:xfrm>
                <a:off x="5445723" y="5000664"/>
                <a:ext cx="158212" cy="68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428" name="Ink 1049427"/>
              <p14:cNvContentPartPr/>
              <p14:nvPr/>
            </p14:nvContentPartPr>
            <p14:xfrm>
              <a:off x="5621157" y="5109375"/>
              <a:ext cx="239336" cy="203027"/>
            </p14:xfrm>
          </p:contentPart>
        </mc:Choice>
        <mc:Fallback xmlns="">
          <p:sp>
            <p:nvSpPr>
              <p:cNvPr id="1049428" name=""/>
              <p:cNvSpPr/>
              <p:nvPr/>
            </p:nvSpPr>
            <p:spPr>
              <a:xfrm>
                <a:off x="5621157" y="5109375"/>
                <a:ext cx="239336" cy="2030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429" name="Ink 1049428"/>
              <p14:cNvContentPartPr/>
              <p14:nvPr/>
            </p14:nvContentPartPr>
            <p14:xfrm>
              <a:off x="11067180" y="4909772"/>
              <a:ext cx="116456" cy="18417"/>
            </p14:xfrm>
          </p:contentPart>
        </mc:Choice>
        <mc:Fallback xmlns="">
          <p:sp>
            <p:nvSpPr>
              <p:cNvPr id="1049429" name=""/>
              <p:cNvSpPr/>
              <p:nvPr/>
            </p:nvSpPr>
            <p:spPr>
              <a:xfrm>
                <a:off x="11067180" y="4909772"/>
                <a:ext cx="116456" cy="18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430" name="Ink 1049429"/>
              <p14:cNvContentPartPr/>
              <p14:nvPr/>
            </p14:nvContentPartPr>
            <p14:xfrm>
              <a:off x="11088359" y="4978494"/>
              <a:ext cx="110919" cy="36813"/>
            </p14:xfrm>
          </p:contentPart>
        </mc:Choice>
        <mc:Fallback xmlns="">
          <p:sp>
            <p:nvSpPr>
              <p:cNvPr id="1049430" name=""/>
              <p:cNvSpPr/>
              <p:nvPr/>
            </p:nvSpPr>
            <p:spPr>
              <a:xfrm>
                <a:off x="11088359" y="4978494"/>
                <a:ext cx="110919" cy="368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431" name="Ink 1049430"/>
              <p14:cNvContentPartPr/>
              <p14:nvPr/>
            </p14:nvContentPartPr>
            <p14:xfrm>
              <a:off x="11302804" y="4721324"/>
              <a:ext cx="81558" cy="153643"/>
            </p14:xfrm>
          </p:contentPart>
        </mc:Choice>
        <mc:Fallback xmlns="">
          <p:sp>
            <p:nvSpPr>
              <p:cNvPr id="1049431" name=""/>
              <p:cNvSpPr/>
              <p:nvPr/>
            </p:nvSpPr>
            <p:spPr>
              <a:xfrm>
                <a:off x="11302804" y="4721324"/>
                <a:ext cx="81558" cy="153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432" name="Ink 1049431"/>
              <p14:cNvContentPartPr/>
              <p14:nvPr/>
            </p14:nvContentPartPr>
            <p14:xfrm>
              <a:off x="11260004" y="4964426"/>
              <a:ext cx="180531" cy="28163"/>
            </p14:xfrm>
          </p:contentPart>
        </mc:Choice>
        <mc:Fallback xmlns="">
          <p:sp>
            <p:nvSpPr>
              <p:cNvPr id="1049432" name=""/>
              <p:cNvSpPr/>
              <p:nvPr/>
            </p:nvSpPr>
            <p:spPr>
              <a:xfrm>
                <a:off x="11260004" y="4964426"/>
                <a:ext cx="180531" cy="28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433" name="Ink 1049432"/>
              <p14:cNvContentPartPr/>
              <p14:nvPr/>
            </p14:nvContentPartPr>
            <p14:xfrm>
              <a:off x="11272379" y="5053315"/>
              <a:ext cx="159269" cy="202223"/>
            </p14:xfrm>
          </p:contentPart>
        </mc:Choice>
        <mc:Fallback xmlns="">
          <p:sp>
            <p:nvSpPr>
              <p:cNvPr id="1049433" name=""/>
              <p:cNvSpPr/>
              <p:nvPr/>
            </p:nvSpPr>
            <p:spPr>
              <a:xfrm>
                <a:off x="11272379" y="5053315"/>
                <a:ext cx="159269" cy="202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434" name="Ink 1049433"/>
              <p14:cNvContentPartPr/>
              <p14:nvPr/>
            </p14:nvContentPartPr>
            <p14:xfrm>
              <a:off x="11498964" y="4777574"/>
              <a:ext cx="193674" cy="305674"/>
            </p14:xfrm>
          </p:contentPart>
        </mc:Choice>
        <mc:Fallback xmlns="">
          <p:sp>
            <p:nvSpPr>
              <p:cNvPr id="1049434" name=""/>
              <p:cNvSpPr/>
              <p:nvPr/>
            </p:nvSpPr>
            <p:spPr>
              <a:xfrm>
                <a:off x="11498964" y="4777574"/>
                <a:ext cx="193674" cy="305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435" name="Ink 1049434"/>
              <p14:cNvContentPartPr/>
              <p14:nvPr/>
            </p14:nvContentPartPr>
            <p14:xfrm>
              <a:off x="11460329" y="4870359"/>
              <a:ext cx="166015" cy="45823"/>
            </p14:xfrm>
          </p:contentPart>
        </mc:Choice>
        <mc:Fallback xmlns="">
          <p:sp>
            <p:nvSpPr>
              <p:cNvPr id="1049435" name=""/>
              <p:cNvSpPr/>
              <p:nvPr/>
            </p:nvSpPr>
            <p:spPr>
              <a:xfrm>
                <a:off x="11460329" y="4870359"/>
                <a:ext cx="166015" cy="45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436" name="Ink 1049435"/>
              <p14:cNvContentPartPr/>
              <p14:nvPr/>
            </p14:nvContentPartPr>
            <p14:xfrm>
              <a:off x="11647832" y="5036901"/>
              <a:ext cx="170938" cy="175332"/>
            </p14:xfrm>
          </p:contentPart>
        </mc:Choice>
        <mc:Fallback xmlns="">
          <p:sp>
            <p:nvSpPr>
              <p:cNvPr id="1049436" name=""/>
              <p:cNvSpPr/>
              <p:nvPr/>
            </p:nvSpPr>
            <p:spPr>
              <a:xfrm>
                <a:off x="11647832" y="5036901"/>
                <a:ext cx="170938" cy="175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437" name="Ink 1049436"/>
              <p14:cNvContentPartPr/>
              <p14:nvPr/>
            </p14:nvContentPartPr>
            <p14:xfrm>
              <a:off x="11882159" y="5080336"/>
              <a:ext cx="0" cy="72474"/>
            </p14:xfrm>
          </p:contentPart>
        </mc:Choice>
        <mc:Fallback xmlns="">
          <p:sp>
            <p:nvSpPr>
              <p:cNvPr id="1049437" name=""/>
              <p:cNvSpPr/>
              <p:nvPr/>
            </p:nvSpPr>
            <p:spPr>
              <a:xfrm>
                <a:off x="11882159" y="5080336"/>
                <a:ext cx="0" cy="724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438" name="Ink 1049437"/>
              <p14:cNvContentPartPr/>
              <p14:nvPr/>
            </p14:nvContentPartPr>
            <p14:xfrm>
              <a:off x="2649556" y="2250857"/>
              <a:ext cx="5742485" cy="56090"/>
            </p14:xfrm>
          </p:contentPart>
        </mc:Choice>
        <mc:Fallback xmlns="">
          <p:sp>
            <p:nvSpPr>
              <p:cNvPr id="1049438" name=""/>
              <p:cNvSpPr/>
              <p:nvPr/>
            </p:nvSpPr>
            <p:spPr>
              <a:xfrm>
                <a:off x="2649556" y="2250857"/>
                <a:ext cx="5742485" cy="56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439" name="Ink 1049438"/>
              <p14:cNvContentPartPr/>
              <p14:nvPr/>
            </p14:nvContentPartPr>
            <p14:xfrm>
              <a:off x="8446509" y="2045593"/>
              <a:ext cx="296194" cy="378056"/>
            </p14:xfrm>
          </p:contentPart>
        </mc:Choice>
        <mc:Fallback xmlns="">
          <p:sp>
            <p:nvSpPr>
              <p:cNvPr id="1049439" name=""/>
              <p:cNvSpPr/>
              <p:nvPr/>
            </p:nvSpPr>
            <p:spPr>
              <a:xfrm>
                <a:off x="8446509" y="2045593"/>
                <a:ext cx="296194" cy="378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440" name="Ink 1049439"/>
              <p14:cNvContentPartPr/>
              <p14:nvPr/>
            </p14:nvContentPartPr>
            <p14:xfrm>
              <a:off x="8808780" y="2161502"/>
              <a:ext cx="161973" cy="185047"/>
            </p14:xfrm>
          </p:contentPart>
        </mc:Choice>
        <mc:Fallback xmlns="">
          <p:sp>
            <p:nvSpPr>
              <p:cNvPr id="1049440" name=""/>
              <p:cNvSpPr/>
              <p:nvPr/>
            </p:nvSpPr>
            <p:spPr>
              <a:xfrm>
                <a:off x="8808780" y="2161502"/>
                <a:ext cx="161973" cy="185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441" name="Ink 1049440"/>
              <p14:cNvContentPartPr/>
              <p14:nvPr/>
            </p14:nvContentPartPr>
            <p14:xfrm>
              <a:off x="8771384" y="2132857"/>
              <a:ext cx="189521" cy="20951"/>
            </p14:xfrm>
          </p:contentPart>
        </mc:Choice>
        <mc:Fallback xmlns="">
          <p:sp>
            <p:nvSpPr>
              <p:cNvPr id="1049441" name=""/>
              <p:cNvSpPr/>
              <p:nvPr/>
            </p:nvSpPr>
            <p:spPr>
              <a:xfrm>
                <a:off x="8771384" y="2132857"/>
                <a:ext cx="189521" cy="20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442" name="Ink 1049441"/>
              <p14:cNvContentPartPr/>
              <p14:nvPr/>
            </p14:nvContentPartPr>
            <p14:xfrm>
              <a:off x="8778444" y="2211887"/>
              <a:ext cx="135903" cy="14644"/>
            </p14:xfrm>
          </p:contentPart>
        </mc:Choice>
        <mc:Fallback xmlns="">
          <p:sp>
            <p:nvSpPr>
              <p:cNvPr id="1049442" name=""/>
              <p:cNvSpPr/>
              <p:nvPr/>
            </p:nvSpPr>
            <p:spPr>
              <a:xfrm>
                <a:off x="8778444" y="2211887"/>
                <a:ext cx="135903" cy="14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443" name="Ink 1049442"/>
              <p14:cNvContentPartPr/>
              <p14:nvPr/>
            </p14:nvContentPartPr>
            <p14:xfrm>
              <a:off x="9007180" y="2291559"/>
              <a:ext cx="143151" cy="114440"/>
            </p14:xfrm>
          </p:contentPart>
        </mc:Choice>
        <mc:Fallback xmlns="">
          <p:sp>
            <p:nvSpPr>
              <p:cNvPr id="1049443" name=""/>
              <p:cNvSpPr/>
              <p:nvPr/>
            </p:nvSpPr>
            <p:spPr>
              <a:xfrm>
                <a:off x="9007180" y="2291559"/>
                <a:ext cx="143151" cy="114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444" name="Ink 1049443"/>
              <p14:cNvContentPartPr/>
              <p14:nvPr/>
            </p14:nvContentPartPr>
            <p14:xfrm>
              <a:off x="9135852" y="2125017"/>
              <a:ext cx="215096" cy="325886"/>
            </p14:xfrm>
          </p:contentPart>
        </mc:Choice>
        <mc:Fallback xmlns="">
          <p:sp>
            <p:nvSpPr>
              <p:cNvPr id="1049444" name=""/>
              <p:cNvSpPr/>
              <p:nvPr/>
            </p:nvSpPr>
            <p:spPr>
              <a:xfrm>
                <a:off x="9135852" y="2125017"/>
                <a:ext cx="215096" cy="325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445" name="Ink 1049444"/>
              <p14:cNvContentPartPr/>
              <p14:nvPr/>
            </p14:nvContentPartPr>
            <p14:xfrm>
              <a:off x="9422220" y="2223176"/>
              <a:ext cx="171719" cy="3354"/>
            </p14:xfrm>
          </p:contentPart>
        </mc:Choice>
        <mc:Fallback xmlns="">
          <p:sp>
            <p:nvSpPr>
              <p:cNvPr id="1049445" name=""/>
              <p:cNvSpPr/>
              <p:nvPr/>
            </p:nvSpPr>
            <p:spPr>
              <a:xfrm>
                <a:off x="9422220" y="2223176"/>
                <a:ext cx="171719" cy="3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446" name="Ink 1049445"/>
              <p14:cNvContentPartPr/>
              <p14:nvPr/>
            </p14:nvContentPartPr>
            <p14:xfrm>
              <a:off x="9429280" y="2312509"/>
              <a:ext cx="144776" cy="13042"/>
            </p14:xfrm>
          </p:contentPart>
        </mc:Choice>
        <mc:Fallback xmlns="">
          <p:sp>
            <p:nvSpPr>
              <p:cNvPr id="1049446" name=""/>
              <p:cNvSpPr/>
              <p:nvPr/>
            </p:nvSpPr>
            <p:spPr>
              <a:xfrm>
                <a:off x="9429280" y="2312509"/>
                <a:ext cx="144776" cy="13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447" name="Ink 1049446"/>
              <p14:cNvContentPartPr/>
              <p14:nvPr/>
            </p14:nvContentPartPr>
            <p14:xfrm>
              <a:off x="9736203" y="2132463"/>
              <a:ext cx="208009" cy="241412"/>
            </p14:xfrm>
          </p:contentPart>
        </mc:Choice>
        <mc:Fallback xmlns="">
          <p:sp>
            <p:nvSpPr>
              <p:cNvPr id="1049447" name=""/>
              <p:cNvSpPr/>
              <p:nvPr/>
            </p:nvSpPr>
            <p:spPr>
              <a:xfrm>
                <a:off x="9736203" y="2132463"/>
                <a:ext cx="208009" cy="241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448" name="Ink 1049447"/>
              <p14:cNvContentPartPr/>
              <p14:nvPr/>
            </p14:nvContentPartPr>
            <p14:xfrm>
              <a:off x="9715206" y="2110846"/>
              <a:ext cx="182250" cy="14171"/>
            </p14:xfrm>
          </p:contentPart>
        </mc:Choice>
        <mc:Fallback xmlns="">
          <p:sp>
            <p:nvSpPr>
              <p:cNvPr id="1049448" name=""/>
              <p:cNvSpPr/>
              <p:nvPr/>
            </p:nvSpPr>
            <p:spPr>
              <a:xfrm>
                <a:off x="9715206" y="2110846"/>
                <a:ext cx="182250" cy="14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449" name="Ink 1049448"/>
              <p14:cNvContentPartPr/>
              <p14:nvPr/>
            </p14:nvContentPartPr>
            <p14:xfrm>
              <a:off x="9729767" y="2211373"/>
              <a:ext cx="157109" cy="12770"/>
            </p14:xfrm>
          </p:contentPart>
        </mc:Choice>
        <mc:Fallback xmlns="">
          <p:sp>
            <p:nvSpPr>
              <p:cNvPr id="1049449" name=""/>
              <p:cNvSpPr/>
              <p:nvPr/>
            </p:nvSpPr>
            <p:spPr>
              <a:xfrm>
                <a:off x="9729767" y="2211373"/>
                <a:ext cx="157109" cy="12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450" name="Ink 1049449"/>
              <p14:cNvContentPartPr/>
              <p14:nvPr/>
            </p14:nvContentPartPr>
            <p14:xfrm>
              <a:off x="9889070" y="2335242"/>
              <a:ext cx="155305" cy="127098"/>
            </p14:xfrm>
          </p:contentPart>
        </mc:Choice>
        <mc:Fallback xmlns="">
          <p:sp>
            <p:nvSpPr>
              <p:cNvPr id="1049450" name=""/>
              <p:cNvSpPr/>
              <p:nvPr/>
            </p:nvSpPr>
            <p:spPr>
              <a:xfrm>
                <a:off x="9889070" y="2335242"/>
                <a:ext cx="155305" cy="1270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451" name="Ink 1049450"/>
              <p14:cNvContentPartPr/>
              <p14:nvPr/>
            </p14:nvContentPartPr>
            <p14:xfrm>
              <a:off x="9591369" y="2139661"/>
              <a:ext cx="133936" cy="282457"/>
            </p14:xfrm>
          </p:contentPart>
        </mc:Choice>
        <mc:Fallback xmlns="">
          <p:sp>
            <p:nvSpPr>
              <p:cNvPr id="1049451" name=""/>
              <p:cNvSpPr/>
              <p:nvPr/>
            </p:nvSpPr>
            <p:spPr>
              <a:xfrm>
                <a:off x="9591369" y="2139661"/>
                <a:ext cx="133936" cy="2824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452" name="Ink 1049451"/>
              <p14:cNvContentPartPr/>
              <p14:nvPr/>
            </p14:nvContentPartPr>
            <p14:xfrm>
              <a:off x="9937152" y="2335242"/>
              <a:ext cx="5736" cy="181504"/>
            </p14:xfrm>
          </p:contentPart>
        </mc:Choice>
        <mc:Fallback xmlns="">
          <p:sp>
            <p:nvSpPr>
              <p:cNvPr id="1049452" name=""/>
              <p:cNvSpPr/>
              <p:nvPr/>
            </p:nvSpPr>
            <p:spPr>
              <a:xfrm>
                <a:off x="9937152" y="2335242"/>
                <a:ext cx="5736" cy="181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453" name="Ink 1049452"/>
              <p14:cNvContentPartPr/>
              <p14:nvPr/>
            </p14:nvContentPartPr>
            <p14:xfrm>
              <a:off x="9915531" y="2332664"/>
              <a:ext cx="161382" cy="108344"/>
            </p14:xfrm>
          </p:contentPart>
        </mc:Choice>
        <mc:Fallback xmlns="">
          <p:sp>
            <p:nvSpPr>
              <p:cNvPr id="1049453" name=""/>
              <p:cNvSpPr/>
              <p:nvPr/>
            </p:nvSpPr>
            <p:spPr>
              <a:xfrm>
                <a:off x="9915531" y="2332664"/>
                <a:ext cx="161382" cy="1083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454" name="Ink 1049453"/>
              <p14:cNvContentPartPr/>
              <p14:nvPr/>
            </p14:nvContentPartPr>
            <p14:xfrm>
              <a:off x="9915531" y="2400271"/>
              <a:ext cx="14806" cy="154143"/>
            </p14:xfrm>
          </p:contentPart>
        </mc:Choice>
        <mc:Fallback xmlns="">
          <p:sp>
            <p:nvSpPr>
              <p:cNvPr id="1049454" name=""/>
              <p:cNvSpPr/>
              <p:nvPr/>
            </p:nvSpPr>
            <p:spPr>
              <a:xfrm>
                <a:off x="9915531" y="2400271"/>
                <a:ext cx="14806" cy="154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455" name="Ink 1049454"/>
              <p14:cNvContentPartPr/>
              <p14:nvPr/>
            </p14:nvContentPartPr>
            <p14:xfrm>
              <a:off x="10051435" y="2168700"/>
              <a:ext cx="231291" cy="327017"/>
            </p14:xfrm>
          </p:contentPart>
        </mc:Choice>
        <mc:Fallback xmlns="">
          <p:sp>
            <p:nvSpPr>
              <p:cNvPr id="1049455" name=""/>
              <p:cNvSpPr/>
              <p:nvPr/>
            </p:nvSpPr>
            <p:spPr>
              <a:xfrm>
                <a:off x="10051435" y="2168700"/>
                <a:ext cx="231291" cy="327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456" name="Ink 1049455"/>
              <p14:cNvContentPartPr/>
              <p14:nvPr/>
            </p14:nvContentPartPr>
            <p14:xfrm>
              <a:off x="10366042" y="2262520"/>
              <a:ext cx="159390" cy="8792"/>
            </p14:xfrm>
          </p:contentPart>
        </mc:Choice>
        <mc:Fallback xmlns="">
          <p:sp>
            <p:nvSpPr>
              <p:cNvPr id="1049456" name=""/>
              <p:cNvSpPr/>
              <p:nvPr/>
            </p:nvSpPr>
            <p:spPr>
              <a:xfrm>
                <a:off x="10366042" y="2262520"/>
                <a:ext cx="159390" cy="8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457" name="Ink 1049456"/>
              <p14:cNvContentPartPr/>
              <p14:nvPr/>
            </p14:nvContentPartPr>
            <p14:xfrm>
              <a:off x="10401783" y="2377224"/>
              <a:ext cx="139171" cy="15906"/>
            </p14:xfrm>
          </p:contentPart>
        </mc:Choice>
        <mc:Fallback xmlns="">
          <p:sp>
            <p:nvSpPr>
              <p:cNvPr id="1049457" name=""/>
              <p:cNvSpPr/>
              <p:nvPr/>
            </p:nvSpPr>
            <p:spPr>
              <a:xfrm>
                <a:off x="10401783" y="2377224"/>
                <a:ext cx="139171" cy="15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458" name="Ink 1049457"/>
              <p14:cNvContentPartPr/>
              <p14:nvPr/>
            </p14:nvContentPartPr>
            <p14:xfrm>
              <a:off x="10663000" y="2069518"/>
              <a:ext cx="103345" cy="203187"/>
            </p14:xfrm>
          </p:contentPart>
        </mc:Choice>
        <mc:Fallback xmlns="">
          <p:sp>
            <p:nvSpPr>
              <p:cNvPr id="1049458" name=""/>
              <p:cNvSpPr/>
              <p:nvPr/>
            </p:nvSpPr>
            <p:spPr>
              <a:xfrm>
                <a:off x="10663000" y="2069518"/>
                <a:ext cx="103345" cy="203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459" name="Ink 1049458"/>
              <p14:cNvContentPartPr/>
              <p14:nvPr/>
            </p14:nvContentPartPr>
            <p14:xfrm>
              <a:off x="10716390" y="2385627"/>
              <a:ext cx="168197" cy="8132"/>
            </p14:xfrm>
          </p:contentPart>
        </mc:Choice>
        <mc:Fallback xmlns="">
          <p:sp>
            <p:nvSpPr>
              <p:cNvPr id="1049459" name=""/>
              <p:cNvSpPr/>
              <p:nvPr/>
            </p:nvSpPr>
            <p:spPr>
              <a:xfrm>
                <a:off x="10716390" y="2385627"/>
                <a:ext cx="168197" cy="8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460" name="Ink 1049459"/>
              <p14:cNvContentPartPr/>
              <p14:nvPr/>
            </p14:nvContentPartPr>
            <p14:xfrm>
              <a:off x="10712589" y="2515051"/>
              <a:ext cx="139420" cy="184572"/>
            </p14:xfrm>
          </p:contentPart>
        </mc:Choice>
        <mc:Fallback xmlns="">
          <p:sp>
            <p:nvSpPr>
              <p:cNvPr id="1049460" name=""/>
              <p:cNvSpPr/>
              <p:nvPr/>
            </p:nvSpPr>
            <p:spPr>
              <a:xfrm>
                <a:off x="10712589" y="2515051"/>
                <a:ext cx="139420" cy="1845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461" name="Ink 1049460"/>
              <p14:cNvContentPartPr/>
              <p14:nvPr/>
            </p14:nvContentPartPr>
            <p14:xfrm>
              <a:off x="10968273" y="2219085"/>
              <a:ext cx="253874" cy="196008"/>
            </p14:xfrm>
          </p:contentPart>
        </mc:Choice>
        <mc:Fallback xmlns="">
          <p:sp>
            <p:nvSpPr>
              <p:cNvPr id="1049461" name=""/>
              <p:cNvSpPr/>
              <p:nvPr/>
            </p:nvSpPr>
            <p:spPr>
              <a:xfrm>
                <a:off x="10968273" y="2219085"/>
                <a:ext cx="253874" cy="196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462" name="Ink 1049461"/>
              <p14:cNvContentPartPr/>
              <p14:nvPr/>
            </p14:nvContentPartPr>
            <p14:xfrm>
              <a:off x="11009818" y="2313153"/>
              <a:ext cx="209672" cy="116554"/>
            </p14:xfrm>
          </p:contentPart>
        </mc:Choice>
        <mc:Fallback xmlns="">
          <p:sp>
            <p:nvSpPr>
              <p:cNvPr id="1049462" name=""/>
              <p:cNvSpPr/>
              <p:nvPr/>
            </p:nvSpPr>
            <p:spPr>
              <a:xfrm>
                <a:off x="11009818" y="2313153"/>
                <a:ext cx="209672" cy="116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463" name="Ink 1049462"/>
              <p14:cNvContentPartPr/>
              <p14:nvPr/>
            </p14:nvContentPartPr>
            <p14:xfrm>
              <a:off x="11190006" y="2415228"/>
              <a:ext cx="278603" cy="129743"/>
            </p14:xfrm>
          </p:contentPart>
        </mc:Choice>
        <mc:Fallback xmlns="">
          <p:sp>
            <p:nvSpPr>
              <p:cNvPr id="1049463" name=""/>
              <p:cNvSpPr/>
              <p:nvPr/>
            </p:nvSpPr>
            <p:spPr>
              <a:xfrm>
                <a:off x="11190006" y="2415228"/>
                <a:ext cx="278603" cy="129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464" name="Ink 1049463"/>
              <p14:cNvContentPartPr/>
              <p14:nvPr/>
            </p14:nvContentPartPr>
            <p14:xfrm>
              <a:off x="10137477" y="2847527"/>
              <a:ext cx="830423" cy="8935"/>
            </p14:xfrm>
          </p:contentPart>
        </mc:Choice>
        <mc:Fallback xmlns="">
          <p:sp>
            <p:nvSpPr>
              <p:cNvPr id="1049464" name=""/>
              <p:cNvSpPr/>
              <p:nvPr/>
            </p:nvSpPr>
            <p:spPr>
              <a:xfrm>
                <a:off x="10137477" y="2847527"/>
                <a:ext cx="830423" cy="8935"/>
              </a:xfrm>
            </p:spPr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Rectangle 3"/>
          <p:cNvSpPr/>
          <p:nvPr/>
        </p:nvSpPr>
        <p:spPr>
          <a:xfrm>
            <a:off x="593070" y="217798"/>
            <a:ext cx="7980680" cy="5105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I.2.3 Portrait de phase de l’oscillateur harmonique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p:sp>
        <p:nvSpPr>
          <p:cNvPr id="1048652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6367" y="837125"/>
            <a:ext cx="11294771" cy="707886"/>
          </a:xfrm>
          <a:prstGeom prst="rect">
            <a:avLst/>
          </a:prstGeom>
          <a:blipFill rotWithShape="0">
            <a:blip r:embed="rId2"/>
            <a:stretch>
              <a:fillRect l="-486" t="-4310" r="-594" b="-1465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53" name="Rectangle 6"/>
          <p:cNvSpPr/>
          <p:nvPr/>
        </p:nvSpPr>
        <p:spPr>
          <a:xfrm>
            <a:off x="386366" y="1618220"/>
            <a:ext cx="112947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Le </a:t>
            </a:r>
            <a:r>
              <a:rPr lang="fr-FR" sz="2400" b="1" u="sng" dirty="0">
                <a:highlight>
                  <a:srgbClr val="FFFF00"/>
                </a:highlight>
              </a:rPr>
              <a:t>portrait de phase </a:t>
            </a:r>
            <a:r>
              <a:rPr lang="fr-FR" sz="2000" dirty="0"/>
              <a:t>de l’oscillateur représente l’ensemble des trajectoires de phase réalisées par le même oscillateur à partir de toutes les </a:t>
            </a:r>
            <a:r>
              <a:rPr lang="fr-MA" sz="2000" dirty="0"/>
              <a:t>conditions initiales réalisables</a:t>
            </a:r>
          </a:p>
        </p:txBody>
      </p:sp>
      <p:sp>
        <p:nvSpPr>
          <p:cNvPr id="1048654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53599" y="2523426"/>
            <a:ext cx="2849947" cy="400110"/>
          </a:xfrm>
          <a:prstGeom prst="rect">
            <a:avLst/>
          </a:prstGeom>
          <a:blipFill rotWithShape="0">
            <a:blip r:embed="rId3"/>
            <a:stretch>
              <a:fillRect b="-1363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55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16538" y="2523426"/>
            <a:ext cx="4074192" cy="400110"/>
          </a:xfrm>
          <a:prstGeom prst="rect">
            <a:avLst/>
          </a:prstGeom>
          <a:blipFill rotWithShape="0">
            <a:blip r:embed="rId4"/>
            <a:stretch>
              <a:fillRect b="-1363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56" name="ZoneTexte 9"/>
          <p:cNvSpPr txBox="1"/>
          <p:nvPr/>
        </p:nvSpPr>
        <p:spPr>
          <a:xfrm>
            <a:off x="683223" y="2492648"/>
            <a:ext cx="703580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On a</a:t>
            </a:r>
          </a:p>
        </p:txBody>
      </p:sp>
      <p:sp>
        <p:nvSpPr>
          <p:cNvPr id="1048657" name="ZoneTexte 10"/>
          <p:cNvSpPr txBox="1"/>
          <p:nvPr/>
        </p:nvSpPr>
        <p:spPr>
          <a:xfrm>
            <a:off x="4227646" y="2508037"/>
            <a:ext cx="39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et</a:t>
            </a:r>
          </a:p>
        </p:txBody>
      </p:sp>
      <p:sp>
        <p:nvSpPr>
          <p:cNvPr id="1048658" name="ZoneTexte 11"/>
          <p:cNvSpPr txBox="1"/>
          <p:nvPr/>
        </p:nvSpPr>
        <p:spPr>
          <a:xfrm>
            <a:off x="593070" y="3161650"/>
            <a:ext cx="58978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En éliminant le temps entre x(t) et v(t), on obtient :</a:t>
            </a:r>
          </a:p>
        </p:txBody>
      </p:sp>
      <p:sp>
        <p:nvSpPr>
          <p:cNvPr id="1048659" name="ZoneText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99853" y="2960049"/>
            <a:ext cx="3205493" cy="108061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60" name="Rectangle 13"/>
          <p:cNvSpPr/>
          <p:nvPr/>
        </p:nvSpPr>
        <p:spPr>
          <a:xfrm>
            <a:off x="683223" y="4037441"/>
            <a:ext cx="5427980" cy="396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000" dirty="0"/>
              <a:t>la trajectoire de phase est donc une ellipse.</a:t>
            </a:r>
            <a:endParaRPr lang="fr-MA" sz="2000" dirty="0"/>
          </a:p>
        </p:txBody>
      </p:sp>
      <p:pic>
        <p:nvPicPr>
          <p:cNvPr id="2097155" name="Image 14"/>
          <p:cNvPicPr>
            <a:picLocks noChangeAspect="1"/>
          </p:cNvPicPr>
          <p:nvPr/>
        </p:nvPicPr>
        <p:blipFill>
          <a:blip r:embed="rId6">
            <a:lum bright="-40000" contrast="40000"/>
          </a:blip>
          <a:stretch>
            <a:fillRect/>
          </a:stretch>
        </p:blipFill>
        <p:spPr>
          <a:xfrm>
            <a:off x="8246913" y="4088921"/>
            <a:ext cx="3724592" cy="2674352"/>
          </a:xfrm>
          <a:prstGeom prst="rect">
            <a:avLst/>
          </a:prstGeom>
        </p:spPr>
      </p:pic>
      <p:sp>
        <p:nvSpPr>
          <p:cNvPr id="1048661" name="Rectangle 15"/>
          <p:cNvSpPr/>
          <p:nvPr/>
        </p:nvSpPr>
        <p:spPr>
          <a:xfrm>
            <a:off x="670344" y="4653182"/>
            <a:ext cx="69797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dirty="0"/>
              <a:t>Le portrait de phase d’un oscillateur harmonique est donc un ensemble d’ellipses de centre commun qui se déduisent les unes des autres par </a:t>
            </a:r>
            <a:r>
              <a:rPr lang="fr-MA" sz="2000" dirty="0"/>
              <a:t>homothétie.</a:t>
            </a:r>
          </a:p>
        </p:txBody>
      </p:sp>
      <p:sp>
        <p:nvSpPr>
          <p:cNvPr id="1048662" name="Rectangle 16"/>
          <p:cNvSpPr/>
          <p:nvPr/>
        </p:nvSpPr>
        <p:spPr>
          <a:xfrm>
            <a:off x="683222" y="5758998"/>
            <a:ext cx="75636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000" dirty="0"/>
              <a:t>L’ellipse se répète indéfiniment dans le temps, ce qui est une signature de </a:t>
            </a:r>
            <a:r>
              <a:rPr lang="fr-FR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conservation </a:t>
            </a:r>
            <a:r>
              <a:rPr lang="fr-MA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l’énergie de l’oscillateur</a:t>
            </a:r>
            <a:r>
              <a:rPr lang="fr-MA" sz="200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467" name="Ink 1049466"/>
              <p14:cNvContentPartPr/>
              <p14:nvPr/>
            </p14:nvContentPartPr>
            <p14:xfrm>
              <a:off x="10429554" y="4884754"/>
              <a:ext cx="122693" cy="66631"/>
            </p14:xfrm>
          </p:contentPart>
        </mc:Choice>
        <mc:Fallback xmlns="">
          <p:sp>
            <p:nvSpPr>
              <p:cNvPr id="1049467" name=""/>
              <p:cNvSpPr/>
              <p:nvPr/>
            </p:nvSpPr>
            <p:spPr>
              <a:xfrm>
                <a:off x="10429554" y="4884754"/>
                <a:ext cx="122693" cy="666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468" name="Ink 1049467"/>
              <p14:cNvContentPartPr/>
              <p14:nvPr/>
            </p14:nvContentPartPr>
            <p14:xfrm>
              <a:off x="10423404" y="4884754"/>
              <a:ext cx="97576" cy="121773"/>
            </p14:xfrm>
          </p:contentPart>
        </mc:Choice>
        <mc:Fallback xmlns="">
          <p:sp>
            <p:nvSpPr>
              <p:cNvPr id="1049468" name=""/>
              <p:cNvSpPr/>
              <p:nvPr/>
            </p:nvSpPr>
            <p:spPr>
              <a:xfrm>
                <a:off x="10423404" y="4884754"/>
                <a:ext cx="97576" cy="1217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469" name="Ink 1049468"/>
              <p14:cNvContentPartPr/>
              <p14:nvPr/>
            </p14:nvContentPartPr>
            <p14:xfrm>
              <a:off x="10595048" y="5471499"/>
              <a:ext cx="33438" cy="101296"/>
            </p14:xfrm>
          </p:contentPart>
        </mc:Choice>
        <mc:Fallback xmlns="">
          <p:sp>
            <p:nvSpPr>
              <p:cNvPr id="1049469" name=""/>
              <p:cNvSpPr/>
              <p:nvPr/>
            </p:nvSpPr>
            <p:spPr>
              <a:xfrm>
                <a:off x="10595048" y="5471499"/>
                <a:ext cx="33438" cy="101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470" name="Ink 1049469"/>
              <p14:cNvContentPartPr/>
              <p14:nvPr/>
            </p14:nvContentPartPr>
            <p14:xfrm>
              <a:off x="10509005" y="5630844"/>
              <a:ext cx="90338" cy="106073"/>
            </p14:xfrm>
          </p:contentPart>
        </mc:Choice>
        <mc:Fallback xmlns="">
          <p:sp>
            <p:nvSpPr>
              <p:cNvPr id="1049470" name=""/>
              <p:cNvSpPr/>
              <p:nvPr/>
            </p:nvSpPr>
            <p:spPr>
              <a:xfrm>
                <a:off x="10509005" y="5630844"/>
                <a:ext cx="90338" cy="106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471" name="Ink 1049470"/>
              <p14:cNvContentPartPr/>
              <p14:nvPr/>
            </p14:nvContentPartPr>
            <p14:xfrm>
              <a:off x="10590305" y="5645736"/>
              <a:ext cx="69165" cy="104183"/>
            </p14:xfrm>
          </p:contentPart>
        </mc:Choice>
        <mc:Fallback xmlns="">
          <p:sp>
            <p:nvSpPr>
              <p:cNvPr id="1049471" name=""/>
              <p:cNvSpPr/>
              <p:nvPr/>
            </p:nvSpPr>
            <p:spPr>
              <a:xfrm>
                <a:off x="10590305" y="5645736"/>
                <a:ext cx="69165" cy="104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472" name="Ink 1049471"/>
              <p14:cNvContentPartPr/>
              <p14:nvPr/>
            </p14:nvContentPartPr>
            <p14:xfrm>
              <a:off x="9864979" y="4906596"/>
              <a:ext cx="107914" cy="6466"/>
            </p14:xfrm>
          </p:contentPart>
        </mc:Choice>
        <mc:Fallback xmlns="">
          <p:sp>
            <p:nvSpPr>
              <p:cNvPr id="1049472" name=""/>
              <p:cNvSpPr/>
              <p:nvPr/>
            </p:nvSpPr>
            <p:spPr>
              <a:xfrm>
                <a:off x="9864979" y="4906596"/>
                <a:ext cx="107914" cy="6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473" name="Ink 1049472"/>
              <p14:cNvContentPartPr/>
              <p14:nvPr/>
            </p14:nvContentPartPr>
            <p14:xfrm>
              <a:off x="9685442" y="4680529"/>
              <a:ext cx="29764" cy="30485"/>
            </p14:xfrm>
          </p:contentPart>
        </mc:Choice>
        <mc:Fallback xmlns="">
          <p:sp>
            <p:nvSpPr>
              <p:cNvPr id="1049473" name=""/>
              <p:cNvSpPr/>
              <p:nvPr/>
            </p:nvSpPr>
            <p:spPr>
              <a:xfrm>
                <a:off x="9685442" y="4680529"/>
                <a:ext cx="29764" cy="30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474" name="Ink 1049473"/>
              <p14:cNvContentPartPr/>
              <p14:nvPr/>
            </p14:nvContentPartPr>
            <p14:xfrm>
              <a:off x="9650785" y="4681975"/>
              <a:ext cx="86613" cy="127078"/>
            </p14:xfrm>
          </p:contentPart>
        </mc:Choice>
        <mc:Fallback xmlns="">
          <p:sp>
            <p:nvSpPr>
              <p:cNvPr id="1049474" name=""/>
              <p:cNvSpPr/>
              <p:nvPr/>
            </p:nvSpPr>
            <p:spPr>
              <a:xfrm>
                <a:off x="9650785" y="4681975"/>
                <a:ext cx="86613" cy="127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475" name="Ink 1049474"/>
              <p14:cNvContentPartPr/>
              <p14:nvPr/>
            </p14:nvContentPartPr>
            <p14:xfrm>
              <a:off x="9715037" y="4660629"/>
              <a:ext cx="120275" cy="148763"/>
            </p14:xfrm>
          </p:contentPart>
        </mc:Choice>
        <mc:Fallback xmlns="">
          <p:sp>
            <p:nvSpPr>
              <p:cNvPr id="1049475" name=""/>
              <p:cNvSpPr/>
              <p:nvPr/>
            </p:nvSpPr>
            <p:spPr>
              <a:xfrm>
                <a:off x="9715037" y="4660629"/>
                <a:ext cx="120275" cy="148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476" name="Ink 1049475"/>
              <p14:cNvContentPartPr/>
              <p14:nvPr/>
            </p14:nvContentPartPr>
            <p14:xfrm>
              <a:off x="9706504" y="4566065"/>
              <a:ext cx="15762" cy="37783"/>
            </p14:xfrm>
          </p:contentPart>
        </mc:Choice>
        <mc:Fallback xmlns="">
          <p:sp>
            <p:nvSpPr>
              <p:cNvPr id="1049476" name=""/>
              <p:cNvSpPr/>
              <p:nvPr/>
            </p:nvSpPr>
            <p:spPr>
              <a:xfrm>
                <a:off x="9706504" y="4566065"/>
                <a:ext cx="15762" cy="377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477" name="Ink 1049476"/>
              <p14:cNvContentPartPr/>
              <p14:nvPr/>
            </p14:nvContentPartPr>
            <p14:xfrm>
              <a:off x="10539942" y="4518496"/>
              <a:ext cx="178711" cy="281678"/>
            </p14:xfrm>
          </p:contentPart>
        </mc:Choice>
        <mc:Fallback xmlns="">
          <p:sp>
            <p:nvSpPr>
              <p:cNvPr id="1049477" name=""/>
              <p:cNvSpPr/>
              <p:nvPr/>
            </p:nvSpPr>
            <p:spPr>
              <a:xfrm>
                <a:off x="10539942" y="4518496"/>
                <a:ext cx="178711" cy="281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478" name="Ink 1049477"/>
              <p14:cNvContentPartPr/>
              <p14:nvPr/>
            </p14:nvContentPartPr>
            <p14:xfrm>
              <a:off x="10776802" y="4522630"/>
              <a:ext cx="68432" cy="376767"/>
            </p14:xfrm>
          </p:contentPart>
        </mc:Choice>
        <mc:Fallback xmlns="">
          <p:sp>
            <p:nvSpPr>
              <p:cNvPr id="1049478" name=""/>
              <p:cNvSpPr/>
              <p:nvPr/>
            </p:nvSpPr>
            <p:spPr>
              <a:xfrm>
                <a:off x="10776802" y="4522630"/>
                <a:ext cx="68432" cy="3767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479" name="Ink 1049478"/>
              <p14:cNvContentPartPr/>
              <p14:nvPr/>
            </p14:nvContentPartPr>
            <p14:xfrm>
              <a:off x="10894870" y="4689172"/>
              <a:ext cx="34884" cy="134462"/>
            </p14:xfrm>
          </p:contentPart>
        </mc:Choice>
        <mc:Fallback xmlns="">
          <p:sp>
            <p:nvSpPr>
              <p:cNvPr id="1049479" name=""/>
              <p:cNvSpPr/>
              <p:nvPr/>
            </p:nvSpPr>
            <p:spPr>
              <a:xfrm>
                <a:off x="10894870" y="4689172"/>
                <a:ext cx="34884" cy="134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480" name="Ink 1049479"/>
              <p14:cNvContentPartPr/>
              <p14:nvPr/>
            </p14:nvContentPartPr>
            <p14:xfrm>
              <a:off x="10949133" y="4703816"/>
              <a:ext cx="87824" cy="136491"/>
            </p14:xfrm>
          </p:contentPart>
        </mc:Choice>
        <mc:Fallback xmlns="">
          <p:sp>
            <p:nvSpPr>
              <p:cNvPr id="1049480" name=""/>
              <p:cNvSpPr/>
              <p:nvPr/>
            </p:nvSpPr>
            <p:spPr>
              <a:xfrm>
                <a:off x="10949133" y="4703816"/>
                <a:ext cx="87824" cy="136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481" name="Ink 1049480"/>
              <p14:cNvContentPartPr/>
              <p14:nvPr/>
            </p14:nvContentPartPr>
            <p14:xfrm>
              <a:off x="11072187" y="4826924"/>
              <a:ext cx="23232" cy="108551"/>
            </p14:xfrm>
          </p:contentPart>
        </mc:Choice>
        <mc:Fallback xmlns="">
          <p:sp>
            <p:nvSpPr>
              <p:cNvPr id="1049481" name=""/>
              <p:cNvSpPr/>
              <p:nvPr/>
            </p:nvSpPr>
            <p:spPr>
              <a:xfrm>
                <a:off x="11072187" y="4826924"/>
                <a:ext cx="23232" cy="108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482" name="Ink 1049481"/>
              <p14:cNvContentPartPr/>
              <p14:nvPr/>
            </p14:nvContentPartPr>
            <p14:xfrm>
              <a:off x="11135131" y="4675025"/>
              <a:ext cx="82204" cy="155621"/>
            </p14:xfrm>
          </p:contentPart>
        </mc:Choice>
        <mc:Fallback xmlns="">
          <p:sp>
            <p:nvSpPr>
              <p:cNvPr id="1049482" name=""/>
              <p:cNvSpPr/>
              <p:nvPr/>
            </p:nvSpPr>
            <p:spPr>
              <a:xfrm>
                <a:off x="11135131" y="4675025"/>
                <a:ext cx="82204" cy="155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483" name="Ink 1049482"/>
              <p14:cNvContentPartPr/>
              <p14:nvPr/>
            </p14:nvContentPartPr>
            <p14:xfrm>
              <a:off x="11214060" y="4711014"/>
              <a:ext cx="84169" cy="150339"/>
            </p14:xfrm>
          </p:contentPart>
        </mc:Choice>
        <mc:Fallback xmlns="">
          <p:sp>
            <p:nvSpPr>
              <p:cNvPr id="1049483" name=""/>
              <p:cNvSpPr/>
              <p:nvPr/>
            </p:nvSpPr>
            <p:spPr>
              <a:xfrm>
                <a:off x="11214060" y="4711014"/>
                <a:ext cx="84169" cy="150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484" name="Ink 1049483"/>
              <p14:cNvContentPartPr/>
              <p14:nvPr/>
            </p14:nvContentPartPr>
            <p14:xfrm>
              <a:off x="11235873" y="4551918"/>
              <a:ext cx="24131" cy="67197"/>
            </p14:xfrm>
          </p:contentPart>
        </mc:Choice>
        <mc:Fallback xmlns="">
          <p:sp>
            <p:nvSpPr>
              <p:cNvPr id="1049484" name=""/>
              <p:cNvSpPr/>
              <p:nvPr/>
            </p:nvSpPr>
            <p:spPr>
              <a:xfrm>
                <a:off x="11235873" y="4551918"/>
                <a:ext cx="24131" cy="6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485" name="Ink 1049484"/>
              <p14:cNvContentPartPr/>
              <p14:nvPr/>
            </p14:nvContentPartPr>
            <p14:xfrm>
              <a:off x="11338986" y="4580957"/>
              <a:ext cx="111511" cy="441548"/>
            </p14:xfrm>
          </p:contentPart>
        </mc:Choice>
        <mc:Fallback xmlns="">
          <p:sp>
            <p:nvSpPr>
              <p:cNvPr id="1049485" name=""/>
              <p:cNvSpPr/>
              <p:nvPr/>
            </p:nvSpPr>
            <p:spPr>
              <a:xfrm>
                <a:off x="11338986" y="4580957"/>
                <a:ext cx="111511" cy="441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486" name="Ink 1049485"/>
              <p14:cNvContentPartPr/>
              <p14:nvPr/>
            </p14:nvContentPartPr>
            <p14:xfrm>
              <a:off x="10880975" y="4321475"/>
              <a:ext cx="207886" cy="148951"/>
            </p14:xfrm>
          </p:contentPart>
        </mc:Choice>
        <mc:Fallback xmlns="">
          <p:sp>
            <p:nvSpPr>
              <p:cNvPr id="1049486" name=""/>
              <p:cNvSpPr/>
              <p:nvPr/>
            </p:nvSpPr>
            <p:spPr>
              <a:xfrm>
                <a:off x="10880975" y="4321475"/>
                <a:ext cx="207886" cy="1489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487" name="Ink 1049486"/>
              <p14:cNvContentPartPr/>
              <p14:nvPr/>
            </p14:nvContentPartPr>
            <p14:xfrm>
              <a:off x="10852294" y="4196352"/>
              <a:ext cx="159304" cy="21985"/>
            </p14:xfrm>
          </p:contentPart>
        </mc:Choice>
        <mc:Fallback xmlns="">
          <p:sp>
            <p:nvSpPr>
              <p:cNvPr id="1049487" name=""/>
              <p:cNvSpPr/>
              <p:nvPr/>
            </p:nvSpPr>
            <p:spPr>
              <a:xfrm>
                <a:off x="10852294" y="4196352"/>
                <a:ext cx="159304" cy="219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488" name="Ink 1049487"/>
              <p14:cNvContentPartPr/>
              <p14:nvPr/>
            </p14:nvContentPartPr>
            <p14:xfrm>
              <a:off x="11067180" y="4059240"/>
              <a:ext cx="65455" cy="433312"/>
            </p14:xfrm>
          </p:contentPart>
        </mc:Choice>
        <mc:Fallback xmlns="">
          <p:sp>
            <p:nvSpPr>
              <p:cNvPr id="1049488" name=""/>
              <p:cNvSpPr/>
              <p:nvPr/>
            </p:nvSpPr>
            <p:spPr>
              <a:xfrm>
                <a:off x="11067180" y="4059240"/>
                <a:ext cx="65455" cy="4333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489" name="Ink 1049488"/>
              <p14:cNvContentPartPr/>
              <p14:nvPr/>
            </p14:nvContentPartPr>
            <p14:xfrm>
              <a:off x="11088359" y="4305703"/>
              <a:ext cx="139669" cy="9233"/>
            </p14:xfrm>
          </p:contentPart>
        </mc:Choice>
        <mc:Fallback xmlns="">
          <p:sp>
            <p:nvSpPr>
              <p:cNvPr id="1049489" name=""/>
              <p:cNvSpPr/>
              <p:nvPr/>
            </p:nvSpPr>
            <p:spPr>
              <a:xfrm>
                <a:off x="11088359" y="4305703"/>
                <a:ext cx="139669" cy="9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490" name="Ink 1049489"/>
              <p14:cNvContentPartPr/>
              <p14:nvPr/>
            </p14:nvContentPartPr>
            <p14:xfrm>
              <a:off x="11189807" y="4069661"/>
              <a:ext cx="393363" cy="361455"/>
            </p14:xfrm>
          </p:contentPart>
        </mc:Choice>
        <mc:Fallback xmlns="">
          <p:sp>
            <p:nvSpPr>
              <p:cNvPr id="1049490" name=""/>
              <p:cNvSpPr/>
              <p:nvPr/>
            </p:nvSpPr>
            <p:spPr>
              <a:xfrm>
                <a:off x="11189807" y="4069661"/>
                <a:ext cx="393363" cy="361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491" name="Ink 1049490"/>
              <p14:cNvContentPartPr/>
              <p14:nvPr/>
            </p14:nvContentPartPr>
            <p14:xfrm>
              <a:off x="11215864" y="4379718"/>
              <a:ext cx="144558" cy="81787"/>
            </p14:xfrm>
          </p:contentPart>
        </mc:Choice>
        <mc:Fallback xmlns="">
          <p:sp>
            <p:nvSpPr>
              <p:cNvPr id="1049491" name=""/>
              <p:cNvSpPr/>
              <p:nvPr/>
            </p:nvSpPr>
            <p:spPr>
              <a:xfrm>
                <a:off x="11215864" y="4379718"/>
                <a:ext cx="144558" cy="81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492" name="Ink 1049491"/>
              <p14:cNvContentPartPr/>
              <p14:nvPr/>
            </p14:nvContentPartPr>
            <p14:xfrm>
              <a:off x="1490847" y="2921987"/>
              <a:ext cx="2261802" cy="119844"/>
            </p14:xfrm>
          </p:contentPart>
        </mc:Choice>
        <mc:Fallback xmlns="">
          <p:sp>
            <p:nvSpPr>
              <p:cNvPr id="1049492" name=""/>
              <p:cNvSpPr/>
              <p:nvPr/>
            </p:nvSpPr>
            <p:spPr>
              <a:xfrm>
                <a:off x="1490847" y="2921987"/>
                <a:ext cx="2261802" cy="119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493" name="Ink 1049492"/>
              <p14:cNvContentPartPr/>
              <p14:nvPr/>
            </p14:nvContentPartPr>
            <p14:xfrm>
              <a:off x="9636665" y="4823871"/>
              <a:ext cx="152228" cy="5029"/>
            </p14:xfrm>
          </p:contentPart>
        </mc:Choice>
        <mc:Fallback xmlns="">
          <p:sp>
            <p:nvSpPr>
              <p:cNvPr id="1049493" name=""/>
              <p:cNvSpPr/>
              <p:nvPr/>
            </p:nvSpPr>
            <p:spPr>
              <a:xfrm>
                <a:off x="9636665" y="4823871"/>
                <a:ext cx="152228" cy="5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494" name="Ink 1049493"/>
              <p14:cNvContentPartPr/>
              <p14:nvPr/>
            </p14:nvContentPartPr>
            <p14:xfrm>
              <a:off x="9898228" y="4964426"/>
              <a:ext cx="31864" cy="19058"/>
            </p14:xfrm>
          </p:contentPart>
        </mc:Choice>
        <mc:Fallback xmlns="">
          <p:sp>
            <p:nvSpPr>
              <p:cNvPr id="1049494" name=""/>
              <p:cNvSpPr/>
              <p:nvPr/>
            </p:nvSpPr>
            <p:spPr>
              <a:xfrm>
                <a:off x="9898228" y="4964426"/>
                <a:ext cx="31864" cy="19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495" name="Ink 1049494"/>
              <p14:cNvContentPartPr/>
              <p14:nvPr/>
            </p14:nvContentPartPr>
            <p14:xfrm>
              <a:off x="10980552" y="5138663"/>
              <a:ext cx="122369" cy="97373"/>
            </p14:xfrm>
          </p:contentPart>
        </mc:Choice>
        <mc:Fallback xmlns="">
          <p:sp>
            <p:nvSpPr>
              <p:cNvPr id="1049495" name=""/>
              <p:cNvSpPr/>
              <p:nvPr/>
            </p:nvSpPr>
            <p:spPr>
              <a:xfrm>
                <a:off x="10980552" y="5138663"/>
                <a:ext cx="122369" cy="97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496" name="Ink 1049495"/>
              <p14:cNvContentPartPr/>
              <p14:nvPr/>
            </p14:nvContentPartPr>
            <p14:xfrm>
              <a:off x="10974077" y="5088030"/>
              <a:ext cx="52773" cy="111132"/>
            </p14:xfrm>
          </p:contentPart>
        </mc:Choice>
        <mc:Fallback xmlns="">
          <p:sp>
            <p:nvSpPr>
              <p:cNvPr id="1049496" name=""/>
              <p:cNvSpPr/>
              <p:nvPr/>
            </p:nvSpPr>
            <p:spPr>
              <a:xfrm>
                <a:off x="10974077" y="5088030"/>
                <a:ext cx="52773" cy="111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497" name="Ink 1049496"/>
              <p14:cNvContentPartPr/>
              <p14:nvPr/>
            </p14:nvContentPartPr>
            <p14:xfrm>
              <a:off x="3149927" y="2981032"/>
              <a:ext cx="1052698" cy="13181"/>
            </p14:xfrm>
          </p:contentPart>
        </mc:Choice>
        <mc:Fallback xmlns="">
          <p:sp>
            <p:nvSpPr>
              <p:cNvPr id="1049497" name=""/>
              <p:cNvSpPr/>
              <p:nvPr/>
            </p:nvSpPr>
            <p:spPr>
              <a:xfrm>
                <a:off x="3149927" y="2981032"/>
                <a:ext cx="1052698" cy="13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498" name="Ink 1049497"/>
              <p14:cNvContentPartPr/>
              <p14:nvPr/>
            </p14:nvContentPartPr>
            <p14:xfrm>
              <a:off x="5030953" y="2824437"/>
              <a:ext cx="3592256" cy="31372"/>
            </p14:xfrm>
          </p:contentPart>
        </mc:Choice>
        <mc:Fallback xmlns="">
          <p:sp>
            <p:nvSpPr>
              <p:cNvPr id="1049498" name=""/>
              <p:cNvSpPr/>
              <p:nvPr/>
            </p:nvSpPr>
            <p:spPr>
              <a:xfrm>
                <a:off x="5030953" y="2824437"/>
                <a:ext cx="3592256" cy="31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499" name="Ink 1049498"/>
              <p14:cNvContentPartPr/>
              <p14:nvPr/>
            </p14:nvContentPartPr>
            <p14:xfrm>
              <a:off x="8149229" y="4370484"/>
              <a:ext cx="1158267" cy="586745"/>
            </p14:xfrm>
          </p:contentPart>
        </mc:Choice>
        <mc:Fallback xmlns="">
          <p:sp>
            <p:nvSpPr>
              <p:cNvPr id="1049499" name=""/>
              <p:cNvSpPr/>
              <p:nvPr/>
            </p:nvSpPr>
            <p:spPr>
              <a:xfrm>
                <a:off x="8149229" y="4370484"/>
                <a:ext cx="1158267" cy="586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500" name="Ink 1049499"/>
              <p14:cNvContentPartPr/>
              <p14:nvPr/>
            </p14:nvContentPartPr>
            <p14:xfrm>
              <a:off x="9145696" y="4870359"/>
              <a:ext cx="172682" cy="119404"/>
            </p14:xfrm>
          </p:contentPart>
        </mc:Choice>
        <mc:Fallback xmlns="">
          <p:sp>
            <p:nvSpPr>
              <p:cNvPr id="1049500" name=""/>
              <p:cNvSpPr/>
              <p:nvPr/>
            </p:nvSpPr>
            <p:spPr>
              <a:xfrm>
                <a:off x="9145696" y="4870359"/>
                <a:ext cx="172682" cy="1194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501" name="Ink 1049500"/>
              <p14:cNvContentPartPr/>
              <p14:nvPr/>
            </p14:nvContentPartPr>
            <p14:xfrm>
              <a:off x="7674865" y="4232981"/>
              <a:ext cx="175580" cy="267705"/>
            </p14:xfrm>
          </p:contentPart>
        </mc:Choice>
        <mc:Fallback xmlns="">
          <p:sp>
            <p:nvSpPr>
              <p:cNvPr id="1049501" name=""/>
              <p:cNvSpPr/>
              <p:nvPr/>
            </p:nvSpPr>
            <p:spPr>
              <a:xfrm>
                <a:off x="7674865" y="4232981"/>
                <a:ext cx="175580" cy="267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502" name="Ink 1049501"/>
              <p14:cNvContentPartPr/>
              <p14:nvPr/>
            </p14:nvContentPartPr>
            <p14:xfrm>
              <a:off x="7627237" y="4240938"/>
              <a:ext cx="251712" cy="28528"/>
            </p14:xfrm>
          </p:contentPart>
        </mc:Choice>
        <mc:Fallback xmlns="">
          <p:sp>
            <p:nvSpPr>
              <p:cNvPr id="1049502" name=""/>
              <p:cNvSpPr/>
              <p:nvPr/>
            </p:nvSpPr>
            <p:spPr>
              <a:xfrm>
                <a:off x="7627237" y="4240938"/>
                <a:ext cx="251712" cy="28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503" name="Ink 1049502"/>
              <p14:cNvContentPartPr/>
              <p14:nvPr/>
            </p14:nvContentPartPr>
            <p14:xfrm>
              <a:off x="7677097" y="4312901"/>
              <a:ext cx="221505" cy="17918"/>
            </p14:xfrm>
          </p:contentPart>
        </mc:Choice>
        <mc:Fallback xmlns="">
          <p:sp>
            <p:nvSpPr>
              <p:cNvPr id="1049503" name=""/>
              <p:cNvSpPr/>
              <p:nvPr/>
            </p:nvSpPr>
            <p:spPr>
              <a:xfrm>
                <a:off x="7677097" y="4312901"/>
                <a:ext cx="221505" cy="17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504" name="Ink 1049503"/>
              <p14:cNvContentPartPr/>
              <p14:nvPr/>
            </p14:nvContentPartPr>
            <p14:xfrm>
              <a:off x="7833315" y="4443206"/>
              <a:ext cx="176337" cy="178687"/>
            </p14:xfrm>
          </p:contentPart>
        </mc:Choice>
        <mc:Fallback xmlns="">
          <p:sp>
            <p:nvSpPr>
              <p:cNvPr id="1049504" name=""/>
              <p:cNvSpPr/>
              <p:nvPr/>
            </p:nvSpPr>
            <p:spPr>
              <a:xfrm>
                <a:off x="7833315" y="4443206"/>
                <a:ext cx="176337" cy="178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505" name="Ink 1049504"/>
              <p14:cNvContentPartPr/>
              <p14:nvPr/>
            </p14:nvContentPartPr>
            <p14:xfrm>
              <a:off x="7955964" y="4356336"/>
              <a:ext cx="127177" cy="12881"/>
            </p14:xfrm>
          </p:contentPart>
        </mc:Choice>
        <mc:Fallback xmlns="">
          <p:sp>
            <p:nvSpPr>
              <p:cNvPr id="1049505" name=""/>
              <p:cNvSpPr/>
              <p:nvPr/>
            </p:nvSpPr>
            <p:spPr>
              <a:xfrm>
                <a:off x="7955964" y="4356336"/>
                <a:ext cx="127177" cy="12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506" name="Ink 1049505"/>
              <p14:cNvContentPartPr/>
              <p14:nvPr/>
            </p14:nvContentPartPr>
            <p14:xfrm>
              <a:off x="7955964" y="4435565"/>
              <a:ext cx="131694" cy="21788"/>
            </p14:xfrm>
          </p:contentPart>
        </mc:Choice>
        <mc:Fallback xmlns="">
          <p:sp>
            <p:nvSpPr>
              <p:cNvPr id="1049506" name=""/>
              <p:cNvSpPr/>
              <p:nvPr/>
            </p:nvSpPr>
            <p:spPr>
              <a:xfrm>
                <a:off x="7955964" y="4435565"/>
                <a:ext cx="131694" cy="21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507" name="Ink 1049506"/>
              <p14:cNvContentPartPr/>
              <p14:nvPr/>
            </p14:nvContentPartPr>
            <p14:xfrm>
              <a:off x="8192111" y="4125469"/>
              <a:ext cx="331207" cy="299594"/>
            </p14:xfrm>
          </p:contentPart>
        </mc:Choice>
        <mc:Fallback xmlns="">
          <p:sp>
            <p:nvSpPr>
              <p:cNvPr id="1049507" name=""/>
              <p:cNvSpPr/>
              <p:nvPr/>
            </p:nvSpPr>
            <p:spPr>
              <a:xfrm>
                <a:off x="8192111" y="4125469"/>
                <a:ext cx="331207" cy="299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508" name="Ink 1049507"/>
              <p14:cNvContentPartPr/>
              <p14:nvPr/>
            </p14:nvContentPartPr>
            <p14:xfrm>
              <a:off x="8215486" y="4174902"/>
              <a:ext cx="183929" cy="74008"/>
            </p14:xfrm>
          </p:contentPart>
        </mc:Choice>
        <mc:Fallback xmlns="">
          <p:sp>
            <p:nvSpPr>
              <p:cNvPr id="1049508" name=""/>
              <p:cNvSpPr/>
              <p:nvPr/>
            </p:nvSpPr>
            <p:spPr>
              <a:xfrm>
                <a:off x="8215486" y="4174902"/>
                <a:ext cx="183929" cy="74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509" name="Ink 1049508"/>
              <p14:cNvContentPartPr/>
              <p14:nvPr/>
            </p14:nvContentPartPr>
            <p14:xfrm>
              <a:off x="7624948" y="4562590"/>
              <a:ext cx="898898" cy="72220"/>
            </p14:xfrm>
          </p:contentPart>
        </mc:Choice>
        <mc:Fallback xmlns="">
          <p:sp>
            <p:nvSpPr>
              <p:cNvPr id="1049509" name=""/>
              <p:cNvSpPr/>
              <p:nvPr/>
            </p:nvSpPr>
            <p:spPr>
              <a:xfrm>
                <a:off x="7624948" y="4562590"/>
                <a:ext cx="898898" cy="72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510" name="Ink 1049509"/>
              <p14:cNvContentPartPr/>
              <p14:nvPr/>
            </p14:nvContentPartPr>
            <p14:xfrm>
              <a:off x="2310126" y="2544971"/>
              <a:ext cx="296628" cy="412708"/>
            </p14:xfrm>
          </p:contentPart>
        </mc:Choice>
        <mc:Fallback xmlns="">
          <p:sp>
            <p:nvSpPr>
              <p:cNvPr id="1049510" name=""/>
              <p:cNvSpPr/>
              <p:nvPr/>
            </p:nvSpPr>
            <p:spPr>
              <a:xfrm>
                <a:off x="2310126" y="2544971"/>
                <a:ext cx="296628" cy="4127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511" name="Ink 1049510"/>
              <p14:cNvContentPartPr/>
              <p14:nvPr/>
            </p14:nvContentPartPr>
            <p14:xfrm>
              <a:off x="8277631" y="5580211"/>
              <a:ext cx="1595100" cy="396296"/>
            </p14:xfrm>
          </p:contentPart>
        </mc:Choice>
        <mc:Fallback xmlns="">
          <p:sp>
            <p:nvSpPr>
              <p:cNvPr id="1049511" name=""/>
              <p:cNvSpPr/>
              <p:nvPr/>
            </p:nvSpPr>
            <p:spPr>
              <a:xfrm>
                <a:off x="8277631" y="5580211"/>
                <a:ext cx="1595100" cy="3962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512" name="Ink 1049511"/>
              <p14:cNvContentPartPr/>
              <p14:nvPr/>
            </p14:nvContentPartPr>
            <p14:xfrm>
              <a:off x="9739654" y="5560116"/>
              <a:ext cx="161072" cy="169842"/>
            </p14:xfrm>
          </p:contentPart>
        </mc:Choice>
        <mc:Fallback xmlns="">
          <p:sp>
            <p:nvSpPr>
              <p:cNvPr id="1049512" name=""/>
              <p:cNvSpPr/>
              <p:nvPr/>
            </p:nvSpPr>
            <p:spPr>
              <a:xfrm>
                <a:off x="9739654" y="5560116"/>
                <a:ext cx="161072" cy="169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513" name="Ink 1049512"/>
              <p14:cNvContentPartPr/>
              <p14:nvPr/>
            </p14:nvContentPartPr>
            <p14:xfrm>
              <a:off x="7970525" y="5551171"/>
              <a:ext cx="82131" cy="149586"/>
            </p14:xfrm>
          </p:contentPart>
        </mc:Choice>
        <mc:Fallback xmlns="">
          <p:sp>
            <p:nvSpPr>
              <p:cNvPr id="1049513" name=""/>
              <p:cNvSpPr/>
              <p:nvPr/>
            </p:nvSpPr>
            <p:spPr>
              <a:xfrm>
                <a:off x="7970525" y="5551171"/>
                <a:ext cx="82131" cy="149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514" name="Ink 1049513"/>
              <p14:cNvContentPartPr/>
              <p14:nvPr/>
            </p14:nvContentPartPr>
            <p14:xfrm>
              <a:off x="8044811" y="5565815"/>
              <a:ext cx="61175" cy="152050"/>
            </p14:xfrm>
          </p:contentPart>
        </mc:Choice>
        <mc:Fallback xmlns="">
          <p:sp>
            <p:nvSpPr>
              <p:cNvPr id="1049514" name=""/>
              <p:cNvSpPr/>
              <p:nvPr/>
            </p:nvSpPr>
            <p:spPr>
              <a:xfrm>
                <a:off x="8044811" y="5565815"/>
                <a:ext cx="61175" cy="152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515" name="Ink 1049514"/>
              <p14:cNvContentPartPr/>
              <p14:nvPr/>
            </p14:nvContentPartPr>
            <p14:xfrm>
              <a:off x="8159254" y="5629827"/>
              <a:ext cx="111316" cy="1017"/>
            </p14:xfrm>
          </p:contentPart>
        </mc:Choice>
        <mc:Fallback xmlns="">
          <p:sp>
            <p:nvSpPr>
              <p:cNvPr id="1049515" name=""/>
              <p:cNvSpPr/>
              <p:nvPr/>
            </p:nvSpPr>
            <p:spPr>
              <a:xfrm>
                <a:off x="8159254" y="5629827"/>
                <a:ext cx="111316" cy="1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516" name="Ink 1049515"/>
              <p14:cNvContentPartPr/>
              <p14:nvPr/>
            </p14:nvContentPartPr>
            <p14:xfrm>
              <a:off x="8163032" y="5708359"/>
              <a:ext cx="107539" cy="2653"/>
            </p14:xfrm>
          </p:contentPart>
        </mc:Choice>
        <mc:Fallback xmlns="">
          <p:sp>
            <p:nvSpPr>
              <p:cNvPr id="1049516" name=""/>
              <p:cNvSpPr/>
              <p:nvPr/>
            </p:nvSpPr>
            <p:spPr>
              <a:xfrm>
                <a:off x="8163032" y="5708359"/>
                <a:ext cx="107539" cy="2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517" name="Ink 1049516"/>
              <p14:cNvContentPartPr/>
              <p14:nvPr/>
            </p14:nvContentPartPr>
            <p14:xfrm>
              <a:off x="8349559" y="5615835"/>
              <a:ext cx="105054" cy="129143"/>
            </p14:xfrm>
          </p:contentPart>
        </mc:Choice>
        <mc:Fallback xmlns="">
          <p:sp>
            <p:nvSpPr>
              <p:cNvPr id="1049517" name=""/>
              <p:cNvSpPr/>
              <p:nvPr/>
            </p:nvSpPr>
            <p:spPr>
              <a:xfrm>
                <a:off x="8349559" y="5615835"/>
                <a:ext cx="105054" cy="129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518" name="Ink 1049517"/>
              <p14:cNvContentPartPr/>
              <p14:nvPr/>
            </p14:nvContentPartPr>
            <p14:xfrm>
              <a:off x="8077578" y="6087532"/>
              <a:ext cx="98225" cy="110475"/>
            </p14:xfrm>
          </p:contentPart>
        </mc:Choice>
        <mc:Fallback xmlns="">
          <p:sp>
            <p:nvSpPr>
              <p:cNvPr id="1049518" name=""/>
              <p:cNvSpPr/>
              <p:nvPr/>
            </p:nvSpPr>
            <p:spPr>
              <a:xfrm>
                <a:off x="8077578" y="6087532"/>
                <a:ext cx="98225" cy="110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519" name="Ink 1049518"/>
              <p14:cNvContentPartPr/>
              <p14:nvPr/>
            </p14:nvContentPartPr>
            <p14:xfrm>
              <a:off x="8185583" y="6116571"/>
              <a:ext cx="67180" cy="86602"/>
            </p14:xfrm>
          </p:contentPart>
        </mc:Choice>
        <mc:Fallback xmlns="">
          <p:sp>
            <p:nvSpPr>
              <p:cNvPr id="1049519" name=""/>
              <p:cNvSpPr/>
              <p:nvPr/>
            </p:nvSpPr>
            <p:spPr>
              <a:xfrm>
                <a:off x="8185583" y="6116571"/>
                <a:ext cx="67180" cy="86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520" name="Ink 1049519"/>
              <p14:cNvContentPartPr/>
              <p14:nvPr/>
            </p14:nvContentPartPr>
            <p14:xfrm>
              <a:off x="8158105" y="5978820"/>
              <a:ext cx="23335" cy="75700"/>
            </p14:xfrm>
          </p:contentPart>
        </mc:Choice>
        <mc:Fallback xmlns="">
          <p:sp>
            <p:nvSpPr>
              <p:cNvPr id="1049520" name=""/>
              <p:cNvSpPr/>
              <p:nvPr/>
            </p:nvSpPr>
            <p:spPr>
              <a:xfrm>
                <a:off x="8158105" y="5978820"/>
                <a:ext cx="23335" cy="75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521" name="Ink 1049520"/>
              <p14:cNvContentPartPr/>
              <p14:nvPr/>
            </p14:nvContentPartPr>
            <p14:xfrm>
              <a:off x="8313813" y="6130719"/>
              <a:ext cx="130704" cy="36465"/>
            </p14:xfrm>
          </p:contentPart>
        </mc:Choice>
        <mc:Fallback xmlns="">
          <p:sp>
            <p:nvSpPr>
              <p:cNvPr id="1049521" name=""/>
              <p:cNvSpPr/>
              <p:nvPr/>
            </p:nvSpPr>
            <p:spPr>
              <a:xfrm>
                <a:off x="8313813" y="6130719"/>
                <a:ext cx="130704" cy="36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522" name="Ink 1049521"/>
              <p14:cNvContentPartPr/>
              <p14:nvPr/>
            </p14:nvContentPartPr>
            <p14:xfrm>
              <a:off x="8327933" y="6232481"/>
              <a:ext cx="78542" cy="6949"/>
            </p14:xfrm>
          </p:contentPart>
        </mc:Choice>
        <mc:Fallback xmlns="">
          <p:sp>
            <p:nvSpPr>
              <p:cNvPr id="1049522" name=""/>
              <p:cNvSpPr/>
              <p:nvPr/>
            </p:nvSpPr>
            <p:spPr>
              <a:xfrm>
                <a:off x="8327933" y="6232481"/>
                <a:ext cx="78542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523" name="Ink 1049522"/>
              <p14:cNvContentPartPr/>
              <p14:nvPr/>
            </p14:nvContentPartPr>
            <p14:xfrm>
              <a:off x="8485942" y="6149810"/>
              <a:ext cx="85921" cy="156725"/>
            </p14:xfrm>
          </p:contentPart>
        </mc:Choice>
        <mc:Fallback xmlns="">
          <p:sp>
            <p:nvSpPr>
              <p:cNvPr id="1049523" name=""/>
              <p:cNvSpPr/>
              <p:nvPr/>
            </p:nvSpPr>
            <p:spPr>
              <a:xfrm>
                <a:off x="8485942" y="6149810"/>
                <a:ext cx="85921" cy="156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524" name="Ink 1049523"/>
              <p14:cNvContentPartPr/>
              <p14:nvPr/>
            </p14:nvContentPartPr>
            <p14:xfrm>
              <a:off x="7907545" y="5366578"/>
              <a:ext cx="793092" cy="1169570"/>
            </p14:xfrm>
          </p:contentPart>
        </mc:Choice>
        <mc:Fallback xmlns="">
          <p:sp>
            <p:nvSpPr>
              <p:cNvPr id="1049524" name=""/>
              <p:cNvSpPr/>
              <p:nvPr/>
            </p:nvSpPr>
            <p:spPr>
              <a:xfrm>
                <a:off x="7907545" y="5366578"/>
                <a:ext cx="793092" cy="1169570"/>
              </a:xfrm>
            </p:spPr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525" name="Ink 1049524"/>
              <p14:cNvContentPartPr/>
              <p14:nvPr/>
            </p14:nvContentPartPr>
            <p14:xfrm>
              <a:off x="2438039" y="256070"/>
              <a:ext cx="129388" cy="3120746"/>
            </p14:xfrm>
          </p:contentPart>
        </mc:Choice>
        <mc:Fallback xmlns="">
          <p:sp>
            <p:nvSpPr>
              <p:cNvPr id="1049525" name=""/>
              <p:cNvSpPr/>
              <p:nvPr/>
            </p:nvSpPr>
            <p:spPr>
              <a:xfrm>
                <a:off x="2438039" y="256070"/>
                <a:ext cx="129388" cy="3120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526" name="Ink 1049525"/>
              <p14:cNvContentPartPr/>
              <p14:nvPr/>
            </p14:nvContentPartPr>
            <p14:xfrm>
              <a:off x="768530" y="1785379"/>
              <a:ext cx="4226682" cy="115016"/>
            </p14:xfrm>
          </p:contentPart>
        </mc:Choice>
        <mc:Fallback xmlns="">
          <p:sp>
            <p:nvSpPr>
              <p:cNvPr id="1049526" name=""/>
              <p:cNvSpPr/>
              <p:nvPr/>
            </p:nvSpPr>
            <p:spPr>
              <a:xfrm>
                <a:off x="768530" y="1785379"/>
                <a:ext cx="4226682" cy="115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527" name="Ink 1049526"/>
              <p14:cNvContentPartPr/>
              <p14:nvPr/>
            </p14:nvContentPartPr>
            <p14:xfrm>
              <a:off x="4910038" y="2037899"/>
              <a:ext cx="163175" cy="173381"/>
            </p14:xfrm>
          </p:contentPart>
        </mc:Choice>
        <mc:Fallback xmlns="">
          <p:sp>
            <p:nvSpPr>
              <p:cNvPr id="1049527" name=""/>
              <p:cNvSpPr/>
              <p:nvPr/>
            </p:nvSpPr>
            <p:spPr>
              <a:xfrm>
                <a:off x="4910038" y="2037899"/>
                <a:ext cx="163175" cy="173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528" name="Ink 1049527"/>
              <p14:cNvContentPartPr/>
              <p14:nvPr/>
            </p14:nvContentPartPr>
            <p14:xfrm>
              <a:off x="5044877" y="2081334"/>
              <a:ext cx="215082" cy="157191"/>
            </p14:xfrm>
          </p:contentPart>
        </mc:Choice>
        <mc:Fallback xmlns="">
          <p:sp>
            <p:nvSpPr>
              <p:cNvPr id="1049528" name=""/>
              <p:cNvSpPr/>
              <p:nvPr/>
            </p:nvSpPr>
            <p:spPr>
              <a:xfrm>
                <a:off x="5044877" y="2081334"/>
                <a:ext cx="215082" cy="157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529" name="Ink 1049528"/>
              <p14:cNvContentPartPr/>
              <p14:nvPr/>
            </p14:nvContentPartPr>
            <p14:xfrm>
              <a:off x="2191544" y="159215"/>
              <a:ext cx="152597" cy="172576"/>
            </p14:xfrm>
          </p:contentPart>
        </mc:Choice>
        <mc:Fallback xmlns="">
          <p:sp>
            <p:nvSpPr>
              <p:cNvPr id="1049529" name=""/>
              <p:cNvSpPr/>
              <p:nvPr/>
            </p:nvSpPr>
            <p:spPr>
              <a:xfrm>
                <a:off x="2191544" y="159215"/>
                <a:ext cx="152597" cy="1725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530" name="Ink 1049529"/>
              <p14:cNvContentPartPr/>
              <p14:nvPr/>
            </p14:nvContentPartPr>
            <p14:xfrm>
              <a:off x="2310310" y="133211"/>
              <a:ext cx="167602" cy="186613"/>
            </p14:xfrm>
          </p:contentPart>
        </mc:Choice>
        <mc:Fallback xmlns="">
          <p:sp>
            <p:nvSpPr>
              <p:cNvPr id="1049530" name=""/>
              <p:cNvSpPr/>
              <p:nvPr/>
            </p:nvSpPr>
            <p:spPr>
              <a:xfrm>
                <a:off x="2310310" y="133211"/>
                <a:ext cx="167602" cy="186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531" name="Ink 1049530"/>
              <p14:cNvContentPartPr/>
              <p14:nvPr/>
            </p14:nvContentPartPr>
            <p14:xfrm>
              <a:off x="2314044" y="17302"/>
              <a:ext cx="6343" cy="67616"/>
            </p14:xfrm>
          </p:contentPart>
        </mc:Choice>
        <mc:Fallback xmlns="">
          <p:sp>
            <p:nvSpPr>
              <p:cNvPr id="1049531" name=""/>
              <p:cNvSpPr/>
              <p:nvPr/>
            </p:nvSpPr>
            <p:spPr>
              <a:xfrm>
                <a:off x="2314044" y="17302"/>
                <a:ext cx="6343" cy="67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534" name="Ink 1049533"/>
              <p14:cNvContentPartPr/>
              <p14:nvPr/>
            </p14:nvContentPartPr>
            <p14:xfrm>
              <a:off x="1123670" y="1751972"/>
              <a:ext cx="13740" cy="68729"/>
            </p14:xfrm>
          </p:contentPart>
        </mc:Choice>
        <mc:Fallback xmlns="">
          <p:sp>
            <p:nvSpPr>
              <p:cNvPr id="1049534" name=""/>
              <p:cNvSpPr/>
              <p:nvPr/>
            </p:nvSpPr>
            <p:spPr>
              <a:xfrm>
                <a:off x="1123670" y="1751972"/>
                <a:ext cx="13740" cy="68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535" name="Ink 1049534"/>
              <p14:cNvContentPartPr/>
              <p14:nvPr/>
            </p14:nvContentPartPr>
            <p14:xfrm>
              <a:off x="1097698" y="1142928"/>
              <a:ext cx="2941690" cy="1328977"/>
            </p14:xfrm>
          </p:contentPart>
        </mc:Choice>
        <mc:Fallback xmlns="">
          <p:sp>
            <p:nvSpPr>
              <p:cNvPr id="1049535" name=""/>
              <p:cNvSpPr/>
              <p:nvPr/>
            </p:nvSpPr>
            <p:spPr>
              <a:xfrm>
                <a:off x="1097698" y="1142928"/>
                <a:ext cx="2941690" cy="1328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536" name="Ink 1049535"/>
              <p14:cNvContentPartPr/>
              <p14:nvPr/>
            </p14:nvContentPartPr>
            <p14:xfrm>
              <a:off x="3998857" y="1796730"/>
              <a:ext cx="87979" cy="90244"/>
            </p14:xfrm>
          </p:contentPart>
        </mc:Choice>
        <mc:Fallback xmlns="">
          <p:sp>
            <p:nvSpPr>
              <p:cNvPr id="1049536" name=""/>
              <p:cNvSpPr/>
              <p:nvPr/>
            </p:nvSpPr>
            <p:spPr>
              <a:xfrm>
                <a:off x="3998857" y="1796730"/>
                <a:ext cx="87979" cy="90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537" name="Ink 1049536"/>
              <p14:cNvContentPartPr/>
              <p14:nvPr/>
            </p14:nvContentPartPr>
            <p14:xfrm>
              <a:off x="4324173" y="1509232"/>
              <a:ext cx="143692" cy="204094"/>
            </p14:xfrm>
          </p:contentPart>
        </mc:Choice>
        <mc:Fallback xmlns="">
          <p:sp>
            <p:nvSpPr>
              <p:cNvPr id="1049537" name=""/>
              <p:cNvSpPr/>
              <p:nvPr/>
            </p:nvSpPr>
            <p:spPr>
              <a:xfrm>
                <a:off x="4324173" y="1509232"/>
                <a:ext cx="143692" cy="2040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538" name="Ink 1049537"/>
              <p14:cNvContentPartPr/>
              <p14:nvPr/>
            </p14:nvContentPartPr>
            <p14:xfrm>
              <a:off x="4458482" y="1552916"/>
              <a:ext cx="121960" cy="128268"/>
            </p14:xfrm>
          </p:contentPart>
        </mc:Choice>
        <mc:Fallback xmlns="">
          <p:sp>
            <p:nvSpPr>
              <p:cNvPr id="1049538" name=""/>
              <p:cNvSpPr/>
              <p:nvPr/>
            </p:nvSpPr>
            <p:spPr>
              <a:xfrm>
                <a:off x="4458482" y="1552916"/>
                <a:ext cx="121960" cy="128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539" name="Ink 1049538"/>
              <p14:cNvContentPartPr/>
              <p14:nvPr/>
            </p14:nvContentPartPr>
            <p14:xfrm>
              <a:off x="4573383" y="1643389"/>
              <a:ext cx="78184" cy="51633"/>
            </p14:xfrm>
          </p:contentPart>
        </mc:Choice>
        <mc:Fallback xmlns="">
          <p:sp>
            <p:nvSpPr>
              <p:cNvPr id="1049539" name=""/>
              <p:cNvSpPr/>
              <p:nvPr/>
            </p:nvSpPr>
            <p:spPr>
              <a:xfrm>
                <a:off x="4573383" y="1643389"/>
                <a:ext cx="78184" cy="516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540" name="Ink 1049539"/>
              <p14:cNvContentPartPr/>
              <p14:nvPr/>
            </p14:nvContentPartPr>
            <p14:xfrm>
              <a:off x="4743557" y="1654181"/>
              <a:ext cx="94131" cy="78663"/>
            </p14:xfrm>
          </p:contentPart>
        </mc:Choice>
        <mc:Fallback xmlns="">
          <p:sp>
            <p:nvSpPr>
              <p:cNvPr id="1049540" name=""/>
              <p:cNvSpPr/>
              <p:nvPr/>
            </p:nvSpPr>
            <p:spPr>
              <a:xfrm>
                <a:off x="4743557" y="1654181"/>
                <a:ext cx="94131" cy="786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541" name="Ink 1049540"/>
              <p14:cNvContentPartPr/>
              <p14:nvPr/>
            </p14:nvContentPartPr>
            <p14:xfrm>
              <a:off x="4984351" y="1528831"/>
              <a:ext cx="152073" cy="150695"/>
            </p14:xfrm>
          </p:contentPart>
        </mc:Choice>
        <mc:Fallback xmlns="">
          <p:sp>
            <p:nvSpPr>
              <p:cNvPr id="1049541" name=""/>
              <p:cNvSpPr/>
              <p:nvPr/>
            </p:nvSpPr>
            <p:spPr>
              <a:xfrm>
                <a:off x="4984351" y="1528831"/>
                <a:ext cx="152073" cy="1506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542" name="Ink 1049541"/>
              <p14:cNvContentPartPr/>
              <p14:nvPr/>
            </p14:nvContentPartPr>
            <p14:xfrm>
              <a:off x="5088525" y="1530826"/>
              <a:ext cx="171299" cy="162160"/>
            </p14:xfrm>
          </p:contentPart>
        </mc:Choice>
        <mc:Fallback xmlns="">
          <p:sp>
            <p:nvSpPr>
              <p:cNvPr id="1049542" name=""/>
              <p:cNvSpPr/>
              <p:nvPr/>
            </p:nvSpPr>
            <p:spPr>
              <a:xfrm>
                <a:off x="5088525" y="1530826"/>
                <a:ext cx="171299" cy="162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543" name="Ink 1049542"/>
              <p14:cNvContentPartPr/>
              <p14:nvPr/>
            </p14:nvContentPartPr>
            <p14:xfrm>
              <a:off x="5145236" y="1342690"/>
              <a:ext cx="35740" cy="79672"/>
            </p14:xfrm>
          </p:contentPart>
        </mc:Choice>
        <mc:Fallback xmlns="">
          <p:sp>
            <p:nvSpPr>
              <p:cNvPr id="1049543" name=""/>
              <p:cNvSpPr/>
              <p:nvPr/>
            </p:nvSpPr>
            <p:spPr>
              <a:xfrm>
                <a:off x="5145236" y="1342690"/>
                <a:ext cx="35740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544" name="Ink 1049543"/>
              <p14:cNvContentPartPr/>
              <p14:nvPr/>
            </p14:nvContentPartPr>
            <p14:xfrm>
              <a:off x="5312920" y="1687804"/>
              <a:ext cx="96139" cy="80564"/>
            </p14:xfrm>
          </p:contentPart>
        </mc:Choice>
        <mc:Fallback xmlns="">
          <p:sp>
            <p:nvSpPr>
              <p:cNvPr id="1049544" name=""/>
              <p:cNvSpPr/>
              <p:nvPr/>
            </p:nvSpPr>
            <p:spPr>
              <a:xfrm>
                <a:off x="5312920" y="1687804"/>
                <a:ext cx="96139" cy="805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545" name="Ink 1049544"/>
              <p14:cNvContentPartPr/>
              <p14:nvPr/>
            </p14:nvContentPartPr>
            <p14:xfrm>
              <a:off x="5452783" y="1581955"/>
              <a:ext cx="144593" cy="7478"/>
            </p14:xfrm>
          </p:contentPart>
        </mc:Choice>
        <mc:Fallback xmlns="">
          <p:sp>
            <p:nvSpPr>
              <p:cNvPr id="1049545" name=""/>
              <p:cNvSpPr/>
              <p:nvPr/>
            </p:nvSpPr>
            <p:spPr>
              <a:xfrm>
                <a:off x="5452783" y="1581955"/>
                <a:ext cx="144593" cy="7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546" name="Ink 1049545"/>
              <p14:cNvContentPartPr/>
              <p14:nvPr/>
            </p14:nvContentPartPr>
            <p14:xfrm>
              <a:off x="5438663" y="1646292"/>
              <a:ext cx="175248" cy="17075"/>
            </p14:xfrm>
          </p:contentPart>
        </mc:Choice>
        <mc:Fallback xmlns="">
          <p:sp>
            <p:nvSpPr>
              <p:cNvPr id="1049546" name=""/>
              <p:cNvSpPr/>
              <p:nvPr/>
            </p:nvSpPr>
            <p:spPr>
              <a:xfrm>
                <a:off x="5438663" y="1646292"/>
                <a:ext cx="175248" cy="17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547" name="Ink 1049546"/>
              <p14:cNvContentPartPr/>
              <p14:nvPr/>
            </p14:nvContentPartPr>
            <p14:xfrm>
              <a:off x="5689711" y="1540527"/>
              <a:ext cx="103704" cy="109746"/>
            </p14:xfrm>
          </p:contentPart>
        </mc:Choice>
        <mc:Fallback xmlns="">
          <p:sp>
            <p:nvSpPr>
              <p:cNvPr id="1049547" name=""/>
              <p:cNvSpPr/>
              <p:nvPr/>
            </p:nvSpPr>
            <p:spPr>
              <a:xfrm>
                <a:off x="5689711" y="1540527"/>
                <a:ext cx="103704" cy="109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548" name="Ink 1049547"/>
              <p14:cNvContentPartPr/>
              <p14:nvPr/>
            </p14:nvContentPartPr>
            <p14:xfrm>
              <a:off x="5882114" y="1407719"/>
              <a:ext cx="153819" cy="391163"/>
            </p14:xfrm>
          </p:contentPart>
        </mc:Choice>
        <mc:Fallback xmlns="">
          <p:sp>
            <p:nvSpPr>
              <p:cNvPr id="1049548" name=""/>
              <p:cNvSpPr/>
              <p:nvPr/>
            </p:nvSpPr>
            <p:spPr>
              <a:xfrm>
                <a:off x="5882114" y="1407719"/>
                <a:ext cx="153819" cy="391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549" name="Ink 1049548"/>
              <p14:cNvContentPartPr/>
              <p14:nvPr/>
            </p14:nvContentPartPr>
            <p14:xfrm>
              <a:off x="4237546" y="1393323"/>
              <a:ext cx="128451" cy="382490"/>
            </p14:xfrm>
          </p:contentPart>
        </mc:Choice>
        <mc:Fallback xmlns="">
          <p:sp>
            <p:nvSpPr>
              <p:cNvPr id="1049549" name=""/>
              <p:cNvSpPr/>
              <p:nvPr/>
            </p:nvSpPr>
            <p:spPr>
              <a:xfrm>
                <a:off x="4237546" y="1393323"/>
                <a:ext cx="128451" cy="382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550" name="Ink 1049549"/>
              <p14:cNvContentPartPr/>
              <p14:nvPr/>
            </p14:nvContentPartPr>
            <p14:xfrm>
              <a:off x="4004496" y="1799670"/>
              <a:ext cx="66384" cy="81997"/>
            </p14:xfrm>
          </p:contentPart>
        </mc:Choice>
        <mc:Fallback xmlns="">
          <p:sp>
            <p:nvSpPr>
              <p:cNvPr id="1049550" name=""/>
              <p:cNvSpPr/>
              <p:nvPr/>
            </p:nvSpPr>
            <p:spPr>
              <a:xfrm>
                <a:off x="4004496" y="1799670"/>
                <a:ext cx="66384" cy="81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551" name="Ink 1049550"/>
              <p14:cNvContentPartPr/>
              <p14:nvPr/>
            </p14:nvContentPartPr>
            <p14:xfrm>
              <a:off x="6212180" y="1574261"/>
              <a:ext cx="234727" cy="241362"/>
            </p14:xfrm>
          </p:contentPart>
        </mc:Choice>
        <mc:Fallback xmlns="">
          <p:sp>
            <p:nvSpPr>
              <p:cNvPr id="1049551" name=""/>
              <p:cNvSpPr/>
              <p:nvPr/>
            </p:nvSpPr>
            <p:spPr>
              <a:xfrm>
                <a:off x="6212180" y="1574261"/>
                <a:ext cx="234727" cy="241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552" name="Ink 1049551"/>
              <p14:cNvContentPartPr/>
              <p14:nvPr/>
            </p14:nvContentPartPr>
            <p14:xfrm>
              <a:off x="6268203" y="1559865"/>
              <a:ext cx="200325" cy="22089"/>
            </p14:xfrm>
          </p:contentPart>
        </mc:Choice>
        <mc:Fallback xmlns="">
          <p:sp>
            <p:nvSpPr>
              <p:cNvPr id="1049552" name=""/>
              <p:cNvSpPr/>
              <p:nvPr/>
            </p:nvSpPr>
            <p:spPr>
              <a:xfrm>
                <a:off x="6268203" y="1559865"/>
                <a:ext cx="200325" cy="22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553" name="Ink 1049552"/>
              <p14:cNvContentPartPr/>
              <p14:nvPr/>
            </p14:nvContentPartPr>
            <p14:xfrm>
              <a:off x="6282323" y="1630274"/>
              <a:ext cx="173080" cy="38551"/>
            </p14:xfrm>
          </p:contentPart>
        </mc:Choice>
        <mc:Fallback xmlns="">
          <p:sp>
            <p:nvSpPr>
              <p:cNvPr id="1049553" name=""/>
              <p:cNvSpPr/>
              <p:nvPr/>
            </p:nvSpPr>
            <p:spPr>
              <a:xfrm>
                <a:off x="6282323" y="1630274"/>
                <a:ext cx="173080" cy="38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554" name="Ink 1049553"/>
              <p14:cNvContentPartPr/>
              <p14:nvPr/>
            </p14:nvContentPartPr>
            <p14:xfrm>
              <a:off x="6551427" y="1530826"/>
              <a:ext cx="53005" cy="293158"/>
            </p14:xfrm>
          </p:contentPart>
        </mc:Choice>
        <mc:Fallback xmlns="">
          <p:sp>
            <p:nvSpPr>
              <p:cNvPr id="1049554" name=""/>
              <p:cNvSpPr/>
              <p:nvPr/>
            </p:nvSpPr>
            <p:spPr>
              <a:xfrm>
                <a:off x="6551427" y="1530826"/>
                <a:ext cx="53005" cy="2931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555" name="Ink 1049554"/>
              <p14:cNvContentPartPr/>
              <p14:nvPr/>
            </p14:nvContentPartPr>
            <p14:xfrm>
              <a:off x="6475588" y="1683140"/>
              <a:ext cx="168037" cy="7030"/>
            </p14:xfrm>
          </p:contentPart>
        </mc:Choice>
        <mc:Fallback xmlns="">
          <p:sp>
            <p:nvSpPr>
              <p:cNvPr id="1049555" name=""/>
              <p:cNvSpPr/>
              <p:nvPr/>
            </p:nvSpPr>
            <p:spPr>
              <a:xfrm>
                <a:off x="6475588" y="1683140"/>
                <a:ext cx="168037" cy="7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556" name="Ink 1049555"/>
              <p14:cNvContentPartPr/>
              <p14:nvPr/>
            </p14:nvContentPartPr>
            <p14:xfrm>
              <a:off x="6649601" y="1673356"/>
              <a:ext cx="302766" cy="123571"/>
            </p14:xfrm>
          </p:contentPart>
        </mc:Choice>
        <mc:Fallback xmlns="">
          <p:sp>
            <p:nvSpPr>
              <p:cNvPr id="1049556" name=""/>
              <p:cNvSpPr/>
              <p:nvPr/>
            </p:nvSpPr>
            <p:spPr>
              <a:xfrm>
                <a:off x="6649601" y="1673356"/>
                <a:ext cx="302766" cy="123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557" name="Ink 1049556"/>
              <p14:cNvContentPartPr/>
              <p14:nvPr/>
            </p14:nvContentPartPr>
            <p14:xfrm>
              <a:off x="6951822" y="1458600"/>
              <a:ext cx="138861" cy="317273"/>
            </p14:xfrm>
          </p:contentPart>
        </mc:Choice>
        <mc:Fallback xmlns="">
          <p:sp>
            <p:nvSpPr>
              <p:cNvPr id="1049557" name=""/>
              <p:cNvSpPr/>
              <p:nvPr/>
            </p:nvSpPr>
            <p:spPr>
              <a:xfrm>
                <a:off x="6951822" y="1458600"/>
                <a:ext cx="138861" cy="3172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558" name="Ink 1049557"/>
              <p14:cNvContentPartPr/>
              <p14:nvPr/>
            </p14:nvContentPartPr>
            <p14:xfrm>
              <a:off x="6303546" y="2132463"/>
              <a:ext cx="22018" cy="161386"/>
            </p14:xfrm>
          </p:contentPart>
        </mc:Choice>
        <mc:Fallback xmlns="">
          <p:sp>
            <p:nvSpPr>
              <p:cNvPr id="1049558" name=""/>
              <p:cNvSpPr/>
              <p:nvPr/>
            </p:nvSpPr>
            <p:spPr>
              <a:xfrm>
                <a:off x="6303546" y="2132463"/>
                <a:ext cx="22018" cy="161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559" name="Ink 1049558"/>
              <p14:cNvContentPartPr/>
              <p14:nvPr/>
            </p14:nvContentPartPr>
            <p14:xfrm>
              <a:off x="6289824" y="2009107"/>
              <a:ext cx="7584" cy="63060"/>
            </p14:xfrm>
          </p:contentPart>
        </mc:Choice>
        <mc:Fallback xmlns="">
          <p:sp>
            <p:nvSpPr>
              <p:cNvPr id="1049559" name=""/>
              <p:cNvSpPr/>
              <p:nvPr/>
            </p:nvSpPr>
            <p:spPr>
              <a:xfrm>
                <a:off x="6289824" y="2009107"/>
                <a:ext cx="7584" cy="63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560" name="Ink 1049559"/>
              <p14:cNvContentPartPr/>
              <p14:nvPr/>
            </p14:nvContentPartPr>
            <p14:xfrm>
              <a:off x="6392825" y="2138113"/>
              <a:ext cx="135245" cy="163142"/>
            </p14:xfrm>
          </p:contentPart>
        </mc:Choice>
        <mc:Fallback xmlns="">
          <p:sp>
            <p:nvSpPr>
              <p:cNvPr id="1049560" name=""/>
              <p:cNvSpPr/>
              <p:nvPr/>
            </p:nvSpPr>
            <p:spPr>
              <a:xfrm>
                <a:off x="6392825" y="2138113"/>
                <a:ext cx="135245" cy="1631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561" name="Ink 1049560"/>
              <p14:cNvContentPartPr/>
              <p14:nvPr/>
            </p14:nvContentPartPr>
            <p14:xfrm>
              <a:off x="6602718" y="2139661"/>
              <a:ext cx="3516" cy="113922"/>
            </p14:xfrm>
          </p:contentPart>
        </mc:Choice>
        <mc:Fallback xmlns="">
          <p:sp>
            <p:nvSpPr>
              <p:cNvPr id="1049561" name=""/>
              <p:cNvSpPr/>
              <p:nvPr/>
            </p:nvSpPr>
            <p:spPr>
              <a:xfrm>
                <a:off x="6602718" y="2139661"/>
                <a:ext cx="3516" cy="1139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562" name="Ink 1049561"/>
              <p14:cNvContentPartPr/>
              <p14:nvPr/>
            </p14:nvContentPartPr>
            <p14:xfrm>
              <a:off x="6556420" y="2023503"/>
              <a:ext cx="12271" cy="69016"/>
            </p14:xfrm>
          </p:contentPart>
        </mc:Choice>
        <mc:Fallback xmlns="">
          <p:sp>
            <p:nvSpPr>
              <p:cNvPr id="1049562" name=""/>
              <p:cNvSpPr/>
              <p:nvPr/>
            </p:nvSpPr>
            <p:spPr>
              <a:xfrm>
                <a:off x="6556420" y="2023503"/>
                <a:ext cx="12271" cy="69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563" name="Ink 1049562"/>
              <p14:cNvContentPartPr/>
              <p14:nvPr/>
            </p14:nvContentPartPr>
            <p14:xfrm>
              <a:off x="6742291" y="1940356"/>
              <a:ext cx="17888" cy="312076"/>
            </p14:xfrm>
          </p:contentPart>
        </mc:Choice>
        <mc:Fallback xmlns="">
          <p:sp>
            <p:nvSpPr>
              <p:cNvPr id="1049563" name=""/>
              <p:cNvSpPr/>
              <p:nvPr/>
            </p:nvSpPr>
            <p:spPr>
              <a:xfrm>
                <a:off x="6742291" y="1940356"/>
                <a:ext cx="17888" cy="312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564" name="Ink 1049563"/>
              <p14:cNvContentPartPr/>
              <p14:nvPr/>
            </p14:nvContentPartPr>
            <p14:xfrm>
              <a:off x="6711654" y="2082374"/>
              <a:ext cx="212979" cy="129513"/>
            </p14:xfrm>
          </p:contentPart>
        </mc:Choice>
        <mc:Fallback xmlns="">
          <p:sp>
            <p:nvSpPr>
              <p:cNvPr id="1049564" name=""/>
              <p:cNvSpPr/>
              <p:nvPr/>
            </p:nvSpPr>
            <p:spPr>
              <a:xfrm>
                <a:off x="6711654" y="2082374"/>
                <a:ext cx="212979" cy="129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565" name="Ink 1049564"/>
              <p14:cNvContentPartPr/>
              <p14:nvPr/>
            </p14:nvContentPartPr>
            <p14:xfrm>
              <a:off x="6883298" y="1994463"/>
              <a:ext cx="21621" cy="79672"/>
            </p14:xfrm>
          </p:contentPart>
        </mc:Choice>
        <mc:Fallback xmlns="">
          <p:sp>
            <p:nvSpPr>
              <p:cNvPr id="1049565" name=""/>
              <p:cNvSpPr/>
              <p:nvPr/>
            </p:nvSpPr>
            <p:spPr>
              <a:xfrm>
                <a:off x="6883298" y="1994463"/>
                <a:ext cx="21621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566" name="Ink 1049565"/>
              <p14:cNvContentPartPr/>
              <p14:nvPr/>
            </p14:nvContentPartPr>
            <p14:xfrm>
              <a:off x="6962372" y="2074136"/>
              <a:ext cx="222126" cy="116661"/>
            </p14:xfrm>
          </p:contentPart>
        </mc:Choice>
        <mc:Fallback xmlns="">
          <p:sp>
            <p:nvSpPr>
              <p:cNvPr id="1049566" name=""/>
              <p:cNvSpPr/>
              <p:nvPr/>
            </p:nvSpPr>
            <p:spPr>
              <a:xfrm>
                <a:off x="6962372" y="2074136"/>
                <a:ext cx="222126" cy="116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567" name="Ink 1049566"/>
              <p14:cNvContentPartPr/>
              <p14:nvPr/>
            </p14:nvContentPartPr>
            <p14:xfrm>
              <a:off x="7229779" y="1827921"/>
              <a:ext cx="275673" cy="441796"/>
            </p14:xfrm>
          </p:contentPart>
        </mc:Choice>
        <mc:Fallback xmlns="">
          <p:sp>
            <p:nvSpPr>
              <p:cNvPr id="1049567" name=""/>
              <p:cNvSpPr/>
              <p:nvPr/>
            </p:nvSpPr>
            <p:spPr>
              <a:xfrm>
                <a:off x="7229779" y="1827921"/>
                <a:ext cx="275673" cy="441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568" name="Ink 1049567"/>
              <p14:cNvContentPartPr/>
              <p14:nvPr/>
            </p14:nvContentPartPr>
            <p14:xfrm>
              <a:off x="4566323" y="1458600"/>
              <a:ext cx="174729" cy="189619"/>
            </p14:xfrm>
          </p:contentPart>
        </mc:Choice>
        <mc:Fallback xmlns="">
          <p:sp>
            <p:nvSpPr>
              <p:cNvPr id="1049568" name=""/>
              <p:cNvSpPr/>
              <p:nvPr/>
            </p:nvSpPr>
            <p:spPr>
              <a:xfrm>
                <a:off x="4566323" y="1458600"/>
                <a:ext cx="174729" cy="189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569" name="Ink 1049568"/>
              <p14:cNvContentPartPr/>
              <p14:nvPr/>
            </p14:nvContentPartPr>
            <p14:xfrm>
              <a:off x="4770493" y="1429560"/>
              <a:ext cx="94706" cy="116919"/>
            </p14:xfrm>
          </p:contentPart>
        </mc:Choice>
        <mc:Fallback xmlns="">
          <p:sp>
            <p:nvSpPr>
              <p:cNvPr id="1049569" name=""/>
              <p:cNvSpPr/>
              <p:nvPr/>
            </p:nvSpPr>
            <p:spPr>
              <a:xfrm>
                <a:off x="4770493" y="1429560"/>
                <a:ext cx="94706" cy="116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570" name="Ink 1049569"/>
              <p14:cNvContentPartPr/>
              <p14:nvPr/>
            </p14:nvContentPartPr>
            <p14:xfrm>
              <a:off x="4687640" y="1596102"/>
              <a:ext cx="21645" cy="68976"/>
            </p14:xfrm>
          </p:contentPart>
        </mc:Choice>
        <mc:Fallback xmlns="">
          <p:sp>
            <p:nvSpPr>
              <p:cNvPr id="1049570" name=""/>
              <p:cNvSpPr/>
              <p:nvPr/>
            </p:nvSpPr>
            <p:spPr>
              <a:xfrm>
                <a:off x="4687640" y="1596102"/>
                <a:ext cx="21645" cy="68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571" name="Ink 1049570"/>
              <p14:cNvContentPartPr/>
              <p14:nvPr/>
            </p14:nvContentPartPr>
            <p14:xfrm>
              <a:off x="3599246" y="2197243"/>
              <a:ext cx="198319" cy="165817"/>
            </p14:xfrm>
          </p:contentPart>
        </mc:Choice>
        <mc:Fallback xmlns="">
          <p:sp>
            <p:nvSpPr>
              <p:cNvPr id="1049571" name=""/>
              <p:cNvSpPr/>
              <p:nvPr/>
            </p:nvSpPr>
            <p:spPr>
              <a:xfrm>
                <a:off x="3599246" y="2197243"/>
                <a:ext cx="198319" cy="165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572" name="Ink 1049571"/>
              <p14:cNvContentPartPr/>
              <p14:nvPr/>
            </p14:nvContentPartPr>
            <p14:xfrm>
              <a:off x="1061958" y="1775788"/>
              <a:ext cx="18800" cy="30291"/>
            </p14:xfrm>
          </p:contentPart>
        </mc:Choice>
        <mc:Fallback xmlns="">
          <p:sp>
            <p:nvSpPr>
              <p:cNvPr id="1049572" name=""/>
              <p:cNvSpPr/>
              <p:nvPr/>
            </p:nvSpPr>
            <p:spPr>
              <a:xfrm>
                <a:off x="1061958" y="1775788"/>
                <a:ext cx="18800" cy="30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573" name="Ink 1049572"/>
              <p14:cNvContentPartPr/>
              <p14:nvPr/>
            </p14:nvContentPartPr>
            <p14:xfrm>
              <a:off x="2563513" y="1150987"/>
              <a:ext cx="31305" cy="10517"/>
            </p14:xfrm>
          </p:contentPart>
        </mc:Choice>
        <mc:Fallback xmlns="">
          <p:sp>
            <p:nvSpPr>
              <p:cNvPr id="1049573" name=""/>
              <p:cNvSpPr/>
              <p:nvPr/>
            </p:nvSpPr>
            <p:spPr>
              <a:xfrm>
                <a:off x="2563513" y="1150987"/>
                <a:ext cx="31305" cy="10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574" name="Ink 1049573"/>
              <p14:cNvContentPartPr/>
              <p14:nvPr/>
            </p14:nvContentPartPr>
            <p14:xfrm>
              <a:off x="1608086" y="2298757"/>
              <a:ext cx="218989" cy="170967"/>
            </p14:xfrm>
          </p:contentPart>
        </mc:Choice>
        <mc:Fallback xmlns="">
          <p:sp>
            <p:nvSpPr>
              <p:cNvPr id="1049574" name=""/>
              <p:cNvSpPr/>
              <p:nvPr/>
            </p:nvSpPr>
            <p:spPr>
              <a:xfrm>
                <a:off x="1608086" y="2298757"/>
                <a:ext cx="218989" cy="170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575" name="Ink 1049574"/>
              <p14:cNvContentPartPr/>
              <p14:nvPr/>
            </p14:nvContentPartPr>
            <p14:xfrm>
              <a:off x="1476728" y="1263018"/>
              <a:ext cx="178958" cy="139637"/>
            </p14:xfrm>
          </p:contentPart>
        </mc:Choice>
        <mc:Fallback xmlns="">
          <p:sp>
            <p:nvSpPr>
              <p:cNvPr id="1049575" name=""/>
              <p:cNvSpPr/>
              <p:nvPr/>
            </p:nvSpPr>
            <p:spPr>
              <a:xfrm>
                <a:off x="1476728" y="1263018"/>
                <a:ext cx="178958" cy="139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576" name="Ink 1049575"/>
              <p14:cNvContentPartPr/>
              <p14:nvPr/>
            </p14:nvContentPartPr>
            <p14:xfrm>
              <a:off x="3351307" y="1197989"/>
              <a:ext cx="181567" cy="173492"/>
            </p14:xfrm>
          </p:contentPart>
        </mc:Choice>
        <mc:Fallback xmlns="">
          <p:sp>
            <p:nvSpPr>
              <p:cNvPr id="1049576" name=""/>
              <p:cNvSpPr/>
              <p:nvPr/>
            </p:nvSpPr>
            <p:spPr>
              <a:xfrm>
                <a:off x="3351307" y="1197989"/>
                <a:ext cx="181567" cy="173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577" name="Ink 1049576"/>
              <p14:cNvContentPartPr/>
              <p14:nvPr/>
            </p14:nvContentPartPr>
            <p14:xfrm>
              <a:off x="2507749" y="1095393"/>
              <a:ext cx="121616" cy="96887"/>
            </p14:xfrm>
          </p:contentPart>
        </mc:Choice>
        <mc:Fallback xmlns="">
          <p:sp>
            <p:nvSpPr>
              <p:cNvPr id="1049577" name=""/>
              <p:cNvSpPr/>
              <p:nvPr/>
            </p:nvSpPr>
            <p:spPr>
              <a:xfrm>
                <a:off x="2507749" y="1095393"/>
                <a:ext cx="121616" cy="96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578" name="Ink 1049577"/>
              <p14:cNvContentPartPr/>
              <p14:nvPr/>
            </p14:nvContentPartPr>
            <p14:xfrm>
              <a:off x="2692357" y="714727"/>
              <a:ext cx="125237" cy="168086"/>
            </p14:xfrm>
          </p:contentPart>
        </mc:Choice>
        <mc:Fallback xmlns="">
          <p:sp>
            <p:nvSpPr>
              <p:cNvPr id="1049578" name=""/>
              <p:cNvSpPr/>
              <p:nvPr/>
            </p:nvSpPr>
            <p:spPr>
              <a:xfrm>
                <a:off x="2692357" y="714727"/>
                <a:ext cx="125237" cy="168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579" name="Ink 1049578"/>
              <p14:cNvContentPartPr/>
              <p14:nvPr/>
            </p14:nvContentPartPr>
            <p14:xfrm>
              <a:off x="2793713" y="676025"/>
              <a:ext cx="117848" cy="152955"/>
            </p14:xfrm>
          </p:contentPart>
        </mc:Choice>
        <mc:Fallback xmlns="">
          <p:sp>
            <p:nvSpPr>
              <p:cNvPr id="1049579" name=""/>
              <p:cNvSpPr/>
              <p:nvPr/>
            </p:nvSpPr>
            <p:spPr>
              <a:xfrm>
                <a:off x="2793713" y="676025"/>
                <a:ext cx="117848" cy="152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580" name="Ink 1049579"/>
              <p14:cNvContentPartPr/>
              <p14:nvPr/>
            </p14:nvContentPartPr>
            <p14:xfrm>
              <a:off x="2917977" y="815408"/>
              <a:ext cx="90764" cy="70178"/>
            </p14:xfrm>
          </p:contentPart>
        </mc:Choice>
        <mc:Fallback xmlns="">
          <p:sp>
            <p:nvSpPr>
              <p:cNvPr id="1049580" name=""/>
              <p:cNvSpPr/>
              <p:nvPr/>
            </p:nvSpPr>
            <p:spPr>
              <a:xfrm>
                <a:off x="2917977" y="815408"/>
                <a:ext cx="90764" cy="701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581" name="Ink 1049580"/>
              <p14:cNvContentPartPr/>
              <p14:nvPr/>
            </p14:nvContentPartPr>
            <p14:xfrm>
              <a:off x="2992844" y="686102"/>
              <a:ext cx="112818" cy="33854"/>
            </p14:xfrm>
          </p:contentPart>
        </mc:Choice>
        <mc:Fallback xmlns="">
          <p:sp>
            <p:nvSpPr>
              <p:cNvPr id="1049581" name=""/>
              <p:cNvSpPr/>
              <p:nvPr/>
            </p:nvSpPr>
            <p:spPr>
              <a:xfrm>
                <a:off x="2992844" y="686102"/>
                <a:ext cx="112818" cy="338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582" name="Ink 1049581"/>
              <p14:cNvContentPartPr/>
              <p14:nvPr/>
            </p14:nvContentPartPr>
            <p14:xfrm>
              <a:off x="3042705" y="741301"/>
              <a:ext cx="114723" cy="36485"/>
            </p14:xfrm>
          </p:contentPart>
        </mc:Choice>
        <mc:Fallback xmlns="">
          <p:sp>
            <p:nvSpPr>
              <p:cNvPr id="1049582" name=""/>
              <p:cNvSpPr/>
              <p:nvPr/>
            </p:nvSpPr>
            <p:spPr>
              <a:xfrm>
                <a:off x="3042705" y="741301"/>
                <a:ext cx="114723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583" name="Ink 1049582"/>
              <p14:cNvContentPartPr/>
              <p14:nvPr/>
            </p14:nvContentPartPr>
            <p14:xfrm>
              <a:off x="3209349" y="605692"/>
              <a:ext cx="120509" cy="100712"/>
            </p14:xfrm>
          </p:contentPart>
        </mc:Choice>
        <mc:Fallback xmlns="">
          <p:sp>
            <p:nvSpPr>
              <p:cNvPr id="1049583" name=""/>
              <p:cNvSpPr/>
              <p:nvPr/>
            </p:nvSpPr>
            <p:spPr>
              <a:xfrm>
                <a:off x="3209349" y="605692"/>
                <a:ext cx="120509" cy="1007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584" name="Ink 1049583"/>
              <p14:cNvContentPartPr/>
              <p14:nvPr/>
            </p14:nvContentPartPr>
            <p14:xfrm>
              <a:off x="3434535" y="625392"/>
              <a:ext cx="44561" cy="119221"/>
            </p14:xfrm>
          </p:contentPart>
        </mc:Choice>
        <mc:Fallback xmlns="">
          <p:sp>
            <p:nvSpPr>
              <p:cNvPr id="1049584" name=""/>
              <p:cNvSpPr/>
              <p:nvPr/>
            </p:nvSpPr>
            <p:spPr>
              <a:xfrm>
                <a:off x="3434535" y="625392"/>
                <a:ext cx="44561" cy="119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585" name="Ink 1049584"/>
              <p14:cNvContentPartPr/>
              <p14:nvPr/>
            </p14:nvContentPartPr>
            <p14:xfrm>
              <a:off x="3565946" y="490211"/>
              <a:ext cx="171479" cy="210557"/>
            </p14:xfrm>
          </p:contentPart>
        </mc:Choice>
        <mc:Fallback xmlns="">
          <p:sp>
            <p:nvSpPr>
              <p:cNvPr id="1049585" name=""/>
              <p:cNvSpPr/>
              <p:nvPr/>
            </p:nvSpPr>
            <p:spPr>
              <a:xfrm>
                <a:off x="3565946" y="490211"/>
                <a:ext cx="171479" cy="210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586" name="Ink 1049585"/>
              <p14:cNvContentPartPr/>
              <p14:nvPr/>
            </p14:nvContentPartPr>
            <p14:xfrm>
              <a:off x="3737297" y="480443"/>
              <a:ext cx="162081" cy="118524"/>
            </p14:xfrm>
          </p:contentPart>
        </mc:Choice>
        <mc:Fallback xmlns="">
          <p:sp>
            <p:nvSpPr>
              <p:cNvPr id="1049586" name=""/>
              <p:cNvSpPr/>
              <p:nvPr/>
            </p:nvSpPr>
            <p:spPr>
              <a:xfrm>
                <a:off x="3737297" y="480443"/>
                <a:ext cx="162081" cy="1185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587" name="Ink 1049586"/>
              <p14:cNvContentPartPr/>
              <p14:nvPr/>
            </p14:nvContentPartPr>
            <p14:xfrm>
              <a:off x="3695398" y="313901"/>
              <a:ext cx="5202" cy="32455"/>
            </p14:xfrm>
          </p:contentPart>
        </mc:Choice>
        <mc:Fallback xmlns="">
          <p:sp>
            <p:nvSpPr>
              <p:cNvPr id="1049587" name=""/>
              <p:cNvSpPr/>
              <p:nvPr/>
            </p:nvSpPr>
            <p:spPr>
              <a:xfrm>
                <a:off x="3695398" y="313901"/>
                <a:ext cx="5202" cy="32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588" name="Ink 1049587"/>
              <p14:cNvContentPartPr/>
              <p14:nvPr/>
            </p14:nvContentPartPr>
            <p14:xfrm>
              <a:off x="3890286" y="592525"/>
              <a:ext cx="116550" cy="90781"/>
            </p14:xfrm>
          </p:contentPart>
        </mc:Choice>
        <mc:Fallback xmlns="">
          <p:sp>
            <p:nvSpPr>
              <p:cNvPr id="1049588" name=""/>
              <p:cNvSpPr/>
              <p:nvPr/>
            </p:nvSpPr>
            <p:spPr>
              <a:xfrm>
                <a:off x="3890286" y="592525"/>
                <a:ext cx="116550" cy="90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589" name="Ink 1049588"/>
              <p14:cNvContentPartPr/>
              <p14:nvPr/>
            </p14:nvContentPartPr>
            <p14:xfrm>
              <a:off x="3667739" y="311368"/>
              <a:ext cx="81150" cy="55582"/>
            </p14:xfrm>
          </p:contentPart>
        </mc:Choice>
        <mc:Fallback xmlns="">
          <p:sp>
            <p:nvSpPr>
              <p:cNvPr id="1049589" name=""/>
              <p:cNvSpPr/>
              <p:nvPr/>
            </p:nvSpPr>
            <p:spPr>
              <a:xfrm>
                <a:off x="3667739" y="311368"/>
                <a:ext cx="81150" cy="55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590" name="Ink 1049589"/>
              <p14:cNvContentPartPr/>
              <p14:nvPr/>
            </p14:nvContentPartPr>
            <p14:xfrm>
              <a:off x="3965348" y="408465"/>
              <a:ext cx="186281" cy="228226"/>
            </p14:xfrm>
          </p:contentPart>
        </mc:Choice>
        <mc:Fallback xmlns="">
          <p:sp>
            <p:nvSpPr>
              <p:cNvPr id="1049590" name=""/>
              <p:cNvSpPr/>
              <p:nvPr/>
            </p:nvSpPr>
            <p:spPr>
              <a:xfrm>
                <a:off x="3965348" y="408465"/>
                <a:ext cx="186281" cy="228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591" name="Ink 1049590"/>
              <p14:cNvContentPartPr/>
              <p14:nvPr/>
            </p14:nvContentPartPr>
            <p14:xfrm>
              <a:off x="4179937" y="352051"/>
              <a:ext cx="134163" cy="105063"/>
            </p14:xfrm>
          </p:contentPart>
        </mc:Choice>
        <mc:Fallback xmlns="">
          <p:sp>
            <p:nvSpPr>
              <p:cNvPr id="1049591" name=""/>
              <p:cNvSpPr/>
              <p:nvPr/>
            </p:nvSpPr>
            <p:spPr>
              <a:xfrm>
                <a:off x="4179937" y="352051"/>
                <a:ext cx="134163" cy="105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592" name="Ink 1049591"/>
              <p14:cNvContentPartPr/>
              <p14:nvPr/>
            </p14:nvContentPartPr>
            <p14:xfrm>
              <a:off x="4315696" y="166862"/>
              <a:ext cx="216346" cy="485983"/>
            </p14:xfrm>
          </p:contentPart>
        </mc:Choice>
        <mc:Fallback xmlns="">
          <p:sp>
            <p:nvSpPr>
              <p:cNvPr id="1049592" name=""/>
              <p:cNvSpPr/>
              <p:nvPr/>
            </p:nvSpPr>
            <p:spPr>
              <a:xfrm>
                <a:off x="4315696" y="166862"/>
                <a:ext cx="216346" cy="485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593" name="Ink 1049592"/>
              <p14:cNvContentPartPr/>
              <p14:nvPr/>
            </p14:nvContentPartPr>
            <p14:xfrm>
              <a:off x="2646611" y="567561"/>
              <a:ext cx="93745" cy="400619"/>
            </p14:xfrm>
          </p:contentPart>
        </mc:Choice>
        <mc:Fallback xmlns="">
          <p:sp>
            <p:nvSpPr>
              <p:cNvPr id="1049593" name=""/>
              <p:cNvSpPr/>
              <p:nvPr/>
            </p:nvSpPr>
            <p:spPr>
              <a:xfrm>
                <a:off x="2646611" y="567561"/>
                <a:ext cx="93745" cy="400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594" name="Ink 1049593"/>
              <p14:cNvContentPartPr/>
              <p14:nvPr/>
            </p14:nvContentPartPr>
            <p14:xfrm>
              <a:off x="3346722" y="1154306"/>
              <a:ext cx="150495" cy="253412"/>
            </p14:xfrm>
          </p:contentPart>
        </mc:Choice>
        <mc:Fallback xmlns="">
          <p:sp>
            <p:nvSpPr>
              <p:cNvPr id="1049594" name=""/>
              <p:cNvSpPr/>
              <p:nvPr/>
            </p:nvSpPr>
            <p:spPr>
              <a:xfrm>
                <a:off x="3346722" y="1154306"/>
                <a:ext cx="150495" cy="2534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595" name="Ink 1049594"/>
              <p14:cNvContentPartPr/>
              <p14:nvPr/>
            </p14:nvContentPartPr>
            <p14:xfrm>
              <a:off x="3596618" y="2182848"/>
              <a:ext cx="182965" cy="192106"/>
            </p14:xfrm>
          </p:contentPart>
        </mc:Choice>
        <mc:Fallback xmlns="">
          <p:sp>
            <p:nvSpPr>
              <p:cNvPr id="1049595" name=""/>
              <p:cNvSpPr/>
              <p:nvPr/>
            </p:nvSpPr>
            <p:spPr>
              <a:xfrm>
                <a:off x="3596618" y="2182848"/>
                <a:ext cx="182965" cy="192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596" name="Ink 1049595"/>
              <p14:cNvContentPartPr/>
              <p14:nvPr/>
            </p14:nvContentPartPr>
            <p14:xfrm>
              <a:off x="1629242" y="2320599"/>
              <a:ext cx="219013" cy="170018"/>
            </p14:xfrm>
          </p:contentPart>
        </mc:Choice>
        <mc:Fallback xmlns="">
          <p:sp>
            <p:nvSpPr>
              <p:cNvPr id="1049596" name=""/>
              <p:cNvSpPr/>
              <p:nvPr/>
            </p:nvSpPr>
            <p:spPr>
              <a:xfrm>
                <a:off x="1629242" y="2320599"/>
                <a:ext cx="219013" cy="170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597" name="Ink 1049596"/>
              <p14:cNvContentPartPr/>
              <p14:nvPr/>
            </p14:nvContentPartPr>
            <p14:xfrm>
              <a:off x="1497907" y="1233979"/>
              <a:ext cx="172166" cy="202445"/>
            </p14:xfrm>
          </p:contentPart>
        </mc:Choice>
        <mc:Fallback xmlns="">
          <p:sp>
            <p:nvSpPr>
              <p:cNvPr id="1049597" name=""/>
              <p:cNvSpPr/>
              <p:nvPr/>
            </p:nvSpPr>
            <p:spPr>
              <a:xfrm>
                <a:off x="1497907" y="1233979"/>
                <a:ext cx="172166" cy="2024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598" name="Ink 1049597"/>
              <p14:cNvContentPartPr/>
              <p14:nvPr/>
            </p14:nvContentPartPr>
            <p14:xfrm>
              <a:off x="7495155" y="1625142"/>
              <a:ext cx="215822" cy="243064"/>
            </p14:xfrm>
          </p:contentPart>
        </mc:Choice>
        <mc:Fallback xmlns="">
          <p:sp>
            <p:nvSpPr>
              <p:cNvPr id="1049598" name=""/>
              <p:cNvSpPr/>
              <p:nvPr/>
            </p:nvSpPr>
            <p:spPr>
              <a:xfrm>
                <a:off x="7495155" y="1625142"/>
                <a:ext cx="215822" cy="243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599" name="Ink 1049598"/>
              <p14:cNvContentPartPr/>
              <p14:nvPr/>
            </p14:nvContentPartPr>
            <p14:xfrm>
              <a:off x="7462652" y="1588341"/>
              <a:ext cx="191100" cy="29602"/>
            </p14:xfrm>
          </p:contentPart>
        </mc:Choice>
        <mc:Fallback xmlns="">
          <p:sp>
            <p:nvSpPr>
              <p:cNvPr id="1049599" name=""/>
              <p:cNvSpPr/>
              <p:nvPr/>
            </p:nvSpPr>
            <p:spPr>
              <a:xfrm>
                <a:off x="7462652" y="1588341"/>
                <a:ext cx="191100" cy="29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600" name="Ink 1049599"/>
              <p14:cNvContentPartPr/>
              <p14:nvPr/>
            </p14:nvContentPartPr>
            <p14:xfrm>
              <a:off x="7469712" y="1690505"/>
              <a:ext cx="196846" cy="28704"/>
            </p14:xfrm>
          </p:contentPart>
        </mc:Choice>
        <mc:Fallback xmlns="">
          <p:sp>
            <p:nvSpPr>
              <p:cNvPr id="1049600" name=""/>
              <p:cNvSpPr/>
              <p:nvPr/>
            </p:nvSpPr>
            <p:spPr>
              <a:xfrm>
                <a:off x="7469712" y="1690505"/>
                <a:ext cx="196846" cy="287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601" name="Ink 1049600"/>
              <p14:cNvContentPartPr/>
              <p14:nvPr/>
            </p14:nvContentPartPr>
            <p14:xfrm>
              <a:off x="7717809" y="1835639"/>
              <a:ext cx="219499" cy="121899"/>
            </p14:xfrm>
          </p:contentPart>
        </mc:Choice>
        <mc:Fallback xmlns="">
          <p:sp>
            <p:nvSpPr>
              <p:cNvPr id="1049601" name=""/>
              <p:cNvSpPr/>
              <p:nvPr/>
            </p:nvSpPr>
            <p:spPr>
              <a:xfrm>
                <a:off x="7717809" y="1835639"/>
                <a:ext cx="219499" cy="1218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603" name="Ink 1049602"/>
              <p14:cNvContentPartPr/>
              <p14:nvPr/>
            </p14:nvContentPartPr>
            <p14:xfrm>
              <a:off x="8020385" y="1783116"/>
              <a:ext cx="175237" cy="1928"/>
            </p14:xfrm>
          </p:contentPart>
        </mc:Choice>
        <mc:Fallback xmlns="">
          <p:sp>
            <p:nvSpPr>
              <p:cNvPr id="1049603" name=""/>
              <p:cNvSpPr/>
              <p:nvPr/>
            </p:nvSpPr>
            <p:spPr>
              <a:xfrm>
                <a:off x="8020385" y="1783116"/>
                <a:ext cx="175237" cy="19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604" name="Ink 1049603"/>
              <p14:cNvContentPartPr/>
              <p14:nvPr/>
            </p14:nvContentPartPr>
            <p14:xfrm>
              <a:off x="8070246" y="1850011"/>
              <a:ext cx="150464" cy="35740"/>
            </p14:xfrm>
          </p:contentPart>
        </mc:Choice>
        <mc:Fallback xmlns="">
          <p:sp>
            <p:nvSpPr>
              <p:cNvPr id="1049604" name=""/>
              <p:cNvSpPr/>
              <p:nvPr/>
            </p:nvSpPr>
            <p:spPr>
              <a:xfrm>
                <a:off x="8070246" y="1850011"/>
                <a:ext cx="150464" cy="35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605" name="Ink 1049604"/>
              <p14:cNvContentPartPr/>
              <p14:nvPr/>
            </p14:nvContentPartPr>
            <p14:xfrm>
              <a:off x="8357073" y="1635546"/>
              <a:ext cx="185304" cy="267822"/>
            </p14:xfrm>
          </p:contentPart>
        </mc:Choice>
        <mc:Fallback xmlns="">
          <p:sp>
            <p:nvSpPr>
              <p:cNvPr id="1049605" name=""/>
              <p:cNvSpPr/>
              <p:nvPr/>
            </p:nvSpPr>
            <p:spPr>
              <a:xfrm>
                <a:off x="8357073" y="1635546"/>
                <a:ext cx="185304" cy="267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606" name="Ink 1049605"/>
              <p14:cNvContentPartPr/>
              <p14:nvPr/>
            </p14:nvContentPartPr>
            <p14:xfrm>
              <a:off x="8399415" y="1792312"/>
              <a:ext cx="164558" cy="6570"/>
            </p14:xfrm>
          </p:contentPart>
        </mc:Choice>
        <mc:Fallback xmlns="">
          <p:sp>
            <p:nvSpPr>
              <p:cNvPr id="1049606" name=""/>
              <p:cNvSpPr/>
              <p:nvPr/>
            </p:nvSpPr>
            <p:spPr>
              <a:xfrm>
                <a:off x="8399415" y="1792312"/>
                <a:ext cx="164558" cy="6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607" name="Ink 1049606"/>
              <p14:cNvContentPartPr/>
              <p14:nvPr/>
            </p14:nvContentPartPr>
            <p14:xfrm>
              <a:off x="8622975" y="1852513"/>
              <a:ext cx="191210" cy="113408"/>
            </p14:xfrm>
          </p:contentPart>
        </mc:Choice>
        <mc:Fallback xmlns="">
          <p:sp>
            <p:nvSpPr>
              <p:cNvPr id="1049607" name=""/>
              <p:cNvSpPr/>
              <p:nvPr/>
            </p:nvSpPr>
            <p:spPr>
              <a:xfrm>
                <a:off x="8622975" y="1852513"/>
                <a:ext cx="191210" cy="113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608" name="Ink 1049607"/>
              <p14:cNvContentPartPr/>
              <p14:nvPr/>
            </p14:nvContentPartPr>
            <p14:xfrm>
              <a:off x="8856985" y="1965921"/>
              <a:ext cx="96758" cy="81885"/>
            </p14:xfrm>
          </p:contentPart>
        </mc:Choice>
        <mc:Fallback xmlns="">
          <p:sp>
            <p:nvSpPr>
              <p:cNvPr id="1049608" name=""/>
              <p:cNvSpPr/>
              <p:nvPr/>
            </p:nvSpPr>
            <p:spPr>
              <a:xfrm>
                <a:off x="8856985" y="1965921"/>
                <a:ext cx="96758" cy="81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609" name="Ink 1049608"/>
              <p14:cNvContentPartPr/>
              <p14:nvPr/>
            </p14:nvContentPartPr>
            <p14:xfrm>
              <a:off x="4651924" y="263268"/>
              <a:ext cx="193522" cy="273129"/>
            </p14:xfrm>
          </p:contentPart>
        </mc:Choice>
        <mc:Fallback xmlns="">
          <p:sp>
            <p:nvSpPr>
              <p:cNvPr id="1049609" name=""/>
              <p:cNvSpPr/>
              <p:nvPr/>
            </p:nvSpPr>
            <p:spPr>
              <a:xfrm>
                <a:off x="4651924" y="263268"/>
                <a:ext cx="193522" cy="2731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610" name="Ink 1049609"/>
              <p14:cNvContentPartPr/>
              <p14:nvPr/>
            </p14:nvContentPartPr>
            <p14:xfrm>
              <a:off x="4644864" y="241830"/>
              <a:ext cx="110388" cy="21438"/>
            </p14:xfrm>
          </p:contentPart>
        </mc:Choice>
        <mc:Fallback xmlns="">
          <p:sp>
            <p:nvSpPr>
              <p:cNvPr id="1049610" name=""/>
              <p:cNvSpPr/>
              <p:nvPr/>
            </p:nvSpPr>
            <p:spPr>
              <a:xfrm>
                <a:off x="4644864" y="241830"/>
                <a:ext cx="110388" cy="214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611" name="Ink 1049610"/>
              <p14:cNvContentPartPr/>
              <p14:nvPr/>
            </p14:nvContentPartPr>
            <p14:xfrm>
              <a:off x="4644864" y="362635"/>
              <a:ext cx="179203" cy="30938"/>
            </p14:xfrm>
          </p:contentPart>
        </mc:Choice>
        <mc:Fallback xmlns="">
          <p:sp>
            <p:nvSpPr>
              <p:cNvPr id="1049611" name=""/>
              <p:cNvSpPr/>
              <p:nvPr/>
            </p:nvSpPr>
            <p:spPr>
              <a:xfrm>
                <a:off x="4644864" y="362635"/>
                <a:ext cx="179203" cy="30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612" name="Ink 1049611"/>
              <p14:cNvContentPartPr/>
              <p14:nvPr/>
            </p14:nvContentPartPr>
            <p14:xfrm>
              <a:off x="4868134" y="467458"/>
              <a:ext cx="164741" cy="152380"/>
            </p14:xfrm>
          </p:contentPart>
        </mc:Choice>
        <mc:Fallback xmlns="">
          <p:sp>
            <p:nvSpPr>
              <p:cNvPr id="1049612" name=""/>
              <p:cNvSpPr/>
              <p:nvPr/>
            </p:nvSpPr>
            <p:spPr>
              <a:xfrm>
                <a:off x="4868134" y="467458"/>
                <a:ext cx="164741" cy="152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613" name="Ink 1049612"/>
              <p14:cNvContentPartPr/>
              <p14:nvPr/>
            </p14:nvContentPartPr>
            <p14:xfrm>
              <a:off x="5102435" y="372660"/>
              <a:ext cx="150410" cy="20913"/>
            </p14:xfrm>
          </p:contentPart>
        </mc:Choice>
        <mc:Fallback xmlns="">
          <p:sp>
            <p:nvSpPr>
              <p:cNvPr id="1049613" name=""/>
              <p:cNvSpPr/>
              <p:nvPr/>
            </p:nvSpPr>
            <p:spPr>
              <a:xfrm>
                <a:off x="5102435" y="372660"/>
                <a:ext cx="150410" cy="20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614" name="Ink 1049613"/>
              <p14:cNvContentPartPr/>
              <p14:nvPr/>
            </p14:nvContentPartPr>
            <p14:xfrm>
              <a:off x="5124056" y="424837"/>
              <a:ext cx="151908" cy="55605"/>
            </p14:xfrm>
          </p:contentPart>
        </mc:Choice>
        <mc:Fallback xmlns="">
          <p:sp>
            <p:nvSpPr>
              <p:cNvPr id="1049614" name=""/>
              <p:cNvSpPr/>
              <p:nvPr/>
            </p:nvSpPr>
            <p:spPr>
              <a:xfrm>
                <a:off x="5124056" y="424837"/>
                <a:ext cx="151908" cy="55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615" name="Ink 1049614"/>
              <p14:cNvContentPartPr/>
              <p14:nvPr/>
            </p14:nvContentPartPr>
            <p14:xfrm>
              <a:off x="5338501" y="241426"/>
              <a:ext cx="37720" cy="245160"/>
            </p14:xfrm>
          </p:contentPart>
        </mc:Choice>
        <mc:Fallback xmlns="">
          <p:sp>
            <p:nvSpPr>
              <p:cNvPr id="1049615" name=""/>
              <p:cNvSpPr/>
              <p:nvPr/>
            </p:nvSpPr>
            <p:spPr>
              <a:xfrm>
                <a:off x="5338501" y="241426"/>
                <a:ext cx="37720" cy="245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616" name="Ink 1049615"/>
              <p14:cNvContentPartPr/>
              <p14:nvPr/>
            </p14:nvContentPartPr>
            <p14:xfrm>
              <a:off x="5324381" y="218221"/>
              <a:ext cx="178436" cy="37849"/>
            </p14:xfrm>
          </p:contentPart>
        </mc:Choice>
        <mc:Fallback xmlns="">
          <p:sp>
            <p:nvSpPr>
              <p:cNvPr id="1049616" name=""/>
              <p:cNvSpPr/>
              <p:nvPr/>
            </p:nvSpPr>
            <p:spPr>
              <a:xfrm>
                <a:off x="5324381" y="218221"/>
                <a:ext cx="178436" cy="37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617" name="Ink 1049616"/>
              <p14:cNvContentPartPr/>
              <p14:nvPr/>
            </p14:nvContentPartPr>
            <p14:xfrm>
              <a:off x="5352621" y="329026"/>
              <a:ext cx="118821" cy="28309"/>
            </p14:xfrm>
          </p:contentPart>
        </mc:Choice>
        <mc:Fallback xmlns="">
          <p:sp>
            <p:nvSpPr>
              <p:cNvPr id="1049617" name=""/>
              <p:cNvSpPr/>
              <p:nvPr/>
            </p:nvSpPr>
            <p:spPr>
              <a:xfrm>
                <a:off x="5352621" y="329026"/>
                <a:ext cx="118821" cy="283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618" name="Ink 1049617"/>
              <p14:cNvContentPartPr/>
              <p14:nvPr/>
            </p14:nvContentPartPr>
            <p14:xfrm>
              <a:off x="5367182" y="431709"/>
              <a:ext cx="166080" cy="63625"/>
            </p14:xfrm>
          </p:contentPart>
        </mc:Choice>
        <mc:Fallback xmlns="">
          <p:sp>
            <p:nvSpPr>
              <p:cNvPr id="1049618" name=""/>
              <p:cNvSpPr/>
              <p:nvPr/>
            </p:nvSpPr>
            <p:spPr>
              <a:xfrm>
                <a:off x="5367182" y="431709"/>
                <a:ext cx="166080" cy="636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619" name="Ink 1049618"/>
              <p14:cNvContentPartPr/>
              <p14:nvPr/>
            </p14:nvContentPartPr>
            <p14:xfrm>
              <a:off x="5517205" y="398921"/>
              <a:ext cx="193265" cy="130343"/>
            </p14:xfrm>
          </p:contentPart>
        </mc:Choice>
        <mc:Fallback xmlns="">
          <p:sp>
            <p:nvSpPr>
              <p:cNvPr id="1049619" name=""/>
              <p:cNvSpPr/>
              <p:nvPr/>
            </p:nvSpPr>
            <p:spPr>
              <a:xfrm>
                <a:off x="5517205" y="398921"/>
                <a:ext cx="193265" cy="130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620" name="Ink 1049619"/>
              <p14:cNvContentPartPr/>
              <p14:nvPr/>
            </p14:nvContentPartPr>
            <p14:xfrm>
              <a:off x="5759692" y="450414"/>
              <a:ext cx="113068" cy="83442"/>
            </p14:xfrm>
          </p:contentPart>
        </mc:Choice>
        <mc:Fallback xmlns="">
          <p:sp>
            <p:nvSpPr>
              <p:cNvPr id="1049620" name=""/>
              <p:cNvSpPr/>
              <p:nvPr/>
            </p:nvSpPr>
            <p:spPr>
              <a:xfrm>
                <a:off x="5759692" y="450414"/>
                <a:ext cx="113068" cy="83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621" name="Ink 1049620"/>
              <p14:cNvContentPartPr/>
              <p14:nvPr/>
            </p14:nvContentPartPr>
            <p14:xfrm>
              <a:off x="992241" y="3252838"/>
              <a:ext cx="16241" cy="463810"/>
            </p14:xfrm>
          </p:contentPart>
        </mc:Choice>
        <mc:Fallback xmlns="">
          <p:sp>
            <p:nvSpPr>
              <p:cNvPr id="1049621" name=""/>
              <p:cNvSpPr/>
              <p:nvPr/>
            </p:nvSpPr>
            <p:spPr>
              <a:xfrm>
                <a:off x="992241" y="3252838"/>
                <a:ext cx="16241" cy="463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622" name="Ink 1049621"/>
              <p14:cNvContentPartPr/>
              <p14:nvPr/>
            </p14:nvContentPartPr>
            <p14:xfrm>
              <a:off x="911493" y="3512683"/>
              <a:ext cx="408245" cy="198220"/>
            </p14:xfrm>
          </p:contentPart>
        </mc:Choice>
        <mc:Fallback xmlns="">
          <p:sp>
            <p:nvSpPr>
              <p:cNvPr id="1049622" name=""/>
              <p:cNvSpPr/>
              <p:nvPr/>
            </p:nvSpPr>
            <p:spPr>
              <a:xfrm>
                <a:off x="911493" y="3512683"/>
                <a:ext cx="408245" cy="198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49623" name="Ink 1049622"/>
              <p14:cNvContentPartPr/>
              <p14:nvPr/>
            </p14:nvContentPartPr>
            <p14:xfrm>
              <a:off x="1338402" y="3486766"/>
              <a:ext cx="277393" cy="504691"/>
            </p14:xfrm>
          </p:contentPart>
        </mc:Choice>
        <mc:Fallback xmlns="">
          <p:sp>
            <p:nvSpPr>
              <p:cNvPr id="1049623" name=""/>
              <p:cNvSpPr/>
              <p:nvPr/>
            </p:nvSpPr>
            <p:spPr>
              <a:xfrm>
                <a:off x="1338402" y="3486766"/>
                <a:ext cx="277393" cy="504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49624" name="Ink 1049623"/>
              <p14:cNvContentPartPr/>
              <p14:nvPr/>
            </p14:nvContentPartPr>
            <p14:xfrm>
              <a:off x="1605130" y="3341942"/>
              <a:ext cx="21620" cy="79920"/>
            </p14:xfrm>
          </p:contentPart>
        </mc:Choice>
        <mc:Fallback xmlns="">
          <p:sp>
            <p:nvSpPr>
              <p:cNvPr id="1049624" name=""/>
              <p:cNvSpPr/>
              <p:nvPr/>
            </p:nvSpPr>
            <p:spPr>
              <a:xfrm>
                <a:off x="1605130" y="3341942"/>
                <a:ext cx="21620" cy="79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49625" name="Ink 1049624"/>
              <p14:cNvContentPartPr/>
              <p14:nvPr/>
            </p14:nvContentPartPr>
            <p14:xfrm>
              <a:off x="1722201" y="3524359"/>
              <a:ext cx="193592" cy="150029"/>
            </p14:xfrm>
          </p:contentPart>
        </mc:Choice>
        <mc:Fallback xmlns="">
          <p:sp>
            <p:nvSpPr>
              <p:cNvPr id="1049625" name=""/>
              <p:cNvSpPr/>
              <p:nvPr/>
            </p:nvSpPr>
            <p:spPr>
              <a:xfrm>
                <a:off x="1722201" y="3524359"/>
                <a:ext cx="193592" cy="150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9626" name="Ink 1049625"/>
              <p14:cNvContentPartPr/>
              <p14:nvPr/>
            </p14:nvContentPartPr>
            <p14:xfrm>
              <a:off x="1899655" y="3551919"/>
              <a:ext cx="205371" cy="189869"/>
            </p14:xfrm>
          </p:contentPart>
        </mc:Choice>
        <mc:Fallback xmlns="">
          <p:sp>
            <p:nvSpPr>
              <p:cNvPr id="1049626" name=""/>
              <p:cNvSpPr/>
              <p:nvPr/>
            </p:nvSpPr>
            <p:spPr>
              <a:xfrm>
                <a:off x="1899655" y="3551919"/>
                <a:ext cx="205371" cy="189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9627" name="Ink 1049626"/>
              <p14:cNvContentPartPr/>
              <p14:nvPr/>
            </p14:nvContentPartPr>
            <p14:xfrm>
              <a:off x="2101085" y="3327298"/>
              <a:ext cx="11917" cy="442044"/>
            </p14:xfrm>
          </p:contentPart>
        </mc:Choice>
        <mc:Fallback xmlns="">
          <p:sp>
            <p:nvSpPr>
              <p:cNvPr id="1049627" name=""/>
              <p:cNvSpPr/>
              <p:nvPr/>
            </p:nvSpPr>
            <p:spPr>
              <a:xfrm>
                <a:off x="2101085" y="3327298"/>
                <a:ext cx="11917" cy="442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49628" name="Ink 1049627"/>
              <p14:cNvContentPartPr/>
              <p14:nvPr/>
            </p14:nvContentPartPr>
            <p14:xfrm>
              <a:off x="2084321" y="3578983"/>
              <a:ext cx="421336" cy="183419"/>
            </p14:xfrm>
          </p:contentPart>
        </mc:Choice>
        <mc:Fallback xmlns="">
          <p:sp>
            <p:nvSpPr>
              <p:cNvPr id="1049628" name=""/>
              <p:cNvSpPr/>
              <p:nvPr/>
            </p:nvSpPr>
            <p:spPr>
              <a:xfrm>
                <a:off x="2084321" y="3578983"/>
                <a:ext cx="421336" cy="183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49629" name="Ink 1049628"/>
              <p14:cNvContentPartPr/>
              <p14:nvPr/>
            </p14:nvContentPartPr>
            <p14:xfrm>
              <a:off x="2542516" y="3500597"/>
              <a:ext cx="278347" cy="225766"/>
            </p14:xfrm>
          </p:contentPart>
        </mc:Choice>
        <mc:Fallback xmlns="">
          <p:sp>
            <p:nvSpPr>
              <p:cNvPr id="1049629" name=""/>
              <p:cNvSpPr/>
              <p:nvPr/>
            </p:nvSpPr>
            <p:spPr>
              <a:xfrm>
                <a:off x="2542516" y="3500597"/>
                <a:ext cx="278347" cy="225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49630" name="Ink 1049629"/>
              <p14:cNvContentPartPr/>
              <p14:nvPr/>
            </p14:nvContentPartPr>
            <p14:xfrm>
              <a:off x="2391869" y="3479445"/>
              <a:ext cx="21621" cy="87118"/>
            </p14:xfrm>
          </p:contentPart>
        </mc:Choice>
        <mc:Fallback xmlns="">
          <p:sp>
            <p:nvSpPr>
              <p:cNvPr id="1049630" name=""/>
              <p:cNvSpPr/>
              <p:nvPr/>
            </p:nvSpPr>
            <p:spPr>
              <a:xfrm>
                <a:off x="2391869" y="3479445"/>
                <a:ext cx="21621" cy="871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9631" name="Ink 1049630"/>
              <p14:cNvContentPartPr/>
              <p14:nvPr/>
            </p14:nvContentPartPr>
            <p14:xfrm>
              <a:off x="2957175" y="3398950"/>
              <a:ext cx="396653" cy="291702"/>
            </p14:xfrm>
          </p:contentPart>
        </mc:Choice>
        <mc:Fallback xmlns="">
          <p:sp>
            <p:nvSpPr>
              <p:cNvPr id="1049631" name=""/>
              <p:cNvSpPr/>
              <p:nvPr/>
            </p:nvSpPr>
            <p:spPr>
              <a:xfrm>
                <a:off x="2957175" y="3398950"/>
                <a:ext cx="396653" cy="291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49632" name="Ink 1049631"/>
              <p14:cNvContentPartPr/>
              <p14:nvPr/>
            </p14:nvContentPartPr>
            <p14:xfrm>
              <a:off x="3521896" y="3551919"/>
              <a:ext cx="32810" cy="322960"/>
            </p14:xfrm>
          </p:contentPart>
        </mc:Choice>
        <mc:Fallback xmlns="">
          <p:sp>
            <p:nvSpPr>
              <p:cNvPr id="1049632" name=""/>
              <p:cNvSpPr/>
              <p:nvPr/>
            </p:nvSpPr>
            <p:spPr>
              <a:xfrm>
                <a:off x="3521896" y="3551919"/>
                <a:ext cx="32810" cy="322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49633" name="Ink 1049632"/>
              <p14:cNvContentPartPr/>
              <p14:nvPr/>
            </p14:nvContentPartPr>
            <p14:xfrm>
              <a:off x="3531115" y="3579652"/>
              <a:ext cx="153836" cy="143263"/>
            </p14:xfrm>
          </p:contentPart>
        </mc:Choice>
        <mc:Fallback xmlns="">
          <p:sp>
            <p:nvSpPr>
              <p:cNvPr id="1049633" name=""/>
              <p:cNvSpPr/>
              <p:nvPr/>
            </p:nvSpPr>
            <p:spPr>
              <a:xfrm>
                <a:off x="3531115" y="3579652"/>
                <a:ext cx="153836" cy="143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9634" name="Ink 1049633"/>
              <p14:cNvContentPartPr/>
              <p14:nvPr/>
            </p14:nvContentPartPr>
            <p14:xfrm>
              <a:off x="3694938" y="3303719"/>
              <a:ext cx="146307" cy="385345"/>
            </p14:xfrm>
          </p:contentPart>
        </mc:Choice>
        <mc:Fallback xmlns="">
          <p:sp>
            <p:nvSpPr>
              <p:cNvPr id="1049634" name=""/>
              <p:cNvSpPr/>
              <p:nvPr/>
            </p:nvSpPr>
            <p:spPr>
              <a:xfrm>
                <a:off x="3694938" y="3303719"/>
                <a:ext cx="146307" cy="385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49635" name="Ink 1049634"/>
              <p14:cNvContentPartPr/>
              <p14:nvPr/>
            </p14:nvContentPartPr>
            <p14:xfrm>
              <a:off x="3896576" y="3510862"/>
              <a:ext cx="458634" cy="180245"/>
            </p14:xfrm>
          </p:contentPart>
        </mc:Choice>
        <mc:Fallback xmlns="">
          <p:sp>
            <p:nvSpPr>
              <p:cNvPr id="1049635" name=""/>
              <p:cNvSpPr/>
              <p:nvPr/>
            </p:nvSpPr>
            <p:spPr>
              <a:xfrm>
                <a:off x="3896576" y="3510862"/>
                <a:ext cx="458634" cy="180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49636" name="Ink 1049635"/>
              <p14:cNvContentPartPr/>
              <p14:nvPr/>
            </p14:nvContentPartPr>
            <p14:xfrm>
              <a:off x="3636179" y="3275626"/>
              <a:ext cx="192730" cy="203819"/>
            </p14:xfrm>
          </p:contentPart>
        </mc:Choice>
        <mc:Fallback xmlns="">
          <p:sp>
            <p:nvSpPr>
              <p:cNvPr id="1049636" name=""/>
              <p:cNvSpPr/>
              <p:nvPr/>
            </p:nvSpPr>
            <p:spPr>
              <a:xfrm>
                <a:off x="3636179" y="3275626"/>
                <a:ext cx="192730" cy="2038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49637" name="Ink 1049636"/>
              <p14:cNvContentPartPr/>
              <p14:nvPr/>
            </p14:nvContentPartPr>
            <p14:xfrm>
              <a:off x="4507738" y="3348551"/>
              <a:ext cx="823703" cy="527895"/>
            </p14:xfrm>
          </p:contentPart>
        </mc:Choice>
        <mc:Fallback xmlns="">
          <p:sp>
            <p:nvSpPr>
              <p:cNvPr id="1049637" name=""/>
              <p:cNvSpPr/>
              <p:nvPr/>
            </p:nvSpPr>
            <p:spPr>
              <a:xfrm>
                <a:off x="4507738" y="3348551"/>
                <a:ext cx="823703" cy="527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49638" name="Ink 1049637"/>
              <p14:cNvContentPartPr/>
              <p14:nvPr/>
            </p14:nvContentPartPr>
            <p14:xfrm>
              <a:off x="5192392" y="3219083"/>
              <a:ext cx="110368" cy="153817"/>
            </p14:xfrm>
          </p:contentPart>
        </mc:Choice>
        <mc:Fallback xmlns="">
          <p:sp>
            <p:nvSpPr>
              <p:cNvPr id="1049638" name=""/>
              <p:cNvSpPr/>
              <p:nvPr/>
            </p:nvSpPr>
            <p:spPr>
              <a:xfrm>
                <a:off x="5192392" y="3219083"/>
                <a:ext cx="110368" cy="153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9639" name="Ink 1049638"/>
              <p14:cNvContentPartPr/>
              <p14:nvPr/>
            </p14:nvContentPartPr>
            <p14:xfrm>
              <a:off x="5313483" y="3434194"/>
              <a:ext cx="113238" cy="226842"/>
            </p14:xfrm>
          </p:contentPart>
        </mc:Choice>
        <mc:Fallback xmlns="">
          <p:sp>
            <p:nvSpPr>
              <p:cNvPr id="1049639" name=""/>
              <p:cNvSpPr/>
              <p:nvPr/>
            </p:nvSpPr>
            <p:spPr>
              <a:xfrm>
                <a:off x="5313483" y="3434194"/>
                <a:ext cx="113238" cy="226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9640" name="Ink 1049639"/>
              <p14:cNvContentPartPr/>
              <p14:nvPr/>
            </p14:nvContentPartPr>
            <p14:xfrm>
              <a:off x="5638988" y="3523419"/>
              <a:ext cx="168164" cy="7154"/>
            </p14:xfrm>
          </p:contentPart>
        </mc:Choice>
        <mc:Fallback xmlns="">
          <p:sp>
            <p:nvSpPr>
              <p:cNvPr id="1049640" name=""/>
              <p:cNvSpPr/>
              <p:nvPr/>
            </p:nvSpPr>
            <p:spPr>
              <a:xfrm>
                <a:off x="5638988" y="3523419"/>
                <a:ext cx="168164" cy="71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49641" name="Ink 1049640"/>
              <p14:cNvContentPartPr/>
              <p14:nvPr/>
            </p14:nvContentPartPr>
            <p14:xfrm>
              <a:off x="5624427" y="3573369"/>
              <a:ext cx="223662" cy="24910"/>
            </p14:xfrm>
          </p:contentPart>
        </mc:Choice>
        <mc:Fallback xmlns="">
          <p:sp>
            <p:nvSpPr>
              <p:cNvPr id="1049641" name=""/>
              <p:cNvSpPr/>
              <p:nvPr/>
            </p:nvSpPr>
            <p:spPr>
              <a:xfrm>
                <a:off x="5624427" y="3573369"/>
                <a:ext cx="223662" cy="24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49642" name="Ink 1049641"/>
              <p14:cNvContentPartPr/>
              <p14:nvPr/>
            </p14:nvContentPartPr>
            <p14:xfrm>
              <a:off x="5819457" y="3441470"/>
              <a:ext cx="129978" cy="227151"/>
            </p14:xfrm>
          </p:contentPart>
        </mc:Choice>
        <mc:Fallback xmlns="">
          <p:sp>
            <p:nvSpPr>
              <p:cNvPr id="1049642" name=""/>
              <p:cNvSpPr/>
              <p:nvPr/>
            </p:nvSpPr>
            <p:spPr>
              <a:xfrm>
                <a:off x="5819457" y="3441470"/>
                <a:ext cx="129978" cy="227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49643" name="Ink 1049642"/>
              <p14:cNvContentPartPr/>
              <p14:nvPr/>
            </p14:nvContentPartPr>
            <p14:xfrm>
              <a:off x="5559921" y="3406970"/>
              <a:ext cx="70638" cy="221490"/>
            </p14:xfrm>
          </p:contentPart>
        </mc:Choice>
        <mc:Fallback xmlns="">
          <p:sp>
            <p:nvSpPr>
              <p:cNvPr id="1049643" name=""/>
              <p:cNvSpPr/>
              <p:nvPr/>
            </p:nvSpPr>
            <p:spPr>
              <a:xfrm>
                <a:off x="5559921" y="3406970"/>
                <a:ext cx="70638" cy="221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49644" name="Ink 1049643"/>
              <p14:cNvContentPartPr/>
              <p14:nvPr/>
            </p14:nvContentPartPr>
            <p14:xfrm>
              <a:off x="6030273" y="3436010"/>
              <a:ext cx="595278" cy="216856"/>
            </p14:xfrm>
          </p:contentPart>
        </mc:Choice>
        <mc:Fallback xmlns="">
          <p:sp>
            <p:nvSpPr>
              <p:cNvPr id="1049644" name=""/>
              <p:cNvSpPr/>
              <p:nvPr/>
            </p:nvSpPr>
            <p:spPr>
              <a:xfrm>
                <a:off x="6030273" y="3436010"/>
                <a:ext cx="595278" cy="2168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49645" name="Ink 1049644"/>
              <p14:cNvContentPartPr/>
              <p14:nvPr/>
            </p14:nvContentPartPr>
            <p14:xfrm>
              <a:off x="6659450" y="3392823"/>
              <a:ext cx="553601" cy="275898"/>
            </p14:xfrm>
          </p:contentPart>
        </mc:Choice>
        <mc:Fallback xmlns="">
          <p:sp>
            <p:nvSpPr>
              <p:cNvPr id="1049645" name=""/>
              <p:cNvSpPr/>
              <p:nvPr/>
            </p:nvSpPr>
            <p:spPr>
              <a:xfrm>
                <a:off x="6659450" y="3392823"/>
                <a:ext cx="553601" cy="275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49646" name="Ink 1049645"/>
              <p14:cNvContentPartPr/>
              <p14:nvPr/>
            </p14:nvContentPartPr>
            <p14:xfrm>
              <a:off x="7242055" y="3268066"/>
              <a:ext cx="660372" cy="326402"/>
            </p14:xfrm>
          </p:contentPart>
        </mc:Choice>
        <mc:Fallback xmlns="">
          <p:sp>
            <p:nvSpPr>
              <p:cNvPr id="1049646" name=""/>
              <p:cNvSpPr/>
              <p:nvPr/>
            </p:nvSpPr>
            <p:spPr>
              <a:xfrm>
                <a:off x="7242055" y="3268066"/>
                <a:ext cx="660372" cy="326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49647" name="Ink 1049646"/>
              <p14:cNvContentPartPr/>
              <p14:nvPr/>
            </p14:nvContentPartPr>
            <p14:xfrm>
              <a:off x="7662802" y="3298755"/>
              <a:ext cx="21355" cy="37563"/>
            </p14:xfrm>
          </p:contentPart>
        </mc:Choice>
        <mc:Fallback xmlns="">
          <p:sp>
            <p:nvSpPr>
              <p:cNvPr id="1049647" name=""/>
              <p:cNvSpPr/>
              <p:nvPr/>
            </p:nvSpPr>
            <p:spPr>
              <a:xfrm>
                <a:off x="7662802" y="3298755"/>
                <a:ext cx="21355" cy="37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49648" name="Ink 1049647"/>
              <p14:cNvContentPartPr/>
              <p14:nvPr/>
            </p14:nvContentPartPr>
            <p14:xfrm>
              <a:off x="7403084" y="3396298"/>
              <a:ext cx="170176" cy="26492"/>
            </p14:xfrm>
          </p:contentPart>
        </mc:Choice>
        <mc:Fallback xmlns="">
          <p:sp>
            <p:nvSpPr>
              <p:cNvPr id="1049648" name=""/>
              <p:cNvSpPr/>
              <p:nvPr/>
            </p:nvSpPr>
            <p:spPr>
              <a:xfrm>
                <a:off x="7403084" y="3396298"/>
                <a:ext cx="170176" cy="26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49649" name="Ink 1049648"/>
              <p14:cNvContentPartPr/>
              <p14:nvPr/>
            </p14:nvContentPartPr>
            <p14:xfrm>
              <a:off x="6306229" y="3743778"/>
              <a:ext cx="406670" cy="357429"/>
            </p14:xfrm>
          </p:contentPart>
        </mc:Choice>
        <mc:Fallback xmlns="">
          <p:sp>
            <p:nvSpPr>
              <p:cNvPr id="1049649" name=""/>
              <p:cNvSpPr/>
              <p:nvPr/>
            </p:nvSpPr>
            <p:spPr>
              <a:xfrm>
                <a:off x="6306229" y="3743778"/>
                <a:ext cx="406670" cy="3574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49650" name="Ink 1049649"/>
              <p14:cNvContentPartPr/>
              <p14:nvPr/>
            </p14:nvContentPartPr>
            <p14:xfrm>
              <a:off x="6796423" y="3776788"/>
              <a:ext cx="44074" cy="373027"/>
            </p14:xfrm>
          </p:contentPart>
        </mc:Choice>
        <mc:Fallback xmlns="">
          <p:sp>
            <p:nvSpPr>
              <p:cNvPr id="1049650" name=""/>
              <p:cNvSpPr/>
              <p:nvPr/>
            </p:nvSpPr>
            <p:spPr>
              <a:xfrm>
                <a:off x="6796423" y="3776788"/>
                <a:ext cx="44074" cy="3730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49651" name="Ink 1049650"/>
              <p14:cNvContentPartPr/>
              <p14:nvPr/>
            </p14:nvContentPartPr>
            <p14:xfrm>
              <a:off x="6912099" y="3830648"/>
              <a:ext cx="46652" cy="161837"/>
            </p14:xfrm>
          </p:contentPart>
        </mc:Choice>
        <mc:Fallback xmlns="">
          <p:sp>
            <p:nvSpPr>
              <p:cNvPr id="1049651" name=""/>
              <p:cNvSpPr/>
              <p:nvPr/>
            </p:nvSpPr>
            <p:spPr>
              <a:xfrm>
                <a:off x="6912099" y="3830648"/>
                <a:ext cx="46652" cy="1618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49652" name="Ink 1049651"/>
              <p14:cNvContentPartPr/>
              <p14:nvPr/>
            </p14:nvContentPartPr>
            <p14:xfrm>
              <a:off x="6968900" y="3927798"/>
              <a:ext cx="1100744" cy="411194"/>
            </p14:xfrm>
          </p:contentPart>
        </mc:Choice>
        <mc:Fallback xmlns="">
          <p:sp>
            <p:nvSpPr>
              <p:cNvPr id="1049652" name=""/>
              <p:cNvSpPr/>
              <p:nvPr/>
            </p:nvSpPr>
            <p:spPr>
              <a:xfrm>
                <a:off x="6968900" y="3927798"/>
                <a:ext cx="1100744" cy="411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49653" name="Ink 1049652"/>
              <p14:cNvContentPartPr/>
              <p14:nvPr/>
            </p14:nvContentPartPr>
            <p14:xfrm>
              <a:off x="7691217" y="3965173"/>
              <a:ext cx="85466" cy="102900"/>
            </p14:xfrm>
          </p:contentPart>
        </mc:Choice>
        <mc:Fallback xmlns="">
          <p:sp>
            <p:nvSpPr>
              <p:cNvPr id="1049653" name=""/>
              <p:cNvSpPr/>
              <p:nvPr/>
            </p:nvSpPr>
            <p:spPr>
              <a:xfrm>
                <a:off x="7691217" y="3965173"/>
                <a:ext cx="85466" cy="1029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9654" name="Ink 1049653"/>
              <p14:cNvContentPartPr/>
              <p14:nvPr/>
            </p14:nvContentPartPr>
            <p14:xfrm>
              <a:off x="7111370" y="3743778"/>
              <a:ext cx="83446" cy="127339"/>
            </p14:xfrm>
          </p:contentPart>
        </mc:Choice>
        <mc:Fallback xmlns="">
          <p:sp>
            <p:nvSpPr>
              <p:cNvPr id="1049654" name=""/>
              <p:cNvSpPr/>
              <p:nvPr/>
            </p:nvSpPr>
            <p:spPr>
              <a:xfrm>
                <a:off x="7111370" y="3743778"/>
                <a:ext cx="83446" cy="127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49655" name="Ink 1049654"/>
              <p14:cNvContentPartPr/>
              <p14:nvPr/>
            </p14:nvContentPartPr>
            <p14:xfrm>
              <a:off x="8213651" y="4015557"/>
              <a:ext cx="35740" cy="79672"/>
            </p14:xfrm>
          </p:contentPart>
        </mc:Choice>
        <mc:Fallback xmlns="">
          <p:sp>
            <p:nvSpPr>
              <p:cNvPr id="1049655" name=""/>
              <p:cNvSpPr/>
              <p:nvPr/>
            </p:nvSpPr>
            <p:spPr>
              <a:xfrm>
                <a:off x="8213651" y="4015557"/>
                <a:ext cx="35740" cy="79672"/>
              </a:xfrm>
            </p:spPr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ZoneTexte 3"/>
          <p:cNvSpPr txBox="1"/>
          <p:nvPr/>
        </p:nvSpPr>
        <p:spPr>
          <a:xfrm>
            <a:off x="562565" y="75421"/>
            <a:ext cx="4831080" cy="62484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fr-M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 Oscillateurs amortis</a:t>
            </a:r>
          </a:p>
        </p:txBody>
      </p:sp>
      <p:sp>
        <p:nvSpPr>
          <p:cNvPr id="1048664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339" y="812644"/>
            <a:ext cx="10230119" cy="773802"/>
          </a:xfrm>
          <a:prstGeom prst="rect">
            <a:avLst/>
          </a:prstGeom>
          <a:blipFill>
            <a:blip r:embed="rId2"/>
            <a:stretch>
              <a:fillRect l="-536" t="-3937" r="-656" b="-11024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65" name="Rectangle 5"/>
          <p:cNvSpPr/>
          <p:nvPr/>
        </p:nvSpPr>
        <p:spPr>
          <a:xfrm>
            <a:off x="708339" y="1612060"/>
            <a:ext cx="6697980" cy="5105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II.1 Équation différentielle du mouvement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p:sp>
        <p:nvSpPr>
          <p:cNvPr id="1048666" name="Rectangle 6"/>
          <p:cNvSpPr/>
          <p:nvPr/>
        </p:nvSpPr>
        <p:spPr>
          <a:xfrm>
            <a:off x="708339" y="2073725"/>
            <a:ext cx="10457644" cy="701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établit l’équation différentielle du mouvement sur l’exemple d’un oscillateur à </a:t>
            </a:r>
            <a:r>
              <a:rPr lang="fr-MA" sz="2000" dirty="0">
                <a:latin typeface="Bembo"/>
              </a:rPr>
              <a:t>ressort.</a:t>
            </a:r>
            <a:endParaRPr lang="fr-MA" sz="2000" dirty="0"/>
          </a:p>
        </p:txBody>
      </p:sp>
      <p:sp>
        <p:nvSpPr>
          <p:cNvPr id="1048667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339" y="2625315"/>
            <a:ext cx="11007145" cy="3908762"/>
          </a:xfrm>
          <a:prstGeom prst="rect">
            <a:avLst/>
          </a:prstGeom>
          <a:blipFill>
            <a:blip r:embed="rId3"/>
            <a:stretch>
              <a:fillRect l="-554" t="-936" r="-609" b="-1872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656" name="Ink 1049655"/>
              <p14:cNvContentPartPr/>
              <p14:nvPr/>
            </p14:nvContentPartPr>
            <p14:xfrm>
              <a:off x="1812515" y="1129618"/>
              <a:ext cx="1213914" cy="480301"/>
            </p14:xfrm>
          </p:contentPart>
        </mc:Choice>
        <mc:Fallback xmlns="">
          <p:sp>
            <p:nvSpPr>
              <p:cNvPr id="1049656" name=""/>
              <p:cNvSpPr/>
              <p:nvPr/>
            </p:nvSpPr>
            <p:spPr>
              <a:xfrm>
                <a:off x="1812515" y="1129618"/>
                <a:ext cx="1213914" cy="480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657" name="Ink 1049656"/>
              <p14:cNvContentPartPr/>
              <p14:nvPr/>
            </p14:nvContentPartPr>
            <p14:xfrm>
              <a:off x="1783667" y="1559282"/>
              <a:ext cx="93269" cy="73057"/>
            </p14:xfrm>
          </p:contentPart>
        </mc:Choice>
        <mc:Fallback xmlns="">
          <p:sp>
            <p:nvSpPr>
              <p:cNvPr id="1049657" name=""/>
              <p:cNvSpPr/>
              <p:nvPr/>
            </p:nvSpPr>
            <p:spPr>
              <a:xfrm>
                <a:off x="1783667" y="1559282"/>
                <a:ext cx="93269" cy="73057"/>
              </a:xfrm>
            </p:spPr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8438" y="480715"/>
            <a:ext cx="9702085" cy="1323439"/>
          </a:xfrm>
          <a:prstGeom prst="rect">
            <a:avLst/>
          </a:prstGeom>
          <a:blipFill>
            <a:blip r:embed="rId2"/>
            <a:stretch>
              <a:fillRect l="-503" t="-2304" b="-10138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69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16705" y="1299079"/>
            <a:ext cx="2777299" cy="7947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70" name="Rectangle 5"/>
          <p:cNvSpPr/>
          <p:nvPr/>
        </p:nvSpPr>
        <p:spPr>
          <a:xfrm>
            <a:off x="768437" y="2300956"/>
            <a:ext cx="93672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a l’habitude de mettre cette équation sous une forme dite canonique :</a:t>
            </a:r>
            <a:endParaRPr lang="fr-MA" sz="2000" dirty="0"/>
          </a:p>
        </p:txBody>
      </p:sp>
      <p:sp>
        <p:nvSpPr>
          <p:cNvPr id="1048671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60095" y="2931773"/>
            <a:ext cx="2841355" cy="487249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72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29554" y="3624329"/>
            <a:ext cx="3698513" cy="635046"/>
          </a:xfrm>
          <a:prstGeom prst="rect">
            <a:avLst/>
          </a:prstGeom>
          <a:blipFill>
            <a:blip r:embed="rId5"/>
            <a:stretch>
              <a:fillRect l="-2640" b="-961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73" name="Rectangle 8"/>
          <p:cNvSpPr/>
          <p:nvPr/>
        </p:nvSpPr>
        <p:spPr>
          <a:xfrm>
            <a:off x="768437" y="4300295"/>
            <a:ext cx="108720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NewBaskervilleITCbyBT-Roman"/>
              </a:rPr>
              <a:t>Cette équation est une équation différentielle linéaire du deuxième degré. Les solutions sont exponentielles ; en effet, il s’agit de trouver une fonction solution dont la dérivée seconde et première sont </a:t>
            </a:r>
            <a:r>
              <a:rPr lang="fr-FR" sz="2000" b="1" u="sng" dirty="0">
                <a:latin typeface="NewBaskervilleITCbyBT-Roman"/>
              </a:rPr>
              <a:t>proportionnelles à la fonction elle-même</a:t>
            </a:r>
            <a:r>
              <a:rPr lang="fr-FR" sz="2000" dirty="0">
                <a:latin typeface="NewBaskervilleITCbyBT-Roman"/>
              </a:rPr>
              <a:t>.</a:t>
            </a:r>
            <a:endParaRPr lang="fr-MA" sz="2000" dirty="0"/>
          </a:p>
        </p:txBody>
      </p:sp>
      <p:sp>
        <p:nvSpPr>
          <p:cNvPr id="1048674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8437" y="5658549"/>
            <a:ext cx="8387104" cy="461665"/>
          </a:xfrm>
          <a:prstGeom prst="rect">
            <a:avLst/>
          </a:prstGeom>
          <a:blipFill>
            <a:blip r:embed="rId6"/>
            <a:stretch>
              <a:fillRect l="-654" b="-19737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658" name="Ink 1049657"/>
              <p14:cNvContentPartPr/>
              <p14:nvPr/>
            </p14:nvContentPartPr>
            <p14:xfrm>
              <a:off x="6178465" y="786138"/>
              <a:ext cx="181863" cy="388955"/>
            </p14:xfrm>
          </p:contentPart>
        </mc:Choice>
        <mc:Fallback xmlns="">
          <p:sp>
            <p:nvSpPr>
              <p:cNvPr id="1049658" name=""/>
              <p:cNvSpPr/>
              <p:nvPr/>
            </p:nvSpPr>
            <p:spPr>
              <a:xfrm>
                <a:off x="6178465" y="786138"/>
                <a:ext cx="181863" cy="3889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659" name="Ink 1049658"/>
              <p14:cNvContentPartPr/>
              <p14:nvPr/>
            </p14:nvContentPartPr>
            <p14:xfrm>
              <a:off x="5634087" y="1269095"/>
              <a:ext cx="2918655" cy="868226"/>
            </p14:xfrm>
          </p:contentPart>
        </mc:Choice>
        <mc:Fallback xmlns="">
          <p:sp>
            <p:nvSpPr>
              <p:cNvPr id="1049659" name=""/>
              <p:cNvSpPr/>
              <p:nvPr/>
            </p:nvSpPr>
            <p:spPr>
              <a:xfrm>
                <a:off x="5634087" y="1269095"/>
                <a:ext cx="2918655" cy="868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660" name="Ink 1049659"/>
              <p14:cNvContentPartPr/>
              <p14:nvPr/>
            </p14:nvContentPartPr>
            <p14:xfrm>
              <a:off x="7178955" y="1314291"/>
              <a:ext cx="459447" cy="936056"/>
            </p14:xfrm>
          </p:contentPart>
        </mc:Choice>
        <mc:Fallback xmlns="">
          <p:sp>
            <p:nvSpPr>
              <p:cNvPr id="1049660" name=""/>
              <p:cNvSpPr/>
              <p:nvPr/>
            </p:nvSpPr>
            <p:spPr>
              <a:xfrm>
                <a:off x="7178955" y="1314291"/>
                <a:ext cx="459447" cy="936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661" name="Ink 1049660"/>
              <p14:cNvContentPartPr/>
              <p14:nvPr/>
            </p14:nvContentPartPr>
            <p14:xfrm>
              <a:off x="7694553" y="2219085"/>
              <a:ext cx="361674" cy="159435"/>
            </p14:xfrm>
          </p:contentPart>
        </mc:Choice>
        <mc:Fallback xmlns="">
          <p:sp>
            <p:nvSpPr>
              <p:cNvPr id="1049661" name=""/>
              <p:cNvSpPr/>
              <p:nvPr/>
            </p:nvSpPr>
            <p:spPr>
              <a:xfrm>
                <a:off x="7694553" y="2219085"/>
                <a:ext cx="361674" cy="159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662" name="Ink 1049661"/>
              <p14:cNvContentPartPr/>
              <p14:nvPr/>
            </p14:nvContentPartPr>
            <p14:xfrm>
              <a:off x="8069538" y="2351454"/>
              <a:ext cx="139338" cy="72028"/>
            </p14:xfrm>
          </p:contentPart>
        </mc:Choice>
        <mc:Fallback xmlns="">
          <p:sp>
            <p:nvSpPr>
              <p:cNvPr id="1049662" name=""/>
              <p:cNvSpPr/>
              <p:nvPr/>
            </p:nvSpPr>
            <p:spPr>
              <a:xfrm>
                <a:off x="8069538" y="2351454"/>
                <a:ext cx="139338" cy="72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663" name="Ink 1049662"/>
              <p14:cNvContentPartPr/>
              <p14:nvPr/>
            </p14:nvContentPartPr>
            <p14:xfrm>
              <a:off x="8125272" y="2157682"/>
              <a:ext cx="174935" cy="148408"/>
            </p14:xfrm>
          </p:contentPart>
        </mc:Choice>
        <mc:Fallback xmlns="">
          <p:sp>
            <p:nvSpPr>
              <p:cNvPr id="1049663" name=""/>
              <p:cNvSpPr/>
              <p:nvPr/>
            </p:nvSpPr>
            <p:spPr>
              <a:xfrm>
                <a:off x="8125272" y="2157682"/>
                <a:ext cx="174935" cy="148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664" name="Ink 1049663"/>
              <p14:cNvContentPartPr/>
              <p14:nvPr/>
            </p14:nvContentPartPr>
            <p14:xfrm>
              <a:off x="7319689" y="2840172"/>
              <a:ext cx="293010" cy="527469"/>
            </p14:xfrm>
          </p:contentPart>
        </mc:Choice>
        <mc:Fallback xmlns="">
          <p:sp>
            <p:nvSpPr>
              <p:cNvPr id="1049664" name=""/>
              <p:cNvSpPr/>
              <p:nvPr/>
            </p:nvSpPr>
            <p:spPr>
              <a:xfrm>
                <a:off x="7319689" y="2840172"/>
                <a:ext cx="293010" cy="5274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665" name="Ink 1049664"/>
              <p14:cNvContentPartPr/>
              <p14:nvPr/>
            </p14:nvContentPartPr>
            <p14:xfrm>
              <a:off x="7672867" y="2975847"/>
              <a:ext cx="107040" cy="395134"/>
            </p14:xfrm>
          </p:contentPart>
        </mc:Choice>
        <mc:Fallback xmlns="">
          <p:sp>
            <p:nvSpPr>
              <p:cNvPr id="1049665" name=""/>
              <p:cNvSpPr/>
              <p:nvPr/>
            </p:nvSpPr>
            <p:spPr>
              <a:xfrm>
                <a:off x="7672867" y="2975847"/>
                <a:ext cx="107040" cy="395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666" name="Ink 1049665"/>
              <p14:cNvContentPartPr/>
              <p14:nvPr/>
            </p14:nvContentPartPr>
            <p14:xfrm>
              <a:off x="7880285" y="3103173"/>
              <a:ext cx="168781" cy="268605"/>
            </p14:xfrm>
          </p:contentPart>
        </mc:Choice>
        <mc:Fallback xmlns="">
          <p:sp>
            <p:nvSpPr>
              <p:cNvPr id="1049666" name=""/>
              <p:cNvSpPr/>
              <p:nvPr/>
            </p:nvSpPr>
            <p:spPr>
              <a:xfrm>
                <a:off x="7880285" y="3103173"/>
                <a:ext cx="168781" cy="268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667" name="Ink 1049666"/>
              <p14:cNvContentPartPr/>
              <p14:nvPr/>
            </p14:nvContentPartPr>
            <p14:xfrm>
              <a:off x="7877422" y="3110371"/>
              <a:ext cx="322534" cy="289401"/>
            </p14:xfrm>
          </p:contentPart>
        </mc:Choice>
        <mc:Fallback xmlns="">
          <p:sp>
            <p:nvSpPr>
              <p:cNvPr id="1049667" name=""/>
              <p:cNvSpPr/>
              <p:nvPr/>
            </p:nvSpPr>
            <p:spPr>
              <a:xfrm>
                <a:off x="7877422" y="3110371"/>
                <a:ext cx="322534" cy="2894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668" name="Ink 1049667"/>
              <p14:cNvContentPartPr/>
              <p14:nvPr/>
            </p14:nvContentPartPr>
            <p14:xfrm>
              <a:off x="8195992" y="3131716"/>
              <a:ext cx="31778" cy="70261"/>
            </p14:xfrm>
          </p:contentPart>
        </mc:Choice>
        <mc:Fallback xmlns="">
          <p:sp>
            <p:nvSpPr>
              <p:cNvPr id="1049668" name=""/>
              <p:cNvSpPr/>
              <p:nvPr/>
            </p:nvSpPr>
            <p:spPr>
              <a:xfrm>
                <a:off x="8195992" y="3131716"/>
                <a:ext cx="31778" cy="70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669" name="Ink 1049668"/>
              <p14:cNvContentPartPr/>
              <p14:nvPr/>
            </p14:nvContentPartPr>
            <p14:xfrm>
              <a:off x="8365439" y="2963437"/>
              <a:ext cx="113358" cy="490885"/>
            </p14:xfrm>
          </p:contentPart>
        </mc:Choice>
        <mc:Fallback xmlns="">
          <p:sp>
            <p:nvSpPr>
              <p:cNvPr id="1049669" name=""/>
              <p:cNvSpPr/>
              <p:nvPr/>
            </p:nvSpPr>
            <p:spPr>
              <a:xfrm>
                <a:off x="8365439" y="2963437"/>
                <a:ext cx="113358" cy="490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670" name="Ink 1049669"/>
              <p14:cNvContentPartPr/>
              <p14:nvPr/>
            </p14:nvContentPartPr>
            <p14:xfrm>
              <a:off x="7398231" y="3477851"/>
              <a:ext cx="1026109" cy="60655"/>
            </p14:xfrm>
          </p:contentPart>
        </mc:Choice>
        <mc:Fallback xmlns="">
          <p:sp>
            <p:nvSpPr>
              <p:cNvPr id="1049670" name=""/>
              <p:cNvSpPr/>
              <p:nvPr/>
            </p:nvSpPr>
            <p:spPr>
              <a:xfrm>
                <a:off x="7398231" y="3477851"/>
                <a:ext cx="1026109" cy="60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671" name="Ink 1049670"/>
              <p14:cNvContentPartPr/>
              <p14:nvPr/>
            </p14:nvContentPartPr>
            <p14:xfrm>
              <a:off x="8682186" y="3428812"/>
              <a:ext cx="31836" cy="27082"/>
            </p14:xfrm>
          </p:contentPart>
        </mc:Choice>
        <mc:Fallback xmlns="">
          <p:sp>
            <p:nvSpPr>
              <p:cNvPr id="1049671" name=""/>
              <p:cNvSpPr/>
              <p:nvPr/>
            </p:nvSpPr>
            <p:spPr>
              <a:xfrm>
                <a:off x="8682186" y="3428812"/>
                <a:ext cx="31836" cy="270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672" name="Ink 1049671"/>
              <p14:cNvContentPartPr/>
              <p14:nvPr/>
            </p14:nvContentPartPr>
            <p14:xfrm>
              <a:off x="9547993" y="2921987"/>
              <a:ext cx="167538" cy="589917"/>
            </p14:xfrm>
          </p:contentPart>
        </mc:Choice>
        <mc:Fallback xmlns="">
          <p:sp>
            <p:nvSpPr>
              <p:cNvPr id="1049672" name=""/>
              <p:cNvSpPr/>
              <p:nvPr/>
            </p:nvSpPr>
            <p:spPr>
              <a:xfrm>
                <a:off x="9547993" y="2921987"/>
                <a:ext cx="167538" cy="5899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673" name="Ink 1049672"/>
              <p14:cNvContentPartPr/>
              <p14:nvPr/>
            </p14:nvContentPartPr>
            <p14:xfrm>
              <a:off x="9247629" y="2806078"/>
              <a:ext cx="239013" cy="799321"/>
            </p14:xfrm>
          </p:contentPart>
        </mc:Choice>
        <mc:Fallback xmlns="">
          <p:sp>
            <p:nvSpPr>
              <p:cNvPr id="1049673" name=""/>
              <p:cNvSpPr/>
              <p:nvPr/>
            </p:nvSpPr>
            <p:spPr>
              <a:xfrm>
                <a:off x="9247629" y="2806078"/>
                <a:ext cx="239013" cy="799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674" name="Ink 1049673"/>
              <p14:cNvContentPartPr/>
              <p14:nvPr/>
            </p14:nvContentPartPr>
            <p14:xfrm>
              <a:off x="9736827" y="2835117"/>
              <a:ext cx="221008" cy="836271"/>
            </p14:xfrm>
          </p:contentPart>
        </mc:Choice>
        <mc:Fallback xmlns="">
          <p:sp>
            <p:nvSpPr>
              <p:cNvPr id="1049674" name=""/>
              <p:cNvSpPr/>
              <p:nvPr/>
            </p:nvSpPr>
            <p:spPr>
              <a:xfrm>
                <a:off x="9736827" y="2835117"/>
                <a:ext cx="221008" cy="836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675" name="Ink 1049674"/>
              <p14:cNvContentPartPr/>
              <p14:nvPr/>
            </p14:nvContentPartPr>
            <p14:xfrm>
              <a:off x="10122916" y="3288030"/>
              <a:ext cx="125426" cy="4128"/>
            </p14:xfrm>
          </p:contentPart>
        </mc:Choice>
        <mc:Fallback xmlns="">
          <p:sp>
            <p:nvSpPr>
              <p:cNvPr id="1049675" name=""/>
              <p:cNvSpPr/>
              <p:nvPr/>
            </p:nvSpPr>
            <p:spPr>
              <a:xfrm>
                <a:off x="10122916" y="3288030"/>
                <a:ext cx="125426" cy="4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676" name="Ink 1049675"/>
              <p14:cNvContentPartPr/>
              <p14:nvPr/>
            </p14:nvContentPartPr>
            <p14:xfrm>
              <a:off x="10137477" y="3406970"/>
              <a:ext cx="150024" cy="21841"/>
            </p14:xfrm>
          </p:contentPart>
        </mc:Choice>
        <mc:Fallback xmlns="">
          <p:sp>
            <p:nvSpPr>
              <p:cNvPr id="1049676" name=""/>
              <p:cNvSpPr/>
              <p:nvPr/>
            </p:nvSpPr>
            <p:spPr>
              <a:xfrm>
                <a:off x="10137477" y="3406970"/>
                <a:ext cx="150024" cy="218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677" name="Ink 1049676"/>
              <p14:cNvContentPartPr/>
              <p14:nvPr/>
            </p14:nvContentPartPr>
            <p14:xfrm>
              <a:off x="10559307" y="2948295"/>
              <a:ext cx="129394" cy="251591"/>
            </p14:xfrm>
          </p:contentPart>
        </mc:Choice>
        <mc:Fallback xmlns="">
          <p:sp>
            <p:nvSpPr>
              <p:cNvPr id="1049677" name=""/>
              <p:cNvSpPr/>
              <p:nvPr/>
            </p:nvSpPr>
            <p:spPr>
              <a:xfrm>
                <a:off x="10559307" y="2948295"/>
                <a:ext cx="129394" cy="2515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678" name="Ink 1049677"/>
              <p14:cNvContentPartPr/>
              <p14:nvPr/>
            </p14:nvContentPartPr>
            <p14:xfrm>
              <a:off x="10445025" y="3332305"/>
              <a:ext cx="579788" cy="24033"/>
            </p14:xfrm>
          </p:contentPart>
        </mc:Choice>
        <mc:Fallback xmlns="">
          <p:sp>
            <p:nvSpPr>
              <p:cNvPr id="1049678" name=""/>
              <p:cNvSpPr/>
              <p:nvPr/>
            </p:nvSpPr>
            <p:spPr>
              <a:xfrm>
                <a:off x="10445025" y="3332305"/>
                <a:ext cx="579788" cy="24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679" name="Ink 1049678"/>
              <p14:cNvContentPartPr/>
              <p14:nvPr/>
            </p14:nvContentPartPr>
            <p14:xfrm>
              <a:off x="10379484" y="3495474"/>
              <a:ext cx="172763" cy="492185"/>
            </p14:xfrm>
          </p:contentPart>
        </mc:Choice>
        <mc:Fallback xmlns="">
          <p:sp>
            <p:nvSpPr>
              <p:cNvPr id="1049679" name=""/>
              <p:cNvSpPr/>
              <p:nvPr/>
            </p:nvSpPr>
            <p:spPr>
              <a:xfrm>
                <a:off x="10379484" y="3495474"/>
                <a:ext cx="172763" cy="492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680" name="Ink 1049679"/>
              <p14:cNvContentPartPr/>
              <p14:nvPr/>
            </p14:nvContentPartPr>
            <p14:xfrm>
              <a:off x="10637849" y="3638790"/>
              <a:ext cx="14561" cy="250185"/>
            </p14:xfrm>
          </p:contentPart>
        </mc:Choice>
        <mc:Fallback xmlns="">
          <p:sp>
            <p:nvSpPr>
              <p:cNvPr id="1049680" name=""/>
              <p:cNvSpPr/>
              <p:nvPr/>
            </p:nvSpPr>
            <p:spPr>
              <a:xfrm>
                <a:off x="10637849" y="3638790"/>
                <a:ext cx="14561" cy="250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681" name="Ink 1049680"/>
              <p14:cNvContentPartPr/>
              <p14:nvPr/>
            </p14:nvContentPartPr>
            <p14:xfrm>
              <a:off x="10516506" y="3623723"/>
              <a:ext cx="243126" cy="44354"/>
            </p14:xfrm>
          </p:contentPart>
        </mc:Choice>
        <mc:Fallback xmlns="">
          <p:sp>
            <p:nvSpPr>
              <p:cNvPr id="1049681" name=""/>
              <p:cNvSpPr/>
              <p:nvPr/>
            </p:nvSpPr>
            <p:spPr>
              <a:xfrm>
                <a:off x="10516506" y="3623723"/>
                <a:ext cx="243126" cy="44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682" name="Ink 1049681"/>
              <p14:cNvContentPartPr/>
              <p14:nvPr/>
            </p14:nvContentPartPr>
            <p14:xfrm>
              <a:off x="10716390" y="3710653"/>
              <a:ext cx="531294" cy="343245"/>
            </p14:xfrm>
          </p:contentPart>
        </mc:Choice>
        <mc:Fallback xmlns="">
          <p:sp>
            <p:nvSpPr>
              <p:cNvPr id="1049682" name=""/>
              <p:cNvSpPr/>
              <p:nvPr/>
            </p:nvSpPr>
            <p:spPr>
              <a:xfrm>
                <a:off x="10716390" y="3710653"/>
                <a:ext cx="531294" cy="343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683" name="Ink 1049682"/>
              <p14:cNvContentPartPr/>
              <p14:nvPr/>
            </p14:nvContentPartPr>
            <p14:xfrm>
              <a:off x="11052619" y="3528213"/>
              <a:ext cx="317867" cy="577201"/>
            </p14:xfrm>
          </p:contentPart>
        </mc:Choice>
        <mc:Fallback xmlns="">
          <p:sp>
            <p:nvSpPr>
              <p:cNvPr id="1049683" name=""/>
              <p:cNvSpPr/>
              <p:nvPr/>
            </p:nvSpPr>
            <p:spPr>
              <a:xfrm>
                <a:off x="11052619" y="3528213"/>
                <a:ext cx="317867" cy="577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684" name="Ink 1049683"/>
              <p14:cNvContentPartPr/>
              <p14:nvPr/>
            </p14:nvContentPartPr>
            <p14:xfrm>
              <a:off x="2921363" y="6034182"/>
              <a:ext cx="3113066" cy="74632"/>
            </p14:xfrm>
          </p:contentPart>
        </mc:Choice>
        <mc:Fallback xmlns="">
          <p:sp>
            <p:nvSpPr>
              <p:cNvPr id="1049684" name=""/>
              <p:cNvSpPr/>
              <p:nvPr/>
            </p:nvSpPr>
            <p:spPr>
              <a:xfrm>
                <a:off x="2921363" y="6034182"/>
                <a:ext cx="3113066" cy="74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685" name="Ink 1049684"/>
              <p14:cNvContentPartPr/>
              <p14:nvPr/>
            </p14:nvContentPartPr>
            <p14:xfrm>
              <a:off x="7339673" y="5536924"/>
              <a:ext cx="1808774" cy="693675"/>
            </p14:xfrm>
          </p:contentPart>
        </mc:Choice>
        <mc:Fallback xmlns="">
          <p:sp>
            <p:nvSpPr>
              <p:cNvPr id="1049685" name=""/>
              <p:cNvSpPr/>
              <p:nvPr/>
            </p:nvSpPr>
            <p:spPr>
              <a:xfrm>
                <a:off x="7339673" y="5536924"/>
                <a:ext cx="1808774" cy="693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686" name="Ink 1049685"/>
              <p14:cNvContentPartPr/>
              <p14:nvPr/>
            </p14:nvContentPartPr>
            <p14:xfrm>
              <a:off x="8574643" y="5623353"/>
              <a:ext cx="473084" cy="512248"/>
            </p14:xfrm>
          </p:contentPart>
        </mc:Choice>
        <mc:Fallback xmlns="">
          <p:sp>
            <p:nvSpPr>
              <p:cNvPr id="1049686" name=""/>
              <p:cNvSpPr/>
              <p:nvPr/>
            </p:nvSpPr>
            <p:spPr>
              <a:xfrm>
                <a:off x="8574643" y="5623353"/>
                <a:ext cx="473084" cy="512248"/>
              </a:xfrm>
            </p:spPr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Rectangle 3"/>
          <p:cNvSpPr/>
          <p:nvPr/>
        </p:nvSpPr>
        <p:spPr>
          <a:xfrm>
            <a:off x="742681" y="285362"/>
            <a:ext cx="105134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NewBaskervilleITCbyBT-Roman"/>
              </a:rPr>
              <a:t>Le report de cette solution dans l’équation différentielle conduit à :</a:t>
            </a:r>
            <a:endParaRPr lang="fr-MA" sz="2000" dirty="0"/>
          </a:p>
        </p:txBody>
      </p:sp>
      <p:sp>
        <p:nvSpPr>
          <p:cNvPr id="1048676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07058" y="788503"/>
            <a:ext cx="4018344" cy="531684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77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18230" y="765637"/>
            <a:ext cx="644215" cy="46166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78" name="ZoneTexte 6"/>
          <p:cNvSpPr txBox="1"/>
          <p:nvPr/>
        </p:nvSpPr>
        <p:spPr>
          <a:xfrm>
            <a:off x="929155" y="1725768"/>
            <a:ext cx="67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D’où:</a:t>
            </a:r>
          </a:p>
        </p:txBody>
      </p:sp>
      <p:sp>
        <p:nvSpPr>
          <p:cNvPr id="1048679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04020" y="1725768"/>
            <a:ext cx="10375789" cy="468975"/>
          </a:xfrm>
          <a:prstGeom prst="rect">
            <a:avLst/>
          </a:prstGeom>
          <a:blipFill rotWithShape="0">
            <a:blip r:embed="rId4"/>
            <a:stretch>
              <a:fillRect t="-9091" r="-705" b="-2857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80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29154" y="2588708"/>
            <a:ext cx="10326979" cy="453137"/>
          </a:xfrm>
          <a:prstGeom prst="rect">
            <a:avLst/>
          </a:prstGeom>
          <a:blipFill>
            <a:blip r:embed="rId5"/>
            <a:stretch>
              <a:fillRect l="-531" b="-2297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1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41690" y="3296992"/>
            <a:ext cx="3041025" cy="461665"/>
          </a:xfrm>
          <a:prstGeom prst="rect">
            <a:avLst/>
          </a:prstGeom>
          <a:blipFill>
            <a:blip r:embed="rId6"/>
            <a:stretch>
              <a:fillRect b="-1316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2" name="Rectangle 10"/>
          <p:cNvSpPr/>
          <p:nvPr/>
        </p:nvSpPr>
        <p:spPr>
          <a:xfrm>
            <a:off x="929154" y="3868855"/>
            <a:ext cx="109409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Plusieurs types de solutions sont distingués suivant le signe du discriminant réduit de </a:t>
            </a:r>
            <a:r>
              <a:rPr lang="fr-MA" sz="2000" dirty="0">
                <a:latin typeface="Bembo"/>
              </a:rPr>
              <a:t>l’équation caractéristique :</a:t>
            </a:r>
            <a:endParaRPr lang="fr-MA" sz="2000" dirty="0"/>
          </a:p>
        </p:txBody>
      </p:sp>
      <p:sp>
        <p:nvSpPr>
          <p:cNvPr id="1048683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08821" y="4358040"/>
            <a:ext cx="2079224" cy="439351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687" name="Ink 1049686"/>
              <p14:cNvContentPartPr/>
              <p14:nvPr/>
            </p14:nvContentPartPr>
            <p14:xfrm>
              <a:off x="3221409" y="1313651"/>
              <a:ext cx="2153991" cy="151064"/>
            </p14:xfrm>
          </p:contentPart>
        </mc:Choice>
        <mc:Fallback xmlns="">
          <p:sp>
            <p:nvSpPr>
              <p:cNvPr id="1049687" name=""/>
              <p:cNvSpPr/>
              <p:nvPr/>
            </p:nvSpPr>
            <p:spPr>
              <a:xfrm>
                <a:off x="3221409" y="1313651"/>
                <a:ext cx="2153991" cy="1510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688" name="Ink 1049687"/>
              <p14:cNvContentPartPr/>
              <p14:nvPr/>
            </p14:nvContentPartPr>
            <p14:xfrm>
              <a:off x="4572729" y="4308638"/>
              <a:ext cx="2453386" cy="691004"/>
            </p14:xfrm>
          </p:contentPart>
        </mc:Choice>
        <mc:Fallback xmlns="">
          <p:sp>
            <p:nvSpPr>
              <p:cNvPr id="1049688" name=""/>
              <p:cNvSpPr/>
              <p:nvPr/>
            </p:nvSpPr>
            <p:spPr>
              <a:xfrm>
                <a:off x="4572729" y="4308638"/>
                <a:ext cx="2453386" cy="691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689" name="Ink 1049688"/>
              <p14:cNvContentPartPr/>
              <p14:nvPr/>
            </p14:nvContentPartPr>
            <p14:xfrm>
              <a:off x="4933856" y="3296338"/>
              <a:ext cx="289004" cy="362781"/>
            </p14:xfrm>
          </p:contentPart>
        </mc:Choice>
        <mc:Fallback xmlns="">
          <p:sp>
            <p:nvSpPr>
              <p:cNvPr id="1049689" name=""/>
              <p:cNvSpPr/>
              <p:nvPr/>
            </p:nvSpPr>
            <p:spPr>
              <a:xfrm>
                <a:off x="4933856" y="3296338"/>
                <a:ext cx="289004" cy="362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690" name="Ink 1049689"/>
              <p14:cNvContentPartPr/>
              <p14:nvPr/>
            </p14:nvContentPartPr>
            <p14:xfrm>
              <a:off x="6089220" y="3335378"/>
              <a:ext cx="246889" cy="322432"/>
            </p14:xfrm>
          </p:contentPart>
        </mc:Choice>
        <mc:Fallback xmlns="">
          <p:sp>
            <p:nvSpPr>
              <p:cNvPr id="1049690" name=""/>
              <p:cNvSpPr/>
              <p:nvPr/>
            </p:nvSpPr>
            <p:spPr>
              <a:xfrm>
                <a:off x="6089220" y="3335378"/>
                <a:ext cx="246889" cy="322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691" name="Ink 1049690"/>
              <p14:cNvContentPartPr/>
              <p14:nvPr/>
            </p14:nvContentPartPr>
            <p14:xfrm>
              <a:off x="5188478" y="3711264"/>
              <a:ext cx="73826" cy="54400"/>
            </p14:xfrm>
          </p:contentPart>
        </mc:Choice>
        <mc:Fallback xmlns="">
          <p:sp>
            <p:nvSpPr>
              <p:cNvPr id="1049691" name=""/>
              <p:cNvSpPr/>
              <p:nvPr/>
            </p:nvSpPr>
            <p:spPr>
              <a:xfrm>
                <a:off x="5188478" y="3711264"/>
                <a:ext cx="73826" cy="54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692" name="Ink 1049691"/>
              <p14:cNvContentPartPr/>
              <p14:nvPr/>
            </p14:nvContentPartPr>
            <p14:xfrm>
              <a:off x="6995113" y="3176641"/>
              <a:ext cx="129218" cy="762435"/>
            </p14:xfrm>
          </p:contentPart>
        </mc:Choice>
        <mc:Fallback xmlns="">
          <p:sp>
            <p:nvSpPr>
              <p:cNvPr id="1049692" name=""/>
              <p:cNvSpPr/>
              <p:nvPr/>
            </p:nvSpPr>
            <p:spPr>
              <a:xfrm>
                <a:off x="6995113" y="3176641"/>
                <a:ext cx="129218" cy="762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693" name="Ink 1049692"/>
              <p14:cNvContentPartPr/>
              <p14:nvPr/>
            </p14:nvContentPartPr>
            <p14:xfrm>
              <a:off x="7228502" y="3434408"/>
              <a:ext cx="200400" cy="230423"/>
            </p14:xfrm>
          </p:contentPart>
        </mc:Choice>
        <mc:Fallback xmlns="">
          <p:sp>
            <p:nvSpPr>
              <p:cNvPr id="1049693" name=""/>
              <p:cNvSpPr/>
              <p:nvPr/>
            </p:nvSpPr>
            <p:spPr>
              <a:xfrm>
                <a:off x="7228502" y="3434408"/>
                <a:ext cx="200400" cy="2304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694" name="Ink 1049693"/>
              <p14:cNvContentPartPr/>
              <p14:nvPr/>
            </p14:nvContentPartPr>
            <p14:xfrm>
              <a:off x="7448091" y="3298755"/>
              <a:ext cx="145158" cy="153207"/>
            </p14:xfrm>
          </p:contentPart>
        </mc:Choice>
        <mc:Fallback xmlns="">
          <p:sp>
            <p:nvSpPr>
              <p:cNvPr id="1049694" name=""/>
              <p:cNvSpPr/>
              <p:nvPr/>
            </p:nvSpPr>
            <p:spPr>
              <a:xfrm>
                <a:off x="7448091" y="3298755"/>
                <a:ext cx="145158" cy="153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695" name="Ink 1049694"/>
              <p14:cNvContentPartPr/>
              <p14:nvPr/>
            </p14:nvContentPartPr>
            <p14:xfrm>
              <a:off x="7612675" y="3406970"/>
              <a:ext cx="9995" cy="78419"/>
            </p14:xfrm>
          </p:contentPart>
        </mc:Choice>
        <mc:Fallback xmlns="">
          <p:sp>
            <p:nvSpPr>
              <p:cNvPr id="1049695" name=""/>
              <p:cNvSpPr/>
              <p:nvPr/>
            </p:nvSpPr>
            <p:spPr>
              <a:xfrm>
                <a:off x="7612675" y="3406970"/>
                <a:ext cx="9995" cy="78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696" name="Ink 1049695"/>
              <p14:cNvContentPartPr/>
              <p14:nvPr/>
            </p14:nvContentPartPr>
            <p14:xfrm>
              <a:off x="7714759" y="3204191"/>
              <a:ext cx="19699" cy="263718"/>
            </p14:xfrm>
          </p:contentPart>
        </mc:Choice>
        <mc:Fallback xmlns="">
          <p:sp>
            <p:nvSpPr>
              <p:cNvPr id="1049696" name=""/>
              <p:cNvSpPr/>
              <p:nvPr/>
            </p:nvSpPr>
            <p:spPr>
              <a:xfrm>
                <a:off x="7714759" y="3204191"/>
                <a:ext cx="19699" cy="2637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697" name="Ink 1049696"/>
              <p14:cNvContentPartPr/>
              <p14:nvPr/>
            </p14:nvContentPartPr>
            <p14:xfrm>
              <a:off x="7684157" y="3347769"/>
              <a:ext cx="151769" cy="2735"/>
            </p14:xfrm>
          </p:contentPart>
        </mc:Choice>
        <mc:Fallback xmlns="">
          <p:sp>
            <p:nvSpPr>
              <p:cNvPr id="1049697" name=""/>
              <p:cNvSpPr/>
              <p:nvPr/>
            </p:nvSpPr>
            <p:spPr>
              <a:xfrm>
                <a:off x="7684157" y="3347769"/>
                <a:ext cx="151769" cy="2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698" name="Ink 1049697"/>
              <p14:cNvContentPartPr/>
              <p14:nvPr/>
            </p14:nvContentPartPr>
            <p14:xfrm>
              <a:off x="7888349" y="3629358"/>
              <a:ext cx="62761" cy="126614"/>
            </p14:xfrm>
          </p:contentPart>
        </mc:Choice>
        <mc:Fallback xmlns="">
          <p:sp>
            <p:nvSpPr>
              <p:cNvPr id="1049698" name=""/>
              <p:cNvSpPr/>
              <p:nvPr/>
            </p:nvSpPr>
            <p:spPr>
              <a:xfrm>
                <a:off x="7888349" y="3629358"/>
                <a:ext cx="62761" cy="126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699" name="Ink 1049698"/>
              <p14:cNvContentPartPr/>
              <p14:nvPr/>
            </p14:nvContentPartPr>
            <p14:xfrm>
              <a:off x="8072464" y="3479986"/>
              <a:ext cx="155306" cy="217130"/>
            </p14:xfrm>
          </p:contentPart>
        </mc:Choice>
        <mc:Fallback xmlns="">
          <p:sp>
            <p:nvSpPr>
              <p:cNvPr id="1049699" name=""/>
              <p:cNvSpPr/>
              <p:nvPr/>
            </p:nvSpPr>
            <p:spPr>
              <a:xfrm>
                <a:off x="8072464" y="3479986"/>
                <a:ext cx="155306" cy="217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700" name="Ink 1049699"/>
              <p14:cNvContentPartPr/>
              <p14:nvPr/>
            </p14:nvContentPartPr>
            <p14:xfrm>
              <a:off x="8263512" y="3350882"/>
              <a:ext cx="129972" cy="157352"/>
            </p14:xfrm>
          </p:contentPart>
        </mc:Choice>
        <mc:Fallback xmlns="">
          <p:sp>
            <p:nvSpPr>
              <p:cNvPr id="1049700" name=""/>
              <p:cNvSpPr/>
              <p:nvPr/>
            </p:nvSpPr>
            <p:spPr>
              <a:xfrm>
                <a:off x="8263512" y="3350882"/>
                <a:ext cx="129972" cy="157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701" name="Ink 1049700"/>
              <p14:cNvContentPartPr/>
              <p14:nvPr/>
            </p14:nvContentPartPr>
            <p14:xfrm>
              <a:off x="8380977" y="3432471"/>
              <a:ext cx="130098" cy="128992"/>
            </p14:xfrm>
          </p:contentPart>
        </mc:Choice>
        <mc:Fallback xmlns="">
          <p:sp>
            <p:nvSpPr>
              <p:cNvPr id="1049701" name=""/>
              <p:cNvSpPr/>
              <p:nvPr/>
            </p:nvSpPr>
            <p:spPr>
              <a:xfrm>
                <a:off x="8380977" y="3432471"/>
                <a:ext cx="130098" cy="128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702" name="Ink 1049701"/>
              <p14:cNvContentPartPr/>
              <p14:nvPr/>
            </p14:nvContentPartPr>
            <p14:xfrm>
              <a:off x="8513697" y="3262270"/>
              <a:ext cx="2959" cy="214867"/>
            </p14:xfrm>
          </p:contentPart>
        </mc:Choice>
        <mc:Fallback xmlns="">
          <p:sp>
            <p:nvSpPr>
              <p:cNvPr id="1049702" name=""/>
              <p:cNvSpPr/>
              <p:nvPr/>
            </p:nvSpPr>
            <p:spPr>
              <a:xfrm>
                <a:off x="8513697" y="3262270"/>
                <a:ext cx="2959" cy="2148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703" name="Ink 1049702"/>
              <p14:cNvContentPartPr/>
              <p14:nvPr/>
            </p14:nvContentPartPr>
            <p14:xfrm>
              <a:off x="8485458" y="3347739"/>
              <a:ext cx="160674" cy="23242"/>
            </p14:xfrm>
          </p:contentPart>
        </mc:Choice>
        <mc:Fallback xmlns="">
          <p:sp>
            <p:nvSpPr>
              <p:cNvPr id="1049703" name=""/>
              <p:cNvSpPr/>
              <p:nvPr/>
            </p:nvSpPr>
            <p:spPr>
              <a:xfrm>
                <a:off x="8485458" y="3347739"/>
                <a:ext cx="160674" cy="232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704" name="Ink 1049703"/>
              <p14:cNvContentPartPr/>
              <p14:nvPr/>
            </p14:nvContentPartPr>
            <p14:xfrm>
              <a:off x="8664459" y="3247626"/>
              <a:ext cx="118191" cy="669771"/>
            </p14:xfrm>
          </p:contentPart>
        </mc:Choice>
        <mc:Fallback xmlns="">
          <p:sp>
            <p:nvSpPr>
              <p:cNvPr id="1049704" name=""/>
              <p:cNvSpPr/>
              <p:nvPr/>
            </p:nvSpPr>
            <p:spPr>
              <a:xfrm>
                <a:off x="8664459" y="3247626"/>
                <a:ext cx="118191" cy="669771"/>
              </a:xfrm>
            </p:spPr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Rectangle 4"/>
          <p:cNvSpPr/>
          <p:nvPr/>
        </p:nvSpPr>
        <p:spPr>
          <a:xfrm>
            <a:off x="837128" y="420692"/>
            <a:ext cx="49961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II.2. </a:t>
            </a:r>
            <a:r>
              <a:rPr lang="fr-M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Régime pseudopériodique</a:t>
            </a:r>
          </a:p>
        </p:txBody>
      </p:sp>
      <p:sp>
        <p:nvSpPr>
          <p:cNvPr id="104868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9558" y="1119319"/>
            <a:ext cx="6189067" cy="1676741"/>
          </a:xfrm>
          <a:prstGeom prst="rect">
            <a:avLst/>
          </a:prstGeom>
          <a:blipFill>
            <a:blip r:embed="rId2"/>
            <a:stretch>
              <a:fillRect l="-886" b="-654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6" name="ZoneTexte 6"/>
          <p:cNvSpPr txBox="1"/>
          <p:nvPr/>
        </p:nvSpPr>
        <p:spPr>
          <a:xfrm>
            <a:off x="7353837" y="1159099"/>
            <a:ext cx="119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On posera </a:t>
            </a:r>
          </a:p>
        </p:txBody>
      </p:sp>
      <p:sp>
        <p:nvSpPr>
          <p:cNvPr id="1048687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53268" y="1159099"/>
            <a:ext cx="3429978" cy="468975"/>
          </a:xfrm>
          <a:prstGeom prst="rect">
            <a:avLst/>
          </a:prstGeom>
          <a:blipFill>
            <a:blip r:embed="rId3"/>
            <a:stretch>
              <a:fillRect b="-1688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8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66701" y="4328309"/>
            <a:ext cx="8951553" cy="446854"/>
          </a:xfrm>
          <a:prstGeom prst="rect">
            <a:avLst/>
          </a:prstGeom>
          <a:blipFill>
            <a:blip r:embed="rId4"/>
            <a:stretch>
              <a:fillRect b="-5479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89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65841" y="2912022"/>
            <a:ext cx="3750386" cy="414024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43652" y="2854113"/>
            <a:ext cx="3757503" cy="41402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1" name="ZoneTexte 11"/>
          <p:cNvSpPr txBox="1"/>
          <p:nvPr/>
        </p:nvSpPr>
        <p:spPr>
          <a:xfrm>
            <a:off x="837128" y="3867716"/>
            <a:ext cx="47040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/>
              <a:t> la solution de l’équation différentielle</a:t>
            </a:r>
          </a:p>
        </p:txBody>
      </p:sp>
      <p:sp>
        <p:nvSpPr>
          <p:cNvPr id="1048692" name="ZoneTexte 12"/>
          <p:cNvSpPr txBox="1"/>
          <p:nvPr/>
        </p:nvSpPr>
        <p:spPr>
          <a:xfrm>
            <a:off x="837128" y="5139427"/>
            <a:ext cx="9981126" cy="77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MA" sz="2400" b="1" dirty="0"/>
              <a:t>(</a:t>
            </a:r>
            <a:r>
              <a:rPr lang="fr-MA" sz="2400" b="1" i="1" dirty="0"/>
              <a:t>A,B</a:t>
            </a:r>
            <a:r>
              <a:rPr lang="fr-MA" sz="2400" b="1" dirty="0"/>
              <a:t>)</a:t>
            </a:r>
            <a:r>
              <a:rPr lang="fr-MA" sz="2000" dirty="0"/>
              <a:t>  ou  (</a:t>
            </a:r>
            <a:r>
              <a:rPr lang="fr-MA" sz="2400" b="1" i="1" dirty="0" err="1"/>
              <a:t>X,</a:t>
            </a:r>
            <a:r>
              <a:rPr lang="fr-MA" sz="2400" b="1" i="1" dirty="0" err="1">
                <a:latin typeface="Symbol" panose="05050102010706020507" pitchFamily="18" charset="2"/>
              </a:rPr>
              <a:t>j</a:t>
            </a:r>
            <a:r>
              <a:rPr lang="fr-MA" sz="2000" dirty="0">
                <a:latin typeface="Symbol" panose="05050102010706020507" pitchFamily="18" charset="2"/>
              </a:rPr>
              <a:t>)</a:t>
            </a:r>
            <a:r>
              <a:rPr lang="fr-MA" sz="2000" dirty="0"/>
              <a:t>  sont </a:t>
            </a:r>
            <a:r>
              <a:rPr lang="fr-FR" sz="2000" dirty="0"/>
              <a:t>des couples de constantes à déterminer à partir des conditions </a:t>
            </a:r>
            <a:r>
              <a:rPr lang="fr-MA" sz="2000" dirty="0"/>
              <a:t>initiales.</a:t>
            </a:r>
            <a:endParaRPr lang="fr-MA" sz="2000" i="1" dirty="0"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705" name="Ink 1049704"/>
              <p14:cNvContentPartPr/>
              <p14:nvPr/>
            </p14:nvContentPartPr>
            <p14:xfrm>
              <a:off x="2878121" y="851032"/>
              <a:ext cx="3023377" cy="46710"/>
            </p14:xfrm>
          </p:contentPart>
        </mc:Choice>
        <mc:Fallback xmlns="">
          <p:sp>
            <p:nvSpPr>
              <p:cNvPr id="1049705" name=""/>
              <p:cNvSpPr/>
              <p:nvPr/>
            </p:nvSpPr>
            <p:spPr>
              <a:xfrm>
                <a:off x="2878121" y="851032"/>
                <a:ext cx="3023377" cy="46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706" name="Ink 1049705"/>
              <p14:cNvContentPartPr/>
              <p14:nvPr/>
            </p14:nvContentPartPr>
            <p14:xfrm>
              <a:off x="2824967" y="191533"/>
              <a:ext cx="1280624" cy="1027850"/>
            </p14:xfrm>
          </p:contentPart>
        </mc:Choice>
        <mc:Fallback xmlns="">
          <p:sp>
            <p:nvSpPr>
              <p:cNvPr id="1049706" name=""/>
              <p:cNvSpPr/>
              <p:nvPr/>
            </p:nvSpPr>
            <p:spPr>
              <a:xfrm>
                <a:off x="2824967" y="191533"/>
                <a:ext cx="1280624" cy="1027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707" name="Ink 1049706"/>
              <p14:cNvContentPartPr/>
              <p14:nvPr/>
            </p14:nvContentPartPr>
            <p14:xfrm>
              <a:off x="5735299" y="1030227"/>
              <a:ext cx="1172763" cy="703822"/>
            </p14:xfrm>
          </p:contentPart>
        </mc:Choice>
        <mc:Fallback xmlns="">
          <p:sp>
            <p:nvSpPr>
              <p:cNvPr id="1049707" name=""/>
              <p:cNvSpPr/>
              <p:nvPr/>
            </p:nvSpPr>
            <p:spPr>
              <a:xfrm>
                <a:off x="5735299" y="1030227"/>
                <a:ext cx="1172763" cy="703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708" name="Ink 1049707"/>
              <p14:cNvContentPartPr/>
              <p14:nvPr/>
            </p14:nvContentPartPr>
            <p14:xfrm>
              <a:off x="8013326" y="1717194"/>
              <a:ext cx="557732" cy="349744"/>
            </p14:xfrm>
          </p:contentPart>
        </mc:Choice>
        <mc:Fallback xmlns="">
          <p:sp>
            <p:nvSpPr>
              <p:cNvPr id="1049708" name=""/>
              <p:cNvSpPr/>
              <p:nvPr/>
            </p:nvSpPr>
            <p:spPr>
              <a:xfrm>
                <a:off x="8013326" y="1717194"/>
                <a:ext cx="557732" cy="3497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709" name="Ink 1049708"/>
              <p14:cNvContentPartPr/>
              <p14:nvPr/>
            </p14:nvContentPartPr>
            <p14:xfrm>
              <a:off x="8728583" y="1951006"/>
              <a:ext cx="191782" cy="7220"/>
            </p14:xfrm>
          </p:contentPart>
        </mc:Choice>
        <mc:Fallback xmlns="">
          <p:sp>
            <p:nvSpPr>
              <p:cNvPr id="1049709" name=""/>
              <p:cNvSpPr/>
              <p:nvPr/>
            </p:nvSpPr>
            <p:spPr>
              <a:xfrm>
                <a:off x="8728583" y="1951006"/>
                <a:ext cx="191782" cy="7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710" name="Ink 1049709"/>
              <p14:cNvContentPartPr/>
              <p14:nvPr/>
            </p14:nvContentPartPr>
            <p14:xfrm>
              <a:off x="8749763" y="2010661"/>
              <a:ext cx="175732" cy="27237"/>
            </p14:xfrm>
          </p:contentPart>
        </mc:Choice>
        <mc:Fallback xmlns="">
          <p:sp>
            <p:nvSpPr>
              <p:cNvPr id="1049710" name=""/>
              <p:cNvSpPr/>
              <p:nvPr/>
            </p:nvSpPr>
            <p:spPr>
              <a:xfrm>
                <a:off x="8749763" y="2010661"/>
                <a:ext cx="175732" cy="27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711" name="Ink 1049710"/>
              <p14:cNvContentPartPr/>
              <p14:nvPr/>
            </p14:nvContentPartPr>
            <p14:xfrm>
              <a:off x="8735643" y="2102537"/>
              <a:ext cx="151890" cy="29925"/>
            </p14:xfrm>
          </p:contentPart>
        </mc:Choice>
        <mc:Fallback xmlns="">
          <p:sp>
            <p:nvSpPr>
              <p:cNvPr id="1049711" name=""/>
              <p:cNvSpPr/>
              <p:nvPr/>
            </p:nvSpPr>
            <p:spPr>
              <a:xfrm>
                <a:off x="8735643" y="2102537"/>
                <a:ext cx="151890" cy="299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712" name="Ink 1049711"/>
              <p14:cNvContentPartPr/>
              <p14:nvPr/>
            </p14:nvContentPartPr>
            <p14:xfrm>
              <a:off x="9028630" y="1944079"/>
              <a:ext cx="148137" cy="334754"/>
            </p14:xfrm>
          </p:contentPart>
        </mc:Choice>
        <mc:Fallback xmlns="">
          <p:sp>
            <p:nvSpPr>
              <p:cNvPr id="1049712" name=""/>
              <p:cNvSpPr/>
              <p:nvPr/>
            </p:nvSpPr>
            <p:spPr>
              <a:xfrm>
                <a:off x="9028630" y="1944079"/>
                <a:ext cx="148137" cy="334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713" name="Ink 1049712"/>
              <p14:cNvContentPartPr/>
              <p14:nvPr/>
            </p14:nvContentPartPr>
            <p14:xfrm>
              <a:off x="9249391" y="1893446"/>
              <a:ext cx="530237" cy="265715"/>
            </p14:xfrm>
          </p:contentPart>
        </mc:Choice>
        <mc:Fallback xmlns="">
          <p:sp>
            <p:nvSpPr>
              <p:cNvPr id="1049713" name=""/>
              <p:cNvSpPr/>
              <p:nvPr/>
            </p:nvSpPr>
            <p:spPr>
              <a:xfrm>
                <a:off x="9249391" y="1893446"/>
                <a:ext cx="530237" cy="265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714" name="Ink 1049713"/>
              <p14:cNvContentPartPr/>
              <p14:nvPr/>
            </p14:nvContentPartPr>
            <p14:xfrm>
              <a:off x="9801357" y="1958226"/>
              <a:ext cx="163648" cy="151180"/>
            </p14:xfrm>
          </p:contentPart>
        </mc:Choice>
        <mc:Fallback xmlns="">
          <p:sp>
            <p:nvSpPr>
              <p:cNvPr id="1049714" name=""/>
              <p:cNvSpPr/>
              <p:nvPr/>
            </p:nvSpPr>
            <p:spPr>
              <a:xfrm>
                <a:off x="9801357" y="1958226"/>
                <a:ext cx="163648" cy="151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715" name="Ink 1049714"/>
              <p14:cNvContentPartPr/>
              <p14:nvPr/>
            </p14:nvContentPartPr>
            <p14:xfrm>
              <a:off x="9897650" y="1748497"/>
              <a:ext cx="15583" cy="353463"/>
            </p14:xfrm>
          </p:contentPart>
        </mc:Choice>
        <mc:Fallback xmlns="">
          <p:sp>
            <p:nvSpPr>
              <p:cNvPr id="1049715" name=""/>
              <p:cNvSpPr/>
              <p:nvPr/>
            </p:nvSpPr>
            <p:spPr>
              <a:xfrm>
                <a:off x="9897650" y="1748497"/>
                <a:ext cx="15583" cy="353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716" name="Ink 1049715"/>
              <p14:cNvContentPartPr/>
              <p14:nvPr/>
            </p14:nvContentPartPr>
            <p14:xfrm>
              <a:off x="9983726" y="1956983"/>
              <a:ext cx="126481" cy="160491"/>
            </p14:xfrm>
          </p:contentPart>
        </mc:Choice>
        <mc:Fallback xmlns="">
          <p:sp>
            <p:nvSpPr>
              <p:cNvPr id="1049716" name=""/>
              <p:cNvSpPr/>
              <p:nvPr/>
            </p:nvSpPr>
            <p:spPr>
              <a:xfrm>
                <a:off x="9983726" y="1956983"/>
                <a:ext cx="126481" cy="160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717" name="Ink 1049716"/>
              <p14:cNvContentPartPr/>
              <p14:nvPr/>
            </p14:nvContentPartPr>
            <p14:xfrm>
              <a:off x="10158657" y="2039113"/>
              <a:ext cx="104829" cy="6480"/>
            </p14:xfrm>
          </p:contentPart>
        </mc:Choice>
        <mc:Fallback xmlns="">
          <p:sp>
            <p:nvSpPr>
              <p:cNvPr id="1049717" name=""/>
              <p:cNvSpPr/>
              <p:nvPr/>
            </p:nvSpPr>
            <p:spPr>
              <a:xfrm>
                <a:off x="10158657" y="2039113"/>
                <a:ext cx="104829" cy="64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718" name="Ink 1049717"/>
              <p14:cNvContentPartPr/>
              <p14:nvPr/>
            </p14:nvContentPartPr>
            <p14:xfrm>
              <a:off x="10344862" y="1929435"/>
              <a:ext cx="138232" cy="339060"/>
            </p14:xfrm>
          </p:contentPart>
        </mc:Choice>
        <mc:Fallback xmlns="">
          <p:sp>
            <p:nvSpPr>
              <p:cNvPr id="1049718" name=""/>
              <p:cNvSpPr/>
              <p:nvPr/>
            </p:nvSpPr>
            <p:spPr>
              <a:xfrm>
                <a:off x="10344862" y="1929435"/>
                <a:ext cx="138232" cy="339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719" name="Ink 1049718"/>
              <p14:cNvContentPartPr/>
              <p14:nvPr/>
            </p14:nvContentPartPr>
            <p14:xfrm>
              <a:off x="10522042" y="1839237"/>
              <a:ext cx="222769" cy="259746"/>
            </p14:xfrm>
          </p:contentPart>
        </mc:Choice>
        <mc:Fallback xmlns="">
          <p:sp>
            <p:nvSpPr>
              <p:cNvPr id="1049719" name=""/>
              <p:cNvSpPr/>
              <p:nvPr/>
            </p:nvSpPr>
            <p:spPr>
              <a:xfrm>
                <a:off x="10522042" y="1839237"/>
                <a:ext cx="222769" cy="259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720" name="Ink 1049719"/>
              <p14:cNvContentPartPr/>
              <p14:nvPr/>
            </p14:nvContentPartPr>
            <p14:xfrm>
              <a:off x="10729307" y="1929435"/>
              <a:ext cx="151668" cy="186914"/>
            </p14:xfrm>
          </p:contentPart>
        </mc:Choice>
        <mc:Fallback xmlns="">
          <p:sp>
            <p:nvSpPr>
              <p:cNvPr id="1049720" name=""/>
              <p:cNvSpPr/>
              <p:nvPr/>
            </p:nvSpPr>
            <p:spPr>
              <a:xfrm>
                <a:off x="10729307" y="1929435"/>
                <a:ext cx="151668" cy="186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721" name="Ink 1049720"/>
              <p14:cNvContentPartPr/>
              <p14:nvPr/>
            </p14:nvContentPartPr>
            <p14:xfrm>
              <a:off x="10912286" y="1841863"/>
              <a:ext cx="236511" cy="275708"/>
            </p14:xfrm>
          </p:contentPart>
        </mc:Choice>
        <mc:Fallback xmlns="">
          <p:sp>
            <p:nvSpPr>
              <p:cNvPr id="1049721" name=""/>
              <p:cNvSpPr/>
              <p:nvPr/>
            </p:nvSpPr>
            <p:spPr>
              <a:xfrm>
                <a:off x="10912286" y="1841863"/>
                <a:ext cx="236511" cy="2757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722" name="Ink 1049721"/>
              <p14:cNvContentPartPr/>
              <p14:nvPr/>
            </p14:nvContentPartPr>
            <p14:xfrm>
              <a:off x="11134690" y="1971122"/>
              <a:ext cx="92853" cy="140189"/>
            </p14:xfrm>
          </p:contentPart>
        </mc:Choice>
        <mc:Fallback xmlns="">
          <p:sp>
            <p:nvSpPr>
              <p:cNvPr id="1049722" name=""/>
              <p:cNvSpPr/>
              <p:nvPr/>
            </p:nvSpPr>
            <p:spPr>
              <a:xfrm>
                <a:off x="11134690" y="1971122"/>
                <a:ext cx="92853" cy="140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723" name="Ink 1049722"/>
              <p14:cNvContentPartPr/>
              <p14:nvPr/>
            </p14:nvContentPartPr>
            <p14:xfrm>
              <a:off x="11267032" y="1973837"/>
              <a:ext cx="198286" cy="137309"/>
            </p14:xfrm>
          </p:contentPart>
        </mc:Choice>
        <mc:Fallback xmlns="">
          <p:sp>
            <p:nvSpPr>
              <p:cNvPr id="1049723" name=""/>
              <p:cNvSpPr/>
              <p:nvPr/>
            </p:nvSpPr>
            <p:spPr>
              <a:xfrm>
                <a:off x="11267032" y="1973837"/>
                <a:ext cx="198286" cy="1373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745" name="Ink 1049744"/>
              <p14:cNvContentPartPr/>
              <p14:nvPr/>
            </p14:nvContentPartPr>
            <p14:xfrm>
              <a:off x="8084807" y="2190045"/>
              <a:ext cx="3096654" cy="101513"/>
            </p14:xfrm>
          </p:contentPart>
        </mc:Choice>
        <mc:Fallback xmlns="">
          <p:sp>
            <p:nvSpPr>
              <p:cNvPr id="1049745" name=""/>
              <p:cNvSpPr/>
              <p:nvPr/>
            </p:nvSpPr>
            <p:spPr>
              <a:xfrm>
                <a:off x="8084807" y="2190045"/>
                <a:ext cx="3096654" cy="101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746" name="Ink 1049745"/>
              <p14:cNvContentPartPr/>
              <p14:nvPr/>
            </p14:nvContentPartPr>
            <p14:xfrm>
              <a:off x="1183257" y="1690159"/>
              <a:ext cx="4118902" cy="578832"/>
            </p14:xfrm>
          </p:contentPart>
        </mc:Choice>
        <mc:Fallback xmlns="">
          <p:sp>
            <p:nvSpPr>
              <p:cNvPr id="1049746" name=""/>
              <p:cNvSpPr/>
              <p:nvPr/>
            </p:nvSpPr>
            <p:spPr>
              <a:xfrm>
                <a:off x="1183257" y="1690159"/>
                <a:ext cx="4118902" cy="578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747" name="Ink 1049746"/>
              <p14:cNvContentPartPr/>
              <p14:nvPr/>
            </p14:nvContentPartPr>
            <p14:xfrm>
              <a:off x="2228337" y="3414009"/>
              <a:ext cx="3961448" cy="153546"/>
            </p14:xfrm>
          </p:contentPart>
        </mc:Choice>
        <mc:Fallback xmlns="">
          <p:sp>
            <p:nvSpPr>
              <p:cNvPr id="1049747" name=""/>
              <p:cNvSpPr/>
              <p:nvPr/>
            </p:nvSpPr>
            <p:spPr>
              <a:xfrm>
                <a:off x="2228337" y="3414009"/>
                <a:ext cx="3961448" cy="1535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748" name="Ink 1049747"/>
              <p14:cNvContentPartPr/>
              <p14:nvPr/>
            </p14:nvContentPartPr>
            <p14:xfrm>
              <a:off x="2970259" y="4232377"/>
              <a:ext cx="728680" cy="728556"/>
            </p14:xfrm>
          </p:contentPart>
        </mc:Choice>
        <mc:Fallback xmlns="">
          <p:sp>
            <p:nvSpPr>
              <p:cNvPr id="1049748" name=""/>
              <p:cNvSpPr/>
              <p:nvPr/>
            </p:nvSpPr>
            <p:spPr>
              <a:xfrm>
                <a:off x="2970259" y="4232377"/>
                <a:ext cx="728680" cy="7285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749" name="Ink 1049748"/>
              <p14:cNvContentPartPr/>
              <p14:nvPr/>
            </p14:nvContentPartPr>
            <p14:xfrm>
              <a:off x="8925981" y="3175400"/>
              <a:ext cx="500660" cy="186461"/>
            </p14:xfrm>
          </p:contentPart>
        </mc:Choice>
        <mc:Fallback xmlns="">
          <p:sp>
            <p:nvSpPr>
              <p:cNvPr id="1049749" name=""/>
              <p:cNvSpPr/>
              <p:nvPr/>
            </p:nvSpPr>
            <p:spPr>
              <a:xfrm>
                <a:off x="8925981" y="3175400"/>
                <a:ext cx="500660" cy="186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750" name="Ink 1049749"/>
              <p14:cNvContentPartPr/>
              <p14:nvPr/>
            </p14:nvContentPartPr>
            <p14:xfrm>
              <a:off x="4908653" y="3226281"/>
              <a:ext cx="401859" cy="191860"/>
            </p14:xfrm>
          </p:contentPart>
        </mc:Choice>
        <mc:Fallback xmlns="">
          <p:sp>
            <p:nvSpPr>
              <p:cNvPr id="1049750" name=""/>
              <p:cNvSpPr/>
              <p:nvPr/>
            </p:nvSpPr>
            <p:spPr>
              <a:xfrm>
                <a:off x="4908653" y="3226281"/>
                <a:ext cx="401859" cy="191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751" name="Ink 1049750"/>
              <p14:cNvContentPartPr/>
              <p14:nvPr/>
            </p14:nvContentPartPr>
            <p14:xfrm>
              <a:off x="3922547" y="4845090"/>
              <a:ext cx="193183" cy="352250"/>
            </p14:xfrm>
          </p:contentPart>
        </mc:Choice>
        <mc:Fallback xmlns="">
          <p:sp>
            <p:nvSpPr>
              <p:cNvPr id="1049751" name=""/>
              <p:cNvSpPr/>
              <p:nvPr/>
            </p:nvSpPr>
            <p:spPr>
              <a:xfrm>
                <a:off x="3922547" y="4845090"/>
                <a:ext cx="193183" cy="3522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752" name="Ink 1049751"/>
              <p14:cNvContentPartPr/>
              <p14:nvPr/>
            </p14:nvContentPartPr>
            <p14:xfrm>
              <a:off x="3951227" y="4986268"/>
              <a:ext cx="176759" cy="22965"/>
            </p14:xfrm>
          </p:contentPart>
        </mc:Choice>
        <mc:Fallback xmlns="">
          <p:sp>
            <p:nvSpPr>
              <p:cNvPr id="1049752" name=""/>
              <p:cNvSpPr/>
              <p:nvPr/>
            </p:nvSpPr>
            <p:spPr>
              <a:xfrm>
                <a:off x="3951227" y="4986268"/>
                <a:ext cx="176759" cy="22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753" name="Ink 1049752"/>
              <p14:cNvContentPartPr/>
              <p14:nvPr/>
            </p14:nvContentPartPr>
            <p14:xfrm>
              <a:off x="4272895" y="5007390"/>
              <a:ext cx="180443" cy="241759"/>
            </p14:xfrm>
          </p:contentPart>
        </mc:Choice>
        <mc:Fallback xmlns="">
          <p:sp>
            <p:nvSpPr>
              <p:cNvPr id="1049753" name=""/>
              <p:cNvSpPr/>
              <p:nvPr/>
            </p:nvSpPr>
            <p:spPr>
              <a:xfrm>
                <a:off x="4272895" y="5007390"/>
                <a:ext cx="180443" cy="241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754" name="Ink 1049753"/>
              <p14:cNvContentPartPr/>
              <p14:nvPr/>
            </p14:nvContentPartPr>
            <p14:xfrm>
              <a:off x="4508061" y="4935883"/>
              <a:ext cx="7960" cy="117237"/>
            </p14:xfrm>
          </p:contentPart>
        </mc:Choice>
        <mc:Fallback xmlns="">
          <p:sp>
            <p:nvSpPr>
              <p:cNvPr id="1049754" name=""/>
              <p:cNvSpPr/>
              <p:nvPr/>
            </p:nvSpPr>
            <p:spPr>
              <a:xfrm>
                <a:off x="4508061" y="4935883"/>
                <a:ext cx="7960" cy="117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755" name="Ink 1049754"/>
              <p14:cNvContentPartPr/>
              <p14:nvPr/>
            </p14:nvContentPartPr>
            <p14:xfrm>
              <a:off x="4573383" y="4866745"/>
              <a:ext cx="314765" cy="247057"/>
            </p14:xfrm>
          </p:contentPart>
        </mc:Choice>
        <mc:Fallback xmlns="">
          <p:sp>
            <p:nvSpPr>
              <p:cNvPr id="1049755" name=""/>
              <p:cNvSpPr/>
              <p:nvPr/>
            </p:nvSpPr>
            <p:spPr>
              <a:xfrm>
                <a:off x="4573383" y="4866745"/>
                <a:ext cx="314765" cy="247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756" name="Ink 1049755"/>
              <p14:cNvContentPartPr/>
              <p14:nvPr/>
            </p14:nvContentPartPr>
            <p14:xfrm>
              <a:off x="4870845" y="4768845"/>
              <a:ext cx="166464" cy="297058"/>
            </p14:xfrm>
          </p:contentPart>
        </mc:Choice>
        <mc:Fallback xmlns="">
          <p:sp>
            <p:nvSpPr>
              <p:cNvPr id="1049756" name=""/>
              <p:cNvSpPr/>
              <p:nvPr/>
            </p:nvSpPr>
            <p:spPr>
              <a:xfrm>
                <a:off x="4870845" y="4768845"/>
                <a:ext cx="166464" cy="297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757" name="Ink 1049756"/>
              <p14:cNvContentPartPr/>
              <p14:nvPr/>
            </p14:nvContentPartPr>
            <p14:xfrm>
              <a:off x="4480280" y="4783737"/>
              <a:ext cx="35741" cy="79672"/>
            </p14:xfrm>
          </p:contentPart>
        </mc:Choice>
        <mc:Fallback xmlns="">
          <p:sp>
            <p:nvSpPr>
              <p:cNvPr id="1049757" name=""/>
              <p:cNvSpPr/>
              <p:nvPr/>
            </p:nvSpPr>
            <p:spPr>
              <a:xfrm>
                <a:off x="4480280" y="4783737"/>
                <a:ext cx="35741" cy="79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758" name="Ink 1049757"/>
              <p14:cNvContentPartPr/>
              <p14:nvPr/>
            </p14:nvContentPartPr>
            <p14:xfrm>
              <a:off x="5209657" y="5091858"/>
              <a:ext cx="203729" cy="3831"/>
            </p14:xfrm>
          </p:contentPart>
        </mc:Choice>
        <mc:Fallback xmlns="">
          <p:sp>
            <p:nvSpPr>
              <p:cNvPr id="1049758" name=""/>
              <p:cNvSpPr/>
              <p:nvPr/>
            </p:nvSpPr>
            <p:spPr>
              <a:xfrm>
                <a:off x="5209657" y="5091858"/>
                <a:ext cx="203729" cy="3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759" name="Ink 1049758"/>
              <p14:cNvContentPartPr/>
              <p14:nvPr/>
            </p14:nvContentPartPr>
            <p14:xfrm>
              <a:off x="5302760" y="5008358"/>
              <a:ext cx="21621" cy="195581"/>
            </p14:xfrm>
          </p:contentPart>
        </mc:Choice>
        <mc:Fallback xmlns="">
          <p:sp>
            <p:nvSpPr>
              <p:cNvPr id="1049759" name=""/>
              <p:cNvSpPr/>
              <p:nvPr/>
            </p:nvSpPr>
            <p:spPr>
              <a:xfrm>
                <a:off x="5302760" y="5008358"/>
                <a:ext cx="21621" cy="19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760" name="Ink 1049759"/>
              <p14:cNvContentPartPr/>
              <p14:nvPr/>
            </p14:nvContentPartPr>
            <p14:xfrm>
              <a:off x="4135692" y="4805082"/>
              <a:ext cx="51601" cy="99665"/>
            </p14:xfrm>
          </p:contentPart>
        </mc:Choice>
        <mc:Fallback xmlns="">
          <p:sp>
            <p:nvSpPr>
              <p:cNvPr id="1049760" name=""/>
              <p:cNvSpPr/>
              <p:nvPr/>
            </p:nvSpPr>
            <p:spPr>
              <a:xfrm>
                <a:off x="4135692" y="4805082"/>
                <a:ext cx="51601" cy="996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761" name="Ink 1049760"/>
              <p14:cNvContentPartPr/>
              <p14:nvPr/>
            </p14:nvContentPartPr>
            <p14:xfrm>
              <a:off x="5595746" y="4925504"/>
              <a:ext cx="191959" cy="283760"/>
            </p14:xfrm>
          </p:contentPart>
        </mc:Choice>
        <mc:Fallback xmlns="">
          <p:sp>
            <p:nvSpPr>
              <p:cNvPr id="1049761" name=""/>
              <p:cNvSpPr/>
              <p:nvPr/>
            </p:nvSpPr>
            <p:spPr>
              <a:xfrm>
                <a:off x="5595746" y="4925504"/>
                <a:ext cx="191959" cy="283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762" name="Ink 1049761"/>
              <p14:cNvContentPartPr/>
              <p14:nvPr/>
            </p14:nvContentPartPr>
            <p14:xfrm>
              <a:off x="5803572" y="4841567"/>
              <a:ext cx="78542" cy="72225"/>
            </p14:xfrm>
          </p:contentPart>
        </mc:Choice>
        <mc:Fallback xmlns="">
          <p:sp>
            <p:nvSpPr>
              <p:cNvPr id="1049762" name=""/>
              <p:cNvSpPr/>
              <p:nvPr/>
            </p:nvSpPr>
            <p:spPr>
              <a:xfrm>
                <a:off x="5803572" y="4841567"/>
                <a:ext cx="78542" cy="72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763" name="Ink 1049762"/>
              <p14:cNvContentPartPr/>
              <p14:nvPr/>
            </p14:nvContentPartPr>
            <p14:xfrm>
              <a:off x="5983621" y="5035156"/>
              <a:ext cx="122560" cy="212018"/>
            </p14:xfrm>
          </p:contentPart>
        </mc:Choice>
        <mc:Fallback xmlns="">
          <p:sp>
            <p:nvSpPr>
              <p:cNvPr id="1049763" name=""/>
              <p:cNvSpPr/>
              <p:nvPr/>
            </p:nvSpPr>
            <p:spPr>
              <a:xfrm>
                <a:off x="5983621" y="5035156"/>
                <a:ext cx="122560" cy="212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764" name="Ink 1049763"/>
              <p14:cNvContentPartPr/>
              <p14:nvPr/>
            </p14:nvContentPartPr>
            <p14:xfrm>
              <a:off x="6153921" y="5015307"/>
              <a:ext cx="118417" cy="14289"/>
            </p14:xfrm>
          </p:contentPart>
        </mc:Choice>
        <mc:Fallback xmlns="">
          <p:sp>
            <p:nvSpPr>
              <p:cNvPr id="1049764" name=""/>
              <p:cNvSpPr/>
              <p:nvPr/>
            </p:nvSpPr>
            <p:spPr>
              <a:xfrm>
                <a:off x="6153921" y="5015307"/>
                <a:ext cx="118417" cy="14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765" name="Ink 1049764"/>
              <p14:cNvContentPartPr/>
              <p14:nvPr/>
            </p14:nvContentPartPr>
            <p14:xfrm>
              <a:off x="6325565" y="4921240"/>
              <a:ext cx="14169" cy="159966"/>
            </p14:xfrm>
          </p:contentPart>
        </mc:Choice>
        <mc:Fallback xmlns="">
          <p:sp>
            <p:nvSpPr>
              <p:cNvPr id="1049765" name=""/>
              <p:cNvSpPr/>
              <p:nvPr/>
            </p:nvSpPr>
            <p:spPr>
              <a:xfrm>
                <a:off x="6325565" y="4921240"/>
                <a:ext cx="14169" cy="159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766" name="Ink 1049765"/>
              <p14:cNvContentPartPr/>
              <p14:nvPr/>
            </p14:nvContentPartPr>
            <p14:xfrm>
              <a:off x="6311004" y="4848517"/>
              <a:ext cx="32211" cy="79920"/>
            </p14:xfrm>
          </p:contentPart>
        </mc:Choice>
        <mc:Fallback xmlns="">
          <p:sp>
            <p:nvSpPr>
              <p:cNvPr id="1049766" name=""/>
              <p:cNvSpPr/>
              <p:nvPr/>
            </p:nvSpPr>
            <p:spPr>
              <a:xfrm>
                <a:off x="6311004" y="4848517"/>
                <a:ext cx="32211" cy="79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767" name="Ink 1049766"/>
              <p14:cNvContentPartPr/>
              <p14:nvPr/>
            </p14:nvContentPartPr>
            <p14:xfrm>
              <a:off x="6432787" y="4879222"/>
              <a:ext cx="472274" cy="242319"/>
            </p14:xfrm>
          </p:contentPart>
        </mc:Choice>
        <mc:Fallback xmlns="">
          <p:sp>
            <p:nvSpPr>
              <p:cNvPr id="1049767" name=""/>
              <p:cNvSpPr/>
              <p:nvPr/>
            </p:nvSpPr>
            <p:spPr>
              <a:xfrm>
                <a:off x="6432787" y="4879222"/>
                <a:ext cx="472274" cy="242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768" name="Ink 1049767"/>
              <p14:cNvContentPartPr/>
              <p14:nvPr/>
            </p14:nvContentPartPr>
            <p14:xfrm>
              <a:off x="6984838" y="4884754"/>
              <a:ext cx="84361" cy="406231"/>
            </p14:xfrm>
          </p:contentPart>
        </mc:Choice>
        <mc:Fallback xmlns="">
          <p:sp>
            <p:nvSpPr>
              <p:cNvPr id="1049768" name=""/>
              <p:cNvSpPr/>
              <p:nvPr/>
            </p:nvSpPr>
            <p:spPr>
              <a:xfrm>
                <a:off x="6984838" y="4884754"/>
                <a:ext cx="84361" cy="406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769" name="Ink 1049768"/>
              <p14:cNvContentPartPr/>
              <p14:nvPr/>
            </p14:nvContentPartPr>
            <p14:xfrm>
              <a:off x="3762760" y="4856211"/>
              <a:ext cx="95365" cy="407468"/>
            </p14:xfrm>
          </p:contentPart>
        </mc:Choice>
        <mc:Fallback xmlns="">
          <p:sp>
            <p:nvSpPr>
              <p:cNvPr id="1049769" name=""/>
              <p:cNvSpPr/>
              <p:nvPr/>
            </p:nvSpPr>
            <p:spPr>
              <a:xfrm>
                <a:off x="3762760" y="4856211"/>
                <a:ext cx="95365" cy="4074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770" name="Ink 1049769"/>
              <p14:cNvContentPartPr/>
              <p14:nvPr/>
            </p14:nvContentPartPr>
            <p14:xfrm>
              <a:off x="7855118" y="4703816"/>
              <a:ext cx="919141" cy="211228"/>
            </p14:xfrm>
          </p:contentPart>
        </mc:Choice>
        <mc:Fallback xmlns="">
          <p:sp>
            <p:nvSpPr>
              <p:cNvPr id="1049770" name=""/>
              <p:cNvSpPr/>
              <p:nvPr/>
            </p:nvSpPr>
            <p:spPr>
              <a:xfrm>
                <a:off x="7855118" y="4703816"/>
                <a:ext cx="919141" cy="211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771" name="Ink 1049770"/>
              <p14:cNvContentPartPr/>
              <p14:nvPr/>
            </p14:nvContentPartPr>
            <p14:xfrm>
              <a:off x="1856836" y="5754447"/>
              <a:ext cx="34661" cy="111743"/>
            </p14:xfrm>
          </p:contentPart>
        </mc:Choice>
        <mc:Fallback xmlns="">
          <p:sp>
            <p:nvSpPr>
              <p:cNvPr id="1049771" name=""/>
              <p:cNvSpPr/>
              <p:nvPr/>
            </p:nvSpPr>
            <p:spPr>
              <a:xfrm>
                <a:off x="1856836" y="5754447"/>
                <a:ext cx="34661" cy="111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772" name="Ink 1049771"/>
              <p14:cNvContentPartPr/>
              <p14:nvPr/>
            </p14:nvContentPartPr>
            <p14:xfrm>
              <a:off x="1848256" y="5783238"/>
              <a:ext cx="141000" cy="67474"/>
            </p14:xfrm>
          </p:contentPart>
        </mc:Choice>
        <mc:Fallback xmlns="">
          <p:sp>
            <p:nvSpPr>
              <p:cNvPr id="1049772" name=""/>
              <p:cNvSpPr/>
              <p:nvPr/>
            </p:nvSpPr>
            <p:spPr>
              <a:xfrm>
                <a:off x="1848256" y="5783238"/>
                <a:ext cx="141000" cy="67474"/>
              </a:xfrm>
            </p:spPr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20334" y="1253262"/>
            <a:ext cx="10360804" cy="482248"/>
          </a:xfrm>
          <a:prstGeom prst="rect">
            <a:avLst/>
          </a:prstGeom>
          <a:blipFill rotWithShape="0">
            <a:blip r:embed="rId2"/>
            <a:stretch>
              <a:fillRect t="-5063" b="-2911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4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43189" y="463639"/>
            <a:ext cx="8991949" cy="461665"/>
          </a:xfrm>
          <a:prstGeom prst="rect">
            <a:avLst/>
          </a:prstGeom>
          <a:blipFill>
            <a:blip r:embed="rId3"/>
            <a:stretch>
              <a:fillRect l="-881" t="-10526" r="-881" b="-28947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69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20334" y="1783888"/>
            <a:ext cx="4292201" cy="461665"/>
          </a:xfrm>
          <a:prstGeom prst="rect">
            <a:avLst/>
          </a:prstGeom>
          <a:blipFill rotWithShape="0">
            <a:blip r:embed="rId4"/>
            <a:stretch>
              <a:fillRect t="-10667" r="-852" b="-30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696" name="Rectangle 6"/>
          <p:cNvSpPr/>
          <p:nvPr/>
        </p:nvSpPr>
        <p:spPr>
          <a:xfrm>
            <a:off x="811368" y="2461685"/>
            <a:ext cx="1086977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MA" sz="2000" dirty="0"/>
              <a:t>Des oscillations </a:t>
            </a:r>
            <a:r>
              <a:rPr lang="fr-FR" sz="2000" dirty="0"/>
              <a:t>sont observées </a:t>
            </a:r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mais</a:t>
            </a:r>
            <a:r>
              <a:rPr lang="fr-FR" sz="2000" dirty="0"/>
              <a:t> leur amplitude </a:t>
            </a:r>
            <a:r>
              <a:rPr lang="fr-FR" sz="2000" i="1" dirty="0"/>
              <a:t>A</a:t>
            </a:r>
            <a:r>
              <a:rPr lang="fr-FR" sz="2000" dirty="0"/>
              <a:t>(</a:t>
            </a:r>
            <a:r>
              <a:rPr lang="fr-FR" sz="2000" i="1" dirty="0"/>
              <a:t>t</a:t>
            </a:r>
            <a:r>
              <a:rPr lang="fr-FR" sz="2000" dirty="0"/>
              <a:t>) diminue exponentiellement au fur et à mesure qu’ont lieu les oscillations. On verra que cette décroissance correspond à une dissipation </a:t>
            </a:r>
            <a:r>
              <a:rPr lang="fr-MA" sz="2000" dirty="0"/>
              <a:t>d’énergie due au frottement.</a:t>
            </a:r>
          </a:p>
        </p:txBody>
      </p:sp>
      <p:pic>
        <p:nvPicPr>
          <p:cNvPr id="2097156" name="Image 7"/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4481848" y="3271891"/>
            <a:ext cx="5553290" cy="32963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773" name="Ink 1049772"/>
              <p14:cNvContentPartPr/>
              <p14:nvPr/>
            </p14:nvContentPartPr>
            <p14:xfrm>
              <a:off x="6468528" y="329333"/>
              <a:ext cx="3563499" cy="727562"/>
            </p14:xfrm>
          </p:contentPart>
        </mc:Choice>
        <mc:Fallback xmlns="">
          <p:sp>
            <p:nvSpPr>
              <p:cNvPr id="1049773" name=""/>
              <p:cNvSpPr/>
              <p:nvPr/>
            </p:nvSpPr>
            <p:spPr>
              <a:xfrm>
                <a:off x="6468528" y="329333"/>
                <a:ext cx="3563499" cy="727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774" name="Ink 1049773"/>
              <p14:cNvContentPartPr/>
              <p14:nvPr/>
            </p14:nvContentPartPr>
            <p14:xfrm>
              <a:off x="1175006" y="1153222"/>
              <a:ext cx="2015651" cy="660583"/>
            </p14:xfrm>
          </p:contentPart>
        </mc:Choice>
        <mc:Fallback xmlns="">
          <p:sp>
            <p:nvSpPr>
              <p:cNvPr id="1049774" name=""/>
              <p:cNvSpPr/>
              <p:nvPr/>
            </p:nvSpPr>
            <p:spPr>
              <a:xfrm>
                <a:off x="1175006" y="1153222"/>
                <a:ext cx="2015651" cy="660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775" name="Ink 1049774"/>
              <p14:cNvContentPartPr/>
              <p14:nvPr/>
            </p14:nvContentPartPr>
            <p14:xfrm>
              <a:off x="7264092" y="2875703"/>
              <a:ext cx="463181" cy="47763"/>
            </p14:xfrm>
          </p:contentPart>
        </mc:Choice>
        <mc:Fallback xmlns="">
          <p:sp>
            <p:nvSpPr>
              <p:cNvPr id="1049775" name=""/>
              <p:cNvSpPr/>
              <p:nvPr/>
            </p:nvSpPr>
            <p:spPr>
              <a:xfrm>
                <a:off x="7264092" y="2875703"/>
                <a:ext cx="463181" cy="47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776" name="Ink 1049775"/>
              <p14:cNvContentPartPr/>
              <p14:nvPr/>
            </p14:nvContentPartPr>
            <p14:xfrm>
              <a:off x="5409982" y="3758229"/>
              <a:ext cx="158331" cy="241775"/>
            </p14:xfrm>
          </p:contentPart>
        </mc:Choice>
        <mc:Fallback xmlns="">
          <p:sp>
            <p:nvSpPr>
              <p:cNvPr id="1049776" name=""/>
              <p:cNvSpPr/>
              <p:nvPr/>
            </p:nvSpPr>
            <p:spPr>
              <a:xfrm>
                <a:off x="5409982" y="3758229"/>
                <a:ext cx="158331" cy="241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777" name="Ink 1049776"/>
              <p14:cNvContentPartPr/>
              <p14:nvPr/>
            </p14:nvContentPartPr>
            <p14:xfrm>
              <a:off x="5265352" y="3769343"/>
              <a:ext cx="101829" cy="201919"/>
            </p14:xfrm>
          </p:contentPart>
        </mc:Choice>
        <mc:Fallback xmlns="">
          <p:sp>
            <p:nvSpPr>
              <p:cNvPr id="1049777" name=""/>
              <p:cNvSpPr/>
              <p:nvPr/>
            </p:nvSpPr>
            <p:spPr>
              <a:xfrm>
                <a:off x="5265352" y="3769343"/>
                <a:ext cx="101829" cy="201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778" name="Ink 1049777"/>
              <p14:cNvContentPartPr/>
              <p14:nvPr/>
            </p14:nvContentPartPr>
            <p14:xfrm>
              <a:off x="5238338" y="3762145"/>
              <a:ext cx="136396" cy="203596"/>
            </p14:xfrm>
          </p:contentPart>
        </mc:Choice>
        <mc:Fallback xmlns="">
          <p:sp>
            <p:nvSpPr>
              <p:cNvPr id="1049778" name=""/>
              <p:cNvSpPr/>
              <p:nvPr/>
            </p:nvSpPr>
            <p:spPr>
              <a:xfrm>
                <a:off x="5238338" y="3762145"/>
                <a:ext cx="136396" cy="2035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779" name="Ink 1049778"/>
              <p14:cNvContentPartPr/>
              <p14:nvPr/>
            </p14:nvContentPartPr>
            <p14:xfrm>
              <a:off x="5496025" y="3741720"/>
              <a:ext cx="112077" cy="12979"/>
            </p14:xfrm>
          </p:contentPart>
        </mc:Choice>
        <mc:Fallback xmlns="">
          <p:sp>
            <p:nvSpPr>
              <p:cNvPr id="1049779" name=""/>
              <p:cNvSpPr/>
              <p:nvPr/>
            </p:nvSpPr>
            <p:spPr>
              <a:xfrm>
                <a:off x="5496025" y="3741720"/>
                <a:ext cx="112077" cy="129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780" name="Ink 1049779"/>
              <p14:cNvContentPartPr/>
              <p14:nvPr/>
            </p14:nvContentPartPr>
            <p14:xfrm>
              <a:off x="5587047" y="3588405"/>
              <a:ext cx="139799" cy="292297"/>
            </p14:xfrm>
          </p:contentPart>
        </mc:Choice>
        <mc:Fallback xmlns="">
          <p:sp>
            <p:nvSpPr>
              <p:cNvPr id="1049780" name=""/>
              <p:cNvSpPr/>
              <p:nvPr/>
            </p:nvSpPr>
            <p:spPr>
              <a:xfrm>
                <a:off x="5587047" y="3588405"/>
                <a:ext cx="139799" cy="2922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781" name="Ink 1049780"/>
              <p14:cNvContentPartPr/>
              <p14:nvPr/>
            </p14:nvContentPartPr>
            <p14:xfrm>
              <a:off x="5767390" y="3602552"/>
              <a:ext cx="11031" cy="242987"/>
            </p14:xfrm>
          </p:contentPart>
        </mc:Choice>
        <mc:Fallback xmlns="">
          <p:sp>
            <p:nvSpPr>
              <p:cNvPr id="1049781" name=""/>
              <p:cNvSpPr/>
              <p:nvPr/>
            </p:nvSpPr>
            <p:spPr>
              <a:xfrm>
                <a:off x="5767390" y="3602552"/>
                <a:ext cx="11031" cy="2429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782" name="Ink 1049781"/>
              <p14:cNvContentPartPr/>
              <p14:nvPr/>
            </p14:nvContentPartPr>
            <p14:xfrm>
              <a:off x="5724590" y="3740303"/>
              <a:ext cx="100162" cy="7197"/>
            </p14:xfrm>
          </p:contentPart>
        </mc:Choice>
        <mc:Fallback xmlns="">
          <p:sp>
            <p:nvSpPr>
              <p:cNvPr id="1049782" name=""/>
              <p:cNvSpPr/>
              <p:nvPr/>
            </p:nvSpPr>
            <p:spPr>
              <a:xfrm>
                <a:off x="5724590" y="3740303"/>
                <a:ext cx="100162" cy="7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783" name="Ink 1049782"/>
              <p14:cNvContentPartPr/>
              <p14:nvPr/>
            </p14:nvContentPartPr>
            <p14:xfrm>
              <a:off x="5367182" y="5769308"/>
              <a:ext cx="166936" cy="9651"/>
            </p14:xfrm>
          </p:contentPart>
        </mc:Choice>
        <mc:Fallback xmlns="">
          <p:sp>
            <p:nvSpPr>
              <p:cNvPr id="1049783" name=""/>
              <p:cNvSpPr/>
              <p:nvPr/>
            </p:nvSpPr>
            <p:spPr>
              <a:xfrm>
                <a:off x="5367182" y="5769308"/>
                <a:ext cx="166936" cy="9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784" name="Ink 1049783"/>
              <p14:cNvContentPartPr/>
              <p14:nvPr/>
            </p14:nvContentPartPr>
            <p14:xfrm>
              <a:off x="5558138" y="5711012"/>
              <a:ext cx="102030" cy="212435"/>
            </p14:xfrm>
          </p:contentPart>
        </mc:Choice>
        <mc:Fallback xmlns="">
          <p:sp>
            <p:nvSpPr>
              <p:cNvPr id="1049784" name=""/>
              <p:cNvSpPr/>
              <p:nvPr/>
            </p:nvSpPr>
            <p:spPr>
              <a:xfrm>
                <a:off x="5558138" y="5711012"/>
                <a:ext cx="102030" cy="212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785" name="Ink 1049784"/>
              <p14:cNvContentPartPr/>
              <p14:nvPr/>
            </p14:nvContentPartPr>
            <p14:xfrm>
              <a:off x="5560005" y="5688922"/>
              <a:ext cx="179145" cy="232067"/>
            </p14:xfrm>
          </p:contentPart>
        </mc:Choice>
        <mc:Fallback xmlns="">
          <p:sp>
            <p:nvSpPr>
              <p:cNvPr id="1049785" name=""/>
              <p:cNvSpPr/>
              <p:nvPr/>
            </p:nvSpPr>
            <p:spPr>
              <a:xfrm>
                <a:off x="5560005" y="5688922"/>
                <a:ext cx="179145" cy="232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786" name="Ink 1049785"/>
              <p14:cNvContentPartPr/>
              <p14:nvPr/>
            </p14:nvContentPartPr>
            <p14:xfrm>
              <a:off x="5756447" y="5673437"/>
              <a:ext cx="90152" cy="187053"/>
            </p14:xfrm>
          </p:contentPart>
        </mc:Choice>
        <mc:Fallback xmlns="">
          <p:sp>
            <p:nvSpPr>
              <p:cNvPr id="1049786" name=""/>
              <p:cNvSpPr/>
              <p:nvPr/>
            </p:nvSpPr>
            <p:spPr>
              <a:xfrm>
                <a:off x="5756447" y="5673437"/>
                <a:ext cx="90152" cy="187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787" name="Ink 1049786"/>
              <p14:cNvContentPartPr/>
              <p14:nvPr/>
            </p14:nvContentPartPr>
            <p14:xfrm>
              <a:off x="5824752" y="5616696"/>
              <a:ext cx="107560" cy="15482"/>
            </p14:xfrm>
          </p:contentPart>
        </mc:Choice>
        <mc:Fallback xmlns="">
          <p:sp>
            <p:nvSpPr>
              <p:cNvPr id="1049787" name=""/>
              <p:cNvSpPr/>
              <p:nvPr/>
            </p:nvSpPr>
            <p:spPr>
              <a:xfrm>
                <a:off x="5824752" y="5616696"/>
                <a:ext cx="107560" cy="154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788" name="Ink 1049787"/>
              <p14:cNvContentPartPr/>
              <p14:nvPr/>
            </p14:nvContentPartPr>
            <p14:xfrm>
              <a:off x="5988596" y="5454342"/>
              <a:ext cx="88728" cy="395797"/>
            </p14:xfrm>
          </p:contentPart>
        </mc:Choice>
        <mc:Fallback xmlns="">
          <p:sp>
            <p:nvSpPr>
              <p:cNvPr id="1049788" name=""/>
              <p:cNvSpPr/>
              <p:nvPr/>
            </p:nvSpPr>
            <p:spPr>
              <a:xfrm>
                <a:off x="5988596" y="5454342"/>
                <a:ext cx="88728" cy="395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789" name="Ink 1049788"/>
              <p14:cNvContentPartPr/>
              <p14:nvPr/>
            </p14:nvContentPartPr>
            <p14:xfrm>
              <a:off x="6125030" y="5471499"/>
              <a:ext cx="10825" cy="290669"/>
            </p14:xfrm>
          </p:contentPart>
        </mc:Choice>
        <mc:Fallback xmlns="">
          <p:sp>
            <p:nvSpPr>
              <p:cNvPr id="1049789" name=""/>
              <p:cNvSpPr/>
              <p:nvPr/>
            </p:nvSpPr>
            <p:spPr>
              <a:xfrm>
                <a:off x="6125030" y="5471499"/>
                <a:ext cx="10825" cy="2906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790" name="Ink 1049789"/>
              <p14:cNvContentPartPr/>
              <p14:nvPr/>
            </p14:nvContentPartPr>
            <p14:xfrm>
              <a:off x="6103619" y="5638538"/>
              <a:ext cx="93102" cy="28543"/>
            </p14:xfrm>
          </p:contentPart>
        </mc:Choice>
        <mc:Fallback xmlns="">
          <p:sp>
            <p:nvSpPr>
              <p:cNvPr id="1049790" name=""/>
              <p:cNvSpPr/>
              <p:nvPr/>
            </p:nvSpPr>
            <p:spPr>
              <a:xfrm>
                <a:off x="6103619" y="5638538"/>
                <a:ext cx="93102" cy="285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791" name="Ink 1049790"/>
              <p14:cNvContentPartPr/>
              <p14:nvPr/>
            </p14:nvContentPartPr>
            <p14:xfrm>
              <a:off x="4849553" y="3790936"/>
              <a:ext cx="102858" cy="113615"/>
            </p14:xfrm>
          </p:contentPart>
        </mc:Choice>
        <mc:Fallback xmlns="">
          <p:sp>
            <p:nvSpPr>
              <p:cNvPr id="1049791" name=""/>
              <p:cNvSpPr/>
              <p:nvPr/>
            </p:nvSpPr>
            <p:spPr>
              <a:xfrm>
                <a:off x="4849553" y="3790936"/>
                <a:ext cx="102858" cy="113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792" name="Ink 1049791"/>
              <p14:cNvContentPartPr/>
              <p14:nvPr/>
            </p14:nvContentPartPr>
            <p14:xfrm>
              <a:off x="4823568" y="3776788"/>
              <a:ext cx="170878" cy="156060"/>
            </p14:xfrm>
          </p:contentPart>
        </mc:Choice>
        <mc:Fallback xmlns="">
          <p:sp>
            <p:nvSpPr>
              <p:cNvPr id="1049792" name=""/>
              <p:cNvSpPr/>
              <p:nvPr/>
            </p:nvSpPr>
            <p:spPr>
              <a:xfrm>
                <a:off x="4823568" y="3776788"/>
                <a:ext cx="170878" cy="156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793" name="Ink 1049792"/>
              <p14:cNvContentPartPr/>
              <p14:nvPr/>
            </p14:nvContentPartPr>
            <p14:xfrm>
              <a:off x="5717530" y="4247376"/>
              <a:ext cx="107222" cy="98039"/>
            </p14:xfrm>
          </p:contentPart>
        </mc:Choice>
        <mc:Fallback xmlns="">
          <p:sp>
            <p:nvSpPr>
              <p:cNvPr id="1049793" name=""/>
              <p:cNvSpPr/>
              <p:nvPr/>
            </p:nvSpPr>
            <p:spPr>
              <a:xfrm>
                <a:off x="5717530" y="4247376"/>
                <a:ext cx="107222" cy="98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794" name="Ink 1049793"/>
              <p14:cNvContentPartPr/>
              <p14:nvPr/>
            </p14:nvContentPartPr>
            <p14:xfrm>
              <a:off x="5695909" y="4225535"/>
              <a:ext cx="153994" cy="177711"/>
            </p14:xfrm>
          </p:contentPart>
        </mc:Choice>
        <mc:Fallback xmlns="">
          <p:sp>
            <p:nvSpPr>
              <p:cNvPr id="1049794" name=""/>
              <p:cNvSpPr/>
              <p:nvPr/>
            </p:nvSpPr>
            <p:spPr>
              <a:xfrm>
                <a:off x="5695909" y="4225535"/>
                <a:ext cx="153994" cy="177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795" name="Ink 1049794"/>
              <p14:cNvContentPartPr/>
              <p14:nvPr/>
            </p14:nvContentPartPr>
            <p14:xfrm>
              <a:off x="6577687" y="4501285"/>
              <a:ext cx="112345" cy="60449"/>
            </p14:xfrm>
          </p:contentPart>
        </mc:Choice>
        <mc:Fallback xmlns="">
          <p:sp>
            <p:nvSpPr>
              <p:cNvPr id="1049795" name=""/>
              <p:cNvSpPr/>
              <p:nvPr/>
            </p:nvSpPr>
            <p:spPr>
              <a:xfrm>
                <a:off x="6577687" y="4501285"/>
                <a:ext cx="112345" cy="60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796" name="Ink 1049795"/>
              <p14:cNvContentPartPr/>
              <p14:nvPr/>
            </p14:nvContentPartPr>
            <p14:xfrm>
              <a:off x="6582810" y="4457354"/>
              <a:ext cx="135805" cy="154406"/>
            </p14:xfrm>
          </p:contentPart>
        </mc:Choice>
        <mc:Fallback xmlns="">
          <p:sp>
            <p:nvSpPr>
              <p:cNvPr id="1049796" name=""/>
              <p:cNvSpPr/>
              <p:nvPr/>
            </p:nvSpPr>
            <p:spPr>
              <a:xfrm>
                <a:off x="6582810" y="4457354"/>
                <a:ext cx="135805" cy="1544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797" name="Ink 1049796"/>
              <p14:cNvContentPartPr/>
              <p14:nvPr/>
            </p14:nvContentPartPr>
            <p14:xfrm>
              <a:off x="5038013" y="4240178"/>
              <a:ext cx="513811" cy="17047"/>
            </p14:xfrm>
          </p:contentPart>
        </mc:Choice>
        <mc:Fallback xmlns="">
          <p:sp>
            <p:nvSpPr>
              <p:cNvPr id="1049797" name=""/>
              <p:cNvSpPr/>
              <p:nvPr/>
            </p:nvSpPr>
            <p:spPr>
              <a:xfrm>
                <a:off x="5038013" y="4240178"/>
                <a:ext cx="513811" cy="17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798" name="Ink 1049797"/>
              <p14:cNvContentPartPr/>
              <p14:nvPr/>
            </p14:nvContentPartPr>
            <p14:xfrm>
              <a:off x="5503085" y="4225535"/>
              <a:ext cx="120250" cy="154593"/>
            </p14:xfrm>
          </p:contentPart>
        </mc:Choice>
        <mc:Fallback xmlns="">
          <p:sp>
            <p:nvSpPr>
              <p:cNvPr id="1049798" name=""/>
              <p:cNvSpPr/>
              <p:nvPr/>
            </p:nvSpPr>
            <p:spPr>
              <a:xfrm>
                <a:off x="5503085" y="4225535"/>
                <a:ext cx="120250" cy="154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799" name="Ink 1049798"/>
              <p14:cNvContentPartPr/>
              <p14:nvPr/>
            </p14:nvContentPartPr>
            <p14:xfrm>
              <a:off x="4958864" y="4160754"/>
              <a:ext cx="207992" cy="166911"/>
            </p14:xfrm>
          </p:contentPart>
        </mc:Choice>
        <mc:Fallback xmlns="">
          <p:sp>
            <p:nvSpPr>
              <p:cNvPr id="1049799" name=""/>
              <p:cNvSpPr/>
              <p:nvPr/>
            </p:nvSpPr>
            <p:spPr>
              <a:xfrm>
                <a:off x="4958864" y="4160754"/>
                <a:ext cx="207992" cy="1669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800" name="Ink 1049799"/>
              <p14:cNvContentPartPr/>
              <p14:nvPr/>
            </p14:nvContentPartPr>
            <p14:xfrm>
              <a:off x="5960656" y="4443206"/>
              <a:ext cx="535877" cy="51194"/>
            </p14:xfrm>
          </p:contentPart>
        </mc:Choice>
        <mc:Fallback xmlns="">
          <p:sp>
            <p:nvSpPr>
              <p:cNvPr id="1049800" name=""/>
              <p:cNvSpPr/>
              <p:nvPr/>
            </p:nvSpPr>
            <p:spPr>
              <a:xfrm>
                <a:off x="5960656" y="4443206"/>
                <a:ext cx="535877" cy="51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801" name="Ink 1049800"/>
              <p14:cNvContentPartPr/>
              <p14:nvPr/>
            </p14:nvContentPartPr>
            <p14:xfrm>
              <a:off x="6425727" y="4413919"/>
              <a:ext cx="102058" cy="151999"/>
            </p14:xfrm>
          </p:contentPart>
        </mc:Choice>
        <mc:Fallback xmlns="">
          <p:sp>
            <p:nvSpPr>
              <p:cNvPr id="1049801" name=""/>
              <p:cNvSpPr/>
              <p:nvPr/>
            </p:nvSpPr>
            <p:spPr>
              <a:xfrm>
                <a:off x="6425727" y="4413919"/>
                <a:ext cx="102058" cy="151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802" name="Ink 1049801"/>
              <p14:cNvContentPartPr/>
              <p14:nvPr/>
            </p14:nvContentPartPr>
            <p14:xfrm>
              <a:off x="5956868" y="4370484"/>
              <a:ext cx="132631" cy="181434"/>
            </p14:xfrm>
          </p:contentPart>
        </mc:Choice>
        <mc:Fallback xmlns="">
          <p:sp>
            <p:nvSpPr>
              <p:cNvPr id="1049802" name=""/>
              <p:cNvSpPr/>
              <p:nvPr/>
            </p:nvSpPr>
            <p:spPr>
              <a:xfrm>
                <a:off x="5956868" y="4370484"/>
                <a:ext cx="132631" cy="181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803" name="Ink 1049802"/>
              <p14:cNvContentPartPr/>
              <p14:nvPr/>
            </p14:nvContentPartPr>
            <p14:xfrm>
              <a:off x="6783136" y="4551918"/>
              <a:ext cx="629214" cy="28120"/>
            </p14:xfrm>
          </p:contentPart>
        </mc:Choice>
        <mc:Fallback xmlns="">
          <p:sp>
            <p:nvSpPr>
              <p:cNvPr id="1049803" name=""/>
              <p:cNvSpPr/>
              <p:nvPr/>
            </p:nvSpPr>
            <p:spPr>
              <a:xfrm>
                <a:off x="6783136" y="4551918"/>
                <a:ext cx="629214" cy="28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804" name="Ink 1049803"/>
              <p14:cNvContentPartPr/>
              <p14:nvPr/>
            </p14:nvContentPartPr>
            <p14:xfrm>
              <a:off x="7333809" y="4493591"/>
              <a:ext cx="122677" cy="156563"/>
            </p14:xfrm>
          </p:contentPart>
        </mc:Choice>
        <mc:Fallback xmlns="">
          <p:sp>
            <p:nvSpPr>
              <p:cNvPr id="1049804" name=""/>
              <p:cNvSpPr/>
              <p:nvPr/>
            </p:nvSpPr>
            <p:spPr>
              <a:xfrm>
                <a:off x="7333809" y="4493591"/>
                <a:ext cx="122677" cy="156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805" name="Ink 1049804"/>
              <p14:cNvContentPartPr/>
              <p14:nvPr/>
            </p14:nvContentPartPr>
            <p14:xfrm>
              <a:off x="6726203" y="4472246"/>
              <a:ext cx="192835" cy="188383"/>
            </p14:xfrm>
          </p:contentPart>
        </mc:Choice>
        <mc:Fallback xmlns="">
          <p:sp>
            <p:nvSpPr>
              <p:cNvPr id="1049805" name=""/>
              <p:cNvSpPr/>
              <p:nvPr/>
            </p:nvSpPr>
            <p:spPr>
              <a:xfrm>
                <a:off x="6726203" y="4472246"/>
                <a:ext cx="192835" cy="18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806" name="Ink 1049805"/>
              <p14:cNvContentPartPr/>
              <p14:nvPr/>
            </p14:nvContentPartPr>
            <p14:xfrm>
              <a:off x="7560222" y="4624144"/>
              <a:ext cx="9652" cy="63600"/>
            </p14:xfrm>
          </p:contentPart>
        </mc:Choice>
        <mc:Fallback xmlns="">
          <p:sp>
            <p:nvSpPr>
              <p:cNvPr id="1049806" name=""/>
              <p:cNvSpPr/>
              <p:nvPr/>
            </p:nvSpPr>
            <p:spPr>
              <a:xfrm>
                <a:off x="7560222" y="4624144"/>
                <a:ext cx="9652" cy="63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807" name="Ink 1049806"/>
              <p14:cNvContentPartPr/>
              <p14:nvPr/>
            </p14:nvContentPartPr>
            <p14:xfrm>
              <a:off x="7575457" y="4645986"/>
              <a:ext cx="30159" cy="66175"/>
            </p14:xfrm>
          </p:contentPart>
        </mc:Choice>
        <mc:Fallback xmlns="">
          <p:sp>
            <p:nvSpPr>
              <p:cNvPr id="1049807" name=""/>
              <p:cNvSpPr/>
              <p:nvPr/>
            </p:nvSpPr>
            <p:spPr>
              <a:xfrm>
                <a:off x="7575457" y="4645986"/>
                <a:ext cx="30159" cy="661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808" name="Ink 1049807"/>
              <p14:cNvContentPartPr/>
              <p14:nvPr/>
            </p14:nvContentPartPr>
            <p14:xfrm>
              <a:off x="6926098" y="4146111"/>
              <a:ext cx="6872" cy="215504"/>
            </p14:xfrm>
          </p:contentPart>
        </mc:Choice>
        <mc:Fallback xmlns="">
          <p:sp>
            <p:nvSpPr>
              <p:cNvPr id="1049808" name=""/>
              <p:cNvSpPr/>
              <p:nvPr/>
            </p:nvSpPr>
            <p:spPr>
              <a:xfrm>
                <a:off x="6926098" y="4146111"/>
                <a:ext cx="6872" cy="215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809" name="Ink 1049808"/>
              <p14:cNvContentPartPr/>
              <p14:nvPr/>
            </p14:nvContentPartPr>
            <p14:xfrm>
              <a:off x="6776076" y="4106330"/>
              <a:ext cx="264304" cy="25136"/>
            </p14:xfrm>
          </p:contentPart>
        </mc:Choice>
        <mc:Fallback xmlns="">
          <p:sp>
            <p:nvSpPr>
              <p:cNvPr id="1049809" name=""/>
              <p:cNvSpPr/>
              <p:nvPr/>
            </p:nvSpPr>
            <p:spPr>
              <a:xfrm>
                <a:off x="6776076" y="4106330"/>
                <a:ext cx="264304" cy="25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810" name="Ink 1049809"/>
              <p14:cNvContentPartPr/>
              <p14:nvPr/>
            </p14:nvContentPartPr>
            <p14:xfrm>
              <a:off x="7026262" y="4232981"/>
              <a:ext cx="125500" cy="7493"/>
            </p14:xfrm>
          </p:contentPart>
        </mc:Choice>
        <mc:Fallback xmlns="">
          <p:sp>
            <p:nvSpPr>
              <p:cNvPr id="1049810" name=""/>
              <p:cNvSpPr/>
              <p:nvPr/>
            </p:nvSpPr>
            <p:spPr>
              <a:xfrm>
                <a:off x="7026262" y="4232981"/>
                <a:ext cx="125500" cy="7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811" name="Ink 1049810"/>
              <p14:cNvContentPartPr/>
              <p14:nvPr/>
            </p14:nvContentPartPr>
            <p14:xfrm>
              <a:off x="7019202" y="4305660"/>
              <a:ext cx="165929" cy="9103"/>
            </p14:xfrm>
          </p:contentPart>
        </mc:Choice>
        <mc:Fallback xmlns="">
          <p:sp>
            <p:nvSpPr>
              <p:cNvPr id="1049811" name=""/>
              <p:cNvSpPr/>
              <p:nvPr/>
            </p:nvSpPr>
            <p:spPr>
              <a:xfrm>
                <a:off x="7019202" y="4305660"/>
                <a:ext cx="165929" cy="91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812" name="Ink 1049811"/>
              <p14:cNvContentPartPr/>
              <p14:nvPr/>
            </p14:nvContentPartPr>
            <p14:xfrm>
              <a:off x="7256389" y="4054939"/>
              <a:ext cx="113160" cy="195551"/>
            </p14:xfrm>
          </p:contentPart>
        </mc:Choice>
        <mc:Fallback xmlns="">
          <p:sp>
            <p:nvSpPr>
              <p:cNvPr id="1049812" name=""/>
              <p:cNvSpPr/>
              <p:nvPr/>
            </p:nvSpPr>
            <p:spPr>
              <a:xfrm>
                <a:off x="7256389" y="4054939"/>
                <a:ext cx="113160" cy="195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813" name="Ink 1049812"/>
              <p14:cNvContentPartPr/>
              <p14:nvPr/>
            </p14:nvContentPartPr>
            <p14:xfrm>
              <a:off x="7424120" y="4088280"/>
              <a:ext cx="9851" cy="168242"/>
            </p14:xfrm>
          </p:contentPart>
        </mc:Choice>
        <mc:Fallback xmlns="">
          <p:sp>
            <p:nvSpPr>
              <p:cNvPr id="1049813" name=""/>
              <p:cNvSpPr/>
              <p:nvPr/>
            </p:nvSpPr>
            <p:spPr>
              <a:xfrm>
                <a:off x="7424120" y="4088280"/>
                <a:ext cx="9851" cy="1682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814" name="Ink 1049813"/>
              <p14:cNvContentPartPr/>
              <p14:nvPr/>
            </p14:nvContentPartPr>
            <p14:xfrm>
              <a:off x="7469712" y="4117319"/>
              <a:ext cx="9240" cy="104832"/>
            </p14:xfrm>
          </p:contentPart>
        </mc:Choice>
        <mc:Fallback xmlns="">
          <p:sp>
            <p:nvSpPr>
              <p:cNvPr id="1049814" name=""/>
              <p:cNvSpPr/>
              <p:nvPr/>
            </p:nvSpPr>
            <p:spPr>
              <a:xfrm>
                <a:off x="7469712" y="4117319"/>
                <a:ext cx="9240" cy="104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815" name="Ink 1049814"/>
              <p14:cNvContentPartPr/>
              <p14:nvPr/>
            </p14:nvContentPartPr>
            <p14:xfrm>
              <a:off x="7391171" y="4066190"/>
              <a:ext cx="185763" cy="29039"/>
            </p14:xfrm>
          </p:contentPart>
        </mc:Choice>
        <mc:Fallback xmlns="">
          <p:sp>
            <p:nvSpPr>
              <p:cNvPr id="1049815" name=""/>
              <p:cNvSpPr/>
              <p:nvPr/>
            </p:nvSpPr>
            <p:spPr>
              <a:xfrm>
                <a:off x="7391171" y="4066190"/>
                <a:ext cx="185763" cy="29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816" name="Ink 1049815"/>
              <p14:cNvContentPartPr/>
              <p14:nvPr/>
            </p14:nvContentPartPr>
            <p14:xfrm>
              <a:off x="7332173" y="4202204"/>
              <a:ext cx="358161" cy="176352"/>
            </p14:xfrm>
          </p:contentPart>
        </mc:Choice>
        <mc:Fallback xmlns="">
          <p:sp>
            <p:nvSpPr>
              <p:cNvPr id="1049816" name=""/>
              <p:cNvSpPr/>
              <p:nvPr/>
            </p:nvSpPr>
            <p:spPr>
              <a:xfrm>
                <a:off x="7332173" y="4202204"/>
                <a:ext cx="358161" cy="176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817" name="Ink 1049816"/>
              <p14:cNvContentPartPr/>
              <p14:nvPr/>
            </p14:nvContentPartPr>
            <p14:xfrm>
              <a:off x="7412350" y="4296790"/>
              <a:ext cx="402431" cy="192172"/>
            </p14:xfrm>
          </p:contentPart>
        </mc:Choice>
        <mc:Fallback xmlns="">
          <p:sp>
            <p:nvSpPr>
              <p:cNvPr id="1049817" name=""/>
              <p:cNvSpPr/>
              <p:nvPr/>
            </p:nvSpPr>
            <p:spPr>
              <a:xfrm>
                <a:off x="7412350" y="4296790"/>
                <a:ext cx="402431" cy="1921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041" name="Ink 1050040"/>
              <p14:cNvContentPartPr/>
              <p14:nvPr/>
            </p14:nvContentPartPr>
            <p14:xfrm>
              <a:off x="7505452" y="723117"/>
              <a:ext cx="679430" cy="309481"/>
            </p14:xfrm>
          </p:contentPart>
        </mc:Choice>
        <mc:Fallback xmlns="">
          <p:sp>
            <p:nvSpPr>
              <p:cNvPr id="1050041" name=""/>
              <p:cNvSpPr/>
              <p:nvPr/>
            </p:nvSpPr>
            <p:spPr>
              <a:xfrm>
                <a:off x="7505452" y="723117"/>
                <a:ext cx="679430" cy="309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042" name="Ink 1050041"/>
              <p14:cNvContentPartPr/>
              <p14:nvPr/>
            </p14:nvContentPartPr>
            <p14:xfrm>
              <a:off x="1194482" y="1117611"/>
              <a:ext cx="1979363" cy="672690"/>
            </p14:xfrm>
          </p:contentPart>
        </mc:Choice>
        <mc:Fallback xmlns="">
          <p:sp>
            <p:nvSpPr>
              <p:cNvPr id="1050042" name=""/>
              <p:cNvSpPr/>
              <p:nvPr/>
            </p:nvSpPr>
            <p:spPr>
              <a:xfrm>
                <a:off x="1194482" y="1117611"/>
                <a:ext cx="1979363" cy="672690"/>
              </a:xfrm>
            </p:spPr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Rectangle 3"/>
          <p:cNvSpPr/>
          <p:nvPr/>
        </p:nvSpPr>
        <p:spPr>
          <a:xfrm>
            <a:off x="394948" y="275650"/>
            <a:ext cx="11260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Pour ce type de mouvement, on définit deux grandeurs : la pseudopériode et le </a:t>
            </a:r>
            <a:r>
              <a:rPr lang="fr-MA" sz="2000" dirty="0"/>
              <a:t>décrément logarithmique.</a:t>
            </a:r>
          </a:p>
        </p:txBody>
      </p:sp>
      <p:sp>
        <p:nvSpPr>
          <p:cNvPr id="1048698" name="Rectangle 4"/>
          <p:cNvSpPr/>
          <p:nvPr/>
        </p:nvSpPr>
        <p:spPr>
          <a:xfrm>
            <a:off x="694449" y="1093563"/>
            <a:ext cx="2532380" cy="447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MA" sz="2400" u="sng" dirty="0">
                <a:latin typeface="Frutiger-Roman"/>
              </a:rPr>
              <a:t>* Pseudo-période</a:t>
            </a:r>
            <a:endParaRPr lang="fr-MA" sz="2400" u="sng" dirty="0"/>
          </a:p>
        </p:txBody>
      </p:sp>
      <p:sp>
        <p:nvSpPr>
          <p:cNvPr id="1048699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84495" y="1065092"/>
            <a:ext cx="1057405" cy="691471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0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25164" y="1185895"/>
            <a:ext cx="2654445" cy="307777"/>
          </a:xfrm>
          <a:prstGeom prst="rect">
            <a:avLst/>
          </a:prstGeom>
          <a:blipFill rotWithShape="0">
            <a:blip r:embed="rId3"/>
            <a:stretch>
              <a:fillRect l="-3211" t="-26000" r="-5275" b="-5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1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00011" y="1918951"/>
            <a:ext cx="1478097" cy="1117807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2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48944" y="2293188"/>
            <a:ext cx="1002839" cy="369332"/>
          </a:xfrm>
          <a:prstGeom prst="rect">
            <a:avLst/>
          </a:prstGeom>
          <a:blipFill rotWithShape="0">
            <a:blip r:embed="rId5"/>
            <a:stretch>
              <a:fillRect l="-6667" r="-2424" b="-147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3" name="ZoneTexte 9"/>
          <p:cNvSpPr txBox="1"/>
          <p:nvPr/>
        </p:nvSpPr>
        <p:spPr>
          <a:xfrm>
            <a:off x="4041681" y="2255300"/>
            <a:ext cx="8686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dirty="0"/>
              <a:t>donc</a:t>
            </a:r>
          </a:p>
        </p:txBody>
      </p:sp>
      <p:sp>
        <p:nvSpPr>
          <p:cNvPr id="1048704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33341" y="3477296"/>
            <a:ext cx="8400761" cy="684162"/>
          </a:xfrm>
          <a:prstGeom prst="rect">
            <a:avLst/>
          </a:prstGeom>
          <a:blipFill rotWithShape="0">
            <a:blip r:embed="rId6"/>
            <a:stretch>
              <a:fillRect l="-1161" b="-88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05" name="Rectangle 11"/>
          <p:cNvSpPr/>
          <p:nvPr/>
        </p:nvSpPr>
        <p:spPr>
          <a:xfrm>
            <a:off x="694449" y="4388159"/>
            <a:ext cx="383310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MA" sz="2400" u="sng" dirty="0">
                <a:latin typeface="Frutiger-Roman"/>
              </a:rPr>
              <a:t>* Décrément logarithmique</a:t>
            </a:r>
            <a:endParaRPr lang="fr-MA" sz="2400" u="sng" dirty="0"/>
          </a:p>
        </p:txBody>
      </p:sp>
      <p:sp>
        <p:nvSpPr>
          <p:cNvPr id="1048706" name="Rectangle 12"/>
          <p:cNvSpPr/>
          <p:nvPr/>
        </p:nvSpPr>
        <p:spPr>
          <a:xfrm>
            <a:off x="439571" y="4921789"/>
            <a:ext cx="4373880" cy="447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400" dirty="0">
                <a:latin typeface="Bembo"/>
              </a:rPr>
              <a:t>Il caractérise l’amortissement :</a:t>
            </a:r>
            <a:endParaRPr lang="fr-MA" sz="2400" dirty="0"/>
          </a:p>
        </p:txBody>
      </p:sp>
      <p:sp>
        <p:nvSpPr>
          <p:cNvPr id="1048707" name="ZoneTexte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73113" y="4867873"/>
            <a:ext cx="6348918" cy="1277209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818" name="Ink 1049817"/>
              <p14:cNvContentPartPr/>
              <p14:nvPr/>
            </p14:nvContentPartPr>
            <p14:xfrm>
              <a:off x="2415221" y="1824796"/>
              <a:ext cx="494691" cy="422235"/>
            </p14:xfrm>
          </p:contentPart>
        </mc:Choice>
        <mc:Fallback xmlns="">
          <p:sp>
            <p:nvSpPr>
              <p:cNvPr id="1049818" name=""/>
              <p:cNvSpPr/>
              <p:nvPr/>
            </p:nvSpPr>
            <p:spPr>
              <a:xfrm>
                <a:off x="2415221" y="1824796"/>
                <a:ext cx="494691" cy="422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819" name="Ink 1049818"/>
              <p14:cNvContentPartPr/>
              <p14:nvPr/>
            </p14:nvContentPartPr>
            <p14:xfrm>
              <a:off x="2828260" y="2000390"/>
              <a:ext cx="471371" cy="2286"/>
            </p14:xfrm>
          </p:contentPart>
        </mc:Choice>
        <mc:Fallback xmlns="">
          <p:sp>
            <p:nvSpPr>
              <p:cNvPr id="1049819" name=""/>
              <p:cNvSpPr/>
              <p:nvPr/>
            </p:nvSpPr>
            <p:spPr>
              <a:xfrm>
                <a:off x="2828260" y="2000390"/>
                <a:ext cx="471371" cy="22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820" name="Ink 1049819"/>
              <p14:cNvContentPartPr/>
              <p14:nvPr/>
            </p14:nvContentPartPr>
            <p14:xfrm>
              <a:off x="2894069" y="1921741"/>
              <a:ext cx="128530" cy="154938"/>
            </p14:xfrm>
          </p:contentPart>
        </mc:Choice>
        <mc:Fallback xmlns="">
          <p:sp>
            <p:nvSpPr>
              <p:cNvPr id="1049820" name=""/>
              <p:cNvSpPr/>
              <p:nvPr/>
            </p:nvSpPr>
            <p:spPr>
              <a:xfrm>
                <a:off x="2894069" y="1921741"/>
                <a:ext cx="128530" cy="154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821" name="Ink 1049820"/>
              <p14:cNvContentPartPr/>
              <p14:nvPr/>
            </p14:nvContentPartPr>
            <p14:xfrm>
              <a:off x="3414674" y="1951029"/>
              <a:ext cx="37528" cy="213311"/>
            </p14:xfrm>
          </p:contentPart>
        </mc:Choice>
        <mc:Fallback xmlns="">
          <p:sp>
            <p:nvSpPr>
              <p:cNvPr id="1049821" name=""/>
              <p:cNvSpPr/>
              <p:nvPr/>
            </p:nvSpPr>
            <p:spPr>
              <a:xfrm>
                <a:off x="3414674" y="1951029"/>
                <a:ext cx="37528" cy="213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822" name="Ink 1049821"/>
              <p14:cNvContentPartPr/>
              <p14:nvPr/>
            </p14:nvContentPartPr>
            <p14:xfrm>
              <a:off x="3407614" y="1965921"/>
              <a:ext cx="134118" cy="133779"/>
            </p14:xfrm>
          </p:contentPart>
        </mc:Choice>
        <mc:Fallback xmlns="">
          <p:sp>
            <p:nvSpPr>
              <p:cNvPr id="1049822" name=""/>
              <p:cNvSpPr/>
              <p:nvPr/>
            </p:nvSpPr>
            <p:spPr>
              <a:xfrm>
                <a:off x="3407614" y="1965921"/>
                <a:ext cx="134118" cy="133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823" name="Ink 1049822"/>
              <p14:cNvContentPartPr/>
              <p14:nvPr/>
            </p14:nvContentPartPr>
            <p14:xfrm>
              <a:off x="3579258" y="1957472"/>
              <a:ext cx="527413" cy="205421"/>
            </p14:xfrm>
          </p:contentPart>
        </mc:Choice>
        <mc:Fallback xmlns="">
          <p:sp>
            <p:nvSpPr>
              <p:cNvPr id="1049823" name=""/>
              <p:cNvSpPr/>
              <p:nvPr/>
            </p:nvSpPr>
            <p:spPr>
              <a:xfrm>
                <a:off x="3579258" y="1957472"/>
                <a:ext cx="527413" cy="205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824" name="Ink 1049823"/>
              <p14:cNvContentPartPr/>
              <p14:nvPr/>
            </p14:nvContentPartPr>
            <p14:xfrm>
              <a:off x="4422918" y="1914791"/>
              <a:ext cx="13268" cy="210345"/>
            </p14:xfrm>
          </p:contentPart>
        </mc:Choice>
        <mc:Fallback xmlns="">
          <p:sp>
            <p:nvSpPr>
              <p:cNvPr id="1049824" name=""/>
              <p:cNvSpPr/>
              <p:nvPr/>
            </p:nvSpPr>
            <p:spPr>
              <a:xfrm>
                <a:off x="4422918" y="1914791"/>
                <a:ext cx="13268" cy="210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825" name="Ink 1049824"/>
              <p14:cNvContentPartPr/>
              <p14:nvPr/>
            </p14:nvContentPartPr>
            <p14:xfrm>
              <a:off x="4251274" y="1867119"/>
              <a:ext cx="276670" cy="11435"/>
            </p14:xfrm>
          </p:contentPart>
        </mc:Choice>
        <mc:Fallback xmlns="">
          <p:sp>
            <p:nvSpPr>
              <p:cNvPr id="1049825" name=""/>
              <p:cNvSpPr/>
              <p:nvPr/>
            </p:nvSpPr>
            <p:spPr>
              <a:xfrm>
                <a:off x="4251274" y="1867119"/>
                <a:ext cx="276670" cy="11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826" name="Ink 1049825"/>
              <p14:cNvContentPartPr/>
              <p14:nvPr/>
            </p14:nvContentPartPr>
            <p14:xfrm>
              <a:off x="4486433" y="2059988"/>
              <a:ext cx="110963" cy="45272"/>
            </p14:xfrm>
          </p:contentPart>
        </mc:Choice>
        <mc:Fallback xmlns="">
          <p:sp>
            <p:nvSpPr>
              <p:cNvPr id="1049826" name=""/>
              <p:cNvSpPr/>
              <p:nvPr/>
            </p:nvSpPr>
            <p:spPr>
              <a:xfrm>
                <a:off x="4486433" y="2059988"/>
                <a:ext cx="110963" cy="452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827" name="Ink 1049826"/>
              <p14:cNvContentPartPr/>
              <p14:nvPr/>
            </p14:nvContentPartPr>
            <p14:xfrm>
              <a:off x="4694725" y="1966434"/>
              <a:ext cx="170638" cy="6684"/>
            </p14:xfrm>
          </p:contentPart>
        </mc:Choice>
        <mc:Fallback xmlns="">
          <p:sp>
            <p:nvSpPr>
              <p:cNvPr id="1049827" name=""/>
              <p:cNvSpPr/>
              <p:nvPr/>
            </p:nvSpPr>
            <p:spPr>
              <a:xfrm>
                <a:off x="4694725" y="1966434"/>
                <a:ext cx="170638" cy="66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828" name="Ink 1049827"/>
              <p14:cNvContentPartPr/>
              <p14:nvPr/>
            </p14:nvContentPartPr>
            <p14:xfrm>
              <a:off x="4709286" y="2016305"/>
              <a:ext cx="171644" cy="36485"/>
            </p14:xfrm>
          </p:contentPart>
        </mc:Choice>
        <mc:Fallback xmlns="">
          <p:sp>
            <p:nvSpPr>
              <p:cNvPr id="1049828" name=""/>
              <p:cNvSpPr/>
              <p:nvPr/>
            </p:nvSpPr>
            <p:spPr>
              <a:xfrm>
                <a:off x="4709286" y="2016305"/>
                <a:ext cx="171644" cy="36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829" name="Ink 1049828"/>
              <p14:cNvContentPartPr/>
              <p14:nvPr/>
            </p14:nvContentPartPr>
            <p14:xfrm>
              <a:off x="5066694" y="1779654"/>
              <a:ext cx="135903" cy="185846"/>
            </p14:xfrm>
          </p:contentPart>
        </mc:Choice>
        <mc:Fallback xmlns="">
          <p:sp>
            <p:nvSpPr>
              <p:cNvPr id="1049829" name=""/>
              <p:cNvSpPr/>
              <p:nvPr/>
            </p:nvSpPr>
            <p:spPr>
              <a:xfrm>
                <a:off x="5066694" y="1779654"/>
                <a:ext cx="135903" cy="1858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830" name="Ink 1049829"/>
              <p14:cNvContentPartPr/>
              <p14:nvPr/>
            </p14:nvContentPartPr>
            <p14:xfrm>
              <a:off x="5274079" y="1770339"/>
              <a:ext cx="36845" cy="164735"/>
            </p14:xfrm>
          </p:contentPart>
        </mc:Choice>
        <mc:Fallback xmlns="">
          <p:sp>
            <p:nvSpPr>
              <p:cNvPr id="1049830" name=""/>
              <p:cNvSpPr/>
              <p:nvPr/>
            </p:nvSpPr>
            <p:spPr>
              <a:xfrm>
                <a:off x="5274079" y="1770339"/>
                <a:ext cx="36845" cy="164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831" name="Ink 1049830"/>
              <p14:cNvContentPartPr/>
              <p14:nvPr/>
            </p14:nvContentPartPr>
            <p14:xfrm>
              <a:off x="5374241" y="1784486"/>
              <a:ext cx="10590" cy="101762"/>
            </p14:xfrm>
          </p:contentPart>
        </mc:Choice>
        <mc:Fallback xmlns="">
          <p:sp>
            <p:nvSpPr>
              <p:cNvPr id="1049831" name=""/>
              <p:cNvSpPr/>
              <p:nvPr/>
            </p:nvSpPr>
            <p:spPr>
              <a:xfrm>
                <a:off x="5374241" y="1784486"/>
                <a:ext cx="10590" cy="101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832" name="Ink 1049831"/>
              <p14:cNvContentPartPr/>
              <p14:nvPr/>
            </p14:nvContentPartPr>
            <p14:xfrm>
              <a:off x="5195537" y="1740850"/>
              <a:ext cx="261794" cy="14597"/>
            </p14:xfrm>
          </p:contentPart>
        </mc:Choice>
        <mc:Fallback xmlns="">
          <p:sp>
            <p:nvSpPr>
              <p:cNvPr id="1049832" name=""/>
              <p:cNvSpPr/>
              <p:nvPr/>
            </p:nvSpPr>
            <p:spPr>
              <a:xfrm>
                <a:off x="5195537" y="1740850"/>
                <a:ext cx="261794" cy="14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833" name="Ink 1049832"/>
              <p14:cNvContentPartPr/>
              <p14:nvPr/>
            </p14:nvContentPartPr>
            <p14:xfrm>
              <a:off x="5030512" y="1966463"/>
              <a:ext cx="394251" cy="57040"/>
            </p14:xfrm>
          </p:contentPart>
        </mc:Choice>
        <mc:Fallback xmlns="">
          <p:sp>
            <p:nvSpPr>
              <p:cNvPr id="1049833" name=""/>
              <p:cNvSpPr/>
              <p:nvPr/>
            </p:nvSpPr>
            <p:spPr>
              <a:xfrm>
                <a:off x="5030512" y="1966463"/>
                <a:ext cx="394251" cy="57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834" name="Ink 1049833"/>
              <p14:cNvContentPartPr/>
              <p14:nvPr/>
            </p14:nvContentPartPr>
            <p14:xfrm>
              <a:off x="5085329" y="2070887"/>
              <a:ext cx="259576" cy="143116"/>
            </p14:xfrm>
          </p:contentPart>
        </mc:Choice>
        <mc:Fallback xmlns="">
          <p:sp>
            <p:nvSpPr>
              <p:cNvPr id="1049834" name=""/>
              <p:cNvSpPr/>
              <p:nvPr/>
            </p:nvSpPr>
            <p:spPr>
              <a:xfrm>
                <a:off x="5085329" y="2070887"/>
                <a:ext cx="259576" cy="1431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835" name="Ink 1049834"/>
              <p14:cNvContentPartPr/>
              <p14:nvPr/>
            </p14:nvContentPartPr>
            <p14:xfrm>
              <a:off x="5345561" y="2190045"/>
              <a:ext cx="83661" cy="68809"/>
            </p14:xfrm>
          </p:contentPart>
        </mc:Choice>
        <mc:Fallback xmlns="">
          <p:sp>
            <p:nvSpPr>
              <p:cNvPr id="1049835" name=""/>
              <p:cNvSpPr/>
              <p:nvPr/>
            </p:nvSpPr>
            <p:spPr>
              <a:xfrm>
                <a:off x="5345561" y="2190045"/>
                <a:ext cx="83661" cy="68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836" name="Ink 1049835"/>
              <p14:cNvContentPartPr/>
              <p14:nvPr/>
            </p14:nvContentPartPr>
            <p14:xfrm>
              <a:off x="7784320" y="1778352"/>
              <a:ext cx="515170" cy="384839"/>
            </p14:xfrm>
          </p:contentPart>
        </mc:Choice>
        <mc:Fallback xmlns="">
          <p:sp>
            <p:nvSpPr>
              <p:cNvPr id="1049836" name=""/>
              <p:cNvSpPr/>
              <p:nvPr/>
            </p:nvSpPr>
            <p:spPr>
              <a:xfrm>
                <a:off x="7784320" y="1778352"/>
                <a:ext cx="515170" cy="384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837" name="Ink 1049836"/>
              <p14:cNvContentPartPr/>
              <p14:nvPr/>
            </p14:nvContentPartPr>
            <p14:xfrm>
              <a:off x="8485458" y="1973118"/>
              <a:ext cx="178704" cy="6949"/>
            </p14:xfrm>
          </p:contentPart>
        </mc:Choice>
        <mc:Fallback xmlns="">
          <p:sp>
            <p:nvSpPr>
              <p:cNvPr id="1049837" name=""/>
              <p:cNvSpPr/>
              <p:nvPr/>
            </p:nvSpPr>
            <p:spPr>
              <a:xfrm>
                <a:off x="8485458" y="1973118"/>
                <a:ext cx="178704" cy="6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838" name="Ink 1049837"/>
              <p14:cNvContentPartPr/>
              <p14:nvPr/>
            </p14:nvContentPartPr>
            <p14:xfrm>
              <a:off x="8528258" y="2074255"/>
              <a:ext cx="130414" cy="7078"/>
            </p14:xfrm>
          </p:contentPart>
        </mc:Choice>
        <mc:Fallback xmlns="">
          <p:sp>
            <p:nvSpPr>
              <p:cNvPr id="1049838" name=""/>
              <p:cNvSpPr/>
              <p:nvPr/>
            </p:nvSpPr>
            <p:spPr>
              <a:xfrm>
                <a:off x="8528258" y="2074255"/>
                <a:ext cx="130414" cy="70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839" name="Ink 1049838"/>
              <p14:cNvContentPartPr/>
              <p14:nvPr/>
            </p14:nvContentPartPr>
            <p14:xfrm>
              <a:off x="8756823" y="1615024"/>
              <a:ext cx="1584556" cy="765657"/>
            </p14:xfrm>
          </p:contentPart>
        </mc:Choice>
        <mc:Fallback xmlns="">
          <p:sp>
            <p:nvSpPr>
              <p:cNvPr id="1049839" name=""/>
              <p:cNvSpPr/>
              <p:nvPr/>
            </p:nvSpPr>
            <p:spPr>
              <a:xfrm>
                <a:off x="8756823" y="1615024"/>
                <a:ext cx="1584556" cy="7656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840" name="Ink 1049839"/>
              <p14:cNvContentPartPr/>
              <p14:nvPr/>
            </p14:nvContentPartPr>
            <p14:xfrm>
              <a:off x="9011046" y="1936633"/>
              <a:ext cx="265013" cy="192945"/>
            </p14:xfrm>
          </p:contentPart>
        </mc:Choice>
        <mc:Fallback xmlns="">
          <p:sp>
            <p:nvSpPr>
              <p:cNvPr id="1049840" name=""/>
              <p:cNvSpPr/>
              <p:nvPr/>
            </p:nvSpPr>
            <p:spPr>
              <a:xfrm>
                <a:off x="9011046" y="1936633"/>
                <a:ext cx="265013" cy="192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841" name="Ink 1049840"/>
              <p14:cNvContentPartPr/>
              <p14:nvPr/>
            </p14:nvContentPartPr>
            <p14:xfrm>
              <a:off x="9223171" y="2153808"/>
              <a:ext cx="103059" cy="80774"/>
            </p14:xfrm>
          </p:contentPart>
        </mc:Choice>
        <mc:Fallback xmlns="">
          <p:sp>
            <p:nvSpPr>
              <p:cNvPr id="1049841" name=""/>
              <p:cNvSpPr/>
              <p:nvPr/>
            </p:nvSpPr>
            <p:spPr>
              <a:xfrm>
                <a:off x="9223171" y="2153808"/>
                <a:ext cx="103059" cy="807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842" name="Ink 1049841"/>
              <p14:cNvContentPartPr/>
              <p14:nvPr/>
            </p14:nvContentPartPr>
            <p14:xfrm>
              <a:off x="9322057" y="1797418"/>
              <a:ext cx="152530" cy="168654"/>
            </p14:xfrm>
          </p:contentPart>
        </mc:Choice>
        <mc:Fallback xmlns="">
          <p:sp>
            <p:nvSpPr>
              <p:cNvPr id="1049842" name=""/>
              <p:cNvSpPr/>
              <p:nvPr/>
            </p:nvSpPr>
            <p:spPr>
              <a:xfrm>
                <a:off x="9322057" y="1797418"/>
                <a:ext cx="152530" cy="168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843" name="Ink 1049842"/>
              <p14:cNvContentPartPr/>
              <p14:nvPr/>
            </p14:nvContentPartPr>
            <p14:xfrm>
              <a:off x="9465021" y="2103200"/>
              <a:ext cx="195048" cy="7173"/>
            </p14:xfrm>
          </p:contentPart>
        </mc:Choice>
        <mc:Fallback xmlns="">
          <p:sp>
            <p:nvSpPr>
              <p:cNvPr id="1049843" name=""/>
              <p:cNvSpPr/>
              <p:nvPr/>
            </p:nvSpPr>
            <p:spPr>
              <a:xfrm>
                <a:off x="9465021" y="2103200"/>
                <a:ext cx="195048" cy="7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844" name="Ink 1049843"/>
              <p14:cNvContentPartPr/>
              <p14:nvPr/>
            </p14:nvContentPartPr>
            <p14:xfrm>
              <a:off x="9785468" y="1878554"/>
              <a:ext cx="166896" cy="387391"/>
            </p14:xfrm>
          </p:contentPart>
        </mc:Choice>
        <mc:Fallback xmlns="">
          <p:sp>
            <p:nvSpPr>
              <p:cNvPr id="1049844" name=""/>
              <p:cNvSpPr/>
              <p:nvPr/>
            </p:nvSpPr>
            <p:spPr>
              <a:xfrm>
                <a:off x="9785468" y="1878554"/>
                <a:ext cx="166896" cy="387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845" name="Ink 1049844"/>
              <p14:cNvContentPartPr/>
              <p14:nvPr/>
            </p14:nvContentPartPr>
            <p14:xfrm>
              <a:off x="9987013" y="1800260"/>
              <a:ext cx="192973" cy="160056"/>
            </p14:xfrm>
          </p:contentPart>
        </mc:Choice>
        <mc:Fallback xmlns="">
          <p:sp>
            <p:nvSpPr>
              <p:cNvPr id="1049845" name=""/>
              <p:cNvSpPr/>
              <p:nvPr/>
            </p:nvSpPr>
            <p:spPr>
              <a:xfrm>
                <a:off x="9987013" y="1800260"/>
                <a:ext cx="192973" cy="160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846" name="Ink 1049845"/>
              <p14:cNvContentPartPr/>
              <p14:nvPr/>
            </p14:nvContentPartPr>
            <p14:xfrm>
              <a:off x="10300159" y="1726159"/>
              <a:ext cx="23082" cy="78072"/>
            </p14:xfrm>
          </p:contentPart>
        </mc:Choice>
        <mc:Fallback xmlns="">
          <p:sp>
            <p:nvSpPr>
              <p:cNvPr id="1049846" name=""/>
              <p:cNvSpPr/>
              <p:nvPr/>
            </p:nvSpPr>
            <p:spPr>
              <a:xfrm>
                <a:off x="10300159" y="1726159"/>
                <a:ext cx="23082" cy="78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847" name="Ink 1049846"/>
              <p14:cNvContentPartPr/>
              <p14:nvPr/>
            </p14:nvContentPartPr>
            <p14:xfrm>
              <a:off x="7106097" y="2527101"/>
              <a:ext cx="1317" cy="302614"/>
            </p14:xfrm>
          </p:contentPart>
        </mc:Choice>
        <mc:Fallback xmlns="">
          <p:sp>
            <p:nvSpPr>
              <p:cNvPr id="1049847" name=""/>
              <p:cNvSpPr/>
              <p:nvPr/>
            </p:nvSpPr>
            <p:spPr>
              <a:xfrm>
                <a:off x="7106097" y="2527101"/>
                <a:ext cx="1317" cy="302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848" name="Ink 1049847"/>
              <p14:cNvContentPartPr/>
              <p14:nvPr/>
            </p14:nvContentPartPr>
            <p14:xfrm>
              <a:off x="6997580" y="2479943"/>
              <a:ext cx="210873" cy="22529"/>
            </p14:xfrm>
          </p:contentPart>
        </mc:Choice>
        <mc:Fallback xmlns="">
          <p:sp>
            <p:nvSpPr>
              <p:cNvPr id="1049848" name=""/>
              <p:cNvSpPr/>
              <p:nvPr/>
            </p:nvSpPr>
            <p:spPr>
              <a:xfrm>
                <a:off x="6997580" y="2479943"/>
                <a:ext cx="210873" cy="22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849" name="Ink 1049848"/>
              <p14:cNvContentPartPr/>
              <p14:nvPr/>
            </p14:nvContentPartPr>
            <p14:xfrm>
              <a:off x="7219527" y="2653683"/>
              <a:ext cx="114494" cy="9253"/>
            </p14:xfrm>
          </p:contentPart>
        </mc:Choice>
        <mc:Fallback xmlns="">
          <p:sp>
            <p:nvSpPr>
              <p:cNvPr id="1049849" name=""/>
              <p:cNvSpPr/>
              <p:nvPr/>
            </p:nvSpPr>
            <p:spPr>
              <a:xfrm>
                <a:off x="7219527" y="2653683"/>
                <a:ext cx="114494" cy="9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850" name="Ink 1049849"/>
              <p14:cNvContentPartPr/>
              <p14:nvPr/>
            </p14:nvContentPartPr>
            <p14:xfrm>
              <a:off x="7248207" y="2743541"/>
              <a:ext cx="180113" cy="33249"/>
            </p14:xfrm>
          </p:contentPart>
        </mc:Choice>
        <mc:Fallback xmlns="">
          <p:sp>
            <p:nvSpPr>
              <p:cNvPr id="1049850" name=""/>
              <p:cNvSpPr/>
              <p:nvPr/>
            </p:nvSpPr>
            <p:spPr>
              <a:xfrm>
                <a:off x="7248207" y="2743541"/>
                <a:ext cx="180113" cy="332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851" name="Ink 1049850"/>
              <p14:cNvContentPartPr/>
              <p14:nvPr/>
            </p14:nvContentPartPr>
            <p14:xfrm>
              <a:off x="7557361" y="2462194"/>
              <a:ext cx="91008" cy="203013"/>
            </p14:xfrm>
          </p:contentPart>
        </mc:Choice>
        <mc:Fallback xmlns="">
          <p:sp>
            <p:nvSpPr>
              <p:cNvPr id="1049851" name=""/>
              <p:cNvSpPr/>
              <p:nvPr/>
            </p:nvSpPr>
            <p:spPr>
              <a:xfrm>
                <a:off x="7557361" y="2462194"/>
                <a:ext cx="91008" cy="203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852" name="Ink 1049851"/>
              <p14:cNvContentPartPr/>
              <p14:nvPr/>
            </p14:nvContentPartPr>
            <p14:xfrm>
              <a:off x="7748579" y="2501536"/>
              <a:ext cx="21621" cy="167038"/>
            </p14:xfrm>
          </p:contentPart>
        </mc:Choice>
        <mc:Fallback xmlns="">
          <p:sp>
            <p:nvSpPr>
              <p:cNvPr id="1049852" name=""/>
              <p:cNvSpPr/>
              <p:nvPr/>
            </p:nvSpPr>
            <p:spPr>
              <a:xfrm>
                <a:off x="7748579" y="2501536"/>
                <a:ext cx="21621" cy="167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853" name="Ink 1049852"/>
              <p14:cNvContentPartPr/>
              <p14:nvPr/>
            </p14:nvContentPartPr>
            <p14:xfrm>
              <a:off x="7834622" y="2537774"/>
              <a:ext cx="2921" cy="120873"/>
            </p14:xfrm>
          </p:contentPart>
        </mc:Choice>
        <mc:Fallback xmlns="">
          <p:sp>
            <p:nvSpPr>
              <p:cNvPr id="1049853" name=""/>
              <p:cNvSpPr/>
              <p:nvPr/>
            </p:nvSpPr>
            <p:spPr>
              <a:xfrm>
                <a:off x="7834622" y="2537774"/>
                <a:ext cx="2921" cy="120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854" name="Ink 1049853"/>
              <p14:cNvContentPartPr/>
              <p14:nvPr/>
            </p14:nvContentPartPr>
            <p14:xfrm>
              <a:off x="7691217" y="2465299"/>
              <a:ext cx="264331" cy="58471"/>
            </p14:xfrm>
          </p:contentPart>
        </mc:Choice>
        <mc:Fallback xmlns="">
          <p:sp>
            <p:nvSpPr>
              <p:cNvPr id="1049854" name=""/>
              <p:cNvSpPr/>
              <p:nvPr/>
            </p:nvSpPr>
            <p:spPr>
              <a:xfrm>
                <a:off x="7691217" y="2465299"/>
                <a:ext cx="264331" cy="58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855" name="Ink 1049854"/>
              <p14:cNvContentPartPr/>
              <p14:nvPr/>
            </p14:nvContentPartPr>
            <p14:xfrm>
              <a:off x="7555314" y="2776790"/>
              <a:ext cx="320709" cy="12280"/>
            </p14:xfrm>
          </p:contentPart>
        </mc:Choice>
        <mc:Fallback xmlns="">
          <p:sp>
            <p:nvSpPr>
              <p:cNvPr id="1049855" name=""/>
              <p:cNvSpPr/>
              <p:nvPr/>
            </p:nvSpPr>
            <p:spPr>
              <a:xfrm>
                <a:off x="7555314" y="2776790"/>
                <a:ext cx="320709" cy="12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856" name="Ink 1049855"/>
              <p14:cNvContentPartPr/>
              <p14:nvPr/>
            </p14:nvContentPartPr>
            <p14:xfrm>
              <a:off x="7605616" y="2908107"/>
              <a:ext cx="400650" cy="250370"/>
            </p14:xfrm>
          </p:contentPart>
        </mc:Choice>
        <mc:Fallback xmlns="">
          <p:sp>
            <p:nvSpPr>
              <p:cNvPr id="1049856" name=""/>
              <p:cNvSpPr/>
              <p:nvPr/>
            </p:nvSpPr>
            <p:spPr>
              <a:xfrm>
                <a:off x="7605616" y="2908107"/>
                <a:ext cx="400650" cy="250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857" name="Ink 1049856"/>
              <p14:cNvContentPartPr/>
              <p14:nvPr/>
            </p14:nvContentPartPr>
            <p14:xfrm>
              <a:off x="8056127" y="2806078"/>
              <a:ext cx="146665" cy="9546"/>
            </p14:xfrm>
          </p:contentPart>
        </mc:Choice>
        <mc:Fallback xmlns="">
          <p:sp>
            <p:nvSpPr>
              <p:cNvPr id="1049857" name=""/>
              <p:cNvSpPr/>
              <p:nvPr/>
            </p:nvSpPr>
            <p:spPr>
              <a:xfrm>
                <a:off x="8056127" y="2806078"/>
                <a:ext cx="146665" cy="95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858" name="Ink 1049857"/>
              <p14:cNvContentPartPr/>
              <p14:nvPr/>
            </p14:nvContentPartPr>
            <p14:xfrm>
              <a:off x="8091867" y="2907592"/>
              <a:ext cx="151845" cy="1184"/>
            </p14:xfrm>
          </p:contentPart>
        </mc:Choice>
        <mc:Fallback xmlns="">
          <p:sp>
            <p:nvSpPr>
              <p:cNvPr id="1049858" name=""/>
              <p:cNvSpPr/>
              <p:nvPr/>
            </p:nvSpPr>
            <p:spPr>
              <a:xfrm>
                <a:off x="8091867" y="2907592"/>
                <a:ext cx="151845" cy="1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859" name="Ink 1049858"/>
              <p14:cNvContentPartPr/>
              <p14:nvPr/>
            </p14:nvContentPartPr>
            <p14:xfrm>
              <a:off x="8562784" y="2576028"/>
              <a:ext cx="172859" cy="218703"/>
            </p14:xfrm>
          </p:contentPart>
        </mc:Choice>
        <mc:Fallback xmlns="">
          <p:sp>
            <p:nvSpPr>
              <p:cNvPr id="1049859" name=""/>
              <p:cNvSpPr/>
              <p:nvPr/>
            </p:nvSpPr>
            <p:spPr>
              <a:xfrm>
                <a:off x="8562784" y="2576028"/>
                <a:ext cx="172859" cy="2187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860" name="Ink 1049859"/>
              <p14:cNvContentPartPr/>
              <p14:nvPr/>
            </p14:nvContentPartPr>
            <p14:xfrm>
              <a:off x="8827242" y="2624644"/>
              <a:ext cx="10671" cy="169664"/>
            </p14:xfrm>
          </p:contentPart>
        </mc:Choice>
        <mc:Fallback xmlns="">
          <p:sp>
            <p:nvSpPr>
              <p:cNvPr id="1049860" name=""/>
              <p:cNvSpPr/>
              <p:nvPr/>
            </p:nvSpPr>
            <p:spPr>
              <a:xfrm>
                <a:off x="8827242" y="2624644"/>
                <a:ext cx="10671" cy="1696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861" name="Ink 1049860"/>
              <p14:cNvContentPartPr/>
              <p14:nvPr/>
            </p14:nvContentPartPr>
            <p14:xfrm>
              <a:off x="8907287" y="2632338"/>
              <a:ext cx="19721" cy="121922"/>
            </p14:xfrm>
          </p:contentPart>
        </mc:Choice>
        <mc:Fallback xmlns="">
          <p:sp>
            <p:nvSpPr>
              <p:cNvPr id="1049861" name=""/>
              <p:cNvSpPr/>
              <p:nvPr/>
            </p:nvSpPr>
            <p:spPr>
              <a:xfrm>
                <a:off x="8907287" y="2632338"/>
                <a:ext cx="19721" cy="1219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862" name="Ink 1049861"/>
              <p14:cNvContentPartPr/>
              <p14:nvPr/>
            </p14:nvContentPartPr>
            <p14:xfrm>
              <a:off x="8764324" y="2566813"/>
              <a:ext cx="215211" cy="36930"/>
            </p14:xfrm>
          </p:contentPart>
        </mc:Choice>
        <mc:Fallback xmlns="">
          <p:sp>
            <p:nvSpPr>
              <p:cNvPr id="1049862" name=""/>
              <p:cNvSpPr/>
              <p:nvPr/>
            </p:nvSpPr>
            <p:spPr>
              <a:xfrm>
                <a:off x="8764324" y="2566813"/>
                <a:ext cx="215211" cy="3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863" name="Ink 1049862"/>
              <p14:cNvContentPartPr/>
              <p14:nvPr/>
            </p14:nvContentPartPr>
            <p14:xfrm>
              <a:off x="8392355" y="2871106"/>
              <a:ext cx="1164215" cy="72746"/>
            </p14:xfrm>
          </p:contentPart>
        </mc:Choice>
        <mc:Fallback xmlns="">
          <p:sp>
            <p:nvSpPr>
              <p:cNvPr id="1049863" name=""/>
              <p:cNvSpPr/>
              <p:nvPr/>
            </p:nvSpPr>
            <p:spPr>
              <a:xfrm>
                <a:off x="8392355" y="2871106"/>
                <a:ext cx="1164215" cy="72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864" name="Ink 1049863"/>
              <p14:cNvContentPartPr/>
              <p14:nvPr/>
            </p14:nvContentPartPr>
            <p14:xfrm>
              <a:off x="8421036" y="2936113"/>
              <a:ext cx="1165778" cy="481756"/>
            </p14:xfrm>
          </p:contentPart>
        </mc:Choice>
        <mc:Fallback xmlns="">
          <p:sp>
            <p:nvSpPr>
              <p:cNvPr id="1049864" name=""/>
              <p:cNvSpPr/>
              <p:nvPr/>
            </p:nvSpPr>
            <p:spPr>
              <a:xfrm>
                <a:off x="8421036" y="2936113"/>
                <a:ext cx="1165778" cy="4817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865" name="Ink 1049864"/>
              <p14:cNvContentPartPr/>
              <p14:nvPr/>
            </p14:nvContentPartPr>
            <p14:xfrm>
              <a:off x="8608940" y="3124519"/>
              <a:ext cx="208514" cy="127437"/>
            </p14:xfrm>
          </p:contentPart>
        </mc:Choice>
        <mc:Fallback xmlns="">
          <p:sp>
            <p:nvSpPr>
              <p:cNvPr id="1049865" name=""/>
              <p:cNvSpPr/>
              <p:nvPr/>
            </p:nvSpPr>
            <p:spPr>
              <a:xfrm>
                <a:off x="8608940" y="3124519"/>
                <a:ext cx="208514" cy="1274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866" name="Ink 1049865"/>
              <p14:cNvContentPartPr/>
              <p14:nvPr/>
            </p14:nvContentPartPr>
            <p14:xfrm>
              <a:off x="8771384" y="3287586"/>
              <a:ext cx="50672" cy="69923"/>
            </p14:xfrm>
          </p:contentPart>
        </mc:Choice>
        <mc:Fallback xmlns="">
          <p:sp>
            <p:nvSpPr>
              <p:cNvPr id="1049866" name=""/>
              <p:cNvSpPr/>
              <p:nvPr/>
            </p:nvSpPr>
            <p:spPr>
              <a:xfrm>
                <a:off x="8771384" y="3287586"/>
                <a:ext cx="50672" cy="69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867" name="Ink 1049866"/>
              <p14:cNvContentPartPr/>
              <p14:nvPr/>
            </p14:nvContentPartPr>
            <p14:xfrm>
              <a:off x="8814185" y="3066688"/>
              <a:ext cx="179459" cy="111289"/>
            </p14:xfrm>
          </p:contentPart>
        </mc:Choice>
        <mc:Fallback xmlns="">
          <p:sp>
            <p:nvSpPr>
              <p:cNvPr id="1049867" name=""/>
              <p:cNvSpPr/>
              <p:nvPr/>
            </p:nvSpPr>
            <p:spPr>
              <a:xfrm>
                <a:off x="8814185" y="3066688"/>
                <a:ext cx="179459" cy="111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868" name="Ink 1049867"/>
              <p14:cNvContentPartPr/>
              <p14:nvPr/>
            </p14:nvContentPartPr>
            <p14:xfrm>
              <a:off x="8992889" y="3202504"/>
              <a:ext cx="210029" cy="52816"/>
            </p14:xfrm>
          </p:contentPart>
        </mc:Choice>
        <mc:Fallback xmlns="">
          <p:sp>
            <p:nvSpPr>
              <p:cNvPr id="1049868" name=""/>
              <p:cNvSpPr/>
              <p:nvPr/>
            </p:nvSpPr>
            <p:spPr>
              <a:xfrm>
                <a:off x="8992889" y="3202504"/>
                <a:ext cx="210029" cy="52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869" name="Ink 1049868"/>
              <p14:cNvContentPartPr/>
              <p14:nvPr/>
            </p14:nvContentPartPr>
            <p14:xfrm>
              <a:off x="9220330" y="3121441"/>
              <a:ext cx="78724" cy="270454"/>
            </p14:xfrm>
          </p:contentPart>
        </mc:Choice>
        <mc:Fallback xmlns="">
          <p:sp>
            <p:nvSpPr>
              <p:cNvPr id="1049869" name=""/>
              <p:cNvSpPr/>
              <p:nvPr/>
            </p:nvSpPr>
            <p:spPr>
              <a:xfrm>
                <a:off x="9220330" y="3121441"/>
                <a:ext cx="78724" cy="270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870" name="Ink 1049869"/>
              <p14:cNvContentPartPr/>
              <p14:nvPr/>
            </p14:nvContentPartPr>
            <p14:xfrm>
              <a:off x="9322057" y="3078996"/>
              <a:ext cx="139822" cy="153534"/>
            </p14:xfrm>
          </p:contentPart>
        </mc:Choice>
        <mc:Fallback xmlns="">
          <p:sp>
            <p:nvSpPr>
              <p:cNvPr id="1049870" name=""/>
              <p:cNvSpPr/>
              <p:nvPr/>
            </p:nvSpPr>
            <p:spPr>
              <a:xfrm>
                <a:off x="9322057" y="3078996"/>
                <a:ext cx="139822" cy="153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871" name="Ink 1049870"/>
              <p14:cNvContentPartPr/>
              <p14:nvPr/>
            </p14:nvContentPartPr>
            <p14:xfrm>
              <a:off x="8814185" y="3063558"/>
              <a:ext cx="134439" cy="156613"/>
            </p14:xfrm>
          </p:contentPart>
        </mc:Choice>
        <mc:Fallback xmlns="">
          <p:sp>
            <p:nvSpPr>
              <p:cNvPr id="1049871" name=""/>
              <p:cNvSpPr/>
              <p:nvPr/>
            </p:nvSpPr>
            <p:spPr>
              <a:xfrm>
                <a:off x="8814185" y="3063558"/>
                <a:ext cx="134439" cy="156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872" name="Ink 1049871"/>
              <p14:cNvContentPartPr/>
              <p14:nvPr/>
            </p14:nvContentPartPr>
            <p14:xfrm>
              <a:off x="9745416" y="2924684"/>
              <a:ext cx="189089" cy="11753"/>
            </p14:xfrm>
          </p:contentPart>
        </mc:Choice>
        <mc:Fallback xmlns="">
          <p:sp>
            <p:nvSpPr>
              <p:cNvPr id="1049872" name=""/>
              <p:cNvSpPr/>
              <p:nvPr/>
            </p:nvSpPr>
            <p:spPr>
              <a:xfrm>
                <a:off x="9745416" y="2924684"/>
                <a:ext cx="189089" cy="11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873" name="Ink 1049872"/>
              <p14:cNvContentPartPr/>
              <p14:nvPr/>
            </p14:nvContentPartPr>
            <p14:xfrm>
              <a:off x="9783369" y="3050601"/>
              <a:ext cx="153783" cy="1443"/>
            </p14:xfrm>
          </p:contentPart>
        </mc:Choice>
        <mc:Fallback xmlns="">
          <p:sp>
            <p:nvSpPr>
              <p:cNvPr id="1049873" name=""/>
              <p:cNvSpPr/>
              <p:nvPr/>
            </p:nvSpPr>
            <p:spPr>
              <a:xfrm>
                <a:off x="9783369" y="3050601"/>
                <a:ext cx="153783" cy="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874" name="Ink 1049873"/>
              <p14:cNvContentPartPr/>
              <p14:nvPr/>
            </p14:nvContentPartPr>
            <p14:xfrm>
              <a:off x="10185306" y="2546107"/>
              <a:ext cx="102195" cy="220885"/>
            </p14:xfrm>
          </p:contentPart>
        </mc:Choice>
        <mc:Fallback xmlns="">
          <p:sp>
            <p:nvSpPr>
              <p:cNvPr id="1049874" name=""/>
              <p:cNvSpPr/>
              <p:nvPr/>
            </p:nvSpPr>
            <p:spPr>
              <a:xfrm>
                <a:off x="10185306" y="2546107"/>
                <a:ext cx="102195" cy="220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875" name="Ink 1049874"/>
              <p14:cNvContentPartPr/>
              <p14:nvPr/>
            </p14:nvContentPartPr>
            <p14:xfrm>
              <a:off x="10386665" y="2574011"/>
              <a:ext cx="8058" cy="166355"/>
            </p14:xfrm>
          </p:contentPart>
        </mc:Choice>
        <mc:Fallback xmlns="">
          <p:sp>
            <p:nvSpPr>
              <p:cNvPr id="1049875" name=""/>
              <p:cNvSpPr/>
              <p:nvPr/>
            </p:nvSpPr>
            <p:spPr>
              <a:xfrm>
                <a:off x="10386665" y="2574011"/>
                <a:ext cx="8058" cy="166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876" name="Ink 1049875"/>
              <p14:cNvContentPartPr/>
              <p14:nvPr/>
            </p14:nvContentPartPr>
            <p14:xfrm>
              <a:off x="10445025" y="2581209"/>
              <a:ext cx="20526" cy="165577"/>
            </p14:xfrm>
          </p:contentPart>
        </mc:Choice>
        <mc:Fallback xmlns="">
          <p:sp>
            <p:nvSpPr>
              <p:cNvPr id="1049876" name=""/>
              <p:cNvSpPr/>
              <p:nvPr/>
            </p:nvSpPr>
            <p:spPr>
              <a:xfrm>
                <a:off x="10445025" y="2581209"/>
                <a:ext cx="20526" cy="165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877" name="Ink 1049876"/>
              <p14:cNvContentPartPr/>
              <p14:nvPr/>
            </p14:nvContentPartPr>
            <p14:xfrm>
              <a:off x="10323241" y="2537774"/>
              <a:ext cx="207385" cy="14892"/>
            </p14:xfrm>
          </p:contentPart>
        </mc:Choice>
        <mc:Fallback xmlns="">
          <p:sp>
            <p:nvSpPr>
              <p:cNvPr id="1049877" name=""/>
              <p:cNvSpPr/>
              <p:nvPr/>
            </p:nvSpPr>
            <p:spPr>
              <a:xfrm>
                <a:off x="10323241" y="2537774"/>
                <a:ext cx="207385" cy="14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878" name="Ink 1049877"/>
              <p14:cNvContentPartPr/>
              <p14:nvPr/>
            </p14:nvContentPartPr>
            <p14:xfrm>
              <a:off x="10328930" y="2631842"/>
              <a:ext cx="338041" cy="277959"/>
            </p14:xfrm>
          </p:contentPart>
        </mc:Choice>
        <mc:Fallback xmlns="">
          <p:sp>
            <p:nvSpPr>
              <p:cNvPr id="1049878" name=""/>
              <p:cNvSpPr/>
              <p:nvPr/>
            </p:nvSpPr>
            <p:spPr>
              <a:xfrm>
                <a:off x="10328930" y="2631842"/>
                <a:ext cx="338041" cy="2779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879" name="Ink 1049878"/>
              <p14:cNvContentPartPr/>
              <p14:nvPr/>
            </p14:nvContentPartPr>
            <p14:xfrm>
              <a:off x="10448109" y="2798535"/>
              <a:ext cx="197629" cy="124606"/>
            </p14:xfrm>
          </p:contentPart>
        </mc:Choice>
        <mc:Fallback xmlns="">
          <p:sp>
            <p:nvSpPr>
              <p:cNvPr id="1049879" name=""/>
              <p:cNvSpPr/>
              <p:nvPr/>
            </p:nvSpPr>
            <p:spPr>
              <a:xfrm>
                <a:off x="10448109" y="2798535"/>
                <a:ext cx="197629" cy="1246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880" name="Ink 1049879"/>
              <p14:cNvContentPartPr/>
              <p14:nvPr/>
            </p14:nvContentPartPr>
            <p14:xfrm>
              <a:off x="10702270" y="2845790"/>
              <a:ext cx="50086" cy="67513"/>
            </p14:xfrm>
          </p:contentPart>
        </mc:Choice>
        <mc:Fallback xmlns="">
          <p:sp>
            <p:nvSpPr>
              <p:cNvPr id="1049880" name=""/>
              <p:cNvSpPr/>
              <p:nvPr/>
            </p:nvSpPr>
            <p:spPr>
              <a:xfrm>
                <a:off x="10702270" y="2845790"/>
                <a:ext cx="50086" cy="67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881" name="Ink 1049880"/>
              <p14:cNvContentPartPr/>
              <p14:nvPr/>
            </p14:nvContentPartPr>
            <p14:xfrm>
              <a:off x="10063264" y="3021531"/>
              <a:ext cx="1139819" cy="15426"/>
            </p14:xfrm>
          </p:contentPart>
        </mc:Choice>
        <mc:Fallback xmlns="">
          <p:sp>
            <p:nvSpPr>
              <p:cNvPr id="1049881" name=""/>
              <p:cNvSpPr/>
              <p:nvPr/>
            </p:nvSpPr>
            <p:spPr>
              <a:xfrm>
                <a:off x="10063264" y="3021531"/>
                <a:ext cx="1139819" cy="15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882" name="Ink 1049881"/>
              <p14:cNvContentPartPr/>
              <p14:nvPr/>
            </p14:nvContentPartPr>
            <p14:xfrm>
              <a:off x="10122916" y="3134571"/>
              <a:ext cx="1051894" cy="549485"/>
            </p14:xfrm>
          </p:contentPart>
        </mc:Choice>
        <mc:Fallback xmlns="">
          <p:sp>
            <p:nvSpPr>
              <p:cNvPr id="1049882" name=""/>
              <p:cNvSpPr/>
              <p:nvPr/>
            </p:nvSpPr>
            <p:spPr>
              <a:xfrm>
                <a:off x="10122916" y="3134571"/>
                <a:ext cx="1051894" cy="5494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883" name="Ink 1049882"/>
              <p14:cNvContentPartPr/>
              <p14:nvPr/>
            </p14:nvContentPartPr>
            <p14:xfrm>
              <a:off x="10365446" y="3334992"/>
              <a:ext cx="50898" cy="186209"/>
            </p14:xfrm>
          </p:contentPart>
        </mc:Choice>
        <mc:Fallback xmlns="">
          <p:sp>
            <p:nvSpPr>
              <p:cNvPr id="1049883" name=""/>
              <p:cNvSpPr/>
              <p:nvPr/>
            </p:nvSpPr>
            <p:spPr>
              <a:xfrm>
                <a:off x="10365446" y="3334992"/>
                <a:ext cx="50898" cy="186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884" name="Ink 1049883"/>
              <p14:cNvContentPartPr/>
              <p14:nvPr/>
            </p14:nvContentPartPr>
            <p14:xfrm>
              <a:off x="10501945" y="3457851"/>
              <a:ext cx="221946" cy="21593"/>
            </p14:xfrm>
          </p:contentPart>
        </mc:Choice>
        <mc:Fallback xmlns="">
          <p:sp>
            <p:nvSpPr>
              <p:cNvPr id="1049884" name=""/>
              <p:cNvSpPr/>
              <p:nvPr/>
            </p:nvSpPr>
            <p:spPr>
              <a:xfrm>
                <a:off x="10501945" y="3457851"/>
                <a:ext cx="221946" cy="21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885" name="Ink 1049884"/>
              <p14:cNvContentPartPr/>
              <p14:nvPr/>
            </p14:nvContentPartPr>
            <p14:xfrm>
              <a:off x="10923775" y="3312902"/>
              <a:ext cx="144471" cy="195418"/>
            </p14:xfrm>
          </p:contentPart>
        </mc:Choice>
        <mc:Fallback xmlns="">
          <p:sp>
            <p:nvSpPr>
              <p:cNvPr id="1049885" name=""/>
              <p:cNvSpPr/>
              <p:nvPr/>
            </p:nvSpPr>
            <p:spPr>
              <a:xfrm>
                <a:off x="10923775" y="3312902"/>
                <a:ext cx="144471" cy="195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886" name="Ink 1049885"/>
              <p14:cNvContentPartPr/>
              <p14:nvPr/>
            </p14:nvContentPartPr>
            <p14:xfrm>
              <a:off x="10902596" y="3566563"/>
              <a:ext cx="262406" cy="4875"/>
            </p14:xfrm>
          </p:contentPart>
        </mc:Choice>
        <mc:Fallback xmlns="">
          <p:sp>
            <p:nvSpPr>
              <p:cNvPr id="1049886" name=""/>
              <p:cNvSpPr/>
              <p:nvPr/>
            </p:nvSpPr>
            <p:spPr>
              <a:xfrm>
                <a:off x="10902596" y="3566563"/>
                <a:ext cx="262406" cy="4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887" name="Ink 1049886"/>
              <p14:cNvContentPartPr/>
              <p14:nvPr/>
            </p14:nvContentPartPr>
            <p14:xfrm>
              <a:off x="10950443" y="3668077"/>
              <a:ext cx="188613" cy="100558"/>
            </p14:xfrm>
          </p:contentPart>
        </mc:Choice>
        <mc:Fallback xmlns="">
          <p:sp>
            <p:nvSpPr>
              <p:cNvPr id="1049887" name=""/>
              <p:cNvSpPr/>
              <p:nvPr/>
            </p:nvSpPr>
            <p:spPr>
              <a:xfrm>
                <a:off x="10950443" y="3668077"/>
                <a:ext cx="188613" cy="100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888" name="Ink 1049887"/>
              <p14:cNvContentPartPr/>
              <p14:nvPr/>
            </p14:nvContentPartPr>
            <p14:xfrm>
              <a:off x="11158538" y="3729665"/>
              <a:ext cx="66836" cy="88814"/>
            </p14:xfrm>
          </p:contentPart>
        </mc:Choice>
        <mc:Fallback xmlns="">
          <p:sp>
            <p:nvSpPr>
              <p:cNvPr id="1049888" name=""/>
              <p:cNvSpPr/>
              <p:nvPr/>
            </p:nvSpPr>
            <p:spPr>
              <a:xfrm>
                <a:off x="11158538" y="3729665"/>
                <a:ext cx="66836" cy="888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889" name="Ink 1049888"/>
              <p14:cNvContentPartPr/>
              <p14:nvPr/>
            </p14:nvContentPartPr>
            <p14:xfrm>
              <a:off x="10769378" y="3269468"/>
              <a:ext cx="98709" cy="485435"/>
            </p14:xfrm>
          </p:contentPart>
        </mc:Choice>
        <mc:Fallback xmlns="">
          <p:sp>
            <p:nvSpPr>
              <p:cNvPr id="1049889" name=""/>
              <p:cNvSpPr/>
              <p:nvPr/>
            </p:nvSpPr>
            <p:spPr>
              <a:xfrm>
                <a:off x="10769378" y="3269468"/>
                <a:ext cx="98709" cy="485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890" name="Ink 1049889"/>
              <p14:cNvContentPartPr/>
              <p14:nvPr/>
            </p14:nvContentPartPr>
            <p14:xfrm>
              <a:off x="11181462" y="3327298"/>
              <a:ext cx="121374" cy="469586"/>
            </p14:xfrm>
          </p:contentPart>
        </mc:Choice>
        <mc:Fallback xmlns="">
          <p:sp>
            <p:nvSpPr>
              <p:cNvPr id="1049890" name=""/>
              <p:cNvSpPr/>
              <p:nvPr/>
            </p:nvSpPr>
            <p:spPr>
              <a:xfrm>
                <a:off x="11181462" y="3327298"/>
                <a:ext cx="121374" cy="469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891" name="Ink 1049890"/>
              <p14:cNvContentPartPr/>
              <p14:nvPr/>
            </p14:nvContentPartPr>
            <p14:xfrm>
              <a:off x="11260004" y="3305953"/>
              <a:ext cx="151788" cy="126501"/>
            </p14:xfrm>
          </p:contentPart>
        </mc:Choice>
        <mc:Fallback xmlns="">
          <p:sp>
            <p:nvSpPr>
              <p:cNvPr id="1049891" name=""/>
              <p:cNvSpPr/>
              <p:nvPr/>
            </p:nvSpPr>
            <p:spPr>
              <a:xfrm>
                <a:off x="11260004" y="3305953"/>
                <a:ext cx="151788" cy="126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892" name="Ink 1049891"/>
              <p14:cNvContentPartPr/>
              <p14:nvPr/>
            </p14:nvContentPartPr>
            <p14:xfrm>
              <a:off x="11059679" y="3201299"/>
              <a:ext cx="250627" cy="17784"/>
            </p14:xfrm>
          </p:contentPart>
        </mc:Choice>
        <mc:Fallback xmlns="">
          <p:sp>
            <p:nvSpPr>
              <p:cNvPr id="1049892" name=""/>
              <p:cNvSpPr/>
              <p:nvPr/>
            </p:nvSpPr>
            <p:spPr>
              <a:xfrm>
                <a:off x="11059679" y="3201299"/>
                <a:ext cx="250627" cy="177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893" name="Ink 1049892"/>
              <p14:cNvContentPartPr/>
              <p14:nvPr/>
            </p14:nvContentPartPr>
            <p14:xfrm>
              <a:off x="10748160" y="2538248"/>
              <a:ext cx="167486" cy="12680"/>
            </p14:xfrm>
          </p:contentPart>
        </mc:Choice>
        <mc:Fallback xmlns="">
          <p:sp>
            <p:nvSpPr>
              <p:cNvPr id="1049893" name=""/>
              <p:cNvSpPr/>
              <p:nvPr/>
            </p:nvSpPr>
            <p:spPr>
              <a:xfrm>
                <a:off x="10748160" y="2538248"/>
                <a:ext cx="167486" cy="12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894" name="Ink 1049893"/>
              <p14:cNvContentPartPr/>
              <p14:nvPr/>
            </p14:nvContentPartPr>
            <p14:xfrm>
              <a:off x="10795373" y="2614949"/>
              <a:ext cx="110638" cy="38734"/>
            </p14:xfrm>
          </p:contentPart>
        </mc:Choice>
        <mc:Fallback xmlns="">
          <p:sp>
            <p:nvSpPr>
              <p:cNvPr id="1049894" name=""/>
              <p:cNvSpPr/>
              <p:nvPr/>
            </p:nvSpPr>
            <p:spPr>
              <a:xfrm>
                <a:off x="10795373" y="2614949"/>
                <a:ext cx="110638" cy="38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895" name="Ink 1049894"/>
              <p14:cNvContentPartPr/>
              <p14:nvPr/>
            </p14:nvContentPartPr>
            <p14:xfrm>
              <a:off x="11052619" y="2414666"/>
              <a:ext cx="14561" cy="224869"/>
            </p14:xfrm>
          </p:contentPart>
        </mc:Choice>
        <mc:Fallback xmlns="">
          <p:sp>
            <p:nvSpPr>
              <p:cNvPr id="1049895" name=""/>
              <p:cNvSpPr/>
              <p:nvPr/>
            </p:nvSpPr>
            <p:spPr>
              <a:xfrm>
                <a:off x="11052619" y="2414666"/>
                <a:ext cx="14561" cy="2248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896" name="Ink 1049895"/>
              <p14:cNvContentPartPr/>
              <p14:nvPr/>
            </p14:nvContentPartPr>
            <p14:xfrm>
              <a:off x="10880975" y="2404302"/>
              <a:ext cx="263174" cy="17810"/>
            </p14:xfrm>
          </p:contentPart>
        </mc:Choice>
        <mc:Fallback xmlns="">
          <p:sp>
            <p:nvSpPr>
              <p:cNvPr id="1049896" name=""/>
              <p:cNvSpPr/>
              <p:nvPr/>
            </p:nvSpPr>
            <p:spPr>
              <a:xfrm>
                <a:off x="10880975" y="2404302"/>
                <a:ext cx="263174" cy="178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897" name="Ink 1049896"/>
              <p14:cNvContentPartPr/>
              <p14:nvPr/>
            </p14:nvContentPartPr>
            <p14:xfrm>
              <a:off x="11116775" y="2581873"/>
              <a:ext cx="87819" cy="83248"/>
            </p14:xfrm>
          </p:contentPart>
        </mc:Choice>
        <mc:Fallback xmlns="">
          <p:sp>
            <p:nvSpPr>
              <p:cNvPr id="1049897" name=""/>
              <p:cNvSpPr/>
              <p:nvPr/>
            </p:nvSpPr>
            <p:spPr>
              <a:xfrm>
                <a:off x="11116775" y="2581873"/>
                <a:ext cx="87819" cy="83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898" name="Ink 1049897"/>
              <p14:cNvContentPartPr/>
              <p14:nvPr/>
            </p14:nvContentPartPr>
            <p14:xfrm>
              <a:off x="1548678" y="2015853"/>
              <a:ext cx="407478" cy="421303"/>
            </p14:xfrm>
          </p:contentPart>
        </mc:Choice>
        <mc:Fallback xmlns="">
          <p:sp>
            <p:nvSpPr>
              <p:cNvPr id="1049898" name=""/>
              <p:cNvSpPr/>
              <p:nvPr/>
            </p:nvSpPr>
            <p:spPr>
              <a:xfrm>
                <a:off x="1548678" y="2015853"/>
                <a:ext cx="407478" cy="421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899" name="Ink 1049898"/>
              <p14:cNvContentPartPr/>
              <p14:nvPr/>
            </p14:nvContentPartPr>
            <p14:xfrm>
              <a:off x="2747603" y="2342192"/>
              <a:ext cx="237805" cy="316377"/>
            </p14:xfrm>
          </p:contentPart>
        </mc:Choice>
        <mc:Fallback xmlns="">
          <p:sp>
            <p:nvSpPr>
              <p:cNvPr id="1049899" name=""/>
              <p:cNvSpPr/>
              <p:nvPr/>
            </p:nvSpPr>
            <p:spPr>
              <a:xfrm>
                <a:off x="2747603" y="2342192"/>
                <a:ext cx="237805" cy="316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920" name="Ink 1049919"/>
              <p14:cNvContentPartPr/>
              <p14:nvPr/>
            </p14:nvContentPartPr>
            <p14:xfrm>
              <a:off x="10688151" y="1642587"/>
              <a:ext cx="361633" cy="302251"/>
            </p14:xfrm>
          </p:contentPart>
        </mc:Choice>
        <mc:Fallback xmlns="">
          <p:sp>
            <p:nvSpPr>
              <p:cNvPr id="1049920" name=""/>
              <p:cNvSpPr/>
              <p:nvPr/>
            </p:nvSpPr>
            <p:spPr>
              <a:xfrm>
                <a:off x="10688151" y="1642587"/>
                <a:ext cx="361633" cy="302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921" name="Ink 1049920"/>
              <p14:cNvContentPartPr/>
              <p14:nvPr/>
            </p14:nvContentPartPr>
            <p14:xfrm>
              <a:off x="11147625" y="1639537"/>
              <a:ext cx="212541" cy="371432"/>
            </p14:xfrm>
          </p:contentPart>
        </mc:Choice>
        <mc:Fallback xmlns="">
          <p:sp>
            <p:nvSpPr>
              <p:cNvPr id="1049921" name=""/>
              <p:cNvSpPr/>
              <p:nvPr/>
            </p:nvSpPr>
            <p:spPr>
              <a:xfrm>
                <a:off x="11147625" y="1639537"/>
                <a:ext cx="212541" cy="371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922" name="Ink 1049921"/>
              <p14:cNvContentPartPr/>
              <p14:nvPr/>
            </p14:nvContentPartPr>
            <p14:xfrm>
              <a:off x="11424303" y="1741051"/>
              <a:ext cx="265782" cy="151673"/>
            </p14:xfrm>
          </p:contentPart>
        </mc:Choice>
        <mc:Fallback xmlns="">
          <p:sp>
            <p:nvSpPr>
              <p:cNvPr id="1049922" name=""/>
              <p:cNvSpPr/>
              <p:nvPr/>
            </p:nvSpPr>
            <p:spPr>
              <a:xfrm>
                <a:off x="11424303" y="1741051"/>
                <a:ext cx="265782" cy="1516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923" name="Ink 1049922"/>
              <p14:cNvContentPartPr/>
              <p14:nvPr/>
            </p14:nvContentPartPr>
            <p14:xfrm>
              <a:off x="11660654" y="1921741"/>
              <a:ext cx="145674" cy="63553"/>
            </p14:xfrm>
          </p:contentPart>
        </mc:Choice>
        <mc:Fallback xmlns="">
          <p:sp>
            <p:nvSpPr>
              <p:cNvPr id="1049923" name=""/>
              <p:cNvSpPr/>
              <p:nvPr/>
            </p:nvSpPr>
            <p:spPr>
              <a:xfrm>
                <a:off x="11660654" y="1921741"/>
                <a:ext cx="145674" cy="63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924" name="Ink 1049923"/>
              <p14:cNvContentPartPr/>
              <p14:nvPr/>
            </p14:nvContentPartPr>
            <p14:xfrm>
              <a:off x="929474" y="3350027"/>
              <a:ext cx="8634979" cy="1070914"/>
            </p14:xfrm>
          </p:contentPart>
        </mc:Choice>
        <mc:Fallback xmlns="">
          <p:sp>
            <p:nvSpPr>
              <p:cNvPr id="1049924" name=""/>
              <p:cNvSpPr/>
              <p:nvPr/>
            </p:nvSpPr>
            <p:spPr>
              <a:xfrm>
                <a:off x="929474" y="3350027"/>
                <a:ext cx="8634979" cy="1070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039" name="Ink 1050038"/>
              <p14:cNvContentPartPr/>
              <p14:nvPr/>
            </p14:nvContentPartPr>
            <p14:xfrm>
              <a:off x="4901724" y="5348392"/>
              <a:ext cx="245547" cy="364794"/>
            </p14:xfrm>
          </p:contentPart>
        </mc:Choice>
        <mc:Fallback xmlns="">
          <p:sp>
            <p:nvSpPr>
              <p:cNvPr id="1050039" name=""/>
              <p:cNvSpPr/>
              <p:nvPr/>
            </p:nvSpPr>
            <p:spPr>
              <a:xfrm>
                <a:off x="4901724" y="5348392"/>
                <a:ext cx="245547" cy="3647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040" name="Ink 1050039"/>
              <p14:cNvContentPartPr/>
              <p14:nvPr/>
            </p14:nvContentPartPr>
            <p14:xfrm>
              <a:off x="5163553" y="5543974"/>
              <a:ext cx="139342" cy="195865"/>
            </p14:xfrm>
          </p:contentPart>
        </mc:Choice>
        <mc:Fallback xmlns="">
          <p:sp>
            <p:nvSpPr>
              <p:cNvPr id="1050040" name=""/>
              <p:cNvSpPr/>
              <p:nvPr/>
            </p:nvSpPr>
            <p:spPr>
              <a:xfrm>
                <a:off x="5163553" y="5543974"/>
                <a:ext cx="139342" cy="1958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043" name="Ink 1050042"/>
              <p14:cNvContentPartPr/>
              <p14:nvPr/>
            </p14:nvContentPartPr>
            <p14:xfrm>
              <a:off x="8210832" y="4870359"/>
              <a:ext cx="353167" cy="193472"/>
            </p14:xfrm>
          </p:contentPart>
        </mc:Choice>
        <mc:Fallback xmlns="">
          <p:sp>
            <p:nvSpPr>
              <p:cNvPr id="1050043" name=""/>
              <p:cNvSpPr/>
              <p:nvPr/>
            </p:nvSpPr>
            <p:spPr>
              <a:xfrm>
                <a:off x="8210832" y="4870359"/>
                <a:ext cx="353167" cy="193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044" name="Ink 1050043"/>
              <p14:cNvContentPartPr/>
              <p14:nvPr/>
            </p14:nvContentPartPr>
            <p14:xfrm>
              <a:off x="7972621" y="5254572"/>
              <a:ext cx="355312" cy="353090"/>
            </p14:xfrm>
          </p:contentPart>
        </mc:Choice>
        <mc:Fallback xmlns="">
          <p:sp>
            <p:nvSpPr>
              <p:cNvPr id="1050044" name=""/>
              <p:cNvSpPr/>
              <p:nvPr/>
            </p:nvSpPr>
            <p:spPr>
              <a:xfrm>
                <a:off x="7972621" y="5254572"/>
                <a:ext cx="355312" cy="353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063" name="Ink 1050062"/>
              <p14:cNvContentPartPr/>
              <p14:nvPr/>
            </p14:nvContentPartPr>
            <p14:xfrm>
              <a:off x="10108796" y="5396791"/>
              <a:ext cx="59127" cy="89352"/>
            </p14:xfrm>
          </p:contentPart>
        </mc:Choice>
        <mc:Fallback xmlns="">
          <p:sp>
            <p:nvSpPr>
              <p:cNvPr id="1050063" name=""/>
              <p:cNvSpPr/>
              <p:nvPr/>
            </p:nvSpPr>
            <p:spPr>
              <a:xfrm>
                <a:off x="10108796" y="5396791"/>
                <a:ext cx="59127" cy="893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064" name="Ink 1050063"/>
              <p14:cNvContentPartPr/>
              <p14:nvPr/>
            </p14:nvContentPartPr>
            <p14:xfrm>
              <a:off x="8492517" y="5350129"/>
              <a:ext cx="31230" cy="495159"/>
            </p14:xfrm>
          </p:contentPart>
        </mc:Choice>
        <mc:Fallback xmlns="">
          <p:sp>
            <p:nvSpPr>
              <p:cNvPr id="1050064" name=""/>
              <p:cNvSpPr/>
              <p:nvPr/>
            </p:nvSpPr>
            <p:spPr>
              <a:xfrm>
                <a:off x="8492517" y="5350129"/>
                <a:ext cx="31230" cy="495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065" name="Ink 1050064"/>
              <p14:cNvContentPartPr/>
              <p14:nvPr/>
            </p14:nvContentPartPr>
            <p14:xfrm>
              <a:off x="9919546" y="4953500"/>
              <a:ext cx="302040" cy="556872"/>
            </p14:xfrm>
          </p:contentPart>
        </mc:Choice>
        <mc:Fallback xmlns="">
          <p:sp>
            <p:nvSpPr>
              <p:cNvPr id="1050065" name=""/>
              <p:cNvSpPr/>
              <p:nvPr/>
            </p:nvSpPr>
            <p:spPr>
              <a:xfrm>
                <a:off x="9919546" y="4953500"/>
                <a:ext cx="302040" cy="556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066" name="Ink 1050065"/>
              <p14:cNvContentPartPr/>
              <p14:nvPr/>
            </p14:nvContentPartPr>
            <p14:xfrm>
              <a:off x="10521468" y="4750334"/>
              <a:ext cx="386559" cy="444697"/>
            </p14:xfrm>
          </p:contentPart>
        </mc:Choice>
        <mc:Fallback xmlns="">
          <p:sp>
            <p:nvSpPr>
              <p:cNvPr id="1050066" name=""/>
              <p:cNvSpPr/>
              <p:nvPr/>
            </p:nvSpPr>
            <p:spPr>
              <a:xfrm>
                <a:off x="10521468" y="4750334"/>
                <a:ext cx="386559" cy="444697"/>
              </a:xfrm>
            </p:spPr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9900" name="Ink 1049899"/>
              <p14:cNvContentPartPr/>
              <p14:nvPr/>
            </p14:nvContentPartPr>
            <p14:xfrm>
              <a:off x="804156" y="495335"/>
              <a:ext cx="14675" cy="378357"/>
            </p14:xfrm>
          </p:contentPart>
        </mc:Choice>
        <mc:Fallback xmlns="">
          <p:sp>
            <p:nvSpPr>
              <p:cNvPr id="1049900" name=""/>
              <p:cNvSpPr/>
              <p:nvPr/>
            </p:nvSpPr>
            <p:spPr>
              <a:xfrm>
                <a:off x="804156" y="495335"/>
                <a:ext cx="14675" cy="378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49901" name="Ink 1049900"/>
              <p14:cNvContentPartPr/>
              <p14:nvPr/>
            </p14:nvContentPartPr>
            <p14:xfrm>
              <a:off x="704108" y="429810"/>
              <a:ext cx="286367" cy="36237"/>
            </p14:xfrm>
          </p:contentPart>
        </mc:Choice>
        <mc:Fallback xmlns="">
          <p:sp>
            <p:nvSpPr>
              <p:cNvPr id="1049901" name=""/>
              <p:cNvSpPr/>
              <p:nvPr/>
            </p:nvSpPr>
            <p:spPr>
              <a:xfrm>
                <a:off x="704108" y="429810"/>
                <a:ext cx="286367" cy="36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49902" name="Ink 1049901"/>
              <p14:cNvContentPartPr/>
              <p14:nvPr/>
            </p14:nvContentPartPr>
            <p14:xfrm>
              <a:off x="1069018" y="697866"/>
              <a:ext cx="192869" cy="15524"/>
            </p14:xfrm>
          </p:contentPart>
        </mc:Choice>
        <mc:Fallback xmlns="">
          <p:sp>
            <p:nvSpPr>
              <p:cNvPr id="1049902" name=""/>
              <p:cNvSpPr/>
              <p:nvPr/>
            </p:nvSpPr>
            <p:spPr>
              <a:xfrm>
                <a:off x="1069018" y="697866"/>
                <a:ext cx="192869" cy="155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49903" name="Ink 1049902"/>
              <p14:cNvContentPartPr/>
              <p14:nvPr/>
            </p14:nvContentPartPr>
            <p14:xfrm>
              <a:off x="1083137" y="818447"/>
              <a:ext cx="183669" cy="33799"/>
            </p14:xfrm>
          </p:contentPart>
        </mc:Choice>
        <mc:Fallback xmlns="">
          <p:sp>
            <p:nvSpPr>
              <p:cNvPr id="1049903" name=""/>
              <p:cNvSpPr/>
              <p:nvPr/>
            </p:nvSpPr>
            <p:spPr>
              <a:xfrm>
                <a:off x="1083137" y="818447"/>
                <a:ext cx="183669" cy="33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49904" name="Ink 1049903"/>
              <p14:cNvContentPartPr/>
              <p14:nvPr/>
            </p14:nvContentPartPr>
            <p14:xfrm>
              <a:off x="1654375" y="364285"/>
              <a:ext cx="5370" cy="311197"/>
            </p14:xfrm>
          </p:contentPart>
        </mc:Choice>
        <mc:Fallback xmlns="">
          <p:sp>
            <p:nvSpPr>
              <p:cNvPr id="1049904" name=""/>
              <p:cNvSpPr/>
              <p:nvPr/>
            </p:nvSpPr>
            <p:spPr>
              <a:xfrm>
                <a:off x="1654375" y="364285"/>
                <a:ext cx="5370" cy="311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49905" name="Ink 1049904"/>
              <p14:cNvContentPartPr/>
              <p14:nvPr/>
            </p14:nvContentPartPr>
            <p14:xfrm>
              <a:off x="1497907" y="340435"/>
              <a:ext cx="286367" cy="16900"/>
            </p14:xfrm>
          </p:contentPart>
        </mc:Choice>
        <mc:Fallback xmlns="">
          <p:sp>
            <p:nvSpPr>
              <p:cNvPr id="1049905" name=""/>
              <p:cNvSpPr/>
              <p:nvPr/>
            </p:nvSpPr>
            <p:spPr>
              <a:xfrm>
                <a:off x="1497907" y="340435"/>
                <a:ext cx="286367" cy="169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49906" name="Ink 1049905"/>
              <p14:cNvContentPartPr/>
              <p14:nvPr/>
            </p14:nvContentPartPr>
            <p14:xfrm>
              <a:off x="1791335" y="645186"/>
              <a:ext cx="87497" cy="35890"/>
            </p14:xfrm>
          </p:contentPart>
        </mc:Choice>
        <mc:Fallback xmlns="">
          <p:sp>
            <p:nvSpPr>
              <p:cNvPr id="1049906" name=""/>
              <p:cNvSpPr/>
              <p:nvPr/>
            </p:nvSpPr>
            <p:spPr>
              <a:xfrm>
                <a:off x="1791335" y="645186"/>
                <a:ext cx="87497" cy="358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49907" name="Ink 1049906"/>
              <p14:cNvContentPartPr/>
              <p14:nvPr/>
            </p14:nvContentPartPr>
            <p14:xfrm>
              <a:off x="1419366" y="779219"/>
              <a:ext cx="1216321" cy="34207"/>
            </p14:xfrm>
          </p:contentPart>
        </mc:Choice>
        <mc:Fallback xmlns="">
          <p:sp>
            <p:nvSpPr>
              <p:cNvPr id="1049907" name=""/>
              <p:cNvSpPr/>
              <p:nvPr/>
            </p:nvSpPr>
            <p:spPr>
              <a:xfrm>
                <a:off x="1419366" y="779219"/>
                <a:ext cx="1216321" cy="342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49908" name="Ink 1049907"/>
              <p14:cNvContentPartPr/>
              <p14:nvPr/>
            </p14:nvContentPartPr>
            <p14:xfrm>
              <a:off x="1419366" y="1201448"/>
              <a:ext cx="150742" cy="257157"/>
            </p14:xfrm>
          </p:contentPart>
        </mc:Choice>
        <mc:Fallback xmlns="">
          <p:sp>
            <p:nvSpPr>
              <p:cNvPr id="1049908" name=""/>
              <p:cNvSpPr/>
              <p:nvPr/>
            </p:nvSpPr>
            <p:spPr>
              <a:xfrm>
                <a:off x="1419366" y="1201448"/>
                <a:ext cx="150742" cy="257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49909" name="Ink 1049908"/>
              <p14:cNvContentPartPr/>
              <p14:nvPr/>
            </p14:nvContentPartPr>
            <p14:xfrm>
              <a:off x="1726913" y="1354537"/>
              <a:ext cx="178975" cy="38785"/>
            </p14:xfrm>
          </p:contentPart>
        </mc:Choice>
        <mc:Fallback xmlns="">
          <p:sp>
            <p:nvSpPr>
              <p:cNvPr id="1049909" name=""/>
              <p:cNvSpPr/>
              <p:nvPr/>
            </p:nvSpPr>
            <p:spPr>
              <a:xfrm>
                <a:off x="1726913" y="1354537"/>
                <a:ext cx="178975" cy="38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9910" name="Ink 1049909"/>
              <p14:cNvContentPartPr/>
              <p14:nvPr/>
            </p14:nvContentPartPr>
            <p14:xfrm>
              <a:off x="2122990" y="1031447"/>
              <a:ext cx="104736" cy="338231"/>
            </p14:xfrm>
          </p:contentPart>
        </mc:Choice>
        <mc:Fallback xmlns="">
          <p:sp>
            <p:nvSpPr>
              <p:cNvPr id="1049910" name=""/>
              <p:cNvSpPr/>
              <p:nvPr/>
            </p:nvSpPr>
            <p:spPr>
              <a:xfrm>
                <a:off x="2122990" y="1031447"/>
                <a:ext cx="104736" cy="338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49911" name="Ink 1049910"/>
              <p14:cNvContentPartPr/>
              <p14:nvPr/>
            </p14:nvContentPartPr>
            <p14:xfrm>
              <a:off x="2063142" y="1400218"/>
              <a:ext cx="313937" cy="36539"/>
            </p14:xfrm>
          </p:contentPart>
        </mc:Choice>
        <mc:Fallback xmlns="">
          <p:sp>
            <p:nvSpPr>
              <p:cNvPr id="1049911" name=""/>
              <p:cNvSpPr/>
              <p:nvPr/>
            </p:nvSpPr>
            <p:spPr>
              <a:xfrm>
                <a:off x="2063142" y="1400218"/>
                <a:ext cx="313937" cy="36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49912" name="Ink 1049911"/>
              <p14:cNvContentPartPr/>
              <p14:nvPr/>
            </p14:nvContentPartPr>
            <p14:xfrm>
              <a:off x="2098487" y="1494960"/>
              <a:ext cx="193142" cy="167049"/>
            </p14:xfrm>
          </p:contentPart>
        </mc:Choice>
        <mc:Fallback xmlns="">
          <p:sp>
            <p:nvSpPr>
              <p:cNvPr id="1049912" name=""/>
              <p:cNvSpPr/>
              <p:nvPr/>
            </p:nvSpPr>
            <p:spPr>
              <a:xfrm>
                <a:off x="2098487" y="1494960"/>
                <a:ext cx="193142" cy="167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49913" name="Ink 1049912"/>
              <p14:cNvContentPartPr/>
              <p14:nvPr/>
            </p14:nvContentPartPr>
            <p14:xfrm>
              <a:off x="2320387" y="1611558"/>
              <a:ext cx="81631" cy="77514"/>
            </p14:xfrm>
          </p:contentPart>
        </mc:Choice>
        <mc:Fallback xmlns="">
          <p:sp>
            <p:nvSpPr>
              <p:cNvPr id="1049913" name=""/>
              <p:cNvSpPr/>
              <p:nvPr/>
            </p:nvSpPr>
            <p:spPr>
              <a:xfrm>
                <a:off x="2320387" y="1611558"/>
                <a:ext cx="81631" cy="77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49914" name="Ink 1049913"/>
              <p14:cNvContentPartPr/>
              <p14:nvPr/>
            </p14:nvContentPartPr>
            <p14:xfrm>
              <a:off x="1943601" y="1045595"/>
              <a:ext cx="83799" cy="661760"/>
            </p14:xfrm>
          </p:contentPart>
        </mc:Choice>
        <mc:Fallback xmlns="">
          <p:sp>
            <p:nvSpPr>
              <p:cNvPr id="1049914" name=""/>
              <p:cNvSpPr/>
              <p:nvPr/>
            </p:nvSpPr>
            <p:spPr>
              <a:xfrm>
                <a:off x="1943601" y="1045595"/>
                <a:ext cx="83799" cy="661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49915" name="Ink 1049914"/>
              <p14:cNvContentPartPr/>
              <p14:nvPr/>
            </p14:nvContentPartPr>
            <p14:xfrm>
              <a:off x="2427610" y="1031447"/>
              <a:ext cx="92690" cy="582533"/>
            </p14:xfrm>
          </p:contentPart>
        </mc:Choice>
        <mc:Fallback xmlns="">
          <p:sp>
            <p:nvSpPr>
              <p:cNvPr id="1049915" name=""/>
              <p:cNvSpPr/>
              <p:nvPr/>
            </p:nvSpPr>
            <p:spPr>
              <a:xfrm>
                <a:off x="2427610" y="1031447"/>
                <a:ext cx="92690" cy="5825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49916" name="Ink 1049915"/>
              <p14:cNvContentPartPr/>
              <p14:nvPr/>
            </p14:nvContentPartPr>
            <p14:xfrm>
              <a:off x="2520712" y="1027523"/>
              <a:ext cx="168810" cy="122620"/>
            </p14:xfrm>
          </p:contentPart>
        </mc:Choice>
        <mc:Fallback xmlns="">
          <p:sp>
            <p:nvSpPr>
              <p:cNvPr id="1049916" name=""/>
              <p:cNvSpPr/>
              <p:nvPr/>
            </p:nvSpPr>
            <p:spPr>
              <a:xfrm>
                <a:off x="2520712" y="1027523"/>
                <a:ext cx="168810" cy="122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49917" name="Ink 1049916"/>
              <p14:cNvContentPartPr/>
              <p14:nvPr/>
            </p14:nvContentPartPr>
            <p14:xfrm>
              <a:off x="1218740" y="929685"/>
              <a:ext cx="1523477" cy="826605"/>
            </p14:xfrm>
          </p:contentPart>
        </mc:Choice>
        <mc:Fallback xmlns="">
          <p:sp>
            <p:nvSpPr>
              <p:cNvPr id="1049917" name=""/>
              <p:cNvSpPr/>
              <p:nvPr/>
            </p:nvSpPr>
            <p:spPr>
              <a:xfrm>
                <a:off x="1218740" y="929685"/>
                <a:ext cx="1523477" cy="826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9918" name="Ink 1049917"/>
              <p14:cNvContentPartPr/>
              <p14:nvPr/>
            </p14:nvContentPartPr>
            <p14:xfrm>
              <a:off x="1144404" y="846510"/>
              <a:ext cx="31835" cy="10700"/>
            </p14:xfrm>
          </p:contentPart>
        </mc:Choice>
        <mc:Fallback xmlns="">
          <p:sp>
            <p:nvSpPr>
              <p:cNvPr id="1049918" name=""/>
              <p:cNvSpPr/>
              <p:nvPr/>
            </p:nvSpPr>
            <p:spPr>
              <a:xfrm>
                <a:off x="1144404" y="846510"/>
                <a:ext cx="31835" cy="10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9919" name="Ink 1049918"/>
              <p14:cNvContentPartPr/>
              <p14:nvPr/>
            </p14:nvContentPartPr>
            <p14:xfrm>
              <a:off x="1040337" y="819584"/>
              <a:ext cx="295784" cy="23231"/>
            </p14:xfrm>
          </p:contentPart>
        </mc:Choice>
        <mc:Fallback xmlns="">
          <p:sp>
            <p:nvSpPr>
              <p:cNvPr id="1049919" name=""/>
              <p:cNvSpPr/>
              <p:nvPr/>
            </p:nvSpPr>
            <p:spPr>
              <a:xfrm>
                <a:off x="1040337" y="819584"/>
                <a:ext cx="295784" cy="23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9925" name="Ink 1049924"/>
              <p14:cNvContentPartPr/>
              <p14:nvPr/>
            </p14:nvContentPartPr>
            <p14:xfrm>
              <a:off x="2971223" y="620737"/>
              <a:ext cx="381044" cy="171197"/>
            </p14:xfrm>
          </p:contentPart>
        </mc:Choice>
        <mc:Fallback xmlns="">
          <p:sp>
            <p:nvSpPr>
              <p:cNvPr id="1049925" name=""/>
              <p:cNvSpPr/>
              <p:nvPr/>
            </p:nvSpPr>
            <p:spPr>
              <a:xfrm>
                <a:off x="2971223" y="620737"/>
                <a:ext cx="381044" cy="171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49926" name="Ink 1049925"/>
              <p14:cNvContentPartPr/>
              <p14:nvPr/>
            </p14:nvContentPartPr>
            <p14:xfrm>
              <a:off x="3085506" y="886498"/>
              <a:ext cx="264746" cy="21345"/>
            </p14:xfrm>
          </p:contentPart>
        </mc:Choice>
        <mc:Fallback xmlns="">
          <p:sp>
            <p:nvSpPr>
              <p:cNvPr id="1049926" name=""/>
              <p:cNvSpPr/>
              <p:nvPr/>
            </p:nvSpPr>
            <p:spPr>
              <a:xfrm>
                <a:off x="3085506" y="886498"/>
                <a:ext cx="264746" cy="213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49927" name="Ink 1049926"/>
              <p14:cNvContentPartPr/>
              <p14:nvPr/>
            </p14:nvContentPartPr>
            <p14:xfrm>
              <a:off x="954294" y="2352426"/>
              <a:ext cx="1351973" cy="738851"/>
            </p14:xfrm>
          </p:contentPart>
        </mc:Choice>
        <mc:Fallback xmlns="">
          <p:sp>
            <p:nvSpPr>
              <p:cNvPr id="1049927" name=""/>
              <p:cNvSpPr/>
              <p:nvPr/>
            </p:nvSpPr>
            <p:spPr>
              <a:xfrm>
                <a:off x="954294" y="2352426"/>
                <a:ext cx="1351973" cy="738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9928" name="Ink 1049927"/>
              <p14:cNvContentPartPr/>
              <p14:nvPr/>
            </p14:nvContentPartPr>
            <p14:xfrm>
              <a:off x="1273632" y="2668575"/>
              <a:ext cx="60132" cy="313873"/>
            </p14:xfrm>
          </p:contentPart>
        </mc:Choice>
        <mc:Fallback xmlns="">
          <p:sp>
            <p:nvSpPr>
              <p:cNvPr id="1049928" name=""/>
              <p:cNvSpPr/>
              <p:nvPr/>
            </p:nvSpPr>
            <p:spPr>
              <a:xfrm>
                <a:off x="1273632" y="2668575"/>
                <a:ext cx="60132" cy="313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9929" name="Ink 1049928"/>
              <p14:cNvContentPartPr/>
              <p14:nvPr/>
            </p14:nvContentPartPr>
            <p14:xfrm>
              <a:off x="1483788" y="2850808"/>
              <a:ext cx="188811" cy="27496"/>
            </p14:xfrm>
          </p:contentPart>
        </mc:Choice>
        <mc:Fallback xmlns="">
          <p:sp>
            <p:nvSpPr>
              <p:cNvPr id="1049929" name=""/>
              <p:cNvSpPr/>
              <p:nvPr/>
            </p:nvSpPr>
            <p:spPr>
              <a:xfrm>
                <a:off x="1483788" y="2850808"/>
                <a:ext cx="188811" cy="274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9930" name="Ink 1049929"/>
              <p14:cNvContentPartPr/>
              <p14:nvPr/>
            </p14:nvContentPartPr>
            <p14:xfrm>
              <a:off x="1753803" y="2741190"/>
              <a:ext cx="119212" cy="158897"/>
            </p14:xfrm>
          </p:contentPart>
        </mc:Choice>
        <mc:Fallback xmlns="">
          <p:sp>
            <p:nvSpPr>
              <p:cNvPr id="1049930" name=""/>
              <p:cNvSpPr/>
              <p:nvPr/>
            </p:nvSpPr>
            <p:spPr>
              <a:xfrm>
                <a:off x="1753803" y="2741190"/>
                <a:ext cx="119212" cy="158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9931" name="Ink 1049930"/>
              <p14:cNvContentPartPr/>
              <p14:nvPr/>
            </p14:nvContentPartPr>
            <p14:xfrm>
              <a:off x="1848101" y="2733355"/>
              <a:ext cx="150618" cy="154686"/>
            </p14:xfrm>
          </p:contentPart>
        </mc:Choice>
        <mc:Fallback xmlns="">
          <p:sp>
            <p:nvSpPr>
              <p:cNvPr id="1049931" name=""/>
              <p:cNvSpPr/>
              <p:nvPr/>
            </p:nvSpPr>
            <p:spPr>
              <a:xfrm>
                <a:off x="1848101" y="2733355"/>
                <a:ext cx="150618" cy="154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9932" name="Ink 1049931"/>
              <p14:cNvContentPartPr/>
              <p14:nvPr/>
            </p14:nvContentPartPr>
            <p14:xfrm>
              <a:off x="1176240" y="2653683"/>
              <a:ext cx="193265" cy="137751"/>
            </p14:xfrm>
          </p:contentPart>
        </mc:Choice>
        <mc:Fallback xmlns="">
          <p:sp>
            <p:nvSpPr>
              <p:cNvPr id="1049932" name=""/>
              <p:cNvSpPr/>
              <p:nvPr/>
            </p:nvSpPr>
            <p:spPr>
              <a:xfrm>
                <a:off x="1176240" y="2653683"/>
                <a:ext cx="193265" cy="13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9933" name="Ink 1049932"/>
              <p14:cNvContentPartPr/>
              <p14:nvPr/>
            </p14:nvContentPartPr>
            <p14:xfrm>
              <a:off x="2199045" y="2335242"/>
              <a:ext cx="107222" cy="188384"/>
            </p14:xfrm>
          </p:contentPart>
        </mc:Choice>
        <mc:Fallback xmlns="">
          <p:sp>
            <p:nvSpPr>
              <p:cNvPr id="1049933" name=""/>
              <p:cNvSpPr/>
              <p:nvPr/>
            </p:nvSpPr>
            <p:spPr>
              <a:xfrm>
                <a:off x="2199045" y="2335242"/>
                <a:ext cx="107222" cy="1883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9934" name="Ink 1049933"/>
              <p14:cNvContentPartPr/>
              <p14:nvPr/>
            </p14:nvContentPartPr>
            <p14:xfrm>
              <a:off x="1417735" y="3269468"/>
              <a:ext cx="144506" cy="219220"/>
            </p14:xfrm>
          </p:contentPart>
        </mc:Choice>
        <mc:Fallback xmlns="">
          <p:sp>
            <p:nvSpPr>
              <p:cNvPr id="1049934" name=""/>
              <p:cNvSpPr/>
              <p:nvPr/>
            </p:nvSpPr>
            <p:spPr>
              <a:xfrm>
                <a:off x="1417735" y="3269468"/>
                <a:ext cx="144506" cy="219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9935" name="Ink 1049934"/>
              <p14:cNvContentPartPr/>
              <p14:nvPr/>
            </p14:nvContentPartPr>
            <p14:xfrm>
              <a:off x="1540595" y="3269468"/>
              <a:ext cx="186881" cy="158320"/>
            </p14:xfrm>
          </p:contentPart>
        </mc:Choice>
        <mc:Fallback xmlns="">
          <p:sp>
            <p:nvSpPr>
              <p:cNvPr id="1049935" name=""/>
              <p:cNvSpPr/>
              <p:nvPr/>
            </p:nvSpPr>
            <p:spPr>
              <a:xfrm>
                <a:off x="1540595" y="3269468"/>
                <a:ext cx="186881" cy="158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9936" name="Ink 1049935"/>
              <p14:cNvContentPartPr/>
              <p14:nvPr/>
            </p14:nvContentPartPr>
            <p14:xfrm>
              <a:off x="1757913" y="3255320"/>
              <a:ext cx="176384" cy="207144"/>
            </p14:xfrm>
          </p:contentPart>
        </mc:Choice>
        <mc:Fallback xmlns="">
          <p:sp>
            <p:nvSpPr>
              <p:cNvPr id="1049936" name=""/>
              <p:cNvSpPr/>
              <p:nvPr/>
            </p:nvSpPr>
            <p:spPr>
              <a:xfrm>
                <a:off x="1757913" y="3255320"/>
                <a:ext cx="176384" cy="207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49937" name="Ink 1049936"/>
              <p14:cNvContentPartPr/>
              <p14:nvPr/>
            </p14:nvContentPartPr>
            <p14:xfrm>
              <a:off x="1907268" y="3298755"/>
              <a:ext cx="127192" cy="123303"/>
            </p14:xfrm>
          </p:contentPart>
        </mc:Choice>
        <mc:Fallback xmlns="">
          <p:sp>
            <p:nvSpPr>
              <p:cNvPr id="1049937" name=""/>
              <p:cNvSpPr/>
              <p:nvPr/>
            </p:nvSpPr>
            <p:spPr>
              <a:xfrm>
                <a:off x="1907268" y="3298755"/>
                <a:ext cx="127192" cy="123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9938" name="Ink 1049937"/>
              <p14:cNvContentPartPr/>
              <p14:nvPr/>
            </p14:nvContentPartPr>
            <p14:xfrm>
              <a:off x="2108204" y="3291309"/>
              <a:ext cx="40539" cy="168614"/>
            </p14:xfrm>
          </p:contentPart>
        </mc:Choice>
        <mc:Fallback xmlns="">
          <p:sp>
            <p:nvSpPr>
              <p:cNvPr id="1049938" name=""/>
              <p:cNvSpPr/>
              <p:nvPr/>
            </p:nvSpPr>
            <p:spPr>
              <a:xfrm>
                <a:off x="2108204" y="3291309"/>
                <a:ext cx="40539" cy="168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49939" name="Ink 1049938"/>
              <p14:cNvContentPartPr/>
              <p14:nvPr/>
            </p14:nvContentPartPr>
            <p14:xfrm>
              <a:off x="2534832" y="2697118"/>
              <a:ext cx="175262" cy="482"/>
            </p14:xfrm>
          </p:contentPart>
        </mc:Choice>
        <mc:Fallback xmlns="">
          <p:sp>
            <p:nvSpPr>
              <p:cNvPr id="1049939" name=""/>
              <p:cNvSpPr/>
              <p:nvPr/>
            </p:nvSpPr>
            <p:spPr>
              <a:xfrm>
                <a:off x="2534832" y="2697118"/>
                <a:ext cx="175262" cy="4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49940" name="Ink 1049939"/>
              <p14:cNvContentPartPr/>
              <p14:nvPr/>
            </p14:nvContentPartPr>
            <p14:xfrm>
              <a:off x="2556453" y="2791434"/>
              <a:ext cx="178704" cy="28791"/>
            </p14:xfrm>
          </p:contentPart>
        </mc:Choice>
        <mc:Fallback xmlns="">
          <p:sp>
            <p:nvSpPr>
              <p:cNvPr id="1049940" name=""/>
              <p:cNvSpPr/>
              <p:nvPr/>
            </p:nvSpPr>
            <p:spPr>
              <a:xfrm>
                <a:off x="2556453" y="2791434"/>
                <a:ext cx="178704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9941" name="Ink 1049940"/>
              <p14:cNvContentPartPr/>
              <p14:nvPr/>
            </p14:nvContentPartPr>
            <p14:xfrm>
              <a:off x="3014024" y="2525512"/>
              <a:ext cx="107663" cy="280566"/>
            </p14:xfrm>
          </p:contentPart>
        </mc:Choice>
        <mc:Fallback xmlns="">
          <p:sp>
            <p:nvSpPr>
              <p:cNvPr id="1049941" name=""/>
              <p:cNvSpPr/>
              <p:nvPr/>
            </p:nvSpPr>
            <p:spPr>
              <a:xfrm>
                <a:off x="3014024" y="2525512"/>
                <a:ext cx="107663" cy="280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49942" name="Ink 1049941"/>
              <p14:cNvContentPartPr/>
              <p14:nvPr/>
            </p14:nvContentPartPr>
            <p14:xfrm>
              <a:off x="3271711" y="2726010"/>
              <a:ext cx="176889" cy="22237"/>
            </p14:xfrm>
          </p:contentPart>
        </mc:Choice>
        <mc:Fallback xmlns="">
          <p:sp>
            <p:nvSpPr>
              <p:cNvPr id="1049942" name=""/>
              <p:cNvSpPr/>
              <p:nvPr/>
            </p:nvSpPr>
            <p:spPr>
              <a:xfrm>
                <a:off x="3271711" y="2726010"/>
                <a:ext cx="176889" cy="22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49943" name="Ink 1049942"/>
              <p14:cNvContentPartPr/>
              <p14:nvPr/>
            </p14:nvContentPartPr>
            <p14:xfrm>
              <a:off x="3586318" y="2464843"/>
              <a:ext cx="64591" cy="202894"/>
            </p14:xfrm>
          </p:contentPart>
        </mc:Choice>
        <mc:Fallback xmlns="">
          <p:sp>
            <p:nvSpPr>
              <p:cNvPr id="1049943" name=""/>
              <p:cNvSpPr/>
              <p:nvPr/>
            </p:nvSpPr>
            <p:spPr>
              <a:xfrm>
                <a:off x="3586318" y="2464843"/>
                <a:ext cx="64591" cy="202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49944" name="Ink 1049943"/>
              <p14:cNvContentPartPr/>
              <p14:nvPr/>
            </p14:nvContentPartPr>
            <p14:xfrm>
              <a:off x="3543517" y="2768929"/>
              <a:ext cx="246085" cy="15307"/>
            </p14:xfrm>
          </p:contentPart>
        </mc:Choice>
        <mc:Fallback xmlns="">
          <p:sp>
            <p:nvSpPr>
              <p:cNvPr id="1049944" name=""/>
              <p:cNvSpPr/>
              <p:nvPr/>
            </p:nvSpPr>
            <p:spPr>
              <a:xfrm>
                <a:off x="3543517" y="2768929"/>
                <a:ext cx="246085" cy="15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49945" name="Ink 1049944"/>
              <p14:cNvContentPartPr/>
              <p14:nvPr/>
            </p14:nvContentPartPr>
            <p14:xfrm>
              <a:off x="3604899" y="2891186"/>
              <a:ext cx="132983" cy="156696"/>
            </p14:xfrm>
          </p:contentPart>
        </mc:Choice>
        <mc:Fallback xmlns="">
          <p:sp>
            <p:nvSpPr>
              <p:cNvPr id="1049945" name=""/>
              <p:cNvSpPr/>
              <p:nvPr/>
            </p:nvSpPr>
            <p:spPr>
              <a:xfrm>
                <a:off x="3604899" y="2891186"/>
                <a:ext cx="132983" cy="156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49946" name="Ink 1049945"/>
              <p14:cNvContentPartPr/>
              <p14:nvPr/>
            </p14:nvContentPartPr>
            <p14:xfrm>
              <a:off x="3845683" y="2649673"/>
              <a:ext cx="84549" cy="150422"/>
            </p14:xfrm>
          </p:contentPart>
        </mc:Choice>
        <mc:Fallback xmlns="">
          <p:sp>
            <p:nvSpPr>
              <p:cNvPr id="1049946" name=""/>
              <p:cNvSpPr/>
              <p:nvPr/>
            </p:nvSpPr>
            <p:spPr>
              <a:xfrm>
                <a:off x="3845683" y="2649673"/>
                <a:ext cx="84549" cy="150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49947" name="Ink 1049946"/>
              <p14:cNvContentPartPr/>
              <p14:nvPr/>
            </p14:nvContentPartPr>
            <p14:xfrm>
              <a:off x="3910476" y="2639536"/>
              <a:ext cx="155033" cy="144700"/>
            </p14:xfrm>
          </p:contentPart>
        </mc:Choice>
        <mc:Fallback xmlns="">
          <p:sp>
            <p:nvSpPr>
              <p:cNvPr id="1049947" name=""/>
              <p:cNvSpPr/>
              <p:nvPr/>
            </p:nvSpPr>
            <p:spPr>
              <a:xfrm>
                <a:off x="3910476" y="2639536"/>
                <a:ext cx="155033" cy="144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49948" name="Ink 1049947"/>
              <p14:cNvContentPartPr/>
              <p14:nvPr/>
            </p14:nvContentPartPr>
            <p14:xfrm>
              <a:off x="1562329" y="3741044"/>
              <a:ext cx="165119" cy="218044"/>
            </p14:xfrm>
          </p:contentPart>
        </mc:Choice>
        <mc:Fallback xmlns="">
          <p:sp>
            <p:nvSpPr>
              <p:cNvPr id="1049948" name=""/>
              <p:cNvSpPr/>
              <p:nvPr/>
            </p:nvSpPr>
            <p:spPr>
              <a:xfrm>
                <a:off x="1562329" y="3741044"/>
                <a:ext cx="165119" cy="218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49949" name="Ink 1049948"/>
              <p14:cNvContentPartPr/>
              <p14:nvPr/>
            </p14:nvContentPartPr>
            <p14:xfrm>
              <a:off x="1183300" y="4125629"/>
              <a:ext cx="1215216" cy="36618"/>
            </p14:xfrm>
          </p:contentPart>
        </mc:Choice>
        <mc:Fallback xmlns="">
          <p:sp>
            <p:nvSpPr>
              <p:cNvPr id="1049949" name=""/>
              <p:cNvSpPr/>
              <p:nvPr/>
            </p:nvSpPr>
            <p:spPr>
              <a:xfrm>
                <a:off x="1183300" y="4125629"/>
                <a:ext cx="1215216" cy="36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49950" name="Ink 1049949"/>
              <p14:cNvContentPartPr/>
              <p14:nvPr/>
            </p14:nvContentPartPr>
            <p14:xfrm>
              <a:off x="1403907" y="4479443"/>
              <a:ext cx="9661" cy="244159"/>
            </p14:xfrm>
          </p:contentPart>
        </mc:Choice>
        <mc:Fallback xmlns="">
          <p:sp>
            <p:nvSpPr>
              <p:cNvPr id="1049950" name=""/>
              <p:cNvSpPr/>
              <p:nvPr/>
            </p:nvSpPr>
            <p:spPr>
              <a:xfrm>
                <a:off x="1403907" y="4479443"/>
                <a:ext cx="9661" cy="2441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49951" name="Ink 1049950"/>
              <p14:cNvContentPartPr/>
              <p14:nvPr/>
            </p14:nvContentPartPr>
            <p14:xfrm>
              <a:off x="1702572" y="4638788"/>
              <a:ext cx="10221" cy="138168"/>
            </p14:xfrm>
          </p:contentPart>
        </mc:Choice>
        <mc:Fallback xmlns="">
          <p:sp>
            <p:nvSpPr>
              <p:cNvPr id="1049951" name=""/>
              <p:cNvSpPr/>
              <p:nvPr/>
            </p:nvSpPr>
            <p:spPr>
              <a:xfrm>
                <a:off x="1702572" y="4638788"/>
                <a:ext cx="10221" cy="138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49952" name="Ink 1049951"/>
              <p14:cNvContentPartPr/>
              <p14:nvPr/>
            </p14:nvContentPartPr>
            <p14:xfrm>
              <a:off x="1626751" y="4672737"/>
              <a:ext cx="267911" cy="27688"/>
            </p14:xfrm>
          </p:contentPart>
        </mc:Choice>
        <mc:Fallback xmlns="">
          <p:sp>
            <p:nvSpPr>
              <p:cNvPr id="1049952" name=""/>
              <p:cNvSpPr/>
              <p:nvPr/>
            </p:nvSpPr>
            <p:spPr>
              <a:xfrm>
                <a:off x="1626751" y="4672737"/>
                <a:ext cx="267911" cy="27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49953" name="Ink 1049952"/>
              <p14:cNvContentPartPr/>
              <p14:nvPr/>
            </p14:nvContentPartPr>
            <p14:xfrm>
              <a:off x="1959449" y="4580957"/>
              <a:ext cx="90670" cy="164705"/>
            </p14:xfrm>
          </p:contentPart>
        </mc:Choice>
        <mc:Fallback xmlns="">
          <p:sp>
            <p:nvSpPr>
              <p:cNvPr id="1049953" name=""/>
              <p:cNvSpPr/>
              <p:nvPr/>
            </p:nvSpPr>
            <p:spPr>
              <a:xfrm>
                <a:off x="1959449" y="4580957"/>
                <a:ext cx="90670" cy="164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49954" name="Ink 1049953"/>
              <p14:cNvContentPartPr/>
              <p14:nvPr/>
            </p14:nvContentPartPr>
            <p14:xfrm>
              <a:off x="2040048" y="4602302"/>
              <a:ext cx="139010" cy="146548"/>
            </p14:xfrm>
          </p:contentPart>
        </mc:Choice>
        <mc:Fallback xmlns="">
          <p:sp>
            <p:nvSpPr>
              <p:cNvPr id="1049954" name=""/>
              <p:cNvSpPr/>
              <p:nvPr/>
            </p:nvSpPr>
            <p:spPr>
              <a:xfrm>
                <a:off x="2040048" y="4602302"/>
                <a:ext cx="139010" cy="146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9955" name="Ink 1049954"/>
              <p14:cNvContentPartPr/>
              <p14:nvPr/>
            </p14:nvContentPartPr>
            <p14:xfrm>
              <a:off x="2534832" y="4054375"/>
              <a:ext cx="274382" cy="80991"/>
            </p14:xfrm>
          </p:contentPart>
        </mc:Choice>
        <mc:Fallback xmlns="">
          <p:sp>
            <p:nvSpPr>
              <p:cNvPr id="1049955" name=""/>
              <p:cNvSpPr/>
              <p:nvPr/>
            </p:nvSpPr>
            <p:spPr>
              <a:xfrm>
                <a:off x="2534832" y="4054375"/>
                <a:ext cx="274382" cy="809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49956" name="Ink 1049955"/>
              <p14:cNvContentPartPr/>
              <p14:nvPr/>
            </p14:nvContentPartPr>
            <p14:xfrm>
              <a:off x="2606755" y="4232981"/>
              <a:ext cx="138803" cy="15861"/>
            </p14:xfrm>
          </p:contentPart>
        </mc:Choice>
        <mc:Fallback xmlns="">
          <p:sp>
            <p:nvSpPr>
              <p:cNvPr id="1049956" name=""/>
              <p:cNvSpPr/>
              <p:nvPr/>
            </p:nvSpPr>
            <p:spPr>
              <a:xfrm>
                <a:off x="2606755" y="4232981"/>
                <a:ext cx="138803" cy="158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49957" name="Ink 1049956"/>
              <p14:cNvContentPartPr/>
              <p14:nvPr/>
            </p14:nvContentPartPr>
            <p14:xfrm>
              <a:off x="1325301" y="4472246"/>
              <a:ext cx="79945" cy="80681"/>
            </p14:xfrm>
          </p:contentPart>
        </mc:Choice>
        <mc:Fallback xmlns="">
          <p:sp>
            <p:nvSpPr>
              <p:cNvPr id="1049957" name=""/>
              <p:cNvSpPr/>
              <p:nvPr/>
            </p:nvSpPr>
            <p:spPr>
              <a:xfrm>
                <a:off x="1325301" y="4472246"/>
                <a:ext cx="79945" cy="80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49958" name="Ink 1049957"/>
              <p14:cNvContentPartPr/>
              <p14:nvPr/>
            </p14:nvContentPartPr>
            <p14:xfrm>
              <a:off x="1613597" y="4629131"/>
              <a:ext cx="278375" cy="106639"/>
            </p14:xfrm>
          </p:contentPart>
        </mc:Choice>
        <mc:Fallback xmlns="">
          <p:sp>
            <p:nvSpPr>
              <p:cNvPr id="1049958" name=""/>
              <p:cNvSpPr/>
              <p:nvPr/>
            </p:nvSpPr>
            <p:spPr>
              <a:xfrm>
                <a:off x="1613597" y="4629131"/>
                <a:ext cx="278375" cy="106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9959" name="Ink 1049958"/>
              <p14:cNvContentPartPr/>
              <p14:nvPr/>
            </p14:nvContentPartPr>
            <p14:xfrm>
              <a:off x="2999904" y="4015607"/>
              <a:ext cx="116124" cy="247634"/>
            </p14:xfrm>
          </p:contentPart>
        </mc:Choice>
        <mc:Fallback xmlns="">
          <p:sp>
            <p:nvSpPr>
              <p:cNvPr id="1049959" name=""/>
              <p:cNvSpPr/>
              <p:nvPr/>
            </p:nvSpPr>
            <p:spPr>
              <a:xfrm>
                <a:off x="2999904" y="4015607"/>
                <a:ext cx="116124" cy="2476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49960" name="Ink 1049959"/>
              <p14:cNvContentPartPr/>
              <p14:nvPr/>
            </p14:nvContentPartPr>
            <p14:xfrm>
              <a:off x="3243030" y="4172793"/>
              <a:ext cx="187342" cy="13036"/>
            </p14:xfrm>
          </p:contentPart>
        </mc:Choice>
        <mc:Fallback xmlns="">
          <p:sp>
            <p:nvSpPr>
              <p:cNvPr id="1049960" name=""/>
              <p:cNvSpPr/>
              <p:nvPr/>
            </p:nvSpPr>
            <p:spPr>
              <a:xfrm>
                <a:off x="3243030" y="4172793"/>
                <a:ext cx="187342" cy="13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9961" name="Ink 1049960"/>
              <p14:cNvContentPartPr/>
              <p14:nvPr/>
            </p14:nvContentPartPr>
            <p14:xfrm>
              <a:off x="3336492" y="4109625"/>
              <a:ext cx="6700" cy="131629"/>
            </p14:xfrm>
          </p:contentPart>
        </mc:Choice>
        <mc:Fallback xmlns="">
          <p:sp>
            <p:nvSpPr>
              <p:cNvPr id="1049961" name=""/>
              <p:cNvSpPr/>
              <p:nvPr/>
            </p:nvSpPr>
            <p:spPr>
              <a:xfrm>
                <a:off x="3336492" y="4109625"/>
                <a:ext cx="6700" cy="1316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49962" name="Ink 1049961"/>
              <p14:cNvContentPartPr/>
              <p14:nvPr/>
            </p14:nvContentPartPr>
            <p14:xfrm>
              <a:off x="3521896" y="4044597"/>
              <a:ext cx="126016" cy="203256"/>
            </p14:xfrm>
          </p:contentPart>
        </mc:Choice>
        <mc:Fallback xmlns="">
          <p:sp>
            <p:nvSpPr>
              <p:cNvPr id="1049962" name=""/>
              <p:cNvSpPr/>
              <p:nvPr/>
            </p:nvSpPr>
            <p:spPr>
              <a:xfrm>
                <a:off x="3521896" y="4044597"/>
                <a:ext cx="126016" cy="203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963" name="Ink 1049962"/>
              <p14:cNvContentPartPr/>
              <p14:nvPr/>
            </p14:nvContentPartPr>
            <p14:xfrm>
              <a:off x="3616079" y="4073884"/>
              <a:ext cx="143460" cy="205113"/>
            </p14:xfrm>
          </p:contentPart>
        </mc:Choice>
        <mc:Fallback xmlns="">
          <p:sp>
            <p:nvSpPr>
              <p:cNvPr id="1049963" name=""/>
              <p:cNvSpPr/>
              <p:nvPr/>
            </p:nvSpPr>
            <p:spPr>
              <a:xfrm>
                <a:off x="3616079" y="4073884"/>
                <a:ext cx="143460" cy="205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49964" name="Ink 1049963"/>
              <p14:cNvContentPartPr/>
              <p14:nvPr/>
            </p14:nvContentPartPr>
            <p14:xfrm>
              <a:off x="6621373" y="393573"/>
              <a:ext cx="142568" cy="486180"/>
            </p14:xfrm>
          </p:contentPart>
        </mc:Choice>
        <mc:Fallback xmlns="">
          <p:sp>
            <p:nvSpPr>
              <p:cNvPr id="1049964" name=""/>
              <p:cNvSpPr/>
              <p:nvPr/>
            </p:nvSpPr>
            <p:spPr>
              <a:xfrm>
                <a:off x="6621373" y="393573"/>
                <a:ext cx="142568" cy="4861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49965" name="Ink 1049964"/>
              <p14:cNvContentPartPr/>
              <p14:nvPr/>
            </p14:nvContentPartPr>
            <p14:xfrm>
              <a:off x="6461468" y="988244"/>
              <a:ext cx="352818" cy="35508"/>
            </p14:xfrm>
          </p:contentPart>
        </mc:Choice>
        <mc:Fallback xmlns="">
          <p:sp>
            <p:nvSpPr>
              <p:cNvPr id="1049965" name=""/>
              <p:cNvSpPr/>
              <p:nvPr/>
            </p:nvSpPr>
            <p:spPr>
              <a:xfrm>
                <a:off x="6461468" y="988244"/>
                <a:ext cx="352818" cy="35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49966" name="Ink 1049965"/>
              <p14:cNvContentPartPr/>
              <p14:nvPr/>
            </p14:nvContentPartPr>
            <p14:xfrm>
              <a:off x="6477757" y="1201464"/>
              <a:ext cx="250290" cy="144104"/>
            </p14:xfrm>
          </p:contentPart>
        </mc:Choice>
        <mc:Fallback xmlns="">
          <p:sp>
            <p:nvSpPr>
              <p:cNvPr id="1049966" name=""/>
              <p:cNvSpPr/>
              <p:nvPr/>
            </p:nvSpPr>
            <p:spPr>
              <a:xfrm>
                <a:off x="6477757" y="1201464"/>
                <a:ext cx="250290" cy="144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49967" name="Ink 1049966"/>
              <p14:cNvContentPartPr/>
              <p14:nvPr/>
            </p14:nvContentPartPr>
            <p14:xfrm>
              <a:off x="6761515" y="1305841"/>
              <a:ext cx="83766" cy="57567"/>
            </p14:xfrm>
          </p:contentPart>
        </mc:Choice>
        <mc:Fallback xmlns="">
          <p:sp>
            <p:nvSpPr>
              <p:cNvPr id="1049967" name=""/>
              <p:cNvSpPr/>
              <p:nvPr/>
            </p:nvSpPr>
            <p:spPr>
              <a:xfrm>
                <a:off x="6761515" y="1305841"/>
                <a:ext cx="83766" cy="57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9968" name="Ink 1049967"/>
              <p14:cNvContentPartPr/>
              <p14:nvPr/>
            </p14:nvContentPartPr>
            <p14:xfrm>
              <a:off x="6968057" y="842815"/>
              <a:ext cx="172486" cy="246214"/>
            </p14:xfrm>
          </p:contentPart>
        </mc:Choice>
        <mc:Fallback xmlns="">
          <p:sp>
            <p:nvSpPr>
              <p:cNvPr id="1049968" name=""/>
              <p:cNvSpPr/>
              <p:nvPr/>
            </p:nvSpPr>
            <p:spPr>
              <a:xfrm>
                <a:off x="6968057" y="842815"/>
                <a:ext cx="172486" cy="246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9969" name="Ink 1049968"/>
              <p14:cNvContentPartPr/>
              <p14:nvPr/>
            </p14:nvContentPartPr>
            <p14:xfrm>
              <a:off x="7097027" y="871606"/>
              <a:ext cx="165300" cy="162983"/>
            </p14:xfrm>
          </p:contentPart>
        </mc:Choice>
        <mc:Fallback xmlns="">
          <p:sp>
            <p:nvSpPr>
              <p:cNvPr id="1049969" name=""/>
              <p:cNvSpPr/>
              <p:nvPr/>
            </p:nvSpPr>
            <p:spPr>
              <a:xfrm>
                <a:off x="7097027" y="871606"/>
                <a:ext cx="165300" cy="162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49970" name="Ink 1049969"/>
              <p14:cNvContentPartPr/>
              <p14:nvPr/>
            </p14:nvContentPartPr>
            <p14:xfrm>
              <a:off x="7383669" y="835866"/>
              <a:ext cx="43242" cy="187887"/>
            </p14:xfrm>
          </p:contentPart>
        </mc:Choice>
        <mc:Fallback xmlns="">
          <p:sp>
            <p:nvSpPr>
              <p:cNvPr id="1049970" name=""/>
              <p:cNvSpPr/>
              <p:nvPr/>
            </p:nvSpPr>
            <p:spPr>
              <a:xfrm>
                <a:off x="7383669" y="835866"/>
                <a:ext cx="43242" cy="187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49971" name="Ink 1049970"/>
              <p14:cNvContentPartPr/>
              <p14:nvPr/>
            </p14:nvContentPartPr>
            <p14:xfrm>
              <a:off x="8441444" y="451155"/>
              <a:ext cx="165832" cy="365453"/>
            </p14:xfrm>
          </p:contentPart>
        </mc:Choice>
        <mc:Fallback xmlns="">
          <p:sp>
            <p:nvSpPr>
              <p:cNvPr id="1049971" name=""/>
              <p:cNvSpPr/>
              <p:nvPr/>
            </p:nvSpPr>
            <p:spPr>
              <a:xfrm>
                <a:off x="8441444" y="451155"/>
                <a:ext cx="165832" cy="365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9972" name="Ink 1049971"/>
              <p14:cNvContentPartPr/>
              <p14:nvPr/>
            </p14:nvContentPartPr>
            <p14:xfrm>
              <a:off x="8356614" y="951862"/>
              <a:ext cx="381545" cy="28455"/>
            </p14:xfrm>
          </p:contentPart>
        </mc:Choice>
        <mc:Fallback xmlns="">
          <p:sp>
            <p:nvSpPr>
              <p:cNvPr id="1049972" name=""/>
              <p:cNvSpPr/>
              <p:nvPr/>
            </p:nvSpPr>
            <p:spPr>
              <a:xfrm>
                <a:off x="8356614" y="951862"/>
                <a:ext cx="381545" cy="28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49973" name="Ink 1049972"/>
              <p14:cNvContentPartPr/>
              <p14:nvPr/>
            </p14:nvContentPartPr>
            <p14:xfrm>
              <a:off x="8404969" y="1143473"/>
              <a:ext cx="270789" cy="158660"/>
            </p14:xfrm>
          </p:contentPart>
        </mc:Choice>
        <mc:Fallback xmlns="">
          <p:sp>
            <p:nvSpPr>
              <p:cNvPr id="1049973" name=""/>
              <p:cNvSpPr/>
              <p:nvPr/>
            </p:nvSpPr>
            <p:spPr>
              <a:xfrm>
                <a:off x="8404969" y="1143473"/>
                <a:ext cx="270789" cy="158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49974" name="Ink 1049973"/>
              <p14:cNvContentPartPr/>
              <p14:nvPr/>
            </p14:nvContentPartPr>
            <p14:xfrm>
              <a:off x="8704849" y="1239279"/>
              <a:ext cx="100564" cy="87725"/>
            </p14:xfrm>
          </p:contentPart>
        </mc:Choice>
        <mc:Fallback xmlns="">
          <p:sp>
            <p:nvSpPr>
              <p:cNvPr id="1049974" name=""/>
              <p:cNvSpPr/>
              <p:nvPr/>
            </p:nvSpPr>
            <p:spPr>
              <a:xfrm>
                <a:off x="8704849" y="1239279"/>
                <a:ext cx="100564" cy="87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9975" name="Ink 1049974"/>
              <p14:cNvContentPartPr/>
              <p14:nvPr/>
            </p14:nvContentPartPr>
            <p14:xfrm>
              <a:off x="8146641" y="375454"/>
              <a:ext cx="178203" cy="1032782"/>
            </p14:xfrm>
          </p:contentPart>
        </mc:Choice>
        <mc:Fallback xmlns="">
          <p:sp>
            <p:nvSpPr>
              <p:cNvPr id="1049975" name=""/>
              <p:cNvSpPr/>
              <p:nvPr/>
            </p:nvSpPr>
            <p:spPr>
              <a:xfrm>
                <a:off x="8146641" y="375454"/>
                <a:ext cx="178203" cy="1032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49976" name="Ink 1049975"/>
              <p14:cNvContentPartPr/>
              <p14:nvPr/>
            </p14:nvContentPartPr>
            <p14:xfrm>
              <a:off x="8848161" y="472749"/>
              <a:ext cx="55188" cy="775847"/>
            </p14:xfrm>
          </p:contentPart>
        </mc:Choice>
        <mc:Fallback xmlns="">
          <p:sp>
            <p:nvSpPr>
              <p:cNvPr id="1049976" name=""/>
              <p:cNvSpPr/>
              <p:nvPr/>
            </p:nvSpPr>
            <p:spPr>
              <a:xfrm>
                <a:off x="8848161" y="472749"/>
                <a:ext cx="55188" cy="775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9977" name="Ink 1049976"/>
              <p14:cNvContentPartPr/>
              <p14:nvPr/>
            </p14:nvContentPartPr>
            <p14:xfrm>
              <a:off x="8976853" y="341699"/>
              <a:ext cx="151939" cy="262347"/>
            </p14:xfrm>
          </p:contentPart>
        </mc:Choice>
        <mc:Fallback xmlns="">
          <p:sp>
            <p:nvSpPr>
              <p:cNvPr id="1049977" name=""/>
              <p:cNvSpPr/>
              <p:nvPr/>
            </p:nvSpPr>
            <p:spPr>
              <a:xfrm>
                <a:off x="8976853" y="341699"/>
                <a:ext cx="151939" cy="262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49978" name="Ink 1049977"/>
              <p14:cNvContentPartPr/>
              <p14:nvPr/>
            </p14:nvContentPartPr>
            <p14:xfrm>
              <a:off x="9220876" y="643262"/>
              <a:ext cx="274068" cy="343610"/>
            </p14:xfrm>
          </p:contentPart>
        </mc:Choice>
        <mc:Fallback xmlns="">
          <p:sp>
            <p:nvSpPr>
              <p:cNvPr id="1049978" name=""/>
              <p:cNvSpPr/>
              <p:nvPr/>
            </p:nvSpPr>
            <p:spPr>
              <a:xfrm>
                <a:off x="9220876" y="643262"/>
                <a:ext cx="274068" cy="3436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49979" name="Ink 1049978"/>
              <p14:cNvContentPartPr/>
              <p14:nvPr/>
            </p14:nvContentPartPr>
            <p14:xfrm>
              <a:off x="9408118" y="668579"/>
              <a:ext cx="271347" cy="257477"/>
            </p14:xfrm>
          </p:contentPart>
        </mc:Choice>
        <mc:Fallback xmlns="">
          <p:sp>
            <p:nvSpPr>
              <p:cNvPr id="1049979" name=""/>
              <p:cNvSpPr/>
              <p:nvPr/>
            </p:nvSpPr>
            <p:spPr>
              <a:xfrm>
                <a:off x="9408118" y="668579"/>
                <a:ext cx="271347" cy="2574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49980" name="Ink 1049979"/>
              <p14:cNvContentPartPr/>
              <p14:nvPr/>
            </p14:nvContentPartPr>
            <p14:xfrm>
              <a:off x="9639203" y="640284"/>
              <a:ext cx="312957" cy="216699"/>
            </p14:xfrm>
          </p:contentPart>
        </mc:Choice>
        <mc:Fallback xmlns="">
          <p:sp>
            <p:nvSpPr>
              <p:cNvPr id="1049980" name=""/>
              <p:cNvSpPr/>
              <p:nvPr/>
            </p:nvSpPr>
            <p:spPr>
              <a:xfrm>
                <a:off x="9639203" y="640284"/>
                <a:ext cx="312957" cy="2166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9981" name="Ink 1049980"/>
              <p14:cNvContentPartPr/>
              <p14:nvPr/>
            </p14:nvContentPartPr>
            <p14:xfrm>
              <a:off x="9909522" y="625392"/>
              <a:ext cx="278912" cy="264760"/>
            </p14:xfrm>
          </p:contentPart>
        </mc:Choice>
        <mc:Fallback xmlns="">
          <p:sp>
            <p:nvSpPr>
              <p:cNvPr id="1049981" name=""/>
              <p:cNvSpPr/>
              <p:nvPr/>
            </p:nvSpPr>
            <p:spPr>
              <a:xfrm>
                <a:off x="9909522" y="625392"/>
                <a:ext cx="278912" cy="2647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49982" name="Ink 1049981"/>
              <p14:cNvContentPartPr/>
              <p14:nvPr/>
            </p14:nvContentPartPr>
            <p14:xfrm>
              <a:off x="10265880" y="664775"/>
              <a:ext cx="142960" cy="179075"/>
            </p14:xfrm>
          </p:contentPart>
        </mc:Choice>
        <mc:Fallback xmlns="">
          <p:sp>
            <p:nvSpPr>
              <p:cNvPr id="1049982" name=""/>
              <p:cNvSpPr/>
              <p:nvPr/>
            </p:nvSpPr>
            <p:spPr>
              <a:xfrm>
                <a:off x="10265880" y="664775"/>
                <a:ext cx="142960" cy="179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49983" name="Ink 1049982"/>
              <p14:cNvContentPartPr/>
              <p14:nvPr/>
            </p14:nvContentPartPr>
            <p14:xfrm>
              <a:off x="10294560" y="936883"/>
              <a:ext cx="204817" cy="25106"/>
            </p14:xfrm>
          </p:contentPart>
        </mc:Choice>
        <mc:Fallback xmlns="">
          <p:sp>
            <p:nvSpPr>
              <p:cNvPr id="1049983" name=""/>
              <p:cNvSpPr/>
              <p:nvPr/>
            </p:nvSpPr>
            <p:spPr>
              <a:xfrm>
                <a:off x="10294560" y="936883"/>
                <a:ext cx="204817" cy="251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49984" name="Ink 1049983"/>
              <p14:cNvContentPartPr/>
              <p14:nvPr/>
            </p14:nvContentPartPr>
            <p14:xfrm>
              <a:off x="3563364" y="559867"/>
              <a:ext cx="80315" cy="366476"/>
            </p14:xfrm>
          </p:contentPart>
        </mc:Choice>
        <mc:Fallback xmlns="">
          <p:sp>
            <p:nvSpPr>
              <p:cNvPr id="1049984" name=""/>
              <p:cNvSpPr/>
              <p:nvPr/>
            </p:nvSpPr>
            <p:spPr>
              <a:xfrm>
                <a:off x="3563364" y="559867"/>
                <a:ext cx="80315" cy="366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9985" name="Ink 1049984"/>
              <p14:cNvContentPartPr/>
              <p14:nvPr/>
            </p14:nvContentPartPr>
            <p14:xfrm>
              <a:off x="3443355" y="528258"/>
              <a:ext cx="238186" cy="60896"/>
            </p14:xfrm>
          </p:contentPart>
        </mc:Choice>
        <mc:Fallback xmlns="">
          <p:sp>
            <p:nvSpPr>
              <p:cNvPr id="1049985" name=""/>
              <p:cNvSpPr/>
              <p:nvPr/>
            </p:nvSpPr>
            <p:spPr>
              <a:xfrm>
                <a:off x="3443355" y="528258"/>
                <a:ext cx="238186" cy="608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9986" name="Ink 1049985"/>
              <p14:cNvContentPartPr/>
              <p14:nvPr/>
            </p14:nvContentPartPr>
            <p14:xfrm>
              <a:off x="3657800" y="875242"/>
              <a:ext cx="97933" cy="65498"/>
            </p14:xfrm>
          </p:contentPart>
        </mc:Choice>
        <mc:Fallback xmlns="">
          <p:sp>
            <p:nvSpPr>
              <p:cNvPr id="1049986" name=""/>
              <p:cNvSpPr/>
              <p:nvPr/>
            </p:nvSpPr>
            <p:spPr>
              <a:xfrm>
                <a:off x="3657800" y="875242"/>
                <a:ext cx="97933" cy="654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49987" name="Ink 1049986"/>
              <p14:cNvContentPartPr/>
              <p14:nvPr/>
            </p14:nvContentPartPr>
            <p14:xfrm>
              <a:off x="3880317" y="306203"/>
              <a:ext cx="249615" cy="831114"/>
            </p14:xfrm>
          </p:contentPart>
        </mc:Choice>
        <mc:Fallback xmlns="">
          <p:sp>
            <p:nvSpPr>
              <p:cNvPr id="1049987" name=""/>
              <p:cNvSpPr/>
              <p:nvPr/>
            </p:nvSpPr>
            <p:spPr>
              <a:xfrm>
                <a:off x="3880317" y="306203"/>
                <a:ext cx="249615" cy="831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49988" name="Ink 1049987"/>
              <p14:cNvContentPartPr/>
              <p14:nvPr/>
            </p14:nvContentPartPr>
            <p14:xfrm>
              <a:off x="4079630" y="597021"/>
              <a:ext cx="128677" cy="301522"/>
            </p14:xfrm>
          </p:contentPart>
        </mc:Choice>
        <mc:Fallback xmlns="">
          <p:sp>
            <p:nvSpPr>
              <p:cNvPr id="1049988" name=""/>
              <p:cNvSpPr/>
              <p:nvPr/>
            </p:nvSpPr>
            <p:spPr>
              <a:xfrm>
                <a:off x="4079630" y="597021"/>
                <a:ext cx="128677" cy="301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49989" name="Ink 1049988"/>
              <p14:cNvContentPartPr/>
              <p14:nvPr/>
            </p14:nvContentPartPr>
            <p14:xfrm>
              <a:off x="4279955" y="791648"/>
              <a:ext cx="155884" cy="22128"/>
            </p14:xfrm>
          </p:contentPart>
        </mc:Choice>
        <mc:Fallback xmlns="">
          <p:sp>
            <p:nvSpPr>
              <p:cNvPr id="1049989" name=""/>
              <p:cNvSpPr/>
              <p:nvPr/>
            </p:nvSpPr>
            <p:spPr>
              <a:xfrm>
                <a:off x="4279955" y="791648"/>
                <a:ext cx="155884" cy="221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9990" name="Ink 1049989"/>
              <p14:cNvContentPartPr/>
              <p14:nvPr/>
            </p14:nvContentPartPr>
            <p14:xfrm>
              <a:off x="4356406" y="734103"/>
              <a:ext cx="16651" cy="151851"/>
            </p14:xfrm>
          </p:contentPart>
        </mc:Choice>
        <mc:Fallback xmlns="">
          <p:sp>
            <p:nvSpPr>
              <p:cNvPr id="1049990" name=""/>
              <p:cNvSpPr/>
              <p:nvPr/>
            </p:nvSpPr>
            <p:spPr>
              <a:xfrm>
                <a:off x="4356406" y="734103"/>
                <a:ext cx="16651" cy="151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49991" name="Ink 1049990"/>
              <p14:cNvContentPartPr/>
              <p14:nvPr/>
            </p14:nvContentPartPr>
            <p14:xfrm>
              <a:off x="4519551" y="499951"/>
              <a:ext cx="92139" cy="191096"/>
            </p14:xfrm>
          </p:contentPart>
        </mc:Choice>
        <mc:Fallback xmlns="">
          <p:sp>
            <p:nvSpPr>
              <p:cNvPr id="1049991" name=""/>
              <p:cNvSpPr/>
              <p:nvPr/>
            </p:nvSpPr>
            <p:spPr>
              <a:xfrm>
                <a:off x="4519551" y="499951"/>
                <a:ext cx="92139" cy="191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49992" name="Ink 1049991"/>
              <p14:cNvContentPartPr/>
              <p14:nvPr/>
            </p14:nvContentPartPr>
            <p14:xfrm>
              <a:off x="4566323" y="763364"/>
              <a:ext cx="198123" cy="28570"/>
            </p14:xfrm>
          </p:contentPart>
        </mc:Choice>
        <mc:Fallback xmlns="">
          <p:sp>
            <p:nvSpPr>
              <p:cNvPr id="1049992" name=""/>
              <p:cNvSpPr/>
              <p:nvPr/>
            </p:nvSpPr>
            <p:spPr>
              <a:xfrm>
                <a:off x="4566323" y="763364"/>
                <a:ext cx="198123" cy="28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49993" name="Ink 1049992"/>
              <p14:cNvContentPartPr/>
              <p14:nvPr/>
            </p14:nvContentPartPr>
            <p14:xfrm>
              <a:off x="4539905" y="893903"/>
              <a:ext cx="140699" cy="154220"/>
            </p14:xfrm>
          </p:contentPart>
        </mc:Choice>
        <mc:Fallback xmlns="">
          <p:sp>
            <p:nvSpPr>
              <p:cNvPr id="1049993" name=""/>
              <p:cNvSpPr/>
              <p:nvPr/>
            </p:nvSpPr>
            <p:spPr>
              <a:xfrm>
                <a:off x="4539905" y="893903"/>
                <a:ext cx="140699" cy="154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49994" name="Ink 1049993"/>
              <p14:cNvContentPartPr/>
              <p14:nvPr/>
            </p14:nvContentPartPr>
            <p14:xfrm>
              <a:off x="4905670" y="420457"/>
              <a:ext cx="183524" cy="343799"/>
            </p14:xfrm>
          </p:contentPart>
        </mc:Choice>
        <mc:Fallback xmlns="">
          <p:sp>
            <p:nvSpPr>
              <p:cNvPr id="1049994" name=""/>
              <p:cNvSpPr/>
              <p:nvPr/>
            </p:nvSpPr>
            <p:spPr>
              <a:xfrm>
                <a:off x="4905670" y="420457"/>
                <a:ext cx="183524" cy="343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9995" name="Ink 1049994"/>
              <p14:cNvContentPartPr/>
              <p14:nvPr/>
            </p14:nvContentPartPr>
            <p14:xfrm>
              <a:off x="4859309" y="785791"/>
              <a:ext cx="353090" cy="35182"/>
            </p14:xfrm>
          </p:contentPart>
        </mc:Choice>
        <mc:Fallback xmlns="">
          <p:sp>
            <p:nvSpPr>
              <p:cNvPr id="1049995" name=""/>
              <p:cNvSpPr/>
              <p:nvPr/>
            </p:nvSpPr>
            <p:spPr>
              <a:xfrm>
                <a:off x="4859309" y="785791"/>
                <a:ext cx="353090" cy="35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49996" name="Ink 1049995"/>
              <p14:cNvContentPartPr/>
              <p14:nvPr/>
            </p14:nvContentPartPr>
            <p14:xfrm>
              <a:off x="4893728" y="915538"/>
              <a:ext cx="210589" cy="124085"/>
            </p14:xfrm>
          </p:contentPart>
        </mc:Choice>
        <mc:Fallback xmlns="">
          <p:sp>
            <p:nvSpPr>
              <p:cNvPr id="1049996" name=""/>
              <p:cNvSpPr/>
              <p:nvPr/>
            </p:nvSpPr>
            <p:spPr>
              <a:xfrm>
                <a:off x="4893728" y="915538"/>
                <a:ext cx="210589" cy="1240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49997" name="Ink 1049996"/>
              <p14:cNvContentPartPr/>
              <p14:nvPr/>
            </p14:nvContentPartPr>
            <p14:xfrm>
              <a:off x="5109495" y="987516"/>
              <a:ext cx="76109" cy="96553"/>
            </p14:xfrm>
          </p:contentPart>
        </mc:Choice>
        <mc:Fallback xmlns="">
          <p:sp>
            <p:nvSpPr>
              <p:cNvPr id="1049997" name=""/>
              <p:cNvSpPr/>
              <p:nvPr/>
            </p:nvSpPr>
            <p:spPr>
              <a:xfrm>
                <a:off x="5109495" y="987516"/>
                <a:ext cx="76109" cy="965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49998" name="Ink 1049997"/>
              <p14:cNvContentPartPr/>
              <p14:nvPr/>
            </p14:nvContentPartPr>
            <p14:xfrm>
              <a:off x="4745679" y="284861"/>
              <a:ext cx="135251" cy="880340"/>
            </p14:xfrm>
          </p:contentPart>
        </mc:Choice>
        <mc:Fallback xmlns="">
          <p:sp>
            <p:nvSpPr>
              <p:cNvPr id="1049998" name=""/>
              <p:cNvSpPr/>
              <p:nvPr/>
            </p:nvSpPr>
            <p:spPr>
              <a:xfrm>
                <a:off x="4745679" y="284861"/>
                <a:ext cx="135251" cy="880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9999" name="Ink 1049998"/>
              <p14:cNvContentPartPr/>
              <p14:nvPr/>
            </p14:nvContentPartPr>
            <p14:xfrm>
              <a:off x="5284046" y="350138"/>
              <a:ext cx="53157" cy="621320"/>
            </p14:xfrm>
          </p:contentPart>
        </mc:Choice>
        <mc:Fallback xmlns="">
          <p:sp>
            <p:nvSpPr>
              <p:cNvPr id="1049999" name=""/>
              <p:cNvSpPr/>
              <p:nvPr/>
            </p:nvSpPr>
            <p:spPr>
              <a:xfrm>
                <a:off x="5284046" y="350138"/>
                <a:ext cx="53157" cy="621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000" name="Ink 1049999"/>
              <p14:cNvContentPartPr/>
              <p14:nvPr/>
            </p14:nvContentPartPr>
            <p14:xfrm>
              <a:off x="5333206" y="244156"/>
              <a:ext cx="94690" cy="149402"/>
            </p14:xfrm>
          </p:contentPart>
        </mc:Choice>
        <mc:Fallback xmlns="">
          <p:sp>
            <p:nvSpPr>
              <p:cNvPr id="1050000" name=""/>
              <p:cNvSpPr/>
              <p:nvPr/>
            </p:nvSpPr>
            <p:spPr>
              <a:xfrm>
                <a:off x="5333206" y="244156"/>
                <a:ext cx="94690" cy="149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001" name="Ink 1050000"/>
              <p14:cNvContentPartPr/>
              <p14:nvPr/>
            </p14:nvContentPartPr>
            <p14:xfrm>
              <a:off x="5209657" y="169281"/>
              <a:ext cx="375747" cy="1013816"/>
            </p14:xfrm>
          </p:contentPart>
        </mc:Choice>
        <mc:Fallback xmlns="">
          <p:sp>
            <p:nvSpPr>
              <p:cNvPr id="1050001" name=""/>
              <p:cNvSpPr/>
              <p:nvPr/>
            </p:nvSpPr>
            <p:spPr>
              <a:xfrm>
                <a:off x="5209657" y="169281"/>
                <a:ext cx="375747" cy="1013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002" name="Ink 1050001"/>
              <p14:cNvContentPartPr/>
              <p14:nvPr/>
            </p14:nvContentPartPr>
            <p14:xfrm>
              <a:off x="6427031" y="1632340"/>
              <a:ext cx="133815" cy="393361"/>
            </p14:xfrm>
          </p:contentPart>
        </mc:Choice>
        <mc:Fallback xmlns="">
          <p:sp>
            <p:nvSpPr>
              <p:cNvPr id="1050002" name=""/>
              <p:cNvSpPr/>
              <p:nvPr/>
            </p:nvSpPr>
            <p:spPr>
              <a:xfrm>
                <a:off x="6427031" y="1632340"/>
                <a:ext cx="133815" cy="393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003" name="Ink 1050002"/>
              <p14:cNvContentPartPr/>
              <p14:nvPr/>
            </p14:nvContentPartPr>
            <p14:xfrm>
              <a:off x="6318064" y="2110024"/>
              <a:ext cx="327600" cy="51478"/>
            </p14:xfrm>
          </p:contentPart>
        </mc:Choice>
        <mc:Fallback xmlns="">
          <p:sp>
            <p:nvSpPr>
              <p:cNvPr id="1050003" name=""/>
              <p:cNvSpPr/>
              <p:nvPr/>
            </p:nvSpPr>
            <p:spPr>
              <a:xfrm>
                <a:off x="6318064" y="2110024"/>
                <a:ext cx="327600" cy="51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004" name="Ink 1050003"/>
              <p14:cNvContentPartPr/>
              <p14:nvPr/>
            </p14:nvContentPartPr>
            <p14:xfrm>
              <a:off x="6383447" y="2318613"/>
              <a:ext cx="259603" cy="115479"/>
            </p14:xfrm>
          </p:contentPart>
        </mc:Choice>
        <mc:Fallback xmlns="">
          <p:sp>
            <p:nvSpPr>
              <p:cNvPr id="1050004" name=""/>
              <p:cNvSpPr/>
              <p:nvPr/>
            </p:nvSpPr>
            <p:spPr>
              <a:xfrm>
                <a:off x="6383447" y="2318613"/>
                <a:ext cx="259603" cy="115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005" name="Ink 1050004"/>
              <p14:cNvContentPartPr/>
              <p14:nvPr/>
            </p14:nvContentPartPr>
            <p14:xfrm>
              <a:off x="6647232" y="2424096"/>
              <a:ext cx="35590" cy="67356"/>
            </p14:xfrm>
          </p:contentPart>
        </mc:Choice>
        <mc:Fallback xmlns="">
          <p:sp>
            <p:nvSpPr>
              <p:cNvPr id="1050005" name=""/>
              <p:cNvSpPr/>
              <p:nvPr/>
            </p:nvSpPr>
            <p:spPr>
              <a:xfrm>
                <a:off x="6647232" y="2424096"/>
                <a:ext cx="35590" cy="67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006" name="Ink 1050005"/>
              <p14:cNvContentPartPr/>
              <p14:nvPr/>
            </p14:nvContentPartPr>
            <p14:xfrm>
              <a:off x="6769016" y="2096551"/>
              <a:ext cx="156245" cy="6624"/>
            </p14:xfrm>
          </p:contentPart>
        </mc:Choice>
        <mc:Fallback xmlns="">
          <p:sp>
            <p:nvSpPr>
              <p:cNvPr id="1050006" name=""/>
              <p:cNvSpPr/>
              <p:nvPr/>
            </p:nvSpPr>
            <p:spPr>
              <a:xfrm>
                <a:off x="6769016" y="2096551"/>
                <a:ext cx="156245" cy="6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007" name="Ink 1050006"/>
              <p14:cNvContentPartPr/>
              <p14:nvPr/>
            </p14:nvContentPartPr>
            <p14:xfrm>
              <a:off x="6790195" y="2153382"/>
              <a:ext cx="139813" cy="15317"/>
            </p14:xfrm>
          </p:contentPart>
        </mc:Choice>
        <mc:Fallback xmlns="">
          <p:sp>
            <p:nvSpPr>
              <p:cNvPr id="1050007" name=""/>
              <p:cNvSpPr/>
              <p:nvPr/>
            </p:nvSpPr>
            <p:spPr>
              <a:xfrm>
                <a:off x="6790195" y="2153382"/>
                <a:ext cx="139813" cy="153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008" name="Ink 1050007"/>
              <p14:cNvContentPartPr/>
              <p14:nvPr/>
            </p14:nvContentPartPr>
            <p14:xfrm>
              <a:off x="7030356" y="1972286"/>
              <a:ext cx="137585" cy="139257"/>
            </p14:xfrm>
          </p:contentPart>
        </mc:Choice>
        <mc:Fallback xmlns="">
          <p:sp>
            <p:nvSpPr>
              <p:cNvPr id="1050008" name=""/>
              <p:cNvSpPr/>
              <p:nvPr/>
            </p:nvSpPr>
            <p:spPr>
              <a:xfrm>
                <a:off x="7030356" y="1972286"/>
                <a:ext cx="137585" cy="139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009" name="Ink 1050008"/>
              <p14:cNvContentPartPr/>
              <p14:nvPr/>
            </p14:nvContentPartPr>
            <p14:xfrm>
              <a:off x="7215353" y="2052791"/>
              <a:ext cx="32853" cy="121758"/>
            </p14:xfrm>
          </p:contentPart>
        </mc:Choice>
        <mc:Fallback xmlns="">
          <p:sp>
            <p:nvSpPr>
              <p:cNvPr id="1050009" name=""/>
              <p:cNvSpPr/>
              <p:nvPr/>
            </p:nvSpPr>
            <p:spPr>
              <a:xfrm>
                <a:off x="7215353" y="2052791"/>
                <a:ext cx="32853" cy="121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010" name="Ink 1050009"/>
              <p14:cNvContentPartPr/>
              <p14:nvPr/>
            </p14:nvContentPartPr>
            <p14:xfrm>
              <a:off x="7305452" y="1954252"/>
              <a:ext cx="176172" cy="134101"/>
            </p14:xfrm>
          </p:contentPart>
        </mc:Choice>
        <mc:Fallback xmlns="">
          <p:sp>
            <p:nvSpPr>
              <p:cNvPr id="1050010" name=""/>
              <p:cNvSpPr/>
              <p:nvPr/>
            </p:nvSpPr>
            <p:spPr>
              <a:xfrm>
                <a:off x="7305452" y="1954252"/>
                <a:ext cx="176172" cy="1341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011" name="Ink 1050010"/>
              <p14:cNvContentPartPr/>
              <p14:nvPr/>
            </p14:nvContentPartPr>
            <p14:xfrm>
              <a:off x="7553409" y="1914791"/>
              <a:ext cx="23525" cy="178904"/>
            </p14:xfrm>
          </p:contentPart>
        </mc:Choice>
        <mc:Fallback xmlns="">
          <p:sp>
            <p:nvSpPr>
              <p:cNvPr id="1050011" name=""/>
              <p:cNvSpPr/>
              <p:nvPr/>
            </p:nvSpPr>
            <p:spPr>
              <a:xfrm>
                <a:off x="7553409" y="1914791"/>
                <a:ext cx="23525" cy="1789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012" name="Ink 1050011"/>
              <p14:cNvContentPartPr/>
              <p14:nvPr/>
            </p14:nvContentPartPr>
            <p14:xfrm>
              <a:off x="5955084" y="1552916"/>
              <a:ext cx="255757" cy="1080156"/>
            </p14:xfrm>
          </p:contentPart>
        </mc:Choice>
        <mc:Fallback xmlns="">
          <p:sp>
            <p:nvSpPr>
              <p:cNvPr id="1050012" name=""/>
              <p:cNvSpPr/>
              <p:nvPr/>
            </p:nvSpPr>
            <p:spPr>
              <a:xfrm>
                <a:off x="5955084" y="1552916"/>
                <a:ext cx="255757" cy="1080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013" name="Ink 1050012"/>
              <p14:cNvContentPartPr/>
              <p14:nvPr/>
            </p14:nvContentPartPr>
            <p14:xfrm>
              <a:off x="7658044" y="1632091"/>
              <a:ext cx="112040" cy="795187"/>
            </p14:xfrm>
          </p:contentPart>
        </mc:Choice>
        <mc:Fallback xmlns="">
          <p:sp>
            <p:nvSpPr>
              <p:cNvPr id="1050013" name=""/>
              <p:cNvSpPr/>
              <p:nvPr/>
            </p:nvSpPr>
            <p:spPr>
              <a:xfrm>
                <a:off x="7658044" y="1632091"/>
                <a:ext cx="112040" cy="795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014" name="Ink 1050013"/>
              <p14:cNvContentPartPr/>
              <p14:nvPr/>
            </p14:nvContentPartPr>
            <p14:xfrm>
              <a:off x="7770200" y="1526437"/>
              <a:ext cx="168443" cy="224941"/>
            </p14:xfrm>
          </p:contentPart>
        </mc:Choice>
        <mc:Fallback xmlns="">
          <p:sp>
            <p:nvSpPr>
              <p:cNvPr id="1050014" name=""/>
              <p:cNvSpPr/>
              <p:nvPr/>
            </p:nvSpPr>
            <p:spPr>
              <a:xfrm>
                <a:off x="7770200" y="1526437"/>
                <a:ext cx="168443" cy="224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015" name="Ink 1050014"/>
              <p14:cNvContentPartPr/>
              <p14:nvPr/>
            </p14:nvContentPartPr>
            <p14:xfrm>
              <a:off x="7948904" y="2009107"/>
              <a:ext cx="184128" cy="9054"/>
            </p14:xfrm>
          </p:contentPart>
        </mc:Choice>
        <mc:Fallback xmlns="">
          <p:sp>
            <p:nvSpPr>
              <p:cNvPr id="1050015" name=""/>
              <p:cNvSpPr/>
              <p:nvPr/>
            </p:nvSpPr>
            <p:spPr>
              <a:xfrm>
                <a:off x="7948904" y="2009107"/>
                <a:ext cx="184128" cy="9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016" name="Ink 1050015"/>
              <p14:cNvContentPartPr/>
              <p14:nvPr/>
            </p14:nvContentPartPr>
            <p14:xfrm>
              <a:off x="7941844" y="2110443"/>
              <a:ext cx="167552" cy="8801"/>
            </p14:xfrm>
          </p:contentPart>
        </mc:Choice>
        <mc:Fallback xmlns="">
          <p:sp>
            <p:nvSpPr>
              <p:cNvPr id="1050016" name=""/>
              <p:cNvSpPr/>
              <p:nvPr/>
            </p:nvSpPr>
            <p:spPr>
              <a:xfrm>
                <a:off x="7941844" y="2110443"/>
                <a:ext cx="167552" cy="88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017" name="Ink 1050016"/>
              <p14:cNvContentPartPr/>
              <p14:nvPr/>
            </p14:nvContentPartPr>
            <p14:xfrm>
              <a:off x="8336054" y="1951029"/>
              <a:ext cx="177650" cy="143226"/>
            </p14:xfrm>
          </p:contentPart>
        </mc:Choice>
        <mc:Fallback xmlns="">
          <p:sp>
            <p:nvSpPr>
              <p:cNvPr id="1050017" name=""/>
              <p:cNvSpPr/>
              <p:nvPr/>
            </p:nvSpPr>
            <p:spPr>
              <a:xfrm>
                <a:off x="8336054" y="1951029"/>
                <a:ext cx="177650" cy="143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018" name="Ink 1050017"/>
              <p14:cNvContentPartPr/>
              <p14:nvPr/>
            </p14:nvContentPartPr>
            <p14:xfrm>
              <a:off x="8540355" y="2045593"/>
              <a:ext cx="80565" cy="131435"/>
            </p14:xfrm>
          </p:contentPart>
        </mc:Choice>
        <mc:Fallback xmlns="">
          <p:sp>
            <p:nvSpPr>
              <p:cNvPr id="1050018" name=""/>
              <p:cNvSpPr/>
              <p:nvPr/>
            </p:nvSpPr>
            <p:spPr>
              <a:xfrm>
                <a:off x="8540355" y="2045593"/>
                <a:ext cx="80565" cy="131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019" name="Ink 1050018"/>
              <p14:cNvContentPartPr/>
              <p14:nvPr/>
            </p14:nvContentPartPr>
            <p14:xfrm>
              <a:off x="8709702" y="1914791"/>
              <a:ext cx="145137" cy="158995"/>
            </p14:xfrm>
          </p:contentPart>
        </mc:Choice>
        <mc:Fallback xmlns="">
          <p:sp>
            <p:nvSpPr>
              <p:cNvPr id="1050019" name=""/>
              <p:cNvSpPr/>
              <p:nvPr/>
            </p:nvSpPr>
            <p:spPr>
              <a:xfrm>
                <a:off x="8709702" y="1914791"/>
                <a:ext cx="145137" cy="158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020" name="Ink 1050019"/>
              <p14:cNvContentPartPr/>
              <p14:nvPr/>
            </p14:nvContentPartPr>
            <p14:xfrm>
              <a:off x="8932140" y="1944079"/>
              <a:ext cx="149847" cy="131881"/>
            </p14:xfrm>
          </p:contentPart>
        </mc:Choice>
        <mc:Fallback xmlns="">
          <p:sp>
            <p:nvSpPr>
              <p:cNvPr id="1050020" name=""/>
              <p:cNvSpPr/>
              <p:nvPr/>
            </p:nvSpPr>
            <p:spPr>
              <a:xfrm>
                <a:off x="8932140" y="1944079"/>
                <a:ext cx="149847" cy="131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021" name="Ink 1050020"/>
              <p14:cNvContentPartPr/>
              <p14:nvPr/>
            </p14:nvContentPartPr>
            <p14:xfrm>
              <a:off x="9182288" y="1913077"/>
              <a:ext cx="124172" cy="132587"/>
            </p14:xfrm>
          </p:contentPart>
        </mc:Choice>
        <mc:Fallback xmlns="">
          <p:sp>
            <p:nvSpPr>
              <p:cNvPr id="1050021" name=""/>
              <p:cNvSpPr/>
              <p:nvPr/>
            </p:nvSpPr>
            <p:spPr>
              <a:xfrm>
                <a:off x="9182288" y="1913077"/>
                <a:ext cx="124172" cy="1325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022" name="Ink 1050021"/>
              <p14:cNvContentPartPr/>
              <p14:nvPr/>
            </p14:nvContentPartPr>
            <p14:xfrm>
              <a:off x="9436376" y="1871356"/>
              <a:ext cx="35704" cy="237356"/>
            </p14:xfrm>
          </p:contentPart>
        </mc:Choice>
        <mc:Fallback xmlns="">
          <p:sp>
            <p:nvSpPr>
              <p:cNvPr id="1050022" name=""/>
              <p:cNvSpPr/>
              <p:nvPr/>
            </p:nvSpPr>
            <p:spPr>
              <a:xfrm>
                <a:off x="9436376" y="1871356"/>
                <a:ext cx="35704" cy="237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023" name="Ink 1050022"/>
              <p14:cNvContentPartPr/>
              <p14:nvPr/>
            </p14:nvContentPartPr>
            <p14:xfrm>
              <a:off x="3121688" y="1404939"/>
              <a:ext cx="344028" cy="138545"/>
            </p14:xfrm>
          </p:contentPart>
        </mc:Choice>
        <mc:Fallback xmlns="">
          <p:sp>
            <p:nvSpPr>
              <p:cNvPr id="1050023" name=""/>
              <p:cNvSpPr/>
              <p:nvPr/>
            </p:nvSpPr>
            <p:spPr>
              <a:xfrm>
                <a:off x="3121688" y="1404939"/>
                <a:ext cx="344028" cy="138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024" name="Ink 1050023"/>
              <p14:cNvContentPartPr/>
              <p14:nvPr/>
            </p14:nvContentPartPr>
            <p14:xfrm>
              <a:off x="3071386" y="1672581"/>
              <a:ext cx="359229" cy="53578"/>
            </p14:xfrm>
          </p:contentPart>
        </mc:Choice>
        <mc:Fallback xmlns="">
          <p:sp>
            <p:nvSpPr>
              <p:cNvPr id="1050024" name=""/>
              <p:cNvSpPr/>
              <p:nvPr/>
            </p:nvSpPr>
            <p:spPr>
              <a:xfrm>
                <a:off x="3071386" y="1672581"/>
                <a:ext cx="359229" cy="535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025" name="Ink 1050024"/>
              <p14:cNvContentPartPr/>
              <p14:nvPr/>
            </p14:nvContentPartPr>
            <p14:xfrm>
              <a:off x="3690593" y="1364532"/>
              <a:ext cx="50327" cy="333408"/>
            </p14:xfrm>
          </p:contentPart>
        </mc:Choice>
        <mc:Fallback xmlns="">
          <p:sp>
            <p:nvSpPr>
              <p:cNvPr id="1050025" name=""/>
              <p:cNvSpPr/>
              <p:nvPr/>
            </p:nvSpPr>
            <p:spPr>
              <a:xfrm>
                <a:off x="3690593" y="1364532"/>
                <a:ext cx="50327" cy="333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026" name="Ink 1050025"/>
              <p14:cNvContentPartPr/>
              <p14:nvPr/>
            </p14:nvContentPartPr>
            <p14:xfrm>
              <a:off x="3521896" y="1352705"/>
              <a:ext cx="426416" cy="22795"/>
            </p14:xfrm>
          </p:contentPart>
        </mc:Choice>
        <mc:Fallback xmlns="">
          <p:sp>
            <p:nvSpPr>
              <p:cNvPr id="1050026" name=""/>
              <p:cNvSpPr/>
              <p:nvPr/>
            </p:nvSpPr>
            <p:spPr>
              <a:xfrm>
                <a:off x="3521896" y="1352705"/>
                <a:ext cx="426416" cy="227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027" name="Ink 1050026"/>
              <p14:cNvContentPartPr/>
              <p14:nvPr/>
            </p14:nvContentPartPr>
            <p14:xfrm>
              <a:off x="3829444" y="1657444"/>
              <a:ext cx="128178" cy="81285"/>
            </p14:xfrm>
          </p:contentPart>
        </mc:Choice>
        <mc:Fallback xmlns="">
          <p:sp>
            <p:nvSpPr>
              <p:cNvPr id="1050027" name=""/>
              <p:cNvSpPr/>
              <p:nvPr/>
            </p:nvSpPr>
            <p:spPr>
              <a:xfrm>
                <a:off x="3829444" y="1657444"/>
                <a:ext cx="128178" cy="81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028" name="Ink 1050027"/>
              <p14:cNvContentPartPr/>
              <p14:nvPr/>
            </p14:nvContentPartPr>
            <p14:xfrm>
              <a:off x="4923731" y="3039856"/>
              <a:ext cx="137469" cy="338809"/>
            </p14:xfrm>
          </p:contentPart>
        </mc:Choice>
        <mc:Fallback xmlns="">
          <p:sp>
            <p:nvSpPr>
              <p:cNvPr id="1050028" name=""/>
              <p:cNvSpPr/>
              <p:nvPr/>
            </p:nvSpPr>
            <p:spPr>
              <a:xfrm>
                <a:off x="4923731" y="3039856"/>
                <a:ext cx="137469" cy="338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029" name="Ink 1050028"/>
              <p14:cNvContentPartPr/>
              <p14:nvPr/>
            </p14:nvContentPartPr>
            <p14:xfrm>
              <a:off x="5162317" y="3356338"/>
              <a:ext cx="97642" cy="215688"/>
            </p14:xfrm>
          </p:contentPart>
        </mc:Choice>
        <mc:Fallback xmlns="">
          <p:sp>
            <p:nvSpPr>
              <p:cNvPr id="1050029" name=""/>
              <p:cNvSpPr/>
              <p:nvPr/>
            </p:nvSpPr>
            <p:spPr>
              <a:xfrm>
                <a:off x="5162317" y="3356338"/>
                <a:ext cx="97642" cy="215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030" name="Ink 1050029"/>
              <p14:cNvContentPartPr/>
              <p14:nvPr/>
            </p14:nvContentPartPr>
            <p14:xfrm>
              <a:off x="5434739" y="3139179"/>
              <a:ext cx="222507" cy="227684"/>
            </p14:xfrm>
          </p:contentPart>
        </mc:Choice>
        <mc:Fallback xmlns="">
          <p:sp>
            <p:nvSpPr>
              <p:cNvPr id="1050030" name=""/>
              <p:cNvSpPr/>
              <p:nvPr/>
            </p:nvSpPr>
            <p:spPr>
              <a:xfrm>
                <a:off x="5434739" y="3139179"/>
                <a:ext cx="222507" cy="2276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031" name="Ink 1050030"/>
              <p14:cNvContentPartPr/>
              <p14:nvPr/>
            </p14:nvContentPartPr>
            <p14:xfrm>
              <a:off x="5754185" y="3139411"/>
              <a:ext cx="159882" cy="194174"/>
            </p14:xfrm>
          </p:contentPart>
        </mc:Choice>
        <mc:Fallback xmlns="">
          <p:sp>
            <p:nvSpPr>
              <p:cNvPr id="1050031" name=""/>
              <p:cNvSpPr/>
              <p:nvPr/>
            </p:nvSpPr>
            <p:spPr>
              <a:xfrm>
                <a:off x="5754185" y="3139411"/>
                <a:ext cx="159882" cy="1941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032" name="Ink 1050031"/>
              <p14:cNvContentPartPr/>
              <p14:nvPr/>
            </p14:nvContentPartPr>
            <p14:xfrm>
              <a:off x="5985061" y="3137987"/>
              <a:ext cx="209900" cy="191387"/>
            </p14:xfrm>
          </p:contentPart>
        </mc:Choice>
        <mc:Fallback xmlns="">
          <p:sp>
            <p:nvSpPr>
              <p:cNvPr id="1050032" name=""/>
              <p:cNvSpPr/>
              <p:nvPr/>
            </p:nvSpPr>
            <p:spPr>
              <a:xfrm>
                <a:off x="5985061" y="3137987"/>
                <a:ext cx="209900" cy="191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033" name="Ink 1050032"/>
              <p14:cNvContentPartPr/>
              <p14:nvPr/>
            </p14:nvContentPartPr>
            <p14:xfrm>
              <a:off x="6269815" y="3119893"/>
              <a:ext cx="179647" cy="195884"/>
            </p14:xfrm>
          </p:contentPart>
        </mc:Choice>
        <mc:Fallback xmlns="">
          <p:sp>
            <p:nvSpPr>
              <p:cNvPr id="1050033" name=""/>
              <p:cNvSpPr/>
              <p:nvPr/>
            </p:nvSpPr>
            <p:spPr>
              <a:xfrm>
                <a:off x="6269815" y="3119893"/>
                <a:ext cx="179647" cy="195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034" name="Ink 1050033"/>
              <p14:cNvContentPartPr/>
              <p14:nvPr/>
            </p14:nvContentPartPr>
            <p14:xfrm>
              <a:off x="6545080" y="3066181"/>
              <a:ext cx="238108" cy="297354"/>
            </p14:xfrm>
          </p:contentPart>
        </mc:Choice>
        <mc:Fallback xmlns="">
          <p:sp>
            <p:nvSpPr>
              <p:cNvPr id="1050034" name=""/>
              <p:cNvSpPr/>
              <p:nvPr/>
            </p:nvSpPr>
            <p:spPr>
              <a:xfrm>
                <a:off x="6545080" y="3066181"/>
                <a:ext cx="238108" cy="297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035" name="Ink 1050034"/>
              <p14:cNvContentPartPr/>
              <p14:nvPr/>
            </p14:nvContentPartPr>
            <p14:xfrm>
              <a:off x="4845189" y="3600422"/>
              <a:ext cx="2215588" cy="67655"/>
            </p14:xfrm>
          </p:contentPart>
        </mc:Choice>
        <mc:Fallback xmlns="">
          <p:sp>
            <p:nvSpPr>
              <p:cNvPr id="1050035" name=""/>
              <p:cNvSpPr/>
              <p:nvPr/>
            </p:nvSpPr>
            <p:spPr>
              <a:xfrm>
                <a:off x="4845189" y="3600422"/>
                <a:ext cx="2215588" cy="67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036" name="Ink 1050035"/>
              <p14:cNvContentPartPr/>
              <p14:nvPr/>
            </p14:nvContentPartPr>
            <p14:xfrm>
              <a:off x="6293622" y="3406970"/>
              <a:ext cx="611297" cy="132512"/>
            </p14:xfrm>
          </p:contentPart>
        </mc:Choice>
        <mc:Fallback xmlns="">
          <p:sp>
            <p:nvSpPr>
              <p:cNvPr id="1050036" name=""/>
              <p:cNvSpPr/>
              <p:nvPr/>
            </p:nvSpPr>
            <p:spPr>
              <a:xfrm>
                <a:off x="6293622" y="3406970"/>
                <a:ext cx="611297" cy="132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037" name="Ink 1050036"/>
              <p14:cNvContentPartPr/>
              <p14:nvPr/>
            </p14:nvContentPartPr>
            <p14:xfrm>
              <a:off x="5910795" y="2653683"/>
              <a:ext cx="98991" cy="1723997"/>
            </p14:xfrm>
          </p:contentPart>
        </mc:Choice>
        <mc:Fallback xmlns="">
          <p:sp>
            <p:nvSpPr>
              <p:cNvPr id="1050037" name=""/>
              <p:cNvSpPr/>
              <p:nvPr/>
            </p:nvSpPr>
            <p:spPr>
              <a:xfrm>
                <a:off x="5910795" y="2653683"/>
                <a:ext cx="98991" cy="1723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038" name="Ink 1050037"/>
              <p14:cNvContentPartPr/>
              <p14:nvPr/>
            </p14:nvContentPartPr>
            <p14:xfrm>
              <a:off x="6195047" y="222681"/>
              <a:ext cx="1507691" cy="1336505"/>
            </p14:xfrm>
          </p:contentPart>
        </mc:Choice>
        <mc:Fallback xmlns="">
          <p:sp>
            <p:nvSpPr>
              <p:cNvPr id="1050038" name=""/>
              <p:cNvSpPr/>
              <p:nvPr/>
            </p:nvSpPr>
            <p:spPr>
              <a:xfrm>
                <a:off x="6195047" y="222681"/>
                <a:ext cx="1507691" cy="1336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045" name="Ink 1050044"/>
              <p14:cNvContentPartPr/>
              <p14:nvPr/>
            </p14:nvContentPartPr>
            <p14:xfrm>
              <a:off x="757499" y="5158894"/>
              <a:ext cx="155021" cy="464626"/>
            </p14:xfrm>
          </p:contentPart>
        </mc:Choice>
        <mc:Fallback xmlns="">
          <p:sp>
            <p:nvSpPr>
              <p:cNvPr id="1050045" name=""/>
              <p:cNvSpPr/>
              <p:nvPr/>
            </p:nvSpPr>
            <p:spPr>
              <a:xfrm>
                <a:off x="757499" y="5158894"/>
                <a:ext cx="155021" cy="464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046" name="Ink 1050045"/>
              <p14:cNvContentPartPr/>
              <p14:nvPr/>
            </p14:nvContentPartPr>
            <p14:xfrm>
              <a:off x="575265" y="5732606"/>
              <a:ext cx="543613" cy="28791"/>
            </p14:xfrm>
          </p:contentPart>
        </mc:Choice>
        <mc:Fallback xmlns="">
          <p:sp>
            <p:nvSpPr>
              <p:cNvPr id="1050046" name=""/>
              <p:cNvSpPr/>
              <p:nvPr/>
            </p:nvSpPr>
            <p:spPr>
              <a:xfrm>
                <a:off x="575265" y="5732606"/>
                <a:ext cx="543613" cy="28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047" name="Ink 1050046"/>
              <p14:cNvContentPartPr/>
              <p14:nvPr/>
            </p14:nvContentPartPr>
            <p14:xfrm>
              <a:off x="659048" y="5877306"/>
              <a:ext cx="236423" cy="212079"/>
            </p14:xfrm>
          </p:contentPart>
        </mc:Choice>
        <mc:Fallback xmlns="">
          <p:sp>
            <p:nvSpPr>
              <p:cNvPr id="1050047" name=""/>
              <p:cNvSpPr/>
              <p:nvPr/>
            </p:nvSpPr>
            <p:spPr>
              <a:xfrm>
                <a:off x="659048" y="5877306"/>
                <a:ext cx="236423" cy="212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048" name="Ink 1050047"/>
              <p14:cNvContentPartPr/>
              <p14:nvPr/>
            </p14:nvContentPartPr>
            <p14:xfrm>
              <a:off x="915906" y="6067425"/>
              <a:ext cx="80103" cy="163789"/>
            </p14:xfrm>
          </p:contentPart>
        </mc:Choice>
        <mc:Fallback xmlns="">
          <p:sp>
            <p:nvSpPr>
              <p:cNvPr id="1050048" name=""/>
              <p:cNvSpPr/>
              <p:nvPr/>
            </p:nvSpPr>
            <p:spPr>
              <a:xfrm>
                <a:off x="915906" y="6067425"/>
                <a:ext cx="80103" cy="163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049" name="Ink 1050048"/>
              <p14:cNvContentPartPr/>
              <p14:nvPr/>
            </p14:nvContentPartPr>
            <p14:xfrm>
              <a:off x="1216769" y="5652685"/>
              <a:ext cx="182093" cy="302976"/>
            </p14:xfrm>
          </p:contentPart>
        </mc:Choice>
        <mc:Fallback xmlns="">
          <p:sp>
            <p:nvSpPr>
              <p:cNvPr id="1050049" name=""/>
              <p:cNvSpPr/>
              <p:nvPr/>
            </p:nvSpPr>
            <p:spPr>
              <a:xfrm>
                <a:off x="1216769" y="5652685"/>
                <a:ext cx="182093" cy="302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050" name="Ink 1050049"/>
              <p14:cNvContentPartPr/>
              <p14:nvPr/>
            </p14:nvContentPartPr>
            <p14:xfrm>
              <a:off x="1369691" y="5754447"/>
              <a:ext cx="196584" cy="214750"/>
            </p14:xfrm>
          </p:contentPart>
        </mc:Choice>
        <mc:Fallback xmlns="">
          <p:sp>
            <p:nvSpPr>
              <p:cNvPr id="1050050" name=""/>
              <p:cNvSpPr/>
              <p:nvPr/>
            </p:nvSpPr>
            <p:spPr>
              <a:xfrm>
                <a:off x="1369691" y="5754447"/>
                <a:ext cx="196584" cy="214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051" name="Ink 1050050"/>
              <p14:cNvContentPartPr/>
              <p14:nvPr/>
            </p14:nvContentPartPr>
            <p14:xfrm>
              <a:off x="1762654" y="5696368"/>
              <a:ext cx="49678" cy="294097"/>
            </p14:xfrm>
          </p:contentPart>
        </mc:Choice>
        <mc:Fallback xmlns="">
          <p:sp>
            <p:nvSpPr>
              <p:cNvPr id="1050051" name=""/>
              <p:cNvSpPr/>
              <p:nvPr/>
            </p:nvSpPr>
            <p:spPr>
              <a:xfrm>
                <a:off x="1762654" y="5696368"/>
                <a:ext cx="49678" cy="294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052" name="Ink 1050051"/>
              <p14:cNvContentPartPr/>
              <p14:nvPr/>
            </p14:nvContentPartPr>
            <p14:xfrm>
              <a:off x="2163304" y="5735722"/>
              <a:ext cx="428140" cy="18725"/>
            </p14:xfrm>
          </p:contentPart>
        </mc:Choice>
        <mc:Fallback xmlns="">
          <p:sp>
            <p:nvSpPr>
              <p:cNvPr id="1050052" name=""/>
              <p:cNvSpPr/>
              <p:nvPr/>
            </p:nvSpPr>
            <p:spPr>
              <a:xfrm>
                <a:off x="2163304" y="5735722"/>
                <a:ext cx="428140" cy="18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053" name="Ink 1050052"/>
              <p14:cNvContentPartPr/>
              <p14:nvPr/>
            </p14:nvContentPartPr>
            <p14:xfrm>
              <a:off x="2241846" y="5891950"/>
              <a:ext cx="412873" cy="8721"/>
            </p14:xfrm>
          </p:contentPart>
        </mc:Choice>
        <mc:Fallback xmlns="">
          <p:sp>
            <p:nvSpPr>
              <p:cNvPr id="1050053" name=""/>
              <p:cNvSpPr/>
              <p:nvPr/>
            </p:nvSpPr>
            <p:spPr>
              <a:xfrm>
                <a:off x="2241846" y="5891950"/>
                <a:ext cx="412873" cy="8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054" name="Ink 1050053"/>
              <p14:cNvContentPartPr/>
              <p14:nvPr/>
            </p14:nvContentPartPr>
            <p14:xfrm>
              <a:off x="2506593" y="5659883"/>
              <a:ext cx="294332" cy="392440"/>
            </p14:xfrm>
          </p:contentPart>
        </mc:Choice>
        <mc:Fallback xmlns="">
          <p:sp>
            <p:nvSpPr>
              <p:cNvPr id="1050054" name=""/>
              <p:cNvSpPr/>
              <p:nvPr/>
            </p:nvSpPr>
            <p:spPr>
              <a:xfrm>
                <a:off x="2506593" y="5659883"/>
                <a:ext cx="294332" cy="39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055" name="Ink 1050054"/>
              <p14:cNvContentPartPr/>
              <p14:nvPr/>
            </p14:nvContentPartPr>
            <p14:xfrm>
              <a:off x="3192687" y="5382912"/>
              <a:ext cx="167374" cy="573758"/>
            </p14:xfrm>
          </p:contentPart>
        </mc:Choice>
        <mc:Fallback xmlns="">
          <p:sp>
            <p:nvSpPr>
              <p:cNvPr id="1050055" name=""/>
              <p:cNvSpPr/>
              <p:nvPr/>
            </p:nvSpPr>
            <p:spPr>
              <a:xfrm>
                <a:off x="3192687" y="5382912"/>
                <a:ext cx="167374" cy="573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056" name="Ink 1050055"/>
              <p14:cNvContentPartPr/>
              <p14:nvPr/>
            </p14:nvContentPartPr>
            <p14:xfrm>
              <a:off x="3607939" y="5732606"/>
              <a:ext cx="257246" cy="194202"/>
            </p14:xfrm>
          </p:contentPart>
        </mc:Choice>
        <mc:Fallback xmlns="">
          <p:sp>
            <p:nvSpPr>
              <p:cNvPr id="1050056" name=""/>
              <p:cNvSpPr/>
              <p:nvPr/>
            </p:nvSpPr>
            <p:spPr>
              <a:xfrm>
                <a:off x="3607939" y="5732606"/>
                <a:ext cx="257246" cy="194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057" name="Ink 1050056"/>
              <p14:cNvContentPartPr/>
              <p14:nvPr/>
            </p14:nvContentPartPr>
            <p14:xfrm>
              <a:off x="4119182" y="5580211"/>
              <a:ext cx="17460" cy="418757"/>
            </p14:xfrm>
          </p:contentPart>
        </mc:Choice>
        <mc:Fallback xmlns="">
          <p:sp>
            <p:nvSpPr>
              <p:cNvPr id="1050057" name=""/>
              <p:cNvSpPr/>
              <p:nvPr/>
            </p:nvSpPr>
            <p:spPr>
              <a:xfrm>
                <a:off x="4119182" y="5580211"/>
                <a:ext cx="17460" cy="418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058" name="Ink 1050057"/>
              <p14:cNvContentPartPr/>
              <p14:nvPr/>
            </p14:nvContentPartPr>
            <p14:xfrm>
              <a:off x="3943726" y="5529826"/>
              <a:ext cx="336001" cy="91339"/>
            </p14:xfrm>
          </p:contentPart>
        </mc:Choice>
        <mc:Fallback xmlns="">
          <p:sp>
            <p:nvSpPr>
              <p:cNvPr id="1050058" name=""/>
              <p:cNvSpPr/>
              <p:nvPr/>
            </p:nvSpPr>
            <p:spPr>
              <a:xfrm>
                <a:off x="3943726" y="5529826"/>
                <a:ext cx="336001" cy="91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059" name="Ink 1050058"/>
              <p14:cNvContentPartPr/>
              <p14:nvPr/>
            </p14:nvContentPartPr>
            <p14:xfrm>
              <a:off x="4165992" y="5934149"/>
              <a:ext cx="98707" cy="135012"/>
            </p14:xfrm>
          </p:contentPart>
        </mc:Choice>
        <mc:Fallback xmlns="">
          <p:sp>
            <p:nvSpPr>
              <p:cNvPr id="1050059" name=""/>
              <p:cNvSpPr/>
              <p:nvPr/>
            </p:nvSpPr>
            <p:spPr>
              <a:xfrm>
                <a:off x="4165992" y="5934149"/>
                <a:ext cx="98707" cy="135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060" name="Ink 1050059"/>
              <p14:cNvContentPartPr/>
              <p14:nvPr/>
            </p14:nvContentPartPr>
            <p14:xfrm>
              <a:off x="4365998" y="5899148"/>
              <a:ext cx="3535" cy="62559"/>
            </p14:xfrm>
          </p:contentPart>
        </mc:Choice>
        <mc:Fallback xmlns="">
          <p:sp>
            <p:nvSpPr>
              <p:cNvPr id="1050060" name=""/>
              <p:cNvSpPr/>
              <p:nvPr/>
            </p:nvSpPr>
            <p:spPr>
              <a:xfrm>
                <a:off x="4365998" y="5899148"/>
                <a:ext cx="3535" cy="62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061" name="Ink 1050060"/>
              <p14:cNvContentPartPr/>
              <p14:nvPr/>
            </p14:nvContentPartPr>
            <p14:xfrm>
              <a:off x="4444293" y="5533497"/>
              <a:ext cx="177352" cy="618343"/>
            </p14:xfrm>
          </p:contentPart>
        </mc:Choice>
        <mc:Fallback xmlns="">
          <p:sp>
            <p:nvSpPr>
              <p:cNvPr id="1050061" name=""/>
              <p:cNvSpPr/>
              <p:nvPr/>
            </p:nvSpPr>
            <p:spPr>
              <a:xfrm>
                <a:off x="4444293" y="5533497"/>
                <a:ext cx="177352" cy="6183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062" name="Ink 1050061"/>
              <p14:cNvContentPartPr/>
              <p14:nvPr/>
            </p14:nvContentPartPr>
            <p14:xfrm>
              <a:off x="4773708" y="6181600"/>
              <a:ext cx="3549" cy="31651"/>
            </p14:xfrm>
          </p:contentPart>
        </mc:Choice>
        <mc:Fallback xmlns="">
          <p:sp>
            <p:nvSpPr>
              <p:cNvPr id="1050062" name=""/>
              <p:cNvSpPr/>
              <p:nvPr/>
            </p:nvSpPr>
            <p:spPr>
              <a:xfrm>
                <a:off x="4773708" y="6181600"/>
                <a:ext cx="3549" cy="31651"/>
              </a:xfrm>
            </p:spPr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Rectangle 3"/>
          <p:cNvSpPr/>
          <p:nvPr/>
        </p:nvSpPr>
        <p:spPr>
          <a:xfrm>
            <a:off x="837128" y="356297"/>
            <a:ext cx="40182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II.2. </a:t>
            </a:r>
            <a:r>
              <a:rPr lang="fr-M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Régime apériodique</a:t>
            </a:r>
          </a:p>
        </p:txBody>
      </p:sp>
      <p:sp>
        <p:nvSpPr>
          <p:cNvPr id="1048709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1030309"/>
            <a:ext cx="6812924" cy="1068690"/>
          </a:xfrm>
          <a:prstGeom prst="rect">
            <a:avLst/>
          </a:prstGeom>
          <a:blipFill>
            <a:blip r:embed="rId2"/>
            <a:stretch>
              <a:fillRect l="-806" b="-9714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0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64320" y="2155288"/>
            <a:ext cx="4383379" cy="751552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1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63348" y="2155288"/>
            <a:ext cx="4390497" cy="751552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2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3271234"/>
            <a:ext cx="7469746" cy="718658"/>
          </a:xfrm>
          <a:prstGeom prst="rect">
            <a:avLst/>
          </a:prstGeom>
          <a:blipFill rotWithShape="0">
            <a:blip r:embed="rId5"/>
            <a:stretch>
              <a:fillRect l="-89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3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9803" y="4319685"/>
            <a:ext cx="9824042" cy="824456"/>
          </a:xfrm>
          <a:prstGeom prst="rect">
            <a:avLst/>
          </a:prstGeom>
          <a:blipFill rotWithShape="0">
            <a:blip r:embed="rId6"/>
            <a:stretch>
              <a:fillRect l="-559" r="-683" b="-1259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14" name="Rectangle 9"/>
          <p:cNvSpPr/>
          <p:nvPr/>
        </p:nvSpPr>
        <p:spPr>
          <a:xfrm>
            <a:off x="639651" y="5357364"/>
            <a:ext cx="1066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L’amplitude diminue au cours du temps </a:t>
            </a:r>
            <a:r>
              <a:rPr lang="fr-F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sans que n’apparaissent d’oscillations</a:t>
            </a:r>
            <a:r>
              <a:rPr lang="fr-FR" sz="2000" dirty="0"/>
              <a:t>, d’où le nom donné de </a:t>
            </a:r>
            <a:r>
              <a:rPr lang="fr-FR" sz="2000" b="1" i="1" u="sng" dirty="0"/>
              <a:t>régime apériodique </a:t>
            </a:r>
            <a:r>
              <a:rPr lang="fr-FR" sz="2000" dirty="0"/>
              <a:t>à </a:t>
            </a:r>
            <a:r>
              <a:rPr lang="fr-MA" sz="2000" dirty="0"/>
              <a:t>ce type de solutions.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067" name="Ink 1050066"/>
              <p14:cNvContentPartPr/>
              <p14:nvPr/>
            </p14:nvContentPartPr>
            <p14:xfrm>
              <a:off x="2919052" y="1001403"/>
              <a:ext cx="1092871" cy="544913"/>
            </p14:xfrm>
          </p:contentPart>
        </mc:Choice>
        <mc:Fallback xmlns="">
          <p:sp>
            <p:nvSpPr>
              <p:cNvPr id="1050067" name=""/>
              <p:cNvSpPr/>
              <p:nvPr/>
            </p:nvSpPr>
            <p:spPr>
              <a:xfrm>
                <a:off x="2919052" y="1001403"/>
                <a:ext cx="1092871" cy="5449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068" name="Ink 1050067"/>
              <p14:cNvContentPartPr/>
              <p14:nvPr/>
            </p14:nvContentPartPr>
            <p14:xfrm>
              <a:off x="7692432" y="600136"/>
              <a:ext cx="264491" cy="386497"/>
            </p14:xfrm>
          </p:contentPart>
        </mc:Choice>
        <mc:Fallback xmlns="">
          <p:sp>
            <p:nvSpPr>
              <p:cNvPr id="1050068" name=""/>
              <p:cNvSpPr/>
              <p:nvPr/>
            </p:nvSpPr>
            <p:spPr>
              <a:xfrm>
                <a:off x="7692432" y="600136"/>
                <a:ext cx="264491" cy="3864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069" name="Ink 1050068"/>
              <p14:cNvContentPartPr/>
              <p14:nvPr/>
            </p14:nvContentPartPr>
            <p14:xfrm>
              <a:off x="8081093" y="379554"/>
              <a:ext cx="104769" cy="246851"/>
            </p14:xfrm>
          </p:contentPart>
        </mc:Choice>
        <mc:Fallback xmlns="">
          <p:sp>
            <p:nvSpPr>
              <p:cNvPr id="1050069" name=""/>
              <p:cNvSpPr/>
              <p:nvPr/>
            </p:nvSpPr>
            <p:spPr>
              <a:xfrm>
                <a:off x="8081093" y="379554"/>
                <a:ext cx="104769" cy="246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070" name="Ink 1050069"/>
              <p14:cNvContentPartPr/>
              <p14:nvPr/>
            </p14:nvContentPartPr>
            <p14:xfrm>
              <a:off x="8157412" y="766165"/>
              <a:ext cx="183900" cy="22219"/>
            </p14:xfrm>
          </p:contentPart>
        </mc:Choice>
        <mc:Fallback xmlns="">
          <p:sp>
            <p:nvSpPr>
              <p:cNvPr id="1050070" name=""/>
              <p:cNvSpPr/>
              <p:nvPr/>
            </p:nvSpPr>
            <p:spPr>
              <a:xfrm>
                <a:off x="8157412" y="766165"/>
                <a:ext cx="183900" cy="22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071" name="Ink 1050070"/>
              <p14:cNvContentPartPr/>
              <p14:nvPr/>
            </p14:nvContentPartPr>
            <p14:xfrm>
              <a:off x="8135630" y="884075"/>
              <a:ext cx="212545" cy="14944"/>
            </p14:xfrm>
          </p:contentPart>
        </mc:Choice>
        <mc:Fallback xmlns="">
          <p:sp>
            <p:nvSpPr>
              <p:cNvPr id="1050071" name=""/>
              <p:cNvSpPr/>
              <p:nvPr/>
            </p:nvSpPr>
            <p:spPr>
              <a:xfrm>
                <a:off x="8135630" y="884075"/>
                <a:ext cx="212545" cy="14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072" name="Ink 1050071"/>
              <p14:cNvContentPartPr/>
              <p14:nvPr/>
            </p14:nvContentPartPr>
            <p14:xfrm>
              <a:off x="8592451" y="496327"/>
              <a:ext cx="103406" cy="571608"/>
            </p14:xfrm>
          </p:contentPart>
        </mc:Choice>
        <mc:Fallback xmlns="">
          <p:sp>
            <p:nvSpPr>
              <p:cNvPr id="1050072" name=""/>
              <p:cNvSpPr/>
              <p:nvPr/>
            </p:nvSpPr>
            <p:spPr>
              <a:xfrm>
                <a:off x="8592451" y="496327"/>
                <a:ext cx="103406" cy="5716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073" name="Ink 1050072"/>
              <p14:cNvContentPartPr/>
              <p14:nvPr/>
            </p14:nvContentPartPr>
            <p14:xfrm>
              <a:off x="8719300" y="397629"/>
              <a:ext cx="180563" cy="180135"/>
            </p14:xfrm>
          </p:contentPart>
        </mc:Choice>
        <mc:Fallback xmlns="">
          <p:sp>
            <p:nvSpPr>
              <p:cNvPr id="1050073" name=""/>
              <p:cNvSpPr/>
              <p:nvPr/>
            </p:nvSpPr>
            <p:spPr>
              <a:xfrm>
                <a:off x="8719300" y="397629"/>
                <a:ext cx="180563" cy="180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074" name="Ink 1050073"/>
              <p14:cNvContentPartPr/>
              <p14:nvPr/>
            </p14:nvContentPartPr>
            <p14:xfrm>
              <a:off x="8820208" y="729050"/>
              <a:ext cx="178357" cy="29828"/>
            </p14:xfrm>
          </p:contentPart>
        </mc:Choice>
        <mc:Fallback xmlns="">
          <p:sp>
            <p:nvSpPr>
              <p:cNvPr id="1050074" name=""/>
              <p:cNvSpPr/>
              <p:nvPr/>
            </p:nvSpPr>
            <p:spPr>
              <a:xfrm>
                <a:off x="8820208" y="729050"/>
                <a:ext cx="178357" cy="298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075" name="Ink 1050074"/>
              <p14:cNvContentPartPr/>
              <p14:nvPr/>
            </p14:nvContentPartPr>
            <p14:xfrm>
              <a:off x="9105488" y="580617"/>
              <a:ext cx="285523" cy="159142"/>
            </p14:xfrm>
          </p:contentPart>
        </mc:Choice>
        <mc:Fallback xmlns="">
          <p:sp>
            <p:nvSpPr>
              <p:cNvPr id="1050075" name=""/>
              <p:cNvSpPr/>
              <p:nvPr/>
            </p:nvSpPr>
            <p:spPr>
              <a:xfrm>
                <a:off x="9105488" y="580617"/>
                <a:ext cx="285523" cy="1591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076" name="Ink 1050075"/>
              <p14:cNvContentPartPr/>
              <p14:nvPr/>
            </p14:nvContentPartPr>
            <p14:xfrm>
              <a:off x="9382096" y="759374"/>
              <a:ext cx="132098" cy="80555"/>
            </p14:xfrm>
          </p:contentPart>
        </mc:Choice>
        <mc:Fallback xmlns="">
          <p:sp>
            <p:nvSpPr>
              <p:cNvPr id="1050076" name=""/>
              <p:cNvSpPr/>
              <p:nvPr/>
            </p:nvSpPr>
            <p:spPr>
              <a:xfrm>
                <a:off x="9382096" y="759374"/>
                <a:ext cx="132098" cy="80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077" name="Ink 1050076"/>
              <p14:cNvContentPartPr/>
              <p14:nvPr/>
            </p14:nvContentPartPr>
            <p14:xfrm>
              <a:off x="9403878" y="352606"/>
              <a:ext cx="205258" cy="191522"/>
            </p14:xfrm>
          </p:contentPart>
        </mc:Choice>
        <mc:Fallback xmlns="">
          <p:sp>
            <p:nvSpPr>
              <p:cNvPr id="1050077" name=""/>
              <p:cNvSpPr/>
              <p:nvPr/>
            </p:nvSpPr>
            <p:spPr>
              <a:xfrm>
                <a:off x="9403878" y="352606"/>
                <a:ext cx="205258" cy="191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078" name="Ink 1050077"/>
              <p14:cNvContentPartPr/>
              <p14:nvPr/>
            </p14:nvContentPartPr>
            <p14:xfrm>
              <a:off x="10186664" y="593545"/>
              <a:ext cx="151429" cy="137621"/>
            </p14:xfrm>
          </p:contentPart>
        </mc:Choice>
        <mc:Fallback xmlns="">
          <p:sp>
            <p:nvSpPr>
              <p:cNvPr id="1050078" name=""/>
              <p:cNvSpPr/>
              <p:nvPr/>
            </p:nvSpPr>
            <p:spPr>
              <a:xfrm>
                <a:off x="10186664" y="593545"/>
                <a:ext cx="151429" cy="1376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079" name="Ink 1050078"/>
              <p14:cNvContentPartPr/>
              <p14:nvPr/>
            </p14:nvContentPartPr>
            <p14:xfrm>
              <a:off x="9776158" y="511080"/>
              <a:ext cx="191391" cy="346518"/>
            </p14:xfrm>
          </p:contentPart>
        </mc:Choice>
        <mc:Fallback xmlns="">
          <p:sp>
            <p:nvSpPr>
              <p:cNvPr id="1050079" name=""/>
              <p:cNvSpPr/>
              <p:nvPr/>
            </p:nvSpPr>
            <p:spPr>
              <a:xfrm>
                <a:off x="9776158" y="511080"/>
                <a:ext cx="191391" cy="346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080" name="Ink 1050079"/>
              <p14:cNvContentPartPr/>
              <p14:nvPr/>
            </p14:nvContentPartPr>
            <p14:xfrm>
              <a:off x="8590674" y="855969"/>
              <a:ext cx="4601" cy="35435"/>
            </p14:xfrm>
          </p:contentPart>
        </mc:Choice>
        <mc:Fallback xmlns="">
          <p:sp>
            <p:nvSpPr>
              <p:cNvPr id="1050080" name=""/>
              <p:cNvSpPr/>
              <p:nvPr/>
            </p:nvSpPr>
            <p:spPr>
              <a:xfrm>
                <a:off x="8590674" y="855969"/>
                <a:ext cx="4601" cy="35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081" name="Ink 1050080"/>
              <p14:cNvContentPartPr/>
              <p14:nvPr/>
            </p14:nvContentPartPr>
            <p14:xfrm>
              <a:off x="8611278" y="800865"/>
              <a:ext cx="237" cy="67534"/>
            </p14:xfrm>
          </p:contentPart>
        </mc:Choice>
        <mc:Fallback xmlns="">
          <p:sp>
            <p:nvSpPr>
              <p:cNvPr id="1050081" name=""/>
              <p:cNvSpPr/>
              <p:nvPr/>
            </p:nvSpPr>
            <p:spPr>
              <a:xfrm>
                <a:off x="8611278" y="800865"/>
                <a:ext cx="237" cy="67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082" name="Ink 1050081"/>
              <p14:cNvContentPartPr/>
              <p14:nvPr/>
            </p14:nvContentPartPr>
            <p14:xfrm>
              <a:off x="5040578" y="925628"/>
              <a:ext cx="1852347" cy="741144"/>
            </p14:xfrm>
          </p:contentPart>
        </mc:Choice>
        <mc:Fallback xmlns="">
          <p:sp>
            <p:nvSpPr>
              <p:cNvPr id="1050082" name=""/>
              <p:cNvSpPr/>
              <p:nvPr/>
            </p:nvSpPr>
            <p:spPr>
              <a:xfrm>
                <a:off x="5040578" y="925628"/>
                <a:ext cx="1852347" cy="741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083" name="Ink 1050082"/>
              <p14:cNvContentPartPr/>
              <p14:nvPr/>
            </p14:nvContentPartPr>
            <p14:xfrm>
              <a:off x="2862941" y="304930"/>
              <a:ext cx="282986" cy="662876"/>
            </p14:xfrm>
          </p:contentPart>
        </mc:Choice>
        <mc:Fallback xmlns="">
          <p:sp>
            <p:nvSpPr>
              <p:cNvPr id="1050083" name=""/>
              <p:cNvSpPr/>
              <p:nvPr/>
            </p:nvSpPr>
            <p:spPr>
              <a:xfrm>
                <a:off x="2862941" y="304930"/>
                <a:ext cx="282986" cy="662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084" name="Ink 1050083"/>
              <p14:cNvContentPartPr/>
              <p14:nvPr/>
            </p14:nvContentPartPr>
            <p14:xfrm>
              <a:off x="2789693" y="71209"/>
              <a:ext cx="187301" cy="138954"/>
            </p14:xfrm>
          </p:contentPart>
        </mc:Choice>
        <mc:Fallback xmlns="">
          <p:sp>
            <p:nvSpPr>
              <p:cNvPr id="1050084" name=""/>
              <p:cNvSpPr/>
              <p:nvPr/>
            </p:nvSpPr>
            <p:spPr>
              <a:xfrm>
                <a:off x="2789693" y="71209"/>
                <a:ext cx="187301" cy="138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085" name="Ink 1050084"/>
              <p14:cNvContentPartPr/>
              <p14:nvPr/>
            </p14:nvContentPartPr>
            <p14:xfrm>
              <a:off x="3034630" y="82669"/>
              <a:ext cx="252049" cy="107097"/>
            </p14:xfrm>
          </p:contentPart>
        </mc:Choice>
        <mc:Fallback xmlns="">
          <p:sp>
            <p:nvSpPr>
              <p:cNvPr id="1050085" name=""/>
              <p:cNvSpPr/>
              <p:nvPr/>
            </p:nvSpPr>
            <p:spPr>
              <a:xfrm>
                <a:off x="3034630" y="82669"/>
                <a:ext cx="252049" cy="107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086" name="Ink 1050085"/>
              <p14:cNvContentPartPr/>
              <p14:nvPr/>
            </p14:nvContentPartPr>
            <p14:xfrm>
              <a:off x="2641220" y="230324"/>
              <a:ext cx="856830" cy="52711"/>
            </p14:xfrm>
          </p:contentPart>
        </mc:Choice>
        <mc:Fallback xmlns="">
          <p:sp>
            <p:nvSpPr>
              <p:cNvPr id="1050086" name=""/>
              <p:cNvSpPr/>
              <p:nvPr/>
            </p:nvSpPr>
            <p:spPr>
              <a:xfrm>
                <a:off x="2641220" y="230324"/>
                <a:ext cx="856830" cy="527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087" name="Ink 1050086"/>
              <p14:cNvContentPartPr/>
              <p14:nvPr/>
            </p14:nvContentPartPr>
            <p14:xfrm>
              <a:off x="2674115" y="247952"/>
              <a:ext cx="750344" cy="73090"/>
            </p14:xfrm>
          </p:contentPart>
        </mc:Choice>
        <mc:Fallback xmlns="">
          <p:sp>
            <p:nvSpPr>
              <p:cNvPr id="1050087" name=""/>
              <p:cNvSpPr/>
              <p:nvPr/>
            </p:nvSpPr>
            <p:spPr>
              <a:xfrm>
                <a:off x="2674115" y="247952"/>
                <a:ext cx="750344" cy="73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088" name="Ink 1050087"/>
              <p14:cNvContentPartPr/>
              <p14:nvPr/>
            </p14:nvContentPartPr>
            <p14:xfrm>
              <a:off x="2033666" y="2729264"/>
              <a:ext cx="431519" cy="166173"/>
            </p14:xfrm>
          </p:contentPart>
        </mc:Choice>
        <mc:Fallback xmlns="">
          <p:sp>
            <p:nvSpPr>
              <p:cNvPr id="1050088" name=""/>
              <p:cNvSpPr/>
              <p:nvPr/>
            </p:nvSpPr>
            <p:spPr>
              <a:xfrm>
                <a:off x="2033666" y="2729264"/>
                <a:ext cx="431519" cy="1661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089" name="Ink 1050088"/>
              <p14:cNvContentPartPr/>
              <p14:nvPr/>
            </p14:nvContentPartPr>
            <p14:xfrm>
              <a:off x="2814389" y="2751519"/>
              <a:ext cx="479402" cy="170844"/>
            </p14:xfrm>
          </p:contentPart>
        </mc:Choice>
        <mc:Fallback xmlns="">
          <p:sp>
            <p:nvSpPr>
              <p:cNvPr id="1050089" name=""/>
              <p:cNvSpPr/>
              <p:nvPr/>
            </p:nvSpPr>
            <p:spPr>
              <a:xfrm>
                <a:off x="2814389" y="2751519"/>
                <a:ext cx="479402" cy="1708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090" name="Ink 1050089"/>
              <p14:cNvContentPartPr/>
              <p14:nvPr/>
            </p14:nvContentPartPr>
            <p14:xfrm>
              <a:off x="8574595" y="2707510"/>
              <a:ext cx="302958" cy="118260"/>
            </p14:xfrm>
          </p:contentPart>
        </mc:Choice>
        <mc:Fallback xmlns="">
          <p:sp>
            <p:nvSpPr>
              <p:cNvPr id="1050090" name=""/>
              <p:cNvSpPr/>
              <p:nvPr/>
            </p:nvSpPr>
            <p:spPr>
              <a:xfrm>
                <a:off x="8574595" y="2707510"/>
                <a:ext cx="302958" cy="118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091" name="Ink 1050090"/>
              <p14:cNvContentPartPr/>
              <p14:nvPr/>
            </p14:nvContentPartPr>
            <p14:xfrm>
              <a:off x="9223398" y="2897297"/>
              <a:ext cx="1179571" cy="139324"/>
            </p14:xfrm>
          </p:contentPart>
        </mc:Choice>
        <mc:Fallback xmlns="">
          <p:sp>
            <p:nvSpPr>
              <p:cNvPr id="1050091" name=""/>
              <p:cNvSpPr/>
              <p:nvPr/>
            </p:nvSpPr>
            <p:spPr>
              <a:xfrm>
                <a:off x="9223398" y="2897297"/>
                <a:ext cx="1179571" cy="139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092" name="Ink 1050091"/>
              <p14:cNvContentPartPr/>
              <p14:nvPr/>
            </p14:nvContentPartPr>
            <p14:xfrm>
              <a:off x="9538735" y="3108839"/>
              <a:ext cx="246996" cy="255602"/>
            </p14:xfrm>
          </p:contentPart>
        </mc:Choice>
        <mc:Fallback xmlns="">
          <p:sp>
            <p:nvSpPr>
              <p:cNvPr id="1050092" name=""/>
              <p:cNvSpPr/>
              <p:nvPr/>
            </p:nvSpPr>
            <p:spPr>
              <a:xfrm>
                <a:off x="9538735" y="3108839"/>
                <a:ext cx="246996" cy="255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093" name="Ink 1050092"/>
              <p14:cNvContentPartPr/>
              <p14:nvPr/>
            </p14:nvContentPartPr>
            <p14:xfrm>
              <a:off x="9855514" y="3094336"/>
              <a:ext cx="157498" cy="367036"/>
            </p14:xfrm>
          </p:contentPart>
        </mc:Choice>
        <mc:Fallback xmlns="">
          <p:sp>
            <p:nvSpPr>
              <p:cNvPr id="1050093" name=""/>
              <p:cNvSpPr/>
              <p:nvPr/>
            </p:nvSpPr>
            <p:spPr>
              <a:xfrm>
                <a:off x="9855514" y="3094336"/>
                <a:ext cx="157498" cy="3670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094" name="Ink 1050093"/>
              <p14:cNvContentPartPr/>
              <p14:nvPr/>
            </p14:nvContentPartPr>
            <p14:xfrm>
              <a:off x="4811001" y="2846037"/>
              <a:ext cx="291145" cy="462931"/>
            </p14:xfrm>
          </p:contentPart>
        </mc:Choice>
        <mc:Fallback xmlns="">
          <p:sp>
            <p:nvSpPr>
              <p:cNvPr id="1050094" name=""/>
              <p:cNvSpPr/>
              <p:nvPr/>
            </p:nvSpPr>
            <p:spPr>
              <a:xfrm>
                <a:off x="4811001" y="2846037"/>
                <a:ext cx="291145" cy="4629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095" name="Ink 1050094"/>
              <p14:cNvContentPartPr/>
              <p14:nvPr/>
            </p14:nvContentPartPr>
            <p14:xfrm>
              <a:off x="5108945" y="2875293"/>
              <a:ext cx="166124" cy="389108"/>
            </p14:xfrm>
          </p:contentPart>
        </mc:Choice>
        <mc:Fallback xmlns="">
          <p:sp>
            <p:nvSpPr>
              <p:cNvPr id="1050095" name=""/>
              <p:cNvSpPr/>
              <p:nvPr/>
            </p:nvSpPr>
            <p:spPr>
              <a:xfrm>
                <a:off x="5108945" y="2875293"/>
                <a:ext cx="166124" cy="3891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096" name="Ink 1050095"/>
              <p14:cNvContentPartPr/>
              <p14:nvPr/>
            </p14:nvContentPartPr>
            <p14:xfrm>
              <a:off x="5447992" y="4835955"/>
              <a:ext cx="3121232" cy="52356"/>
            </p14:xfrm>
          </p:contentPart>
        </mc:Choice>
        <mc:Fallback xmlns="">
          <p:sp>
            <p:nvSpPr>
              <p:cNvPr id="1050096" name=""/>
              <p:cNvSpPr/>
              <p:nvPr/>
            </p:nvSpPr>
            <p:spPr>
              <a:xfrm>
                <a:off x="5447992" y="4835955"/>
                <a:ext cx="3121232" cy="523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097" name="Ink 1050096"/>
              <p14:cNvContentPartPr/>
              <p14:nvPr/>
            </p14:nvContentPartPr>
            <p14:xfrm>
              <a:off x="5282626" y="5014522"/>
              <a:ext cx="105770" cy="244073"/>
            </p14:xfrm>
          </p:contentPart>
        </mc:Choice>
        <mc:Fallback xmlns="">
          <p:sp>
            <p:nvSpPr>
              <p:cNvPr id="1050097" name=""/>
              <p:cNvSpPr/>
              <p:nvPr/>
            </p:nvSpPr>
            <p:spPr>
              <a:xfrm>
                <a:off x="5282626" y="5014522"/>
                <a:ext cx="105770" cy="244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098" name="Ink 1050097"/>
              <p14:cNvContentPartPr/>
              <p14:nvPr/>
            </p14:nvContentPartPr>
            <p14:xfrm>
              <a:off x="5246175" y="5101479"/>
              <a:ext cx="169475" cy="36493"/>
            </p14:xfrm>
          </p:contentPart>
        </mc:Choice>
        <mc:Fallback xmlns="">
          <p:sp>
            <p:nvSpPr>
              <p:cNvPr id="1050098" name=""/>
              <p:cNvSpPr/>
              <p:nvPr/>
            </p:nvSpPr>
            <p:spPr>
              <a:xfrm>
                <a:off x="5246175" y="5101479"/>
                <a:ext cx="169475" cy="364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099" name="Ink 1050098"/>
              <p14:cNvContentPartPr/>
              <p14:nvPr/>
            </p14:nvContentPartPr>
            <p14:xfrm>
              <a:off x="5469774" y="5159741"/>
              <a:ext cx="203945" cy="23325"/>
            </p14:xfrm>
          </p:contentPart>
        </mc:Choice>
        <mc:Fallback xmlns="">
          <p:sp>
            <p:nvSpPr>
              <p:cNvPr id="1050099" name=""/>
              <p:cNvSpPr/>
              <p:nvPr/>
            </p:nvSpPr>
            <p:spPr>
              <a:xfrm>
                <a:off x="5469774" y="5159741"/>
                <a:ext cx="203945" cy="23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100" name="Ink 1050099"/>
              <p14:cNvContentPartPr/>
              <p14:nvPr/>
            </p14:nvContentPartPr>
            <p14:xfrm>
              <a:off x="5592020" y="5122983"/>
              <a:ext cx="74624" cy="164918"/>
            </p14:xfrm>
          </p:contentPart>
        </mc:Choice>
        <mc:Fallback xmlns="">
          <p:sp>
            <p:nvSpPr>
              <p:cNvPr id="1050100" name=""/>
              <p:cNvSpPr/>
              <p:nvPr/>
            </p:nvSpPr>
            <p:spPr>
              <a:xfrm>
                <a:off x="5592020" y="5122983"/>
                <a:ext cx="74624" cy="164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101" name="Ink 1050100"/>
              <p14:cNvContentPartPr/>
              <p14:nvPr/>
            </p14:nvContentPartPr>
            <p14:xfrm>
              <a:off x="5760863" y="5108481"/>
              <a:ext cx="207508" cy="177395"/>
            </p14:xfrm>
          </p:contentPart>
        </mc:Choice>
        <mc:Fallback xmlns="">
          <p:sp>
            <p:nvSpPr>
              <p:cNvPr id="1050101" name=""/>
              <p:cNvSpPr/>
              <p:nvPr/>
            </p:nvSpPr>
            <p:spPr>
              <a:xfrm>
                <a:off x="5760863" y="5108481"/>
                <a:ext cx="207508" cy="177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102" name="Ink 1050101"/>
              <p14:cNvContentPartPr/>
              <p14:nvPr/>
            </p14:nvContentPartPr>
            <p14:xfrm>
              <a:off x="6312606" y="5108481"/>
              <a:ext cx="133877" cy="167715"/>
            </p14:xfrm>
          </p:contentPart>
        </mc:Choice>
        <mc:Fallback xmlns="">
          <p:sp>
            <p:nvSpPr>
              <p:cNvPr id="1050102" name=""/>
              <p:cNvSpPr/>
              <p:nvPr/>
            </p:nvSpPr>
            <p:spPr>
              <a:xfrm>
                <a:off x="6312606" y="5108481"/>
                <a:ext cx="133877" cy="1677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103" name="Ink 1050102"/>
              <p14:cNvContentPartPr/>
              <p14:nvPr/>
            </p14:nvContentPartPr>
            <p14:xfrm>
              <a:off x="6399836" y="5094228"/>
              <a:ext cx="78579" cy="185705"/>
            </p14:xfrm>
          </p:contentPart>
        </mc:Choice>
        <mc:Fallback xmlns="">
          <p:sp>
            <p:nvSpPr>
              <p:cNvPr id="1050103" name=""/>
              <p:cNvSpPr/>
              <p:nvPr/>
            </p:nvSpPr>
            <p:spPr>
              <a:xfrm>
                <a:off x="6399836" y="5094228"/>
                <a:ext cx="78579" cy="185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104" name="Ink 1050103"/>
              <p14:cNvContentPartPr/>
              <p14:nvPr/>
            </p14:nvContentPartPr>
            <p14:xfrm>
              <a:off x="6586226" y="5050469"/>
              <a:ext cx="57999" cy="244595"/>
            </p14:xfrm>
          </p:contentPart>
        </mc:Choice>
        <mc:Fallback xmlns="">
          <p:sp>
            <p:nvSpPr>
              <p:cNvPr id="1050104" name=""/>
              <p:cNvSpPr/>
              <p:nvPr/>
            </p:nvSpPr>
            <p:spPr>
              <a:xfrm>
                <a:off x="6586226" y="5050469"/>
                <a:ext cx="57999" cy="244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105" name="Ink 1050104"/>
              <p14:cNvContentPartPr/>
              <p14:nvPr/>
            </p14:nvContentPartPr>
            <p14:xfrm>
              <a:off x="6708838" y="5057471"/>
              <a:ext cx="34559" cy="224726"/>
            </p14:xfrm>
          </p:contentPart>
        </mc:Choice>
        <mc:Fallback xmlns="">
          <p:sp>
            <p:nvSpPr>
              <p:cNvPr id="1050105" name=""/>
              <p:cNvSpPr/>
              <p:nvPr/>
            </p:nvSpPr>
            <p:spPr>
              <a:xfrm>
                <a:off x="6708838" y="5057471"/>
                <a:ext cx="34559" cy="224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106" name="Ink 1050105"/>
              <p14:cNvContentPartPr/>
              <p14:nvPr/>
            </p14:nvContentPartPr>
            <p14:xfrm>
              <a:off x="6665563" y="5152239"/>
              <a:ext cx="145720" cy="21073"/>
            </p14:xfrm>
          </p:contentPart>
        </mc:Choice>
        <mc:Fallback xmlns="">
          <p:sp>
            <p:nvSpPr>
              <p:cNvPr id="1050106" name=""/>
              <p:cNvSpPr/>
              <p:nvPr/>
            </p:nvSpPr>
            <p:spPr>
              <a:xfrm>
                <a:off x="6665563" y="5152239"/>
                <a:ext cx="145720" cy="21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107" name="Ink 1050106"/>
              <p14:cNvContentPartPr/>
              <p14:nvPr/>
            </p14:nvContentPartPr>
            <p14:xfrm>
              <a:off x="6802479" y="5050469"/>
              <a:ext cx="39420" cy="288278"/>
            </p14:xfrm>
          </p:contentPart>
        </mc:Choice>
        <mc:Fallback xmlns="">
          <p:sp>
            <p:nvSpPr>
              <p:cNvPr id="1050107" name=""/>
              <p:cNvSpPr/>
              <p:nvPr/>
            </p:nvSpPr>
            <p:spPr>
              <a:xfrm>
                <a:off x="6802479" y="5050469"/>
                <a:ext cx="39420" cy="2882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108" name="Ink 1050107"/>
              <p14:cNvContentPartPr/>
              <p14:nvPr/>
            </p14:nvContentPartPr>
            <p14:xfrm>
              <a:off x="6939396" y="5195998"/>
              <a:ext cx="254186" cy="6149"/>
            </p14:xfrm>
          </p:contentPart>
        </mc:Choice>
        <mc:Fallback xmlns="">
          <p:sp>
            <p:nvSpPr>
              <p:cNvPr id="1050108" name=""/>
              <p:cNvSpPr/>
              <p:nvPr/>
            </p:nvSpPr>
            <p:spPr>
              <a:xfrm>
                <a:off x="6939396" y="5195998"/>
                <a:ext cx="254186" cy="61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109" name="Ink 1050108"/>
              <p14:cNvContentPartPr/>
              <p14:nvPr/>
            </p14:nvContentPartPr>
            <p14:xfrm>
              <a:off x="7083868" y="5108481"/>
              <a:ext cx="147258" cy="174497"/>
            </p14:xfrm>
          </p:contentPart>
        </mc:Choice>
        <mc:Fallback xmlns="">
          <p:sp>
            <p:nvSpPr>
              <p:cNvPr id="1050109" name=""/>
              <p:cNvSpPr/>
              <p:nvPr/>
            </p:nvSpPr>
            <p:spPr>
              <a:xfrm>
                <a:off x="7083868" y="5108481"/>
                <a:ext cx="147258" cy="1744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110" name="Ink 1050109"/>
              <p14:cNvContentPartPr/>
              <p14:nvPr/>
            </p14:nvContentPartPr>
            <p14:xfrm>
              <a:off x="7313525" y="5060627"/>
              <a:ext cx="121941" cy="178069"/>
            </p14:xfrm>
          </p:contentPart>
        </mc:Choice>
        <mc:Fallback xmlns="">
          <p:sp>
            <p:nvSpPr>
              <p:cNvPr id="1050110" name=""/>
              <p:cNvSpPr/>
              <p:nvPr/>
            </p:nvSpPr>
            <p:spPr>
              <a:xfrm>
                <a:off x="7313525" y="5060627"/>
                <a:ext cx="121941" cy="178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111" name="Ink 1050110"/>
              <p14:cNvContentPartPr/>
              <p14:nvPr/>
            </p14:nvContentPartPr>
            <p14:xfrm>
              <a:off x="5496364" y="5761490"/>
              <a:ext cx="31199" cy="4119"/>
            </p14:xfrm>
          </p:contentPart>
        </mc:Choice>
        <mc:Fallback xmlns="">
          <p:sp>
            <p:nvSpPr>
              <p:cNvPr id="1050111" name=""/>
              <p:cNvSpPr/>
              <p:nvPr/>
            </p:nvSpPr>
            <p:spPr>
              <a:xfrm>
                <a:off x="5496364" y="5761490"/>
                <a:ext cx="31199" cy="4119"/>
              </a:xfrm>
            </p:spPr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Rectangle 3"/>
          <p:cNvSpPr/>
          <p:nvPr/>
        </p:nvSpPr>
        <p:spPr>
          <a:xfrm>
            <a:off x="837128" y="356297"/>
            <a:ext cx="34213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II.3. </a:t>
            </a:r>
            <a:r>
              <a:rPr lang="fr-MA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Régime critique</a:t>
            </a:r>
          </a:p>
        </p:txBody>
      </p:sp>
      <p:sp>
        <p:nvSpPr>
          <p:cNvPr id="1048716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1030309"/>
            <a:ext cx="7585656" cy="1077218"/>
          </a:xfrm>
          <a:prstGeom prst="rect">
            <a:avLst/>
          </a:prstGeom>
          <a:blipFill>
            <a:blip r:embed="rId2"/>
            <a:stretch>
              <a:fillRect l="-723" b="-9040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7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07401" y="2368571"/>
            <a:ext cx="2573525" cy="52322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8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3060502"/>
            <a:ext cx="7585656" cy="763863"/>
          </a:xfrm>
          <a:prstGeom prst="rect">
            <a:avLst/>
          </a:prstGeom>
          <a:blipFill>
            <a:blip r:embed="rId4"/>
            <a:stretch>
              <a:fillRect l="-723" r="-80" b="-13600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19" name="Rectangle 7"/>
          <p:cNvSpPr/>
          <p:nvPr/>
        </p:nvSpPr>
        <p:spPr>
          <a:xfrm>
            <a:off x="528034" y="4416319"/>
            <a:ext cx="1066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/>
              <a:t>L’amplitude diminue au cours du temps </a:t>
            </a:r>
            <a:r>
              <a:rPr lang="fr-FR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sans que n’apparaissent d’oscillations</a:t>
            </a:r>
            <a:r>
              <a:rPr lang="fr-FR" sz="2000" dirty="0"/>
              <a:t>, mais plus rapidement que dans le cas du régime apériodique</a:t>
            </a:r>
            <a:r>
              <a:rPr lang="fr-MA" sz="2000" dirty="0"/>
              <a:t>.</a:t>
            </a:r>
          </a:p>
        </p:txBody>
      </p:sp>
      <p:sp>
        <p:nvSpPr>
          <p:cNvPr id="1048720" name="Rectangle 8"/>
          <p:cNvSpPr/>
          <p:nvPr/>
        </p:nvSpPr>
        <p:spPr>
          <a:xfrm>
            <a:off x="528034" y="5655567"/>
            <a:ext cx="10500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MA" sz="2000" dirty="0"/>
              <a:t>d’un point </a:t>
            </a:r>
            <a:r>
              <a:rPr lang="fr-FR" sz="2000" dirty="0"/>
              <a:t>de vue physique, il est la limite entre les deux autres cas et ne sera jamais observé car l’égalité ne sera jamais rigoureusement obtenue.</a:t>
            </a:r>
            <a:endParaRPr lang="fr-MA" sz="2000" dirty="0"/>
          </a:p>
        </p:txBody>
      </p:sp>
      <p:pic>
        <p:nvPicPr>
          <p:cNvPr id="2097157" name="Image 9"/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8113690" y="338748"/>
            <a:ext cx="3671867" cy="31900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113" name="Ink 1050112"/>
              <p14:cNvContentPartPr/>
              <p14:nvPr/>
            </p14:nvContentPartPr>
            <p14:xfrm>
              <a:off x="2976841" y="981225"/>
              <a:ext cx="1055817" cy="565807"/>
            </p14:xfrm>
          </p:contentPart>
        </mc:Choice>
        <mc:Fallback xmlns="">
          <p:sp>
            <p:nvSpPr>
              <p:cNvPr id="1050113" name=""/>
              <p:cNvSpPr/>
              <p:nvPr/>
            </p:nvSpPr>
            <p:spPr>
              <a:xfrm>
                <a:off x="2976841" y="981225"/>
                <a:ext cx="1055817" cy="565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114" name="Ink 1050113"/>
              <p14:cNvContentPartPr/>
              <p14:nvPr/>
            </p14:nvContentPartPr>
            <p14:xfrm>
              <a:off x="5048590" y="3005535"/>
              <a:ext cx="3105922" cy="679395"/>
            </p14:xfrm>
          </p:contentPart>
        </mc:Choice>
        <mc:Fallback xmlns="">
          <p:sp>
            <p:nvSpPr>
              <p:cNvPr id="1050114" name=""/>
              <p:cNvSpPr/>
              <p:nvPr/>
            </p:nvSpPr>
            <p:spPr>
              <a:xfrm>
                <a:off x="5048590" y="3005535"/>
                <a:ext cx="3105922" cy="679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115" name="Ink 1050114"/>
              <p14:cNvContentPartPr/>
              <p14:nvPr/>
            </p14:nvContentPartPr>
            <p14:xfrm>
              <a:off x="4237533" y="1233221"/>
              <a:ext cx="259606" cy="14752"/>
            </p14:xfrm>
          </p:contentPart>
        </mc:Choice>
        <mc:Fallback xmlns="">
          <p:sp>
            <p:nvSpPr>
              <p:cNvPr id="1050115" name=""/>
              <p:cNvSpPr/>
              <p:nvPr/>
            </p:nvSpPr>
            <p:spPr>
              <a:xfrm>
                <a:off x="4237533" y="1233221"/>
                <a:ext cx="259606" cy="147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116" name="Ink 1050115"/>
              <p14:cNvContentPartPr/>
              <p14:nvPr/>
            </p14:nvContentPartPr>
            <p14:xfrm>
              <a:off x="4252202" y="1321238"/>
              <a:ext cx="230267" cy="21504"/>
            </p14:xfrm>
          </p:contentPart>
        </mc:Choice>
        <mc:Fallback xmlns="">
          <p:sp>
            <p:nvSpPr>
              <p:cNvPr id="1050116" name=""/>
              <p:cNvSpPr/>
              <p:nvPr/>
            </p:nvSpPr>
            <p:spPr>
              <a:xfrm>
                <a:off x="4252202" y="1321238"/>
                <a:ext cx="230267" cy="21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117" name="Ink 1050116"/>
              <p14:cNvContentPartPr/>
              <p14:nvPr/>
            </p14:nvContentPartPr>
            <p14:xfrm>
              <a:off x="4551424" y="1196714"/>
              <a:ext cx="126040" cy="226675"/>
            </p14:xfrm>
          </p:contentPart>
        </mc:Choice>
        <mc:Fallback xmlns="">
          <p:sp>
            <p:nvSpPr>
              <p:cNvPr id="1050117" name=""/>
              <p:cNvSpPr/>
              <p:nvPr/>
            </p:nvSpPr>
            <p:spPr>
              <a:xfrm>
                <a:off x="4551424" y="1196714"/>
                <a:ext cx="126040" cy="2266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118" name="Ink 1050117"/>
              <p14:cNvContentPartPr/>
              <p14:nvPr/>
            </p14:nvContentPartPr>
            <p14:xfrm>
              <a:off x="4136995" y="1182461"/>
              <a:ext cx="157437" cy="247798"/>
            </p14:xfrm>
          </p:contentPart>
        </mc:Choice>
        <mc:Fallback xmlns="">
          <p:sp>
            <p:nvSpPr>
              <p:cNvPr id="1050118" name=""/>
              <p:cNvSpPr/>
              <p:nvPr/>
            </p:nvSpPr>
            <p:spPr>
              <a:xfrm>
                <a:off x="4136995" y="1182461"/>
                <a:ext cx="157437" cy="2477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119" name="Ink 1050118"/>
              <p14:cNvContentPartPr/>
              <p14:nvPr/>
            </p14:nvContentPartPr>
            <p14:xfrm>
              <a:off x="4980743" y="1014678"/>
              <a:ext cx="134845" cy="489046"/>
            </p14:xfrm>
          </p:contentPart>
        </mc:Choice>
        <mc:Fallback xmlns="">
          <p:sp>
            <p:nvSpPr>
              <p:cNvPr id="1050119" name=""/>
              <p:cNvSpPr/>
              <p:nvPr/>
            </p:nvSpPr>
            <p:spPr>
              <a:xfrm>
                <a:off x="4980743" y="1014678"/>
                <a:ext cx="134845" cy="4890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120" name="Ink 1050119"/>
              <p14:cNvContentPartPr/>
              <p14:nvPr/>
            </p14:nvContentPartPr>
            <p14:xfrm>
              <a:off x="5239062" y="1200810"/>
              <a:ext cx="154809" cy="6090"/>
            </p14:xfrm>
          </p:contentPart>
        </mc:Choice>
        <mc:Fallback xmlns="">
          <p:sp>
            <p:nvSpPr>
              <p:cNvPr id="1050120" name=""/>
              <p:cNvSpPr/>
              <p:nvPr/>
            </p:nvSpPr>
            <p:spPr>
              <a:xfrm>
                <a:off x="5239062" y="1200810"/>
                <a:ext cx="154809" cy="6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121" name="Ink 1050120"/>
              <p14:cNvContentPartPr/>
              <p14:nvPr/>
            </p14:nvContentPartPr>
            <p14:xfrm>
              <a:off x="5260844" y="1269728"/>
              <a:ext cx="172922" cy="36507"/>
            </p14:xfrm>
          </p:contentPart>
        </mc:Choice>
        <mc:Fallback xmlns="">
          <p:sp>
            <p:nvSpPr>
              <p:cNvPr id="1050121" name=""/>
              <p:cNvSpPr/>
              <p:nvPr/>
            </p:nvSpPr>
            <p:spPr>
              <a:xfrm>
                <a:off x="5260844" y="1269728"/>
                <a:ext cx="172922" cy="36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122" name="Ink 1050121"/>
              <p14:cNvContentPartPr/>
              <p14:nvPr/>
            </p14:nvContentPartPr>
            <p14:xfrm>
              <a:off x="5519443" y="1101945"/>
              <a:ext cx="248160" cy="183377"/>
            </p14:xfrm>
          </p:contentPart>
        </mc:Choice>
        <mc:Fallback xmlns="">
          <p:sp>
            <p:nvSpPr>
              <p:cNvPr id="1050122" name=""/>
              <p:cNvSpPr/>
              <p:nvPr/>
            </p:nvSpPr>
            <p:spPr>
              <a:xfrm>
                <a:off x="5519443" y="1101945"/>
                <a:ext cx="248160" cy="183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123" name="Ink 1050122"/>
              <p14:cNvContentPartPr/>
              <p14:nvPr/>
            </p14:nvContentPartPr>
            <p14:xfrm>
              <a:off x="5808507" y="1269978"/>
              <a:ext cx="101633" cy="70314"/>
            </p14:xfrm>
          </p:contentPart>
        </mc:Choice>
        <mc:Fallback xmlns="">
          <p:sp>
            <p:nvSpPr>
              <p:cNvPr id="1050123" name=""/>
              <p:cNvSpPr/>
              <p:nvPr/>
            </p:nvSpPr>
            <p:spPr>
              <a:xfrm>
                <a:off x="5808507" y="1269978"/>
                <a:ext cx="101633" cy="703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124" name="Ink 1050123"/>
              <p14:cNvContentPartPr/>
              <p14:nvPr/>
            </p14:nvContentPartPr>
            <p14:xfrm>
              <a:off x="4799448" y="832032"/>
              <a:ext cx="1320463" cy="789807"/>
            </p14:xfrm>
          </p:contentPart>
        </mc:Choice>
        <mc:Fallback xmlns="">
          <p:sp>
            <p:nvSpPr>
              <p:cNvPr id="1050124" name=""/>
              <p:cNvSpPr/>
              <p:nvPr/>
            </p:nvSpPr>
            <p:spPr>
              <a:xfrm>
                <a:off x="4799448" y="832032"/>
                <a:ext cx="1320463" cy="789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125" name="Ink 1050124"/>
              <p14:cNvContentPartPr/>
              <p14:nvPr/>
            </p14:nvContentPartPr>
            <p14:xfrm>
              <a:off x="6049962" y="890404"/>
              <a:ext cx="84237" cy="719655"/>
            </p14:xfrm>
          </p:contentPart>
        </mc:Choice>
        <mc:Fallback xmlns="">
          <p:sp>
            <p:nvSpPr>
              <p:cNvPr id="1050125" name=""/>
              <p:cNvSpPr/>
              <p:nvPr/>
            </p:nvSpPr>
            <p:spPr>
              <a:xfrm>
                <a:off x="6049962" y="890404"/>
                <a:ext cx="84237" cy="719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126" name="Ink 1050125"/>
              <p14:cNvContentPartPr/>
              <p14:nvPr/>
            </p14:nvContentPartPr>
            <p14:xfrm>
              <a:off x="6629557" y="584971"/>
              <a:ext cx="208929" cy="374946"/>
            </p14:xfrm>
          </p:contentPart>
        </mc:Choice>
        <mc:Fallback xmlns="">
          <p:sp>
            <p:nvSpPr>
              <p:cNvPr id="1050126" name=""/>
              <p:cNvSpPr/>
              <p:nvPr/>
            </p:nvSpPr>
            <p:spPr>
              <a:xfrm>
                <a:off x="6629557" y="584971"/>
                <a:ext cx="208929" cy="374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127" name="Ink 1050126"/>
              <p14:cNvContentPartPr/>
              <p14:nvPr/>
            </p14:nvContentPartPr>
            <p14:xfrm>
              <a:off x="6694834" y="773631"/>
              <a:ext cx="64526" cy="100597"/>
            </p14:xfrm>
          </p:contentPart>
        </mc:Choice>
        <mc:Fallback xmlns="">
          <p:sp>
            <p:nvSpPr>
              <p:cNvPr id="1050127" name=""/>
              <p:cNvSpPr/>
              <p:nvPr/>
            </p:nvSpPr>
            <p:spPr>
              <a:xfrm>
                <a:off x="6694834" y="773631"/>
                <a:ext cx="64526" cy="100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128" name="Ink 1050127"/>
              <p14:cNvContentPartPr/>
              <p14:nvPr/>
            </p14:nvContentPartPr>
            <p14:xfrm>
              <a:off x="6557543" y="1056040"/>
              <a:ext cx="356460" cy="16649"/>
            </p14:xfrm>
          </p:contentPart>
        </mc:Choice>
        <mc:Fallback xmlns="">
          <p:sp>
            <p:nvSpPr>
              <p:cNvPr id="1050128" name=""/>
              <p:cNvSpPr/>
              <p:nvPr/>
            </p:nvSpPr>
            <p:spPr>
              <a:xfrm>
                <a:off x="6557543" y="1056040"/>
                <a:ext cx="356460" cy="16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129" name="Ink 1050128"/>
              <p14:cNvContentPartPr/>
              <p14:nvPr/>
            </p14:nvContentPartPr>
            <p14:xfrm>
              <a:off x="6651339" y="1193925"/>
              <a:ext cx="220510" cy="193379"/>
            </p14:xfrm>
          </p:contentPart>
        </mc:Choice>
        <mc:Fallback xmlns="">
          <p:sp>
            <p:nvSpPr>
              <p:cNvPr id="1050129" name=""/>
              <p:cNvSpPr/>
              <p:nvPr/>
            </p:nvSpPr>
            <p:spPr>
              <a:xfrm>
                <a:off x="6651339" y="1193925"/>
                <a:ext cx="220510" cy="193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130" name="Ink 1050129"/>
              <p14:cNvContentPartPr/>
              <p14:nvPr/>
            </p14:nvContentPartPr>
            <p14:xfrm>
              <a:off x="6982960" y="1007427"/>
              <a:ext cx="140625" cy="1502"/>
            </p14:xfrm>
          </p:contentPart>
        </mc:Choice>
        <mc:Fallback xmlns="">
          <p:sp>
            <p:nvSpPr>
              <p:cNvPr id="1050130" name=""/>
              <p:cNvSpPr/>
              <p:nvPr/>
            </p:nvSpPr>
            <p:spPr>
              <a:xfrm>
                <a:off x="6982960" y="1007427"/>
                <a:ext cx="140625" cy="1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131" name="Ink 1050130"/>
              <p14:cNvContentPartPr/>
              <p14:nvPr/>
            </p14:nvContentPartPr>
            <p14:xfrm>
              <a:off x="6975402" y="1057683"/>
              <a:ext cx="158716" cy="15489"/>
            </p14:xfrm>
          </p:contentPart>
        </mc:Choice>
        <mc:Fallback xmlns="">
          <p:sp>
            <p:nvSpPr>
              <p:cNvPr id="1050131" name=""/>
              <p:cNvSpPr/>
              <p:nvPr/>
            </p:nvSpPr>
            <p:spPr>
              <a:xfrm>
                <a:off x="6975402" y="1057683"/>
                <a:ext cx="158716" cy="15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132" name="Ink 1050131"/>
              <p14:cNvContentPartPr/>
              <p14:nvPr/>
            </p14:nvContentPartPr>
            <p14:xfrm>
              <a:off x="7267227" y="817640"/>
              <a:ext cx="216502" cy="168792"/>
            </p14:xfrm>
          </p:contentPart>
        </mc:Choice>
        <mc:Fallback xmlns="">
          <p:sp>
            <p:nvSpPr>
              <p:cNvPr id="1050132" name=""/>
              <p:cNvSpPr/>
              <p:nvPr/>
            </p:nvSpPr>
            <p:spPr>
              <a:xfrm>
                <a:off x="7267227" y="817640"/>
                <a:ext cx="216502" cy="168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133" name="Ink 1050132"/>
              <p14:cNvContentPartPr/>
              <p14:nvPr/>
            </p14:nvContentPartPr>
            <p14:xfrm>
              <a:off x="7501728" y="950824"/>
              <a:ext cx="88367" cy="71822"/>
            </p14:xfrm>
          </p:contentPart>
        </mc:Choice>
        <mc:Fallback xmlns="">
          <p:sp>
            <p:nvSpPr>
              <p:cNvPr id="1050133" name=""/>
              <p:cNvSpPr/>
              <p:nvPr/>
            </p:nvSpPr>
            <p:spPr>
              <a:xfrm>
                <a:off x="7501728" y="950824"/>
                <a:ext cx="88367" cy="71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134" name="Ink 1050133"/>
              <p14:cNvContentPartPr/>
              <p14:nvPr/>
            </p14:nvContentPartPr>
            <p14:xfrm>
              <a:off x="6680457" y="715120"/>
              <a:ext cx="122022" cy="171325"/>
            </p14:xfrm>
          </p:contentPart>
        </mc:Choice>
        <mc:Fallback xmlns="">
          <p:sp>
            <p:nvSpPr>
              <p:cNvPr id="1050134" name=""/>
              <p:cNvSpPr/>
              <p:nvPr/>
            </p:nvSpPr>
            <p:spPr>
              <a:xfrm>
                <a:off x="6680457" y="715120"/>
                <a:ext cx="122022" cy="1713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135" name="Ink 1050134"/>
              <p14:cNvContentPartPr/>
              <p14:nvPr/>
            </p14:nvContentPartPr>
            <p14:xfrm>
              <a:off x="7220339" y="1079941"/>
              <a:ext cx="327419" cy="1377"/>
            </p14:xfrm>
          </p:contentPart>
        </mc:Choice>
        <mc:Fallback xmlns="">
          <p:sp>
            <p:nvSpPr>
              <p:cNvPr id="1050135" name=""/>
              <p:cNvSpPr/>
              <p:nvPr/>
            </p:nvSpPr>
            <p:spPr>
              <a:xfrm>
                <a:off x="7220339" y="1079941"/>
                <a:ext cx="327419" cy="1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136" name="Ink 1050135"/>
              <p14:cNvContentPartPr/>
              <p14:nvPr/>
            </p14:nvContentPartPr>
            <p14:xfrm>
              <a:off x="7191110" y="1174780"/>
              <a:ext cx="331955" cy="282620"/>
            </p14:xfrm>
          </p:contentPart>
        </mc:Choice>
        <mc:Fallback xmlns="">
          <p:sp>
            <p:nvSpPr>
              <p:cNvPr id="1050136" name=""/>
              <p:cNvSpPr/>
              <p:nvPr/>
            </p:nvSpPr>
            <p:spPr>
              <a:xfrm>
                <a:off x="7191110" y="1174780"/>
                <a:ext cx="331955" cy="282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137" name="Ink 1050136"/>
              <p14:cNvContentPartPr/>
              <p14:nvPr/>
            </p14:nvContentPartPr>
            <p14:xfrm>
              <a:off x="6489219" y="431921"/>
              <a:ext cx="1215540" cy="1091805"/>
            </p14:xfrm>
          </p:contentPart>
        </mc:Choice>
        <mc:Fallback xmlns="">
          <p:sp>
            <p:nvSpPr>
              <p:cNvPr id="1050137" name=""/>
              <p:cNvSpPr/>
              <p:nvPr/>
            </p:nvSpPr>
            <p:spPr>
              <a:xfrm>
                <a:off x="6489219" y="431921"/>
                <a:ext cx="1215540" cy="1091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138" name="Ink 1050137"/>
              <p14:cNvContentPartPr/>
              <p14:nvPr/>
            </p14:nvContentPartPr>
            <p14:xfrm>
              <a:off x="7687291" y="518081"/>
              <a:ext cx="166715" cy="925530"/>
            </p14:xfrm>
          </p:contentPart>
        </mc:Choice>
        <mc:Fallback xmlns="">
          <p:sp>
            <p:nvSpPr>
              <p:cNvPr id="1050138" name=""/>
              <p:cNvSpPr/>
              <p:nvPr/>
            </p:nvSpPr>
            <p:spPr>
              <a:xfrm>
                <a:off x="7687291" y="518081"/>
                <a:ext cx="166715" cy="925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139" name="Ink 1050138"/>
              <p14:cNvContentPartPr/>
              <p14:nvPr/>
            </p14:nvContentPartPr>
            <p14:xfrm>
              <a:off x="11084207" y="2528725"/>
              <a:ext cx="31873" cy="17394"/>
            </p14:xfrm>
          </p:contentPart>
        </mc:Choice>
        <mc:Fallback xmlns="">
          <p:sp>
            <p:nvSpPr>
              <p:cNvPr id="1050139" name=""/>
              <p:cNvSpPr/>
              <p:nvPr/>
            </p:nvSpPr>
            <p:spPr>
              <a:xfrm>
                <a:off x="11084207" y="2528725"/>
                <a:ext cx="31873" cy="173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141" name="Ink 1050140"/>
              <p14:cNvContentPartPr/>
              <p14:nvPr/>
            </p14:nvContentPartPr>
            <p14:xfrm>
              <a:off x="7643446" y="2313433"/>
              <a:ext cx="126381" cy="239008"/>
            </p14:xfrm>
          </p:contentPart>
        </mc:Choice>
        <mc:Fallback xmlns="">
          <p:sp>
            <p:nvSpPr>
              <p:cNvPr id="1050141" name=""/>
              <p:cNvSpPr/>
              <p:nvPr/>
            </p:nvSpPr>
            <p:spPr>
              <a:xfrm>
                <a:off x="7643446" y="2313433"/>
                <a:ext cx="126381" cy="239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142" name="Ink 1050141"/>
              <p14:cNvContentPartPr/>
              <p14:nvPr/>
            </p14:nvContentPartPr>
            <p14:xfrm>
              <a:off x="7756121" y="2371694"/>
              <a:ext cx="154497" cy="119741"/>
            </p14:xfrm>
          </p:contentPart>
        </mc:Choice>
        <mc:Fallback xmlns="">
          <p:sp>
            <p:nvSpPr>
              <p:cNvPr id="1050142" name=""/>
              <p:cNvSpPr/>
              <p:nvPr/>
            </p:nvSpPr>
            <p:spPr>
              <a:xfrm>
                <a:off x="7756121" y="2371694"/>
                <a:ext cx="154497" cy="1197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143" name="Ink 1050142"/>
              <p14:cNvContentPartPr/>
              <p14:nvPr/>
            </p14:nvContentPartPr>
            <p14:xfrm>
              <a:off x="7926700" y="2386697"/>
              <a:ext cx="136603" cy="9084"/>
            </p14:xfrm>
          </p:contentPart>
        </mc:Choice>
        <mc:Fallback xmlns="">
          <p:sp>
            <p:nvSpPr>
              <p:cNvPr id="1050143" name=""/>
              <p:cNvSpPr/>
              <p:nvPr/>
            </p:nvSpPr>
            <p:spPr>
              <a:xfrm>
                <a:off x="7926700" y="2386697"/>
                <a:ext cx="136603" cy="90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144" name="Ink 1050143"/>
              <p14:cNvContentPartPr/>
              <p14:nvPr/>
            </p14:nvContentPartPr>
            <p14:xfrm>
              <a:off x="7919587" y="2436767"/>
              <a:ext cx="151166" cy="22944"/>
            </p14:xfrm>
          </p:contentPart>
        </mc:Choice>
        <mc:Fallback xmlns="">
          <p:sp>
            <p:nvSpPr>
              <p:cNvPr id="1050144" name=""/>
              <p:cNvSpPr/>
              <p:nvPr/>
            </p:nvSpPr>
            <p:spPr>
              <a:xfrm>
                <a:off x="7919587" y="2436767"/>
                <a:ext cx="151166" cy="22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145" name="Ink 1050144"/>
              <p14:cNvContentPartPr/>
              <p14:nvPr/>
            </p14:nvContentPartPr>
            <p14:xfrm>
              <a:off x="8135082" y="2320809"/>
              <a:ext cx="78122" cy="105279"/>
            </p14:xfrm>
          </p:contentPart>
        </mc:Choice>
        <mc:Fallback xmlns="">
          <p:sp>
            <p:nvSpPr>
              <p:cNvPr id="1050145" name=""/>
              <p:cNvSpPr/>
              <p:nvPr/>
            </p:nvSpPr>
            <p:spPr>
              <a:xfrm>
                <a:off x="8135082" y="2320809"/>
                <a:ext cx="78122" cy="105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146" name="Ink 1050145"/>
              <p14:cNvContentPartPr/>
              <p14:nvPr/>
            </p14:nvContentPartPr>
            <p14:xfrm>
              <a:off x="7465720" y="2225916"/>
              <a:ext cx="62415" cy="481594"/>
            </p14:xfrm>
          </p:contentPart>
        </mc:Choice>
        <mc:Fallback xmlns="">
          <p:sp>
            <p:nvSpPr>
              <p:cNvPr id="1050146" name=""/>
              <p:cNvSpPr/>
              <p:nvPr/>
            </p:nvSpPr>
            <p:spPr>
              <a:xfrm>
                <a:off x="7465720" y="2225916"/>
                <a:ext cx="62415" cy="481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147" name="Ink 1050146"/>
              <p14:cNvContentPartPr/>
              <p14:nvPr/>
            </p14:nvContentPartPr>
            <p14:xfrm>
              <a:off x="6745967" y="2395738"/>
              <a:ext cx="186315" cy="142453"/>
            </p14:xfrm>
          </p:contentPart>
        </mc:Choice>
        <mc:Fallback xmlns="">
          <p:sp>
            <p:nvSpPr>
              <p:cNvPr id="1050147" name=""/>
              <p:cNvSpPr/>
              <p:nvPr/>
            </p:nvSpPr>
            <p:spPr>
              <a:xfrm>
                <a:off x="6745967" y="2395738"/>
                <a:ext cx="186315" cy="142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148" name="Ink 1050147"/>
              <p14:cNvContentPartPr/>
              <p14:nvPr/>
            </p14:nvContentPartPr>
            <p14:xfrm>
              <a:off x="6985500" y="2371694"/>
              <a:ext cx="160655" cy="229427"/>
            </p14:xfrm>
          </p:contentPart>
        </mc:Choice>
        <mc:Fallback xmlns="">
          <p:sp>
            <p:nvSpPr>
              <p:cNvPr id="1050148" name=""/>
              <p:cNvSpPr/>
              <p:nvPr/>
            </p:nvSpPr>
            <p:spPr>
              <a:xfrm>
                <a:off x="6985500" y="2371694"/>
                <a:ext cx="160655" cy="229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149" name="Ink 1050148"/>
              <p14:cNvContentPartPr/>
              <p14:nvPr/>
            </p14:nvContentPartPr>
            <p14:xfrm>
              <a:off x="6886615" y="2211163"/>
              <a:ext cx="67449" cy="126688"/>
            </p14:xfrm>
          </p:contentPart>
        </mc:Choice>
        <mc:Fallback xmlns="">
          <p:sp>
            <p:nvSpPr>
              <p:cNvPr id="1050149" name=""/>
              <p:cNvSpPr/>
              <p:nvPr/>
            </p:nvSpPr>
            <p:spPr>
              <a:xfrm>
                <a:off x="6886615" y="2211163"/>
                <a:ext cx="67449" cy="1266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150" name="Ink 1050149"/>
              <p14:cNvContentPartPr/>
              <p14:nvPr/>
            </p14:nvContentPartPr>
            <p14:xfrm>
              <a:off x="6580586" y="2247170"/>
              <a:ext cx="142766" cy="497097"/>
            </p14:xfrm>
          </p:contentPart>
        </mc:Choice>
        <mc:Fallback xmlns="">
          <p:sp>
            <p:nvSpPr>
              <p:cNvPr id="1050150" name=""/>
              <p:cNvSpPr/>
              <p:nvPr/>
            </p:nvSpPr>
            <p:spPr>
              <a:xfrm>
                <a:off x="6580586" y="2247170"/>
                <a:ext cx="142766" cy="497097"/>
              </a:xfrm>
            </p:spPr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Rectangle 3"/>
          <p:cNvSpPr/>
          <p:nvPr/>
        </p:nvSpPr>
        <p:spPr>
          <a:xfrm>
            <a:off x="837128" y="356297"/>
            <a:ext cx="4564380" cy="574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II.4. </a:t>
            </a:r>
            <a:r>
              <a:rPr lang="fr-MA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Aspect énergétique</a:t>
            </a:r>
          </a:p>
        </p:txBody>
      </p:sp>
      <p:sp>
        <p:nvSpPr>
          <p:cNvPr id="1048722" name="Rectangle 1"/>
          <p:cNvSpPr/>
          <p:nvPr/>
        </p:nvSpPr>
        <p:spPr>
          <a:xfrm>
            <a:off x="399245" y="932473"/>
            <a:ext cx="114364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limite l’étude au cas où on a effectivement des oscillations donc au régime pseudopériodique</a:t>
            </a:r>
            <a:r>
              <a:rPr lang="fr-MA" sz="2000" dirty="0"/>
              <a:t> :</a:t>
            </a:r>
            <a:endParaRPr lang="fr-FR" sz="2000" dirty="0">
              <a:latin typeface="Bembo"/>
            </a:endParaRPr>
          </a:p>
        </p:txBody>
      </p:sp>
      <p:sp>
        <p:nvSpPr>
          <p:cNvPr id="104872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17039" y="1447094"/>
            <a:ext cx="3332900" cy="449867"/>
          </a:xfrm>
          <a:prstGeom prst="rect">
            <a:avLst/>
          </a:prstGeom>
          <a:blipFill rotWithShape="0">
            <a:blip r:embed="rId2"/>
            <a:stretch>
              <a:fillRect b="-810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24" name="Rectangle 4"/>
          <p:cNvSpPr/>
          <p:nvPr/>
        </p:nvSpPr>
        <p:spPr>
          <a:xfrm>
            <a:off x="628737" y="1896961"/>
            <a:ext cx="35356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La vitesse a pour expression :</a:t>
            </a:r>
            <a:endParaRPr lang="fr-MA" sz="2000" dirty="0"/>
          </a:p>
        </p:txBody>
      </p:sp>
      <p:sp>
        <p:nvSpPr>
          <p:cNvPr id="1048725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17039" y="2104678"/>
            <a:ext cx="4887235" cy="384785"/>
          </a:xfrm>
          <a:prstGeom prst="rect">
            <a:avLst/>
          </a:prstGeom>
          <a:blipFill rotWithShape="0">
            <a:blip r:embed="rId3"/>
            <a:stretch>
              <a:fillRect b="-1428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26" name="Rectangle 7"/>
          <p:cNvSpPr/>
          <p:nvPr/>
        </p:nvSpPr>
        <p:spPr>
          <a:xfrm>
            <a:off x="451963" y="2598019"/>
            <a:ext cx="10826227" cy="5105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fr-FR" sz="2800" b="1" dirty="0">
                <a:latin typeface="AR BLANCA" panose="02000000000000000000"/>
              </a:rPr>
              <a:t>1. Expression des énergies cinétique, potentielle et mécanique</a:t>
            </a:r>
            <a:endParaRPr lang="fr-MA" sz="2800" dirty="0">
              <a:latin typeface="AR BLANCA" panose="02000000000000000000"/>
            </a:endParaRPr>
          </a:p>
        </p:txBody>
      </p:sp>
      <p:sp>
        <p:nvSpPr>
          <p:cNvPr id="1048727" name="Rectangle 8"/>
          <p:cNvSpPr/>
          <p:nvPr/>
        </p:nvSpPr>
        <p:spPr>
          <a:xfrm>
            <a:off x="375474" y="3069166"/>
            <a:ext cx="8083130" cy="2987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MA" sz="2000" dirty="0">
                <a:solidFill>
                  <a:srgbClr val="000000"/>
                </a:solidFill>
                <a:latin typeface="Bembo"/>
              </a:rPr>
              <a:t>Les différentes énergies sont :</a:t>
            </a:r>
          </a:p>
          <a:p>
            <a:pPr algn="just"/>
            <a:endParaRPr lang="fr-MA" sz="2000" dirty="0">
              <a:solidFill>
                <a:srgbClr val="000000"/>
              </a:solidFill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MA" sz="2400" b="1" dirty="0">
                <a:solidFill>
                  <a:srgbClr val="000000"/>
                </a:solidFill>
                <a:latin typeface="Bembo"/>
              </a:rPr>
              <a:t>énergie cinétique </a:t>
            </a:r>
            <a:r>
              <a:rPr lang="fr-MA" sz="2400" dirty="0">
                <a:solidFill>
                  <a:srgbClr val="000000"/>
                </a:solidFill>
                <a:latin typeface="Bembo"/>
              </a:rPr>
              <a:t>:</a:t>
            </a:r>
          </a:p>
          <a:p>
            <a:pPr algn="just"/>
            <a:endParaRPr lang="fr-MA" sz="2000" dirty="0">
              <a:solidFill>
                <a:srgbClr val="000000"/>
              </a:solidFill>
              <a:latin typeface="Bembo"/>
            </a:endParaRPr>
          </a:p>
          <a:p>
            <a:pPr algn="just"/>
            <a:endParaRPr lang="fr-MA" sz="2000" dirty="0">
              <a:solidFill>
                <a:srgbClr val="000000"/>
              </a:solidFill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MA" sz="2400" b="1" dirty="0">
                <a:latin typeface="Bembo"/>
              </a:rPr>
              <a:t>énergie potentielle </a:t>
            </a:r>
            <a:r>
              <a:rPr lang="fr-MA" sz="2000" dirty="0">
                <a:latin typeface="Bembo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MA" sz="2000" dirty="0"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MA" sz="2000" dirty="0">
              <a:latin typeface="Bembo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MA" sz="2000" dirty="0">
                <a:latin typeface="Bembo"/>
              </a:rPr>
              <a:t> </a:t>
            </a:r>
            <a:r>
              <a:rPr lang="fr-MA" sz="2400" b="1" dirty="0">
                <a:latin typeface="Bembo"/>
              </a:rPr>
              <a:t>énergie mécanique </a:t>
            </a:r>
            <a:r>
              <a:rPr lang="fr-MA" sz="2000" dirty="0">
                <a:latin typeface="Bembo"/>
              </a:rPr>
              <a:t>: </a:t>
            </a:r>
          </a:p>
        </p:txBody>
      </p:sp>
      <p:sp>
        <p:nvSpPr>
          <p:cNvPr id="1048728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83944" y="3601691"/>
            <a:ext cx="7225248" cy="576183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29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59254" y="4562686"/>
            <a:ext cx="7920886" cy="576183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30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92111" y="5360088"/>
            <a:ext cx="8438255" cy="911468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151" name="Ink 1050150"/>
              <p14:cNvContentPartPr/>
              <p14:nvPr/>
            </p14:nvContentPartPr>
            <p14:xfrm>
              <a:off x="4286012" y="1377693"/>
              <a:ext cx="3533686" cy="522960"/>
            </p14:xfrm>
          </p:contentPart>
        </mc:Choice>
        <mc:Fallback xmlns="">
          <p:sp>
            <p:nvSpPr>
              <p:cNvPr id="1050151" name=""/>
              <p:cNvSpPr/>
              <p:nvPr/>
            </p:nvSpPr>
            <p:spPr>
              <a:xfrm>
                <a:off x="4286012" y="1377693"/>
                <a:ext cx="3533686" cy="5229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152" name="Ink 1050151"/>
              <p14:cNvContentPartPr/>
              <p14:nvPr/>
            </p14:nvContentPartPr>
            <p14:xfrm>
              <a:off x="4090077" y="1678809"/>
              <a:ext cx="276127" cy="586696"/>
            </p14:xfrm>
          </p:contentPart>
        </mc:Choice>
        <mc:Fallback xmlns="">
          <p:sp>
            <p:nvSpPr>
              <p:cNvPr id="1050152" name=""/>
              <p:cNvSpPr/>
              <p:nvPr/>
            </p:nvSpPr>
            <p:spPr>
              <a:xfrm>
                <a:off x="4090077" y="1678809"/>
                <a:ext cx="276127" cy="586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153" name="Ink 1050152"/>
              <p14:cNvContentPartPr/>
              <p14:nvPr/>
            </p14:nvContentPartPr>
            <p14:xfrm>
              <a:off x="4272115" y="2160403"/>
              <a:ext cx="115658" cy="210934"/>
            </p14:xfrm>
          </p:contentPart>
        </mc:Choice>
        <mc:Fallback xmlns="">
          <p:sp>
            <p:nvSpPr>
              <p:cNvPr id="1050153" name=""/>
              <p:cNvSpPr/>
              <p:nvPr/>
            </p:nvSpPr>
            <p:spPr>
              <a:xfrm>
                <a:off x="4272115" y="2160403"/>
                <a:ext cx="115658" cy="2109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154" name="Ink 1050153"/>
              <p14:cNvContentPartPr/>
              <p14:nvPr/>
            </p14:nvContentPartPr>
            <p14:xfrm>
              <a:off x="6625002" y="3678450"/>
              <a:ext cx="217438" cy="588276"/>
            </p14:xfrm>
          </p:contentPart>
        </mc:Choice>
        <mc:Fallback xmlns="">
          <p:sp>
            <p:nvSpPr>
              <p:cNvPr id="1050154" name=""/>
              <p:cNvSpPr/>
              <p:nvPr/>
            </p:nvSpPr>
            <p:spPr>
              <a:xfrm>
                <a:off x="6625002" y="3678450"/>
                <a:ext cx="217438" cy="588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155" name="Ink 1050154"/>
              <p14:cNvContentPartPr/>
              <p14:nvPr/>
            </p14:nvContentPartPr>
            <p14:xfrm>
              <a:off x="5614578" y="3612687"/>
              <a:ext cx="87986" cy="759143"/>
            </p14:xfrm>
          </p:contentPart>
        </mc:Choice>
        <mc:Fallback xmlns="">
          <p:sp>
            <p:nvSpPr>
              <p:cNvPr id="1050155" name=""/>
              <p:cNvSpPr/>
              <p:nvPr/>
            </p:nvSpPr>
            <p:spPr>
              <a:xfrm>
                <a:off x="5614578" y="3612687"/>
                <a:ext cx="87986" cy="7591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156" name="Ink 1050155"/>
              <p14:cNvContentPartPr/>
              <p14:nvPr/>
            </p14:nvContentPartPr>
            <p14:xfrm>
              <a:off x="7457029" y="3748511"/>
              <a:ext cx="191355" cy="474724"/>
            </p14:xfrm>
          </p:contentPart>
        </mc:Choice>
        <mc:Fallback xmlns="">
          <p:sp>
            <p:nvSpPr>
              <p:cNvPr id="1050156" name=""/>
              <p:cNvSpPr/>
              <p:nvPr/>
            </p:nvSpPr>
            <p:spPr>
              <a:xfrm>
                <a:off x="7457029" y="3748511"/>
                <a:ext cx="191355" cy="474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157" name="Ink 1050156"/>
              <p14:cNvContentPartPr/>
              <p14:nvPr/>
            </p14:nvContentPartPr>
            <p14:xfrm>
              <a:off x="9280782" y="3718561"/>
              <a:ext cx="253583" cy="519889"/>
            </p14:xfrm>
          </p:contentPart>
        </mc:Choice>
        <mc:Fallback xmlns="">
          <p:sp>
            <p:nvSpPr>
              <p:cNvPr id="1050157" name=""/>
              <p:cNvSpPr/>
              <p:nvPr/>
            </p:nvSpPr>
            <p:spPr>
              <a:xfrm>
                <a:off x="9280782" y="3718561"/>
                <a:ext cx="253583" cy="519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158" name="Ink 1050157"/>
              <p14:cNvContentPartPr/>
              <p14:nvPr/>
            </p14:nvContentPartPr>
            <p14:xfrm>
              <a:off x="9379974" y="3502916"/>
              <a:ext cx="52325" cy="138079"/>
            </p14:xfrm>
          </p:contentPart>
        </mc:Choice>
        <mc:Fallback xmlns="">
          <p:sp>
            <p:nvSpPr>
              <p:cNvPr id="1050158" name=""/>
              <p:cNvSpPr/>
              <p:nvPr/>
            </p:nvSpPr>
            <p:spPr>
              <a:xfrm>
                <a:off x="9379974" y="3502916"/>
                <a:ext cx="52325" cy="1380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159" name="Ink 1050158"/>
              <p14:cNvContentPartPr/>
              <p14:nvPr/>
            </p14:nvContentPartPr>
            <p14:xfrm>
              <a:off x="9444418" y="3539423"/>
              <a:ext cx="45225" cy="127630"/>
            </p14:xfrm>
          </p:contentPart>
        </mc:Choice>
        <mc:Fallback xmlns="">
          <p:sp>
            <p:nvSpPr>
              <p:cNvPr id="1050159" name=""/>
              <p:cNvSpPr/>
              <p:nvPr/>
            </p:nvSpPr>
            <p:spPr>
              <a:xfrm>
                <a:off x="9444418" y="3539423"/>
                <a:ext cx="45225" cy="127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169" name="Ink 1050168"/>
              <p14:cNvContentPartPr/>
              <p14:nvPr/>
            </p14:nvContentPartPr>
            <p14:xfrm>
              <a:off x="9532763" y="3208464"/>
              <a:ext cx="1158640" cy="406155"/>
            </p14:xfrm>
          </p:contentPart>
        </mc:Choice>
        <mc:Fallback xmlns="">
          <p:sp>
            <p:nvSpPr>
              <p:cNvPr id="1050169" name=""/>
              <p:cNvSpPr/>
              <p:nvPr/>
            </p:nvSpPr>
            <p:spPr>
              <a:xfrm>
                <a:off x="9532763" y="3208464"/>
                <a:ext cx="1158640" cy="406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170" name="Ink 1050169"/>
              <p14:cNvContentPartPr/>
              <p14:nvPr/>
            </p14:nvContentPartPr>
            <p14:xfrm>
              <a:off x="9733659" y="3386143"/>
              <a:ext cx="179777" cy="108449"/>
            </p14:xfrm>
          </p:contentPart>
        </mc:Choice>
        <mc:Fallback xmlns="">
          <p:sp>
            <p:nvSpPr>
              <p:cNvPr id="1050170" name=""/>
              <p:cNvSpPr/>
              <p:nvPr/>
            </p:nvSpPr>
            <p:spPr>
              <a:xfrm>
                <a:off x="9733659" y="3386143"/>
                <a:ext cx="179777" cy="1084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171" name="Ink 1050170"/>
              <p14:cNvContentPartPr/>
              <p14:nvPr/>
            </p14:nvContentPartPr>
            <p14:xfrm>
              <a:off x="9914615" y="3510168"/>
              <a:ext cx="68749" cy="57029"/>
            </p14:xfrm>
          </p:contentPart>
        </mc:Choice>
        <mc:Fallback xmlns="">
          <p:sp>
            <p:nvSpPr>
              <p:cNvPr id="1050171" name=""/>
              <p:cNvSpPr/>
              <p:nvPr/>
            </p:nvSpPr>
            <p:spPr>
              <a:xfrm>
                <a:off x="9914615" y="3510168"/>
                <a:ext cx="68749" cy="57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172" name="Ink 1050171"/>
              <p14:cNvContentPartPr/>
              <p14:nvPr/>
            </p14:nvContentPartPr>
            <p14:xfrm>
              <a:off x="9922172" y="3306652"/>
              <a:ext cx="142395" cy="137997"/>
            </p14:xfrm>
          </p:contentPart>
        </mc:Choice>
        <mc:Fallback xmlns="">
          <p:sp>
            <p:nvSpPr>
              <p:cNvPr id="1050172" name=""/>
              <p:cNvSpPr/>
              <p:nvPr/>
            </p:nvSpPr>
            <p:spPr>
              <a:xfrm>
                <a:off x="9922172" y="3306652"/>
                <a:ext cx="142395" cy="1379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173" name="Ink 1050172"/>
              <p14:cNvContentPartPr/>
              <p14:nvPr/>
            </p14:nvContentPartPr>
            <p14:xfrm>
              <a:off x="10138215" y="3466409"/>
              <a:ext cx="187268" cy="12721"/>
            </p14:xfrm>
          </p:contentPart>
        </mc:Choice>
        <mc:Fallback xmlns="">
          <p:sp>
            <p:nvSpPr>
              <p:cNvPr id="1050173" name=""/>
              <p:cNvSpPr/>
              <p:nvPr/>
            </p:nvSpPr>
            <p:spPr>
              <a:xfrm>
                <a:off x="10138215" y="3466409"/>
                <a:ext cx="187268" cy="127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174" name="Ink 1050173"/>
              <p14:cNvContentPartPr/>
              <p14:nvPr/>
            </p14:nvContentPartPr>
            <p14:xfrm>
              <a:off x="10383151" y="3356887"/>
              <a:ext cx="118625" cy="286492"/>
            </p14:xfrm>
          </p:contentPart>
        </mc:Choice>
        <mc:Fallback xmlns="">
          <p:sp>
            <p:nvSpPr>
              <p:cNvPr id="1050174" name=""/>
              <p:cNvSpPr/>
              <p:nvPr/>
            </p:nvSpPr>
            <p:spPr>
              <a:xfrm>
                <a:off x="10383151" y="3356887"/>
                <a:ext cx="118625" cy="286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175" name="Ink 1050174"/>
              <p14:cNvContentPartPr/>
              <p14:nvPr/>
            </p14:nvContentPartPr>
            <p14:xfrm>
              <a:off x="10534292" y="3363083"/>
              <a:ext cx="120671" cy="131256"/>
            </p14:xfrm>
          </p:contentPart>
        </mc:Choice>
        <mc:Fallback xmlns="">
          <p:sp>
            <p:nvSpPr>
              <p:cNvPr id="1050175" name=""/>
              <p:cNvSpPr/>
              <p:nvPr/>
            </p:nvSpPr>
            <p:spPr>
              <a:xfrm>
                <a:off x="10534292" y="3363083"/>
                <a:ext cx="120671" cy="131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176" name="Ink 1050175"/>
              <p14:cNvContentPartPr/>
              <p14:nvPr/>
            </p14:nvContentPartPr>
            <p14:xfrm>
              <a:off x="10642313" y="3305877"/>
              <a:ext cx="57938" cy="115557"/>
            </p14:xfrm>
          </p:contentPart>
        </mc:Choice>
        <mc:Fallback xmlns="">
          <p:sp>
            <p:nvSpPr>
              <p:cNvPr id="1050176" name=""/>
              <p:cNvSpPr/>
              <p:nvPr/>
            </p:nvSpPr>
            <p:spPr>
              <a:xfrm>
                <a:off x="10642313" y="3305877"/>
                <a:ext cx="57938" cy="115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181" name="Ink 1050180"/>
              <p14:cNvContentPartPr/>
              <p14:nvPr/>
            </p14:nvContentPartPr>
            <p14:xfrm>
              <a:off x="10938401" y="5013962"/>
              <a:ext cx="28012" cy="272130"/>
            </p14:xfrm>
          </p:contentPart>
        </mc:Choice>
        <mc:Fallback xmlns="">
          <p:sp>
            <p:nvSpPr>
              <p:cNvPr id="1050181" name=""/>
              <p:cNvSpPr/>
              <p:nvPr/>
            </p:nvSpPr>
            <p:spPr>
              <a:xfrm>
                <a:off x="10938401" y="5013962"/>
                <a:ext cx="28012" cy="2721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182" name="Ink 1050181"/>
              <p14:cNvContentPartPr/>
              <p14:nvPr/>
            </p14:nvContentPartPr>
            <p14:xfrm>
              <a:off x="10938401" y="4984706"/>
              <a:ext cx="83990" cy="151364"/>
            </p14:xfrm>
          </p:contentPart>
        </mc:Choice>
        <mc:Fallback xmlns="">
          <p:sp>
            <p:nvSpPr>
              <p:cNvPr id="1050182" name=""/>
              <p:cNvSpPr/>
              <p:nvPr/>
            </p:nvSpPr>
            <p:spPr>
              <a:xfrm>
                <a:off x="10938401" y="4984706"/>
                <a:ext cx="83990" cy="1513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183" name="Ink 1050182"/>
              <p14:cNvContentPartPr/>
              <p14:nvPr/>
            </p14:nvContentPartPr>
            <p14:xfrm>
              <a:off x="10858734" y="5013962"/>
              <a:ext cx="86779" cy="105787"/>
            </p14:xfrm>
          </p:contentPart>
        </mc:Choice>
        <mc:Fallback xmlns="">
          <p:sp>
            <p:nvSpPr>
              <p:cNvPr id="1050183" name=""/>
              <p:cNvSpPr/>
              <p:nvPr/>
            </p:nvSpPr>
            <p:spPr>
              <a:xfrm>
                <a:off x="10858734" y="5013962"/>
                <a:ext cx="86779" cy="105787"/>
              </a:xfrm>
            </p:spPr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1972" y="346588"/>
            <a:ext cx="11487955" cy="719364"/>
          </a:xfrm>
          <a:prstGeom prst="rect">
            <a:avLst/>
          </a:prstGeom>
          <a:blipFill rotWithShape="0">
            <a:blip r:embed="rId2"/>
            <a:stretch>
              <a:fillRect l="-478" t="-3390" r="-531" b="-1440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32" name="Rectangle 2"/>
          <p:cNvSpPr/>
          <p:nvPr/>
        </p:nvSpPr>
        <p:spPr>
          <a:xfrm>
            <a:off x="321972" y="1117607"/>
            <a:ext cx="5237480" cy="447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b="1" dirty="0">
                <a:latin typeface="AR BLANCA"/>
              </a:rPr>
              <a:t>2. Cas d’un amortissement très faible</a:t>
            </a:r>
            <a:endParaRPr lang="fr-MA" sz="2400" dirty="0">
              <a:latin typeface="AR BLANCA"/>
            </a:endParaRPr>
          </a:p>
        </p:txBody>
      </p:sp>
      <p:sp>
        <p:nvSpPr>
          <p:cNvPr id="1048733" name="Rectangle 3"/>
          <p:cNvSpPr/>
          <p:nvPr/>
        </p:nvSpPr>
        <p:spPr>
          <a:xfrm>
            <a:off x="581172" y="1722324"/>
            <a:ext cx="2837180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latin typeface="Bembo"/>
              </a:rPr>
              <a:t>On se place dans le cas où</a:t>
            </a:r>
            <a:endParaRPr lang="fr-MA" dirty="0"/>
          </a:p>
        </p:txBody>
      </p:sp>
      <p:sp>
        <p:nvSpPr>
          <p:cNvPr id="1048734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00239" y="1722324"/>
            <a:ext cx="1251625" cy="461665"/>
          </a:xfrm>
          <a:prstGeom prst="rect">
            <a:avLst/>
          </a:prstGeom>
          <a:blipFill>
            <a:blip r:embed="rId3"/>
            <a:stretch>
              <a:fillRect l="-971" b="-2533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5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4893" y="2317141"/>
            <a:ext cx="9995631" cy="461665"/>
          </a:xfrm>
          <a:prstGeom prst="rect">
            <a:avLst/>
          </a:prstGeom>
          <a:blipFill>
            <a:blip r:embed="rId4"/>
            <a:stretch>
              <a:fillRect l="-549" b="-1710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6" name="Rectangle 6"/>
          <p:cNvSpPr/>
          <p:nvPr/>
        </p:nvSpPr>
        <p:spPr>
          <a:xfrm>
            <a:off x="474893" y="3004291"/>
            <a:ext cx="9660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embo"/>
              </a:rPr>
              <a:t>De cette hypothèse sont déduites les expressions approchées de :</a:t>
            </a:r>
            <a:endParaRPr lang="fr-MA" dirty="0"/>
          </a:p>
        </p:txBody>
      </p:sp>
      <p:sp>
        <p:nvSpPr>
          <p:cNvPr id="1048737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1172" y="3517143"/>
            <a:ext cx="4348637" cy="66851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8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94564" y="3563309"/>
            <a:ext cx="3975960" cy="576183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39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63399" y="4400264"/>
            <a:ext cx="4483767" cy="581057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04852" y="4400264"/>
            <a:ext cx="810927" cy="629147"/>
          </a:xfrm>
          <a:prstGeom prst="rect">
            <a:avLst/>
          </a:prstGeom>
          <a:blipFill>
            <a:blip r:embed="rId8"/>
            <a:stretch>
              <a:fillRect r="-3008" b="-7767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1" name="Rectangle 11"/>
          <p:cNvSpPr/>
          <p:nvPr/>
        </p:nvSpPr>
        <p:spPr>
          <a:xfrm>
            <a:off x="474893" y="5301467"/>
            <a:ext cx="11180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embo"/>
              </a:rPr>
              <a:t>On peut alors estimer la perte d’énergie au cours d’une pseudopériode assimilée ici à </a:t>
            </a:r>
            <a:r>
              <a:rPr lang="fr-MA" dirty="0">
                <a:latin typeface="Bembo"/>
              </a:rPr>
              <a:t>la période propre.</a:t>
            </a:r>
            <a:endParaRPr lang="fr-MA" dirty="0"/>
          </a:p>
        </p:txBody>
      </p:sp>
      <p:sp>
        <p:nvSpPr>
          <p:cNvPr id="1048742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64847" y="5896284"/>
            <a:ext cx="3949414" cy="461665"/>
          </a:xfrm>
          <a:prstGeom prst="rect">
            <a:avLst/>
          </a:prstGeom>
          <a:blipFill>
            <a:blip r:embed="rId9"/>
            <a:stretch>
              <a:fillRect b="-17105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177" name="Ink 1050176"/>
              <p14:cNvContentPartPr/>
              <p14:nvPr/>
            </p14:nvContentPartPr>
            <p14:xfrm>
              <a:off x="1451009" y="1116934"/>
              <a:ext cx="4182390" cy="507211"/>
            </p14:xfrm>
          </p:contentPart>
        </mc:Choice>
        <mc:Fallback xmlns="">
          <p:sp>
            <p:nvSpPr>
              <p:cNvPr id="1050177" name=""/>
              <p:cNvSpPr/>
              <p:nvPr/>
            </p:nvSpPr>
            <p:spPr>
              <a:xfrm>
                <a:off x="1451009" y="1116934"/>
                <a:ext cx="4182390" cy="507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178" name="Ink 1050177"/>
              <p14:cNvContentPartPr/>
              <p14:nvPr/>
            </p14:nvContentPartPr>
            <p14:xfrm>
              <a:off x="1425426" y="687076"/>
              <a:ext cx="4219063" cy="58002"/>
            </p14:xfrm>
          </p:contentPart>
        </mc:Choice>
        <mc:Fallback xmlns="">
          <p:sp>
            <p:nvSpPr>
              <p:cNvPr id="1050178" name=""/>
              <p:cNvSpPr/>
              <p:nvPr/>
            </p:nvSpPr>
            <p:spPr>
              <a:xfrm>
                <a:off x="1425426" y="687076"/>
                <a:ext cx="4219063" cy="5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179" name="Ink 1050178"/>
              <p14:cNvContentPartPr/>
              <p14:nvPr/>
            </p14:nvContentPartPr>
            <p14:xfrm>
              <a:off x="3740434" y="1681758"/>
              <a:ext cx="1353968" cy="518011"/>
            </p14:xfrm>
          </p:contentPart>
        </mc:Choice>
        <mc:Fallback xmlns="">
          <p:sp>
            <p:nvSpPr>
              <p:cNvPr id="1050179" name=""/>
              <p:cNvSpPr/>
              <p:nvPr/>
            </p:nvSpPr>
            <p:spPr>
              <a:xfrm>
                <a:off x="3740434" y="1681758"/>
                <a:ext cx="1353968" cy="5180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180" name="Ink 1050179"/>
              <p14:cNvContentPartPr/>
              <p14:nvPr/>
            </p14:nvContentPartPr>
            <p14:xfrm>
              <a:off x="8120960" y="2736766"/>
              <a:ext cx="1198212" cy="44054"/>
            </p14:xfrm>
          </p:contentPart>
        </mc:Choice>
        <mc:Fallback xmlns="">
          <p:sp>
            <p:nvSpPr>
              <p:cNvPr id="1050180" name=""/>
              <p:cNvSpPr/>
              <p:nvPr/>
            </p:nvSpPr>
            <p:spPr>
              <a:xfrm>
                <a:off x="8120960" y="2736766"/>
                <a:ext cx="1198212" cy="44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184" name="Ink 1050183"/>
              <p14:cNvContentPartPr/>
              <p14:nvPr/>
            </p14:nvContentPartPr>
            <p14:xfrm>
              <a:off x="4197525" y="4151540"/>
              <a:ext cx="69286" cy="19507"/>
            </p14:xfrm>
          </p:contentPart>
        </mc:Choice>
        <mc:Fallback xmlns="">
          <p:sp>
            <p:nvSpPr>
              <p:cNvPr id="1050184" name=""/>
              <p:cNvSpPr/>
              <p:nvPr/>
            </p:nvSpPr>
            <p:spPr>
              <a:xfrm>
                <a:off x="4197525" y="4151540"/>
                <a:ext cx="69286" cy="19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185" name="Ink 1050184"/>
              <p14:cNvContentPartPr/>
              <p14:nvPr/>
            </p14:nvContentPartPr>
            <p14:xfrm>
              <a:off x="2579096" y="4121456"/>
              <a:ext cx="23005" cy="31337"/>
            </p14:xfrm>
          </p:contentPart>
        </mc:Choice>
        <mc:Fallback xmlns="">
          <p:sp>
            <p:nvSpPr>
              <p:cNvPr id="1050185" name=""/>
              <p:cNvSpPr/>
              <p:nvPr/>
            </p:nvSpPr>
            <p:spPr>
              <a:xfrm>
                <a:off x="2579096" y="4121456"/>
                <a:ext cx="23005" cy="31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186" name="Ink 1050185"/>
              <p14:cNvContentPartPr/>
              <p14:nvPr/>
            </p14:nvContentPartPr>
            <p14:xfrm>
              <a:off x="2347719" y="3577729"/>
              <a:ext cx="678843" cy="642334"/>
            </p14:xfrm>
          </p:contentPart>
        </mc:Choice>
        <mc:Fallback xmlns="">
          <p:sp>
            <p:nvSpPr>
              <p:cNvPr id="1050186" name=""/>
              <p:cNvSpPr/>
              <p:nvPr/>
            </p:nvSpPr>
            <p:spPr>
              <a:xfrm>
                <a:off x="2347719" y="3577729"/>
                <a:ext cx="678843" cy="6423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187" name="Ink 1050186"/>
              <p14:cNvContentPartPr/>
              <p14:nvPr/>
            </p14:nvContentPartPr>
            <p14:xfrm>
              <a:off x="8148640" y="3583182"/>
              <a:ext cx="622624" cy="611531"/>
            </p14:xfrm>
          </p:contentPart>
        </mc:Choice>
        <mc:Fallback xmlns="">
          <p:sp>
            <p:nvSpPr>
              <p:cNvPr id="1050187" name=""/>
              <p:cNvSpPr/>
              <p:nvPr/>
            </p:nvSpPr>
            <p:spPr>
              <a:xfrm>
                <a:off x="8148640" y="3583182"/>
                <a:ext cx="622624" cy="611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188" name="Ink 1050187"/>
              <p14:cNvContentPartPr/>
              <p14:nvPr/>
            </p14:nvContentPartPr>
            <p14:xfrm>
              <a:off x="3791460" y="6356757"/>
              <a:ext cx="3630695" cy="109648"/>
            </p14:xfrm>
          </p:contentPart>
        </mc:Choice>
        <mc:Fallback xmlns="">
          <p:sp>
            <p:nvSpPr>
              <p:cNvPr id="1050188" name=""/>
              <p:cNvSpPr/>
              <p:nvPr/>
            </p:nvSpPr>
            <p:spPr>
              <a:xfrm>
                <a:off x="3791460" y="6356757"/>
                <a:ext cx="3630695" cy="109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189" name="Ink 1050188"/>
              <p14:cNvContentPartPr/>
              <p14:nvPr/>
            </p14:nvContentPartPr>
            <p14:xfrm>
              <a:off x="10187670" y="2430206"/>
              <a:ext cx="42521" cy="355056"/>
            </p14:xfrm>
          </p:contentPart>
        </mc:Choice>
        <mc:Fallback xmlns="">
          <p:sp>
            <p:nvSpPr>
              <p:cNvPr id="1050189" name=""/>
              <p:cNvSpPr/>
              <p:nvPr/>
            </p:nvSpPr>
            <p:spPr>
              <a:xfrm>
                <a:off x="10187670" y="2430206"/>
                <a:ext cx="42521" cy="355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190" name="Ink 1050189"/>
              <p14:cNvContentPartPr/>
              <p14:nvPr/>
            </p14:nvContentPartPr>
            <p14:xfrm>
              <a:off x="9979991" y="2415779"/>
              <a:ext cx="475649" cy="21678"/>
            </p14:xfrm>
          </p:contentPart>
        </mc:Choice>
        <mc:Fallback xmlns="">
          <p:sp>
            <p:nvSpPr>
              <p:cNvPr id="1050190" name=""/>
              <p:cNvSpPr/>
              <p:nvPr/>
            </p:nvSpPr>
            <p:spPr>
              <a:xfrm>
                <a:off x="9979991" y="2415779"/>
                <a:ext cx="475649" cy="21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191" name="Ink 1050190"/>
              <p14:cNvContentPartPr/>
              <p14:nvPr/>
            </p14:nvContentPartPr>
            <p14:xfrm>
              <a:off x="10455640" y="2597989"/>
              <a:ext cx="176984" cy="1822"/>
            </p14:xfrm>
          </p:contentPart>
        </mc:Choice>
        <mc:Fallback xmlns="">
          <p:sp>
            <p:nvSpPr>
              <p:cNvPr id="1050191" name=""/>
              <p:cNvSpPr/>
              <p:nvPr/>
            </p:nvSpPr>
            <p:spPr>
              <a:xfrm>
                <a:off x="10455640" y="2597989"/>
                <a:ext cx="176984" cy="1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192" name="Ink 1050191"/>
              <p14:cNvContentPartPr/>
              <p14:nvPr/>
            </p14:nvContentPartPr>
            <p14:xfrm>
              <a:off x="10426745" y="2700259"/>
              <a:ext cx="223155" cy="51260"/>
            </p14:xfrm>
          </p:contentPart>
        </mc:Choice>
        <mc:Fallback xmlns="">
          <p:sp>
            <p:nvSpPr>
              <p:cNvPr id="1050192" name=""/>
              <p:cNvSpPr/>
              <p:nvPr/>
            </p:nvSpPr>
            <p:spPr>
              <a:xfrm>
                <a:off x="10426745" y="2700259"/>
                <a:ext cx="223155" cy="51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193" name="Ink 1050192"/>
              <p14:cNvContentPartPr/>
              <p14:nvPr/>
            </p14:nvContentPartPr>
            <p14:xfrm>
              <a:off x="10920805" y="2517723"/>
              <a:ext cx="11717" cy="297099"/>
            </p14:xfrm>
          </p:contentPart>
        </mc:Choice>
        <mc:Fallback xmlns="">
          <p:sp>
            <p:nvSpPr>
              <p:cNvPr id="1050193" name=""/>
              <p:cNvSpPr/>
              <p:nvPr/>
            </p:nvSpPr>
            <p:spPr>
              <a:xfrm>
                <a:off x="10920805" y="2517723"/>
                <a:ext cx="11717" cy="297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194" name="Ink 1050193"/>
              <p14:cNvContentPartPr/>
              <p14:nvPr/>
            </p14:nvContentPartPr>
            <p14:xfrm>
              <a:off x="10714802" y="2488003"/>
              <a:ext cx="338733" cy="8215"/>
            </p14:xfrm>
          </p:contentPart>
        </mc:Choice>
        <mc:Fallback xmlns="">
          <p:sp>
            <p:nvSpPr>
              <p:cNvPr id="1050194" name=""/>
              <p:cNvSpPr/>
              <p:nvPr/>
            </p:nvSpPr>
            <p:spPr>
              <a:xfrm>
                <a:off x="10714802" y="2488003"/>
                <a:ext cx="338733" cy="8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195" name="Ink 1050194"/>
              <p14:cNvContentPartPr/>
              <p14:nvPr/>
            </p14:nvContentPartPr>
            <p14:xfrm>
              <a:off x="11054668" y="2751672"/>
              <a:ext cx="87402" cy="88753"/>
            </p14:xfrm>
          </p:contentPart>
        </mc:Choice>
        <mc:Fallback xmlns="">
          <p:sp>
            <p:nvSpPr>
              <p:cNvPr id="1050195" name=""/>
              <p:cNvSpPr/>
              <p:nvPr/>
            </p:nvSpPr>
            <p:spPr>
              <a:xfrm>
                <a:off x="11054668" y="2751672"/>
                <a:ext cx="87402" cy="88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196" name="Ink 1050195"/>
              <p14:cNvContentPartPr/>
              <p14:nvPr/>
            </p14:nvContentPartPr>
            <p14:xfrm>
              <a:off x="10412520" y="2573063"/>
              <a:ext cx="334732" cy="46930"/>
            </p14:xfrm>
          </p:contentPart>
        </mc:Choice>
        <mc:Fallback xmlns="">
          <p:sp>
            <p:nvSpPr>
              <p:cNvPr id="1050196" name=""/>
              <p:cNvSpPr/>
              <p:nvPr/>
            </p:nvSpPr>
            <p:spPr>
              <a:xfrm>
                <a:off x="10412520" y="2573063"/>
                <a:ext cx="334732" cy="4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197" name="Ink 1050196"/>
              <p14:cNvContentPartPr/>
              <p14:nvPr/>
            </p14:nvContentPartPr>
            <p14:xfrm>
              <a:off x="10376513" y="2737615"/>
              <a:ext cx="303702" cy="6652"/>
            </p14:xfrm>
          </p:contentPart>
        </mc:Choice>
        <mc:Fallback xmlns="">
          <p:sp>
            <p:nvSpPr>
              <p:cNvPr id="1050197" name=""/>
              <p:cNvSpPr/>
              <p:nvPr/>
            </p:nvSpPr>
            <p:spPr>
              <a:xfrm>
                <a:off x="10376513" y="2737615"/>
                <a:ext cx="303702" cy="6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198" name="Ink 1050197"/>
              <p14:cNvContentPartPr/>
              <p14:nvPr/>
            </p14:nvContentPartPr>
            <p14:xfrm>
              <a:off x="9873960" y="2251634"/>
              <a:ext cx="1390748" cy="753418"/>
            </p14:xfrm>
          </p:contentPart>
        </mc:Choice>
        <mc:Fallback xmlns="">
          <p:sp>
            <p:nvSpPr>
              <p:cNvPr id="1050198" name=""/>
              <p:cNvSpPr/>
              <p:nvPr/>
            </p:nvSpPr>
            <p:spPr>
              <a:xfrm>
                <a:off x="9873960" y="2251634"/>
                <a:ext cx="1390748" cy="753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199" name="Ink 1050198"/>
              <p14:cNvContentPartPr/>
              <p14:nvPr/>
            </p14:nvContentPartPr>
            <p14:xfrm>
              <a:off x="3435377" y="4481108"/>
              <a:ext cx="41930" cy="322458"/>
            </p14:xfrm>
          </p:contentPart>
        </mc:Choice>
        <mc:Fallback xmlns="">
          <p:sp>
            <p:nvSpPr>
              <p:cNvPr id="1050199" name=""/>
              <p:cNvSpPr/>
              <p:nvPr/>
            </p:nvSpPr>
            <p:spPr>
              <a:xfrm>
                <a:off x="3435377" y="4481108"/>
                <a:ext cx="41930" cy="322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200" name="Ink 1050199"/>
              <p14:cNvContentPartPr/>
              <p14:nvPr/>
            </p14:nvContentPartPr>
            <p14:xfrm>
              <a:off x="3508518" y="4546870"/>
              <a:ext cx="61992" cy="210351"/>
            </p14:xfrm>
          </p:contentPart>
        </mc:Choice>
        <mc:Fallback xmlns="">
          <p:sp>
            <p:nvSpPr>
              <p:cNvPr id="1050200" name=""/>
              <p:cNvSpPr/>
              <p:nvPr/>
            </p:nvSpPr>
            <p:spPr>
              <a:xfrm>
                <a:off x="3508518" y="4546870"/>
                <a:ext cx="61992" cy="210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201" name="Ink 1050200"/>
              <p14:cNvContentPartPr/>
              <p14:nvPr/>
            </p14:nvContentPartPr>
            <p14:xfrm>
              <a:off x="3452490" y="4604882"/>
              <a:ext cx="147929" cy="15596"/>
            </p14:xfrm>
          </p:contentPart>
        </mc:Choice>
        <mc:Fallback xmlns="">
          <p:sp>
            <p:nvSpPr>
              <p:cNvPr id="1050201" name=""/>
              <p:cNvSpPr/>
              <p:nvPr/>
            </p:nvSpPr>
            <p:spPr>
              <a:xfrm>
                <a:off x="3452490" y="4604882"/>
                <a:ext cx="147929" cy="155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202" name="Ink 1050201"/>
              <p14:cNvContentPartPr/>
              <p14:nvPr/>
            </p14:nvContentPartPr>
            <p14:xfrm>
              <a:off x="3516628" y="4510363"/>
              <a:ext cx="105206" cy="352291"/>
            </p14:xfrm>
          </p:contentPart>
        </mc:Choice>
        <mc:Fallback xmlns="">
          <p:sp>
            <p:nvSpPr>
              <p:cNvPr id="1050202" name=""/>
              <p:cNvSpPr/>
              <p:nvPr/>
            </p:nvSpPr>
            <p:spPr>
              <a:xfrm>
                <a:off x="3516628" y="4510363"/>
                <a:ext cx="105206" cy="352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203" name="Ink 1050202"/>
              <p14:cNvContentPartPr/>
              <p14:nvPr/>
            </p14:nvContentPartPr>
            <p14:xfrm>
              <a:off x="6046331" y="4780416"/>
              <a:ext cx="676464" cy="162740"/>
            </p14:xfrm>
          </p:contentPart>
        </mc:Choice>
        <mc:Fallback xmlns="">
          <p:sp>
            <p:nvSpPr>
              <p:cNvPr id="1050203" name=""/>
              <p:cNvSpPr/>
              <p:nvPr/>
            </p:nvSpPr>
            <p:spPr>
              <a:xfrm>
                <a:off x="6046331" y="4780416"/>
                <a:ext cx="676464" cy="162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204" name="Ink 1050203"/>
              <p14:cNvContentPartPr/>
              <p14:nvPr/>
            </p14:nvContentPartPr>
            <p14:xfrm>
              <a:off x="6405841" y="4947949"/>
              <a:ext cx="156750" cy="270223"/>
            </p14:xfrm>
          </p:contentPart>
        </mc:Choice>
        <mc:Fallback xmlns="">
          <p:sp>
            <p:nvSpPr>
              <p:cNvPr id="1050204" name=""/>
              <p:cNvSpPr/>
              <p:nvPr/>
            </p:nvSpPr>
            <p:spPr>
              <a:xfrm>
                <a:off x="6405841" y="4947949"/>
                <a:ext cx="156750" cy="270223"/>
              </a:xfrm>
            </p:spPr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73928" y="255338"/>
            <a:ext cx="3320909" cy="400110"/>
          </a:xfrm>
          <a:prstGeom prst="rect">
            <a:avLst/>
          </a:prstGeom>
          <a:blipFill rotWithShape="0">
            <a:blip r:embed="rId2"/>
            <a:stretch>
              <a:fillRect b="-1363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44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34975" y="810226"/>
            <a:ext cx="4271297" cy="66851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5" name="Rectangle 5"/>
          <p:cNvSpPr/>
          <p:nvPr/>
        </p:nvSpPr>
        <p:spPr>
          <a:xfrm>
            <a:off x="666380" y="1814778"/>
            <a:ext cx="57073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fr-FR" sz="2000" dirty="0">
                <a:latin typeface="Bembo"/>
              </a:rPr>
              <a:t>La variation relative d’énergie mécanique s’écrit :</a:t>
            </a:r>
            <a:endParaRPr lang="fr-MA" sz="2000" dirty="0"/>
          </a:p>
        </p:txBody>
      </p:sp>
      <p:sp>
        <p:nvSpPr>
          <p:cNvPr id="1048746" name="ZoneTexte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45498" y="1731229"/>
            <a:ext cx="1923795" cy="629147"/>
          </a:xfrm>
          <a:prstGeom prst="rect">
            <a:avLst/>
          </a:prstGeom>
          <a:blipFill>
            <a:blip r:embed="rId4"/>
            <a:stretch>
              <a:fillRect b="-971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47" name="Rectangle 7"/>
          <p:cNvSpPr/>
          <p:nvPr/>
        </p:nvSpPr>
        <p:spPr>
          <a:xfrm>
            <a:off x="666380" y="2651906"/>
            <a:ext cx="54649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Or dans le cas d’un amortissement très faible :</a:t>
            </a:r>
            <a:endParaRPr lang="fr-MA" sz="2000" dirty="0"/>
          </a:p>
        </p:txBody>
      </p:sp>
      <p:sp>
        <p:nvSpPr>
          <p:cNvPr id="1048748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1031" y="3052016"/>
            <a:ext cx="3164969" cy="607859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49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22784" y="3145215"/>
            <a:ext cx="615873" cy="461665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0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94837" y="3110885"/>
            <a:ext cx="2236510" cy="756041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51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17181" y="3145215"/>
            <a:ext cx="3964034" cy="400110"/>
          </a:xfrm>
          <a:prstGeom prst="rect">
            <a:avLst/>
          </a:prstGeom>
          <a:blipFill rotWithShape="0">
            <a:blip r:embed="rId8"/>
            <a:stretch>
              <a:fillRect l="-462" t="-9091" r="-1077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2" name="Rectangle 12"/>
          <p:cNvSpPr/>
          <p:nvPr/>
        </p:nvSpPr>
        <p:spPr>
          <a:xfrm>
            <a:off x="510087" y="4155762"/>
            <a:ext cx="7345680" cy="5105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latin typeface="AR BLANCA"/>
              </a:rPr>
              <a:t>3. Origine de la variation d’énergie mécanique</a:t>
            </a:r>
            <a:endParaRPr lang="fr-MA" sz="2800" dirty="0">
              <a:latin typeface="AR BLANCA"/>
            </a:endParaRPr>
          </a:p>
        </p:txBody>
      </p:sp>
      <p:sp>
        <p:nvSpPr>
          <p:cNvPr id="1048753" name="Rectangle 13"/>
          <p:cNvSpPr/>
          <p:nvPr/>
        </p:nvSpPr>
        <p:spPr>
          <a:xfrm>
            <a:off x="549497" y="4781588"/>
            <a:ext cx="74676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latin typeface="Bembo"/>
              </a:rPr>
              <a:t>En appliquant le théorème de l’énergie mécanique, on obtient :</a:t>
            </a:r>
            <a:endParaRPr lang="fr-MA" sz="2000" dirty="0"/>
          </a:p>
        </p:txBody>
      </p:sp>
      <p:sp>
        <p:nvSpPr>
          <p:cNvPr id="1048754" name="Rectangle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11561" y="4724984"/>
            <a:ext cx="3248133" cy="1061060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55" name="Rectangle 15"/>
          <p:cNvSpPr/>
          <p:nvPr/>
        </p:nvSpPr>
        <p:spPr>
          <a:xfrm>
            <a:off x="510087" y="5807800"/>
            <a:ext cx="10848305" cy="80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latin typeface="Bembo"/>
              </a:rPr>
              <a:t>L’énergie mécanique du point matériel diminue : l’énergie est perdue à cause des frottements et est dissipée sous forme de chaleur.</a:t>
            </a:r>
            <a:endParaRPr lang="fr-MA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205" name="Ink 1050204"/>
              <p14:cNvContentPartPr/>
              <p14:nvPr/>
            </p14:nvContentPartPr>
            <p14:xfrm>
              <a:off x="3171546" y="1298984"/>
              <a:ext cx="583225" cy="122359"/>
            </p14:xfrm>
          </p:contentPart>
        </mc:Choice>
        <mc:Fallback xmlns="">
          <p:sp>
            <p:nvSpPr>
              <p:cNvPr id="1050205" name=""/>
              <p:cNvSpPr/>
              <p:nvPr/>
            </p:nvSpPr>
            <p:spPr>
              <a:xfrm>
                <a:off x="3171546" y="1298984"/>
                <a:ext cx="583225" cy="1223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206" name="Ink 1050205"/>
              <p14:cNvContentPartPr/>
              <p14:nvPr/>
            </p14:nvContentPartPr>
            <p14:xfrm>
              <a:off x="3380049" y="1481770"/>
              <a:ext cx="177694" cy="269916"/>
            </p14:xfrm>
          </p:contentPart>
        </mc:Choice>
        <mc:Fallback xmlns="">
          <p:sp>
            <p:nvSpPr>
              <p:cNvPr id="1050206" name=""/>
              <p:cNvSpPr/>
              <p:nvPr/>
            </p:nvSpPr>
            <p:spPr>
              <a:xfrm>
                <a:off x="3380049" y="1481770"/>
                <a:ext cx="177694" cy="269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207" name="Ink 1050206"/>
              <p14:cNvContentPartPr/>
              <p14:nvPr/>
            </p14:nvContentPartPr>
            <p14:xfrm>
              <a:off x="6311917" y="2628321"/>
              <a:ext cx="177027" cy="377513"/>
            </p14:xfrm>
          </p:contentPart>
        </mc:Choice>
        <mc:Fallback xmlns="">
          <p:sp>
            <p:nvSpPr>
              <p:cNvPr id="1050207" name=""/>
              <p:cNvSpPr/>
              <p:nvPr/>
            </p:nvSpPr>
            <p:spPr>
              <a:xfrm>
                <a:off x="6311917" y="2628321"/>
                <a:ext cx="177027" cy="377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208" name="Ink 1050207"/>
              <p14:cNvContentPartPr/>
              <p14:nvPr/>
            </p14:nvContentPartPr>
            <p14:xfrm>
              <a:off x="6553790" y="2656750"/>
              <a:ext cx="195423" cy="252638"/>
            </p14:xfrm>
          </p:contentPart>
        </mc:Choice>
        <mc:Fallback xmlns="">
          <p:sp>
            <p:nvSpPr>
              <p:cNvPr id="1050208" name=""/>
              <p:cNvSpPr/>
              <p:nvPr/>
            </p:nvSpPr>
            <p:spPr>
              <a:xfrm>
                <a:off x="6553790" y="2656750"/>
                <a:ext cx="195423" cy="252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209" name="Ink 1050208"/>
              <p14:cNvContentPartPr/>
              <p14:nvPr/>
            </p14:nvContentPartPr>
            <p14:xfrm>
              <a:off x="6687721" y="2693257"/>
              <a:ext cx="206889" cy="214954"/>
            </p14:xfrm>
          </p:contentPart>
        </mc:Choice>
        <mc:Fallback xmlns="">
          <p:sp>
            <p:nvSpPr>
              <p:cNvPr id="1050209" name=""/>
              <p:cNvSpPr/>
              <p:nvPr/>
            </p:nvSpPr>
            <p:spPr>
              <a:xfrm>
                <a:off x="6687721" y="2693257"/>
                <a:ext cx="206889" cy="2149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210" name="Ink 1050209"/>
              <p14:cNvContentPartPr/>
              <p14:nvPr/>
            </p14:nvContentPartPr>
            <p14:xfrm>
              <a:off x="6975976" y="2697709"/>
              <a:ext cx="236106" cy="135107"/>
            </p14:xfrm>
          </p:contentPart>
        </mc:Choice>
        <mc:Fallback xmlns="">
          <p:sp>
            <p:nvSpPr>
              <p:cNvPr id="1050210" name=""/>
              <p:cNvSpPr/>
              <p:nvPr/>
            </p:nvSpPr>
            <p:spPr>
              <a:xfrm>
                <a:off x="6975976" y="2697709"/>
                <a:ext cx="236106" cy="135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211" name="Ink 1050210"/>
              <p14:cNvContentPartPr/>
              <p14:nvPr/>
            </p14:nvContentPartPr>
            <p14:xfrm>
              <a:off x="7235009" y="2853789"/>
              <a:ext cx="111421" cy="76834"/>
            </p14:xfrm>
          </p:contentPart>
        </mc:Choice>
        <mc:Fallback xmlns="">
          <p:sp>
            <p:nvSpPr>
              <p:cNvPr id="1050211" name=""/>
              <p:cNvSpPr/>
              <p:nvPr/>
            </p:nvSpPr>
            <p:spPr>
              <a:xfrm>
                <a:off x="7235009" y="2853789"/>
                <a:ext cx="111421" cy="76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212" name="Ink 1050211"/>
              <p14:cNvContentPartPr/>
              <p14:nvPr/>
            </p14:nvContentPartPr>
            <p14:xfrm>
              <a:off x="8726412" y="2494605"/>
              <a:ext cx="275253" cy="308271"/>
            </p14:xfrm>
          </p:contentPart>
        </mc:Choice>
        <mc:Fallback xmlns="">
          <p:sp>
            <p:nvSpPr>
              <p:cNvPr id="1050212" name=""/>
              <p:cNvSpPr/>
              <p:nvPr/>
            </p:nvSpPr>
            <p:spPr>
              <a:xfrm>
                <a:off x="8726412" y="2494605"/>
                <a:ext cx="275253" cy="308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213" name="Ink 1050212"/>
              <p14:cNvContentPartPr/>
              <p14:nvPr/>
            </p14:nvContentPartPr>
            <p14:xfrm>
              <a:off x="9122490" y="2678254"/>
              <a:ext cx="155141" cy="3751"/>
            </p14:xfrm>
          </p:contentPart>
        </mc:Choice>
        <mc:Fallback xmlns="">
          <p:sp>
            <p:nvSpPr>
              <p:cNvPr id="1050213" name=""/>
              <p:cNvSpPr/>
              <p:nvPr/>
            </p:nvSpPr>
            <p:spPr>
              <a:xfrm>
                <a:off x="9122490" y="2678254"/>
                <a:ext cx="155141" cy="3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214" name="Ink 1050213"/>
              <p14:cNvContentPartPr/>
              <p14:nvPr/>
            </p14:nvContentPartPr>
            <p14:xfrm>
              <a:off x="9144272" y="2786297"/>
              <a:ext cx="129803" cy="1478"/>
            </p14:xfrm>
          </p:contentPart>
        </mc:Choice>
        <mc:Fallback xmlns="">
          <p:sp>
            <p:nvSpPr>
              <p:cNvPr id="1050214" name=""/>
              <p:cNvSpPr/>
              <p:nvPr/>
            </p:nvSpPr>
            <p:spPr>
              <a:xfrm>
                <a:off x="9144272" y="2786297"/>
                <a:ext cx="129803" cy="1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215" name="Ink 1050214"/>
              <p14:cNvContentPartPr/>
              <p14:nvPr/>
            </p14:nvContentPartPr>
            <p14:xfrm>
              <a:off x="9483005" y="2409975"/>
              <a:ext cx="100908" cy="180762"/>
            </p14:xfrm>
          </p:contentPart>
        </mc:Choice>
        <mc:Fallback xmlns="">
          <p:sp>
            <p:nvSpPr>
              <p:cNvPr id="1050215" name=""/>
              <p:cNvSpPr/>
              <p:nvPr/>
            </p:nvSpPr>
            <p:spPr>
              <a:xfrm>
                <a:off x="9483005" y="2409975"/>
                <a:ext cx="100908" cy="180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216" name="Ink 1050215"/>
              <p14:cNvContentPartPr/>
              <p14:nvPr/>
            </p14:nvContentPartPr>
            <p14:xfrm>
              <a:off x="9410991" y="2709723"/>
              <a:ext cx="393185" cy="24898"/>
            </p14:xfrm>
          </p:contentPart>
        </mc:Choice>
        <mc:Fallback xmlns="">
          <p:sp>
            <p:nvSpPr>
              <p:cNvPr id="1050216" name=""/>
              <p:cNvSpPr/>
              <p:nvPr/>
            </p:nvSpPr>
            <p:spPr>
              <a:xfrm>
                <a:off x="9410991" y="2709723"/>
                <a:ext cx="393185" cy="24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217" name="Ink 1050216"/>
              <p14:cNvContentPartPr/>
              <p14:nvPr/>
            </p14:nvContentPartPr>
            <p14:xfrm>
              <a:off x="9420315" y="2823292"/>
              <a:ext cx="134241" cy="209243"/>
            </p14:xfrm>
          </p:contentPart>
        </mc:Choice>
        <mc:Fallback xmlns="">
          <p:sp>
            <p:nvSpPr>
              <p:cNvPr id="1050217" name=""/>
              <p:cNvSpPr/>
              <p:nvPr/>
            </p:nvSpPr>
            <p:spPr>
              <a:xfrm>
                <a:off x="9420315" y="2823292"/>
                <a:ext cx="134241" cy="209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218" name="Ink 1050217"/>
              <p14:cNvContentPartPr/>
              <p14:nvPr/>
            </p14:nvContentPartPr>
            <p14:xfrm>
              <a:off x="9612660" y="2806474"/>
              <a:ext cx="113935" cy="315137"/>
            </p14:xfrm>
          </p:contentPart>
        </mc:Choice>
        <mc:Fallback xmlns="">
          <p:sp>
            <p:nvSpPr>
              <p:cNvPr id="1050218" name=""/>
              <p:cNvSpPr/>
              <p:nvPr/>
            </p:nvSpPr>
            <p:spPr>
              <a:xfrm>
                <a:off x="9612660" y="2806474"/>
                <a:ext cx="113935" cy="3151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219" name="Ink 1050218"/>
              <p14:cNvContentPartPr/>
              <p14:nvPr/>
            </p14:nvContentPartPr>
            <p14:xfrm>
              <a:off x="9663040" y="2720456"/>
              <a:ext cx="181161" cy="4719"/>
            </p14:xfrm>
          </p:contentPart>
        </mc:Choice>
        <mc:Fallback xmlns="">
          <p:sp>
            <p:nvSpPr>
              <p:cNvPr id="1050219" name=""/>
              <p:cNvSpPr/>
              <p:nvPr/>
            </p:nvSpPr>
            <p:spPr>
              <a:xfrm>
                <a:off x="9663040" y="2720456"/>
                <a:ext cx="181161" cy="4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220" name="Ink 1050219"/>
              <p14:cNvContentPartPr/>
              <p14:nvPr/>
            </p14:nvContentPartPr>
            <p14:xfrm>
              <a:off x="10398584" y="2357442"/>
              <a:ext cx="125364" cy="436141"/>
            </p14:xfrm>
          </p:contentPart>
        </mc:Choice>
        <mc:Fallback xmlns="">
          <p:sp>
            <p:nvSpPr>
              <p:cNvPr id="1050220" name=""/>
              <p:cNvSpPr/>
              <p:nvPr/>
            </p:nvSpPr>
            <p:spPr>
              <a:xfrm>
                <a:off x="10398584" y="2357442"/>
                <a:ext cx="125364" cy="436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221" name="Ink 1050220"/>
              <p14:cNvContentPartPr/>
              <p14:nvPr/>
            </p14:nvContentPartPr>
            <p14:xfrm>
              <a:off x="10672949" y="2379446"/>
              <a:ext cx="186325" cy="263791"/>
            </p14:xfrm>
          </p:contentPart>
        </mc:Choice>
        <mc:Fallback xmlns="">
          <p:sp>
            <p:nvSpPr>
              <p:cNvPr id="1050221" name=""/>
              <p:cNvSpPr/>
              <p:nvPr/>
            </p:nvSpPr>
            <p:spPr>
              <a:xfrm>
                <a:off x="10672949" y="2379446"/>
                <a:ext cx="186325" cy="2637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222" name="Ink 1050221"/>
              <p14:cNvContentPartPr/>
              <p14:nvPr/>
            </p14:nvContentPartPr>
            <p14:xfrm>
              <a:off x="10813826" y="2437457"/>
              <a:ext cx="174963" cy="211219"/>
            </p14:xfrm>
          </p:contentPart>
        </mc:Choice>
        <mc:Fallback xmlns="">
          <p:sp>
            <p:nvSpPr>
              <p:cNvPr id="1050222" name=""/>
              <p:cNvSpPr/>
              <p:nvPr/>
            </p:nvSpPr>
            <p:spPr>
              <a:xfrm>
                <a:off x="10813826" y="2437457"/>
                <a:ext cx="174963" cy="211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223" name="Ink 1050222"/>
              <p14:cNvContentPartPr/>
              <p14:nvPr/>
            </p14:nvContentPartPr>
            <p14:xfrm>
              <a:off x="11020722" y="2402814"/>
              <a:ext cx="225237" cy="163075"/>
            </p14:xfrm>
          </p:contentPart>
        </mc:Choice>
        <mc:Fallback xmlns="">
          <p:sp>
            <p:nvSpPr>
              <p:cNvPr id="1050223" name=""/>
              <p:cNvSpPr/>
              <p:nvPr/>
            </p:nvSpPr>
            <p:spPr>
              <a:xfrm>
                <a:off x="11020722" y="2402814"/>
                <a:ext cx="225237" cy="163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224" name="Ink 1050223"/>
              <p14:cNvContentPartPr/>
              <p14:nvPr/>
            </p14:nvContentPartPr>
            <p14:xfrm>
              <a:off x="11269577" y="2556468"/>
              <a:ext cx="81179" cy="88279"/>
            </p14:xfrm>
          </p:contentPart>
        </mc:Choice>
        <mc:Fallback xmlns="">
          <p:sp>
            <p:nvSpPr>
              <p:cNvPr id="1050224" name=""/>
              <p:cNvSpPr/>
              <p:nvPr/>
            </p:nvSpPr>
            <p:spPr>
              <a:xfrm>
                <a:off x="11269577" y="2556468"/>
                <a:ext cx="81179" cy="882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225" name="Ink 1050224"/>
              <p14:cNvContentPartPr/>
              <p14:nvPr/>
            </p14:nvContentPartPr>
            <p14:xfrm>
              <a:off x="10555808" y="2758520"/>
              <a:ext cx="800453" cy="33031"/>
            </p14:xfrm>
          </p:contentPart>
        </mc:Choice>
        <mc:Fallback xmlns="">
          <p:sp>
            <p:nvSpPr>
              <p:cNvPr id="1050225" name=""/>
              <p:cNvSpPr/>
              <p:nvPr/>
            </p:nvSpPr>
            <p:spPr>
              <a:xfrm>
                <a:off x="10555808" y="2758520"/>
                <a:ext cx="800453" cy="33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226" name="Ink 1050225"/>
              <p14:cNvContentPartPr/>
              <p14:nvPr/>
            </p14:nvContentPartPr>
            <p14:xfrm>
              <a:off x="9511899" y="1298984"/>
              <a:ext cx="16320" cy="313289"/>
            </p14:xfrm>
          </p:contentPart>
        </mc:Choice>
        <mc:Fallback xmlns="">
          <p:sp>
            <p:nvSpPr>
              <p:cNvPr id="1050226" name=""/>
              <p:cNvSpPr/>
              <p:nvPr/>
            </p:nvSpPr>
            <p:spPr>
              <a:xfrm>
                <a:off x="9511899" y="1298984"/>
                <a:ext cx="16320" cy="3132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227" name="Ink 1050226"/>
              <p14:cNvContentPartPr/>
              <p14:nvPr/>
            </p14:nvContentPartPr>
            <p14:xfrm>
              <a:off x="9367427" y="1284252"/>
              <a:ext cx="295613" cy="14732"/>
            </p14:xfrm>
          </p:contentPart>
        </mc:Choice>
        <mc:Fallback xmlns="">
          <p:sp>
            <p:nvSpPr>
              <p:cNvPr id="1050227" name=""/>
              <p:cNvSpPr/>
              <p:nvPr/>
            </p:nvSpPr>
            <p:spPr>
              <a:xfrm>
                <a:off x="9367427" y="1284252"/>
                <a:ext cx="295613" cy="147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228" name="Ink 1050227"/>
              <p14:cNvContentPartPr/>
              <p14:nvPr/>
            </p14:nvContentPartPr>
            <p14:xfrm>
              <a:off x="9634145" y="1501184"/>
              <a:ext cx="96063" cy="60391"/>
            </p14:xfrm>
          </p:contentPart>
        </mc:Choice>
        <mc:Fallback xmlns="">
          <p:sp>
            <p:nvSpPr>
              <p:cNvPr id="1050228" name=""/>
              <p:cNvSpPr/>
              <p:nvPr/>
            </p:nvSpPr>
            <p:spPr>
              <a:xfrm>
                <a:off x="9634145" y="1501184"/>
                <a:ext cx="96063" cy="60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229" name="Ink 1050228"/>
              <p14:cNvContentPartPr/>
              <p14:nvPr/>
            </p14:nvContentPartPr>
            <p14:xfrm>
              <a:off x="9382096" y="1676063"/>
              <a:ext cx="394479" cy="16998"/>
            </p14:xfrm>
          </p:contentPart>
        </mc:Choice>
        <mc:Fallback xmlns="">
          <p:sp>
            <p:nvSpPr>
              <p:cNvPr id="1050229" name=""/>
              <p:cNvSpPr/>
              <p:nvPr/>
            </p:nvSpPr>
            <p:spPr>
              <a:xfrm>
                <a:off x="9382096" y="1676063"/>
                <a:ext cx="394479" cy="16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230" name="Ink 1050229"/>
              <p14:cNvContentPartPr/>
              <p14:nvPr/>
            </p14:nvContentPartPr>
            <p14:xfrm>
              <a:off x="9380976" y="1795581"/>
              <a:ext cx="256511" cy="178281"/>
            </p14:xfrm>
          </p:contentPart>
        </mc:Choice>
        <mc:Fallback xmlns="">
          <p:sp>
            <p:nvSpPr>
              <p:cNvPr id="1050230" name=""/>
              <p:cNvSpPr/>
              <p:nvPr/>
            </p:nvSpPr>
            <p:spPr>
              <a:xfrm>
                <a:off x="9380976" y="1795581"/>
                <a:ext cx="256511" cy="1782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231" name="Ink 1050230"/>
              <p14:cNvContentPartPr/>
              <p14:nvPr/>
            </p14:nvContentPartPr>
            <p14:xfrm>
              <a:off x="9871970" y="1634800"/>
              <a:ext cx="120787" cy="753"/>
            </p14:xfrm>
          </p:contentPart>
        </mc:Choice>
        <mc:Fallback xmlns="">
          <p:sp>
            <p:nvSpPr>
              <p:cNvPr id="1050231" name=""/>
              <p:cNvSpPr/>
              <p:nvPr/>
            </p:nvSpPr>
            <p:spPr>
              <a:xfrm>
                <a:off x="9871970" y="1634800"/>
                <a:ext cx="120787" cy="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232" name="Ink 1050231"/>
              <p14:cNvContentPartPr/>
              <p14:nvPr/>
            </p14:nvContentPartPr>
            <p14:xfrm>
              <a:off x="9871970" y="1736820"/>
              <a:ext cx="102990" cy="0"/>
            </p14:xfrm>
          </p:contentPart>
        </mc:Choice>
        <mc:Fallback xmlns="">
          <p:sp>
            <p:nvSpPr>
              <p:cNvPr id="1050232" name=""/>
              <p:cNvSpPr/>
              <p:nvPr/>
            </p:nvSpPr>
            <p:spPr>
              <a:xfrm>
                <a:off x="9871970" y="1736820"/>
                <a:ext cx="102990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233" name="Ink 1050232"/>
              <p14:cNvContentPartPr/>
              <p14:nvPr/>
            </p14:nvContentPartPr>
            <p14:xfrm>
              <a:off x="9835963" y="1723607"/>
              <a:ext cx="109730" cy="11729"/>
            </p14:xfrm>
          </p:contentPart>
        </mc:Choice>
        <mc:Fallback xmlns="">
          <p:sp>
            <p:nvSpPr>
              <p:cNvPr id="1050233" name=""/>
              <p:cNvSpPr/>
              <p:nvPr/>
            </p:nvSpPr>
            <p:spPr>
              <a:xfrm>
                <a:off x="9835963" y="1723607"/>
                <a:ext cx="109730" cy="11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234" name="Ink 1050233"/>
              <p14:cNvContentPartPr/>
              <p14:nvPr/>
            </p14:nvContentPartPr>
            <p14:xfrm>
              <a:off x="10237054" y="1346753"/>
              <a:ext cx="121255" cy="218280"/>
            </p14:xfrm>
          </p:contentPart>
        </mc:Choice>
        <mc:Fallback xmlns="">
          <p:sp>
            <p:nvSpPr>
              <p:cNvPr id="1050234" name=""/>
              <p:cNvSpPr/>
              <p:nvPr/>
            </p:nvSpPr>
            <p:spPr>
              <a:xfrm>
                <a:off x="10237054" y="1346753"/>
                <a:ext cx="121255" cy="218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235" name="Ink 1050234"/>
              <p14:cNvContentPartPr/>
              <p14:nvPr/>
            </p14:nvContentPartPr>
            <p14:xfrm>
              <a:off x="10427421" y="1393753"/>
              <a:ext cx="6437" cy="194151"/>
            </p14:xfrm>
          </p:contentPart>
        </mc:Choice>
        <mc:Fallback xmlns="">
          <p:sp>
            <p:nvSpPr>
              <p:cNvPr id="1050235" name=""/>
              <p:cNvSpPr/>
              <p:nvPr/>
            </p:nvSpPr>
            <p:spPr>
              <a:xfrm>
                <a:off x="10427421" y="1393753"/>
                <a:ext cx="6437" cy="194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236" name="Ink 1050235"/>
              <p14:cNvContentPartPr/>
              <p14:nvPr/>
            </p14:nvContentPartPr>
            <p14:xfrm>
              <a:off x="10513428" y="1401504"/>
              <a:ext cx="10209" cy="135731"/>
            </p14:xfrm>
          </p:contentPart>
        </mc:Choice>
        <mc:Fallback xmlns="">
          <p:sp>
            <p:nvSpPr>
              <p:cNvPr id="1050236" name=""/>
              <p:cNvSpPr/>
              <p:nvPr/>
            </p:nvSpPr>
            <p:spPr>
              <a:xfrm>
                <a:off x="10513428" y="1401504"/>
                <a:ext cx="10209" cy="1357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237" name="Ink 1050236"/>
              <p14:cNvContentPartPr/>
              <p14:nvPr/>
            </p14:nvContentPartPr>
            <p14:xfrm>
              <a:off x="10368956" y="1342743"/>
              <a:ext cx="208930" cy="7709"/>
            </p14:xfrm>
          </p:contentPart>
        </mc:Choice>
        <mc:Fallback xmlns="">
          <p:sp>
            <p:nvSpPr>
              <p:cNvPr id="1050237" name=""/>
              <p:cNvSpPr/>
              <p:nvPr/>
            </p:nvSpPr>
            <p:spPr>
              <a:xfrm>
                <a:off x="10368956" y="1342743"/>
                <a:ext cx="208930" cy="7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238" name="Ink 1050237"/>
              <p14:cNvContentPartPr/>
              <p14:nvPr/>
            </p14:nvContentPartPr>
            <p14:xfrm>
              <a:off x="10088012" y="1649303"/>
              <a:ext cx="684579" cy="29505"/>
            </p14:xfrm>
          </p:contentPart>
        </mc:Choice>
        <mc:Fallback xmlns="">
          <p:sp>
            <p:nvSpPr>
              <p:cNvPr id="1050238" name=""/>
              <p:cNvSpPr/>
              <p:nvPr/>
            </p:nvSpPr>
            <p:spPr>
              <a:xfrm>
                <a:off x="10088012" y="1649303"/>
                <a:ext cx="684579" cy="29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239" name="Ink 1050238"/>
              <p14:cNvContentPartPr/>
              <p14:nvPr/>
            </p14:nvContentPartPr>
            <p14:xfrm>
              <a:off x="10191541" y="1321238"/>
              <a:ext cx="170660" cy="219811"/>
            </p14:xfrm>
          </p:contentPart>
        </mc:Choice>
        <mc:Fallback xmlns="">
          <p:sp>
            <p:nvSpPr>
              <p:cNvPr id="1050239" name=""/>
              <p:cNvSpPr/>
              <p:nvPr/>
            </p:nvSpPr>
            <p:spPr>
              <a:xfrm>
                <a:off x="10191541" y="1321238"/>
                <a:ext cx="170660" cy="219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240" name="Ink 1050239"/>
              <p14:cNvContentPartPr/>
              <p14:nvPr/>
            </p14:nvContentPartPr>
            <p14:xfrm>
              <a:off x="10267426" y="1328240"/>
              <a:ext cx="44186" cy="246745"/>
            </p14:xfrm>
          </p:contentPart>
        </mc:Choice>
        <mc:Fallback xmlns="">
          <p:sp>
            <p:nvSpPr>
              <p:cNvPr id="1050240" name=""/>
              <p:cNvSpPr/>
              <p:nvPr/>
            </p:nvSpPr>
            <p:spPr>
              <a:xfrm>
                <a:off x="10267426" y="1328240"/>
                <a:ext cx="44186" cy="2467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241" name="Ink 1050240"/>
              <p14:cNvContentPartPr/>
              <p14:nvPr/>
            </p14:nvContentPartPr>
            <p14:xfrm>
              <a:off x="10676699" y="1306236"/>
              <a:ext cx="179967" cy="280964"/>
            </p14:xfrm>
          </p:contentPart>
        </mc:Choice>
        <mc:Fallback xmlns="">
          <p:sp>
            <p:nvSpPr>
              <p:cNvPr id="1050241" name=""/>
              <p:cNvSpPr/>
              <p:nvPr/>
            </p:nvSpPr>
            <p:spPr>
              <a:xfrm>
                <a:off x="10676699" y="1306236"/>
                <a:ext cx="179967" cy="280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242" name="Ink 1050241"/>
              <p14:cNvContentPartPr/>
              <p14:nvPr/>
            </p14:nvContentPartPr>
            <p14:xfrm>
              <a:off x="10440066" y="1791831"/>
              <a:ext cx="218385" cy="181310"/>
            </p14:xfrm>
          </p:contentPart>
        </mc:Choice>
        <mc:Fallback xmlns="">
          <p:sp>
            <p:nvSpPr>
              <p:cNvPr id="1050242" name=""/>
              <p:cNvSpPr/>
              <p:nvPr/>
            </p:nvSpPr>
            <p:spPr>
              <a:xfrm>
                <a:off x="10440066" y="1791831"/>
                <a:ext cx="218385" cy="181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243" name="Ink 1050242"/>
              <p14:cNvContentPartPr/>
              <p14:nvPr/>
            </p14:nvContentPartPr>
            <p14:xfrm>
              <a:off x="10621450" y="1930108"/>
              <a:ext cx="108116" cy="106035"/>
            </p14:xfrm>
          </p:contentPart>
        </mc:Choice>
        <mc:Fallback xmlns="">
          <p:sp>
            <p:nvSpPr>
              <p:cNvPr id="1050243" name=""/>
              <p:cNvSpPr/>
              <p:nvPr/>
            </p:nvSpPr>
            <p:spPr>
              <a:xfrm>
                <a:off x="10621450" y="1930108"/>
                <a:ext cx="108116" cy="106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244" name="Ink 1050243"/>
              <p14:cNvContentPartPr/>
              <p14:nvPr/>
            </p14:nvContentPartPr>
            <p14:xfrm>
              <a:off x="10574918" y="2833881"/>
              <a:ext cx="96764" cy="216946"/>
            </p14:xfrm>
          </p:contentPart>
        </mc:Choice>
        <mc:Fallback xmlns="">
          <p:sp>
            <p:nvSpPr>
              <p:cNvPr id="1050244" name=""/>
              <p:cNvSpPr/>
              <p:nvPr/>
            </p:nvSpPr>
            <p:spPr>
              <a:xfrm>
                <a:off x="10574918" y="2833881"/>
                <a:ext cx="96764" cy="216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245" name="Ink 1050244"/>
              <p14:cNvContentPartPr/>
              <p14:nvPr/>
            </p14:nvContentPartPr>
            <p14:xfrm>
              <a:off x="10546141" y="2955559"/>
              <a:ext cx="313133" cy="156105"/>
            </p14:xfrm>
          </p:contentPart>
        </mc:Choice>
        <mc:Fallback xmlns="">
          <p:sp>
            <p:nvSpPr>
              <p:cNvPr id="1050245" name=""/>
              <p:cNvSpPr/>
              <p:nvPr/>
            </p:nvSpPr>
            <p:spPr>
              <a:xfrm>
                <a:off x="10546141" y="2955559"/>
                <a:ext cx="313133" cy="156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246" name="Ink 1050245"/>
              <p14:cNvContentPartPr/>
              <p14:nvPr/>
            </p14:nvContentPartPr>
            <p14:xfrm>
              <a:off x="10723845" y="3033435"/>
              <a:ext cx="220971" cy="114319"/>
            </p14:xfrm>
          </p:contentPart>
        </mc:Choice>
        <mc:Fallback xmlns="">
          <p:sp>
            <p:nvSpPr>
              <p:cNvPr id="1050246" name=""/>
              <p:cNvSpPr/>
              <p:nvPr/>
            </p:nvSpPr>
            <p:spPr>
              <a:xfrm>
                <a:off x="10723845" y="3033435"/>
                <a:ext cx="220971" cy="114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247" name="Ink 1050246"/>
              <p14:cNvContentPartPr/>
              <p14:nvPr/>
            </p14:nvContentPartPr>
            <p14:xfrm>
              <a:off x="10959964" y="3073563"/>
              <a:ext cx="63849" cy="76410"/>
            </p14:xfrm>
          </p:contentPart>
        </mc:Choice>
        <mc:Fallback xmlns="">
          <p:sp>
            <p:nvSpPr>
              <p:cNvPr id="1050247" name=""/>
              <p:cNvSpPr/>
              <p:nvPr/>
            </p:nvSpPr>
            <p:spPr>
              <a:xfrm>
                <a:off x="10959964" y="3073563"/>
                <a:ext cx="63849" cy="76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248" name="Ink 1050247"/>
              <p14:cNvContentPartPr/>
              <p14:nvPr/>
            </p14:nvContentPartPr>
            <p14:xfrm>
              <a:off x="11101896" y="2890296"/>
              <a:ext cx="153456" cy="197625"/>
            </p14:xfrm>
          </p:contentPart>
        </mc:Choice>
        <mc:Fallback xmlns="">
          <p:sp>
            <p:nvSpPr>
              <p:cNvPr id="1050248" name=""/>
              <p:cNvSpPr/>
              <p:nvPr/>
            </p:nvSpPr>
            <p:spPr>
              <a:xfrm>
                <a:off x="11101896" y="2890296"/>
                <a:ext cx="153456" cy="1976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249" name="Ink 1050248"/>
              <p14:cNvContentPartPr/>
              <p14:nvPr/>
            </p14:nvContentPartPr>
            <p14:xfrm>
              <a:off x="11211172" y="2911800"/>
              <a:ext cx="159314" cy="157950"/>
            </p14:xfrm>
          </p:contentPart>
        </mc:Choice>
        <mc:Fallback xmlns="">
          <p:sp>
            <p:nvSpPr>
              <p:cNvPr id="1050249" name=""/>
              <p:cNvSpPr/>
              <p:nvPr/>
            </p:nvSpPr>
            <p:spPr>
              <a:xfrm>
                <a:off x="11211172" y="2911800"/>
                <a:ext cx="159314" cy="157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250" name="Ink 1050249"/>
              <p14:cNvContentPartPr/>
              <p14:nvPr/>
            </p14:nvContentPartPr>
            <p14:xfrm>
              <a:off x="11466557" y="2926303"/>
              <a:ext cx="19507" cy="204614"/>
            </p14:xfrm>
          </p:contentPart>
        </mc:Choice>
        <mc:Fallback xmlns="">
          <p:sp>
            <p:nvSpPr>
              <p:cNvPr id="1050250" name=""/>
              <p:cNvSpPr/>
              <p:nvPr/>
            </p:nvSpPr>
            <p:spPr>
              <a:xfrm>
                <a:off x="11466557" y="2926303"/>
                <a:ext cx="19507" cy="2046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251" name="Ink 1050250"/>
              <p14:cNvContentPartPr/>
              <p14:nvPr/>
            </p14:nvContentPartPr>
            <p14:xfrm>
              <a:off x="10913234" y="1466767"/>
              <a:ext cx="219427" cy="319880"/>
            </p14:xfrm>
          </p:contentPart>
        </mc:Choice>
        <mc:Fallback xmlns="">
          <p:sp>
            <p:nvSpPr>
              <p:cNvPr id="1050251" name=""/>
              <p:cNvSpPr/>
              <p:nvPr/>
            </p:nvSpPr>
            <p:spPr>
              <a:xfrm>
                <a:off x="10913234" y="1466767"/>
                <a:ext cx="219427" cy="3198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252" name="Ink 1050251"/>
              <p14:cNvContentPartPr/>
              <p14:nvPr/>
            </p14:nvContentPartPr>
            <p14:xfrm>
              <a:off x="11090045" y="1532530"/>
              <a:ext cx="179532" cy="226294"/>
            </p14:xfrm>
          </p:contentPart>
        </mc:Choice>
        <mc:Fallback xmlns="">
          <p:sp>
            <p:nvSpPr>
              <p:cNvPr id="1050252" name=""/>
              <p:cNvSpPr/>
              <p:nvPr/>
            </p:nvSpPr>
            <p:spPr>
              <a:xfrm>
                <a:off x="11090045" y="1532530"/>
                <a:ext cx="179532" cy="226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253" name="Ink 1050252"/>
              <p14:cNvContentPartPr/>
              <p14:nvPr/>
            </p14:nvContentPartPr>
            <p14:xfrm>
              <a:off x="11363373" y="1538068"/>
              <a:ext cx="152023" cy="244836"/>
            </p14:xfrm>
          </p:contentPart>
        </mc:Choice>
        <mc:Fallback xmlns="">
          <p:sp>
            <p:nvSpPr>
              <p:cNvPr id="1050253" name=""/>
              <p:cNvSpPr/>
              <p:nvPr/>
            </p:nvSpPr>
            <p:spPr>
              <a:xfrm>
                <a:off x="11363373" y="1538068"/>
                <a:ext cx="152023" cy="244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254" name="Ink 1050253"/>
              <p14:cNvContentPartPr/>
              <p14:nvPr/>
            </p14:nvContentPartPr>
            <p14:xfrm>
              <a:off x="11399380" y="1788330"/>
              <a:ext cx="243114" cy="14875"/>
            </p14:xfrm>
          </p:contentPart>
        </mc:Choice>
        <mc:Fallback xmlns="">
          <p:sp>
            <p:nvSpPr>
              <p:cNvPr id="1050254" name=""/>
              <p:cNvSpPr/>
              <p:nvPr/>
            </p:nvSpPr>
            <p:spPr>
              <a:xfrm>
                <a:off x="11399380" y="1788330"/>
                <a:ext cx="243114" cy="14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255" name="Ink 1050254"/>
              <p14:cNvContentPartPr/>
              <p14:nvPr/>
            </p14:nvContentPartPr>
            <p14:xfrm>
              <a:off x="950222" y="3572429"/>
              <a:ext cx="920651" cy="301495"/>
            </p14:xfrm>
          </p:contentPart>
        </mc:Choice>
        <mc:Fallback xmlns="">
          <p:sp>
            <p:nvSpPr>
              <p:cNvPr id="1050255" name=""/>
              <p:cNvSpPr/>
              <p:nvPr/>
            </p:nvSpPr>
            <p:spPr>
              <a:xfrm>
                <a:off x="950222" y="3572429"/>
                <a:ext cx="920651" cy="3014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256" name="Ink 1050255"/>
              <p14:cNvContentPartPr/>
              <p14:nvPr/>
            </p14:nvContentPartPr>
            <p14:xfrm>
              <a:off x="2927035" y="1277230"/>
              <a:ext cx="1598998" cy="586047"/>
            </p14:xfrm>
          </p:contentPart>
        </mc:Choice>
        <mc:Fallback xmlns="">
          <p:sp>
            <p:nvSpPr>
              <p:cNvPr id="1050256" name=""/>
              <p:cNvSpPr/>
              <p:nvPr/>
            </p:nvSpPr>
            <p:spPr>
              <a:xfrm>
                <a:off x="2927035" y="1277230"/>
                <a:ext cx="1598998" cy="586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257" name="Ink 1050256"/>
              <p14:cNvContentPartPr/>
              <p14:nvPr/>
            </p14:nvContentPartPr>
            <p14:xfrm>
              <a:off x="4507632" y="1590791"/>
              <a:ext cx="205549" cy="238076"/>
            </p14:xfrm>
          </p:contentPart>
        </mc:Choice>
        <mc:Fallback xmlns="">
          <p:sp>
            <p:nvSpPr>
              <p:cNvPr id="1050257" name=""/>
              <p:cNvSpPr/>
              <p:nvPr/>
            </p:nvSpPr>
            <p:spPr>
              <a:xfrm>
                <a:off x="4507632" y="1590791"/>
                <a:ext cx="205549" cy="238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258" name="Ink 1050257"/>
              <p14:cNvContentPartPr/>
              <p14:nvPr/>
            </p14:nvContentPartPr>
            <p14:xfrm>
              <a:off x="4511364" y="1736284"/>
              <a:ext cx="130798" cy="15288"/>
            </p14:xfrm>
          </p:contentPart>
        </mc:Choice>
        <mc:Fallback xmlns="">
          <p:sp>
            <p:nvSpPr>
              <p:cNvPr id="1050258" name=""/>
              <p:cNvSpPr/>
              <p:nvPr/>
            </p:nvSpPr>
            <p:spPr>
              <a:xfrm>
                <a:off x="4511364" y="1736284"/>
                <a:ext cx="130798" cy="15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259" name="Ink 1050258"/>
              <p14:cNvContentPartPr/>
              <p14:nvPr/>
            </p14:nvContentPartPr>
            <p14:xfrm>
              <a:off x="4684287" y="1788330"/>
              <a:ext cx="156646" cy="74031"/>
            </p14:xfrm>
          </p:contentPart>
        </mc:Choice>
        <mc:Fallback xmlns="">
          <p:sp>
            <p:nvSpPr>
              <p:cNvPr id="1050259" name=""/>
              <p:cNvSpPr/>
              <p:nvPr/>
            </p:nvSpPr>
            <p:spPr>
              <a:xfrm>
                <a:off x="4684287" y="1788330"/>
                <a:ext cx="156646" cy="740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260" name="Ink 1050259"/>
              <p14:cNvContentPartPr/>
              <p14:nvPr/>
            </p14:nvContentPartPr>
            <p14:xfrm>
              <a:off x="4662949" y="1788330"/>
              <a:ext cx="21669" cy="74660"/>
            </p14:xfrm>
          </p:contentPart>
        </mc:Choice>
        <mc:Fallback xmlns="">
          <p:sp>
            <p:nvSpPr>
              <p:cNvPr id="1050260" name=""/>
              <p:cNvSpPr/>
              <p:nvPr/>
            </p:nvSpPr>
            <p:spPr>
              <a:xfrm>
                <a:off x="4662949" y="1788330"/>
                <a:ext cx="21669" cy="74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261" name="Ink 1050260"/>
              <p14:cNvContentPartPr/>
              <p14:nvPr/>
            </p14:nvContentPartPr>
            <p14:xfrm>
              <a:off x="4892179" y="1605544"/>
              <a:ext cx="44602" cy="246090"/>
            </p14:xfrm>
          </p:contentPart>
        </mc:Choice>
        <mc:Fallback xmlns="">
          <p:sp>
            <p:nvSpPr>
              <p:cNvPr id="1050261" name=""/>
              <p:cNvSpPr/>
              <p:nvPr/>
            </p:nvSpPr>
            <p:spPr>
              <a:xfrm>
                <a:off x="4892179" y="1605544"/>
                <a:ext cx="44602" cy="2460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262" name="Ink 1050261"/>
              <p14:cNvContentPartPr/>
              <p14:nvPr/>
            </p14:nvContentPartPr>
            <p14:xfrm>
              <a:off x="4985331" y="1634800"/>
              <a:ext cx="82003" cy="169391"/>
            </p14:xfrm>
          </p:contentPart>
        </mc:Choice>
        <mc:Fallback xmlns="">
          <p:sp>
            <p:nvSpPr>
              <p:cNvPr id="1050262" name=""/>
              <p:cNvSpPr/>
              <p:nvPr/>
            </p:nvSpPr>
            <p:spPr>
              <a:xfrm>
                <a:off x="4985331" y="1634800"/>
                <a:ext cx="82003" cy="169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263" name="Ink 1050262"/>
              <p14:cNvContentPartPr/>
              <p14:nvPr/>
            </p14:nvContentPartPr>
            <p14:xfrm>
              <a:off x="4958118" y="1694605"/>
              <a:ext cx="139029" cy="42215"/>
            </p14:xfrm>
          </p:contentPart>
        </mc:Choice>
        <mc:Fallback xmlns="">
          <p:sp>
            <p:nvSpPr>
              <p:cNvPr id="1050263" name=""/>
              <p:cNvSpPr/>
              <p:nvPr/>
            </p:nvSpPr>
            <p:spPr>
              <a:xfrm>
                <a:off x="4958118" y="1694605"/>
                <a:ext cx="139029" cy="42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264" name="Ink 1050263"/>
              <p14:cNvContentPartPr/>
              <p14:nvPr/>
            </p14:nvContentPartPr>
            <p14:xfrm>
              <a:off x="5140813" y="1620047"/>
              <a:ext cx="49031" cy="255060"/>
            </p14:xfrm>
          </p:contentPart>
        </mc:Choice>
        <mc:Fallback xmlns="">
          <p:sp>
            <p:nvSpPr>
              <p:cNvPr id="1050264" name=""/>
              <p:cNvSpPr/>
              <p:nvPr/>
            </p:nvSpPr>
            <p:spPr>
              <a:xfrm>
                <a:off x="5140813" y="1620047"/>
                <a:ext cx="49031" cy="255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265" name="Ink 1050264"/>
              <p14:cNvContentPartPr/>
              <p14:nvPr/>
            </p14:nvContentPartPr>
            <p14:xfrm>
              <a:off x="1881515" y="2182407"/>
              <a:ext cx="2718841" cy="79042"/>
            </p14:xfrm>
          </p:contentPart>
        </mc:Choice>
        <mc:Fallback xmlns="">
          <p:sp>
            <p:nvSpPr>
              <p:cNvPr id="1050265" name=""/>
              <p:cNvSpPr/>
              <p:nvPr/>
            </p:nvSpPr>
            <p:spPr>
              <a:xfrm>
                <a:off x="1881515" y="2182407"/>
                <a:ext cx="2718841" cy="79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266" name="Ink 1050265"/>
              <p14:cNvContentPartPr/>
              <p14:nvPr/>
            </p14:nvContentPartPr>
            <p14:xfrm>
              <a:off x="5360990" y="3027528"/>
              <a:ext cx="1689908" cy="942479"/>
            </p14:xfrm>
          </p:contentPart>
        </mc:Choice>
        <mc:Fallback xmlns="">
          <p:sp>
            <p:nvSpPr>
              <p:cNvPr id="1050266" name=""/>
              <p:cNvSpPr/>
              <p:nvPr/>
            </p:nvSpPr>
            <p:spPr>
              <a:xfrm>
                <a:off x="5360990" y="3027528"/>
                <a:ext cx="1689908" cy="9424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267" name="Ink 1050266"/>
              <p14:cNvContentPartPr/>
              <p14:nvPr/>
            </p14:nvContentPartPr>
            <p14:xfrm>
              <a:off x="7768002" y="3546107"/>
              <a:ext cx="1058276" cy="250421"/>
            </p14:xfrm>
          </p:contentPart>
        </mc:Choice>
        <mc:Fallback xmlns="">
          <p:sp>
            <p:nvSpPr>
              <p:cNvPr id="1050267" name=""/>
              <p:cNvSpPr/>
              <p:nvPr/>
            </p:nvSpPr>
            <p:spPr>
              <a:xfrm>
                <a:off x="7768002" y="3546107"/>
                <a:ext cx="1058276" cy="2504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268" name="Ink 1050267"/>
              <p14:cNvContentPartPr/>
              <p14:nvPr/>
            </p14:nvContentPartPr>
            <p14:xfrm>
              <a:off x="7780447" y="3722209"/>
              <a:ext cx="131583" cy="176771"/>
            </p14:xfrm>
          </p:contentPart>
        </mc:Choice>
        <mc:Fallback xmlns="">
          <p:sp>
            <p:nvSpPr>
              <p:cNvPr id="1050268" name=""/>
              <p:cNvSpPr/>
              <p:nvPr/>
            </p:nvSpPr>
            <p:spPr>
              <a:xfrm>
                <a:off x="7780447" y="3722209"/>
                <a:ext cx="131583" cy="176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269" name="Ink 1050268"/>
              <p14:cNvContentPartPr/>
              <p14:nvPr/>
            </p14:nvContentPartPr>
            <p14:xfrm>
              <a:off x="8539264" y="3488413"/>
              <a:ext cx="923646" cy="27885"/>
            </p14:xfrm>
          </p:contentPart>
        </mc:Choice>
        <mc:Fallback xmlns="">
          <p:sp>
            <p:nvSpPr>
              <p:cNvPr id="1050269" name=""/>
              <p:cNvSpPr/>
              <p:nvPr/>
            </p:nvSpPr>
            <p:spPr>
              <a:xfrm>
                <a:off x="8539264" y="3488413"/>
                <a:ext cx="923646" cy="27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270" name="Ink 1050269"/>
              <p14:cNvContentPartPr/>
              <p14:nvPr/>
            </p14:nvContentPartPr>
            <p14:xfrm>
              <a:off x="8495700" y="3546674"/>
              <a:ext cx="925177" cy="62391"/>
            </p14:xfrm>
          </p:contentPart>
        </mc:Choice>
        <mc:Fallback xmlns="">
          <p:sp>
            <p:nvSpPr>
              <p:cNvPr id="1050270" name=""/>
              <p:cNvSpPr/>
              <p:nvPr/>
            </p:nvSpPr>
            <p:spPr>
              <a:xfrm>
                <a:off x="8495700" y="3546674"/>
                <a:ext cx="925177" cy="62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271" name="Ink 1050270"/>
              <p14:cNvContentPartPr/>
              <p14:nvPr/>
            </p14:nvContentPartPr>
            <p14:xfrm>
              <a:off x="8719300" y="3816977"/>
              <a:ext cx="28894" cy="288557"/>
            </p14:xfrm>
          </p:contentPart>
        </mc:Choice>
        <mc:Fallback xmlns="">
          <p:sp>
            <p:nvSpPr>
              <p:cNvPr id="1050271" name=""/>
              <p:cNvSpPr/>
              <p:nvPr/>
            </p:nvSpPr>
            <p:spPr>
              <a:xfrm>
                <a:off x="8719300" y="3816977"/>
                <a:ext cx="28894" cy="288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272" name="Ink 1050271"/>
              <p14:cNvContentPartPr/>
              <p14:nvPr/>
            </p14:nvContentPartPr>
            <p14:xfrm>
              <a:off x="8575271" y="3755645"/>
              <a:ext cx="360039" cy="35377"/>
            </p14:xfrm>
          </p:contentPart>
        </mc:Choice>
        <mc:Fallback xmlns="">
          <p:sp>
            <p:nvSpPr>
              <p:cNvPr id="1050272" name=""/>
              <p:cNvSpPr/>
              <p:nvPr/>
            </p:nvSpPr>
            <p:spPr>
              <a:xfrm>
                <a:off x="8575271" y="3755645"/>
                <a:ext cx="360039" cy="35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273" name="Ink 1050272"/>
              <p14:cNvContentPartPr/>
              <p14:nvPr/>
            </p14:nvContentPartPr>
            <p14:xfrm>
              <a:off x="8835795" y="3962426"/>
              <a:ext cx="96469" cy="98003"/>
            </p14:xfrm>
          </p:contentPart>
        </mc:Choice>
        <mc:Fallback xmlns="">
          <p:sp>
            <p:nvSpPr>
              <p:cNvPr id="1050273" name=""/>
              <p:cNvSpPr/>
              <p:nvPr/>
            </p:nvSpPr>
            <p:spPr>
              <a:xfrm>
                <a:off x="8835795" y="3962426"/>
                <a:ext cx="96469" cy="98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274" name="Ink 1050273"/>
              <p14:cNvContentPartPr/>
              <p14:nvPr/>
            </p14:nvContentPartPr>
            <p14:xfrm>
              <a:off x="8564905" y="4137790"/>
              <a:ext cx="456676" cy="9398"/>
            </p14:xfrm>
          </p:contentPart>
        </mc:Choice>
        <mc:Fallback xmlns="">
          <p:sp>
            <p:nvSpPr>
              <p:cNvPr id="1050274" name=""/>
              <p:cNvSpPr/>
              <p:nvPr/>
            </p:nvSpPr>
            <p:spPr>
              <a:xfrm>
                <a:off x="8564905" y="4137790"/>
                <a:ext cx="456676" cy="9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275" name="Ink 1050274"/>
              <p14:cNvContentPartPr/>
              <p14:nvPr/>
            </p14:nvContentPartPr>
            <p14:xfrm>
              <a:off x="8589496" y="4257804"/>
              <a:ext cx="318662" cy="201408"/>
            </p14:xfrm>
          </p:contentPart>
        </mc:Choice>
        <mc:Fallback xmlns="">
          <p:sp>
            <p:nvSpPr>
              <p:cNvPr id="1050275" name=""/>
              <p:cNvSpPr/>
              <p:nvPr/>
            </p:nvSpPr>
            <p:spPr>
              <a:xfrm>
                <a:off x="8589496" y="4257804"/>
                <a:ext cx="318662" cy="201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276" name="Ink 1050275"/>
              <p14:cNvContentPartPr/>
              <p14:nvPr/>
            </p14:nvContentPartPr>
            <p14:xfrm>
              <a:off x="9094040" y="4063096"/>
              <a:ext cx="193371" cy="6181"/>
            </p14:xfrm>
          </p:contentPart>
        </mc:Choice>
        <mc:Fallback xmlns="">
          <p:sp>
            <p:nvSpPr>
              <p:cNvPr id="1050276" name=""/>
              <p:cNvSpPr/>
              <p:nvPr/>
            </p:nvSpPr>
            <p:spPr>
              <a:xfrm>
                <a:off x="9094040" y="4063096"/>
                <a:ext cx="193371" cy="6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277" name="Ink 1050276"/>
              <p14:cNvContentPartPr/>
              <p14:nvPr/>
            </p14:nvContentPartPr>
            <p14:xfrm>
              <a:off x="9115377" y="4203803"/>
              <a:ext cx="208930" cy="8912"/>
            </p14:xfrm>
          </p:contentPart>
        </mc:Choice>
        <mc:Fallback xmlns="">
          <p:sp>
            <p:nvSpPr>
              <p:cNvPr id="1050277" name=""/>
              <p:cNvSpPr/>
              <p:nvPr/>
            </p:nvSpPr>
            <p:spPr>
              <a:xfrm>
                <a:off x="9115377" y="4203803"/>
                <a:ext cx="208930" cy="89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278" name="Ink 1050277"/>
              <p14:cNvContentPartPr/>
              <p14:nvPr/>
            </p14:nvContentPartPr>
            <p14:xfrm>
              <a:off x="9549918" y="3838982"/>
              <a:ext cx="110721" cy="182193"/>
            </p14:xfrm>
          </p:contentPart>
        </mc:Choice>
        <mc:Fallback xmlns="">
          <p:sp>
            <p:nvSpPr>
              <p:cNvPr id="1050278" name=""/>
              <p:cNvSpPr/>
              <p:nvPr/>
            </p:nvSpPr>
            <p:spPr>
              <a:xfrm>
                <a:off x="9549918" y="3838982"/>
                <a:ext cx="110721" cy="182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279" name="Ink 1050278"/>
              <p14:cNvContentPartPr/>
              <p14:nvPr/>
            </p14:nvContentPartPr>
            <p14:xfrm>
              <a:off x="9583486" y="3889742"/>
              <a:ext cx="36434" cy="213430"/>
            </p14:xfrm>
          </p:contentPart>
        </mc:Choice>
        <mc:Fallback xmlns="">
          <p:sp>
            <p:nvSpPr>
              <p:cNvPr id="1050279" name=""/>
              <p:cNvSpPr/>
              <p:nvPr/>
            </p:nvSpPr>
            <p:spPr>
              <a:xfrm>
                <a:off x="9583486" y="3889742"/>
                <a:ext cx="36434" cy="213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280" name="Ink 1050279"/>
              <p14:cNvContentPartPr/>
              <p14:nvPr/>
            </p14:nvContentPartPr>
            <p14:xfrm>
              <a:off x="9715374" y="3897243"/>
              <a:ext cx="21496" cy="153040"/>
            </p14:xfrm>
          </p:contentPart>
        </mc:Choice>
        <mc:Fallback xmlns="">
          <p:sp>
            <p:nvSpPr>
              <p:cNvPr id="1050280" name=""/>
              <p:cNvSpPr/>
              <p:nvPr/>
            </p:nvSpPr>
            <p:spPr>
              <a:xfrm>
                <a:off x="9715374" y="3897243"/>
                <a:ext cx="21496" cy="1530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281" name="Ink 1050280"/>
              <p14:cNvContentPartPr/>
              <p14:nvPr/>
            </p14:nvContentPartPr>
            <p14:xfrm>
              <a:off x="9803851" y="3897243"/>
              <a:ext cx="6774" cy="175034"/>
            </p14:xfrm>
          </p:contentPart>
        </mc:Choice>
        <mc:Fallback xmlns="">
          <p:sp>
            <p:nvSpPr>
              <p:cNvPr id="1050281" name=""/>
              <p:cNvSpPr/>
              <p:nvPr/>
            </p:nvSpPr>
            <p:spPr>
              <a:xfrm>
                <a:off x="9803851" y="3897243"/>
                <a:ext cx="6774" cy="1750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282" name="Ink 1050281"/>
              <p14:cNvContentPartPr/>
              <p14:nvPr/>
            </p14:nvContentPartPr>
            <p14:xfrm>
              <a:off x="9677265" y="3846233"/>
              <a:ext cx="218261" cy="14398"/>
            </p14:xfrm>
          </p:contentPart>
        </mc:Choice>
        <mc:Fallback xmlns="">
          <p:sp>
            <p:nvSpPr>
              <p:cNvPr id="1050282" name=""/>
              <p:cNvSpPr/>
              <p:nvPr/>
            </p:nvSpPr>
            <p:spPr>
              <a:xfrm>
                <a:off x="9677265" y="3846233"/>
                <a:ext cx="218261" cy="14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283" name="Ink 1050282"/>
              <p14:cNvContentPartPr/>
              <p14:nvPr/>
            </p14:nvContentPartPr>
            <p14:xfrm>
              <a:off x="9953020" y="3999513"/>
              <a:ext cx="5634" cy="32520"/>
            </p14:xfrm>
          </p:contentPart>
        </mc:Choice>
        <mc:Fallback xmlns="">
          <p:sp>
            <p:nvSpPr>
              <p:cNvPr id="1050283" name=""/>
              <p:cNvSpPr/>
              <p:nvPr/>
            </p:nvSpPr>
            <p:spPr>
              <a:xfrm>
                <a:off x="9953020" y="3999513"/>
                <a:ext cx="5634" cy="325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284" name="Ink 1050283"/>
              <p14:cNvContentPartPr/>
              <p14:nvPr/>
            </p14:nvContentPartPr>
            <p14:xfrm>
              <a:off x="9514587" y="3813397"/>
              <a:ext cx="159314" cy="300168"/>
            </p14:xfrm>
          </p:contentPart>
        </mc:Choice>
        <mc:Fallback xmlns="">
          <p:sp>
            <p:nvSpPr>
              <p:cNvPr id="1050284" name=""/>
              <p:cNvSpPr/>
              <p:nvPr/>
            </p:nvSpPr>
            <p:spPr>
              <a:xfrm>
                <a:off x="9514587" y="3813397"/>
                <a:ext cx="159314" cy="3001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285" name="Ink 1050284"/>
              <p14:cNvContentPartPr/>
              <p14:nvPr/>
            </p14:nvContentPartPr>
            <p14:xfrm>
              <a:off x="9979991" y="3838435"/>
              <a:ext cx="194221" cy="270068"/>
            </p14:xfrm>
          </p:contentPart>
        </mc:Choice>
        <mc:Fallback xmlns="">
          <p:sp>
            <p:nvSpPr>
              <p:cNvPr id="1050285" name=""/>
              <p:cNvSpPr/>
              <p:nvPr/>
            </p:nvSpPr>
            <p:spPr>
              <a:xfrm>
                <a:off x="9979991" y="3838435"/>
                <a:ext cx="194221" cy="2700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286" name="Ink 1050285"/>
              <p14:cNvContentPartPr/>
              <p14:nvPr/>
            </p14:nvContentPartPr>
            <p14:xfrm>
              <a:off x="10043880" y="3940752"/>
              <a:ext cx="94809" cy="140376"/>
            </p14:xfrm>
          </p:contentPart>
        </mc:Choice>
        <mc:Fallback xmlns="">
          <p:sp>
            <p:nvSpPr>
              <p:cNvPr id="1050286" name=""/>
              <p:cNvSpPr/>
              <p:nvPr/>
            </p:nvSpPr>
            <p:spPr>
              <a:xfrm>
                <a:off x="10043880" y="3940752"/>
                <a:ext cx="94809" cy="1403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287" name="Ink 1050286"/>
              <p14:cNvContentPartPr/>
              <p14:nvPr/>
            </p14:nvContentPartPr>
            <p14:xfrm>
              <a:off x="9430872" y="4184435"/>
              <a:ext cx="866070" cy="29873"/>
            </p14:xfrm>
          </p:contentPart>
        </mc:Choice>
        <mc:Fallback xmlns="">
          <p:sp>
            <p:nvSpPr>
              <p:cNvPr id="1050287" name=""/>
              <p:cNvSpPr/>
              <p:nvPr/>
            </p:nvSpPr>
            <p:spPr>
              <a:xfrm>
                <a:off x="9430872" y="4184435"/>
                <a:ext cx="866070" cy="29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288" name="Ink 1050287"/>
              <p14:cNvContentPartPr/>
              <p14:nvPr/>
            </p14:nvContentPartPr>
            <p14:xfrm>
              <a:off x="9619920" y="4312470"/>
              <a:ext cx="256103" cy="196183"/>
            </p14:xfrm>
          </p:contentPart>
        </mc:Choice>
        <mc:Fallback xmlns="">
          <p:sp>
            <p:nvSpPr>
              <p:cNvPr id="1050288" name=""/>
              <p:cNvSpPr/>
              <p:nvPr/>
            </p:nvSpPr>
            <p:spPr>
              <a:xfrm>
                <a:off x="9619920" y="4312470"/>
                <a:ext cx="256103" cy="196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289" name="Ink 1050288"/>
              <p14:cNvContentPartPr/>
              <p14:nvPr/>
            </p14:nvContentPartPr>
            <p14:xfrm>
              <a:off x="9983469" y="4306073"/>
              <a:ext cx="225657" cy="125310"/>
            </p14:xfrm>
          </p:contentPart>
        </mc:Choice>
        <mc:Fallback xmlns="">
          <p:sp>
            <p:nvSpPr>
              <p:cNvPr id="1050289" name=""/>
              <p:cNvSpPr/>
              <p:nvPr/>
            </p:nvSpPr>
            <p:spPr>
              <a:xfrm>
                <a:off x="9983469" y="4306073"/>
                <a:ext cx="225657" cy="1253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290" name="Ink 1050289"/>
              <p14:cNvContentPartPr/>
              <p14:nvPr/>
            </p14:nvContentPartPr>
            <p14:xfrm>
              <a:off x="10240196" y="4410269"/>
              <a:ext cx="75310" cy="93043"/>
            </p14:xfrm>
          </p:contentPart>
        </mc:Choice>
        <mc:Fallback xmlns="">
          <p:sp>
            <p:nvSpPr>
              <p:cNvPr id="1050290" name=""/>
              <p:cNvSpPr/>
              <p:nvPr/>
            </p:nvSpPr>
            <p:spPr>
              <a:xfrm>
                <a:off x="10240196" y="4410269"/>
                <a:ext cx="75310" cy="93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291" name="Ink 1050290"/>
              <p14:cNvContentPartPr/>
              <p14:nvPr/>
            </p14:nvContentPartPr>
            <p14:xfrm>
              <a:off x="10368956" y="4181799"/>
              <a:ext cx="126226" cy="23273"/>
            </p14:xfrm>
          </p:contentPart>
        </mc:Choice>
        <mc:Fallback xmlns="">
          <p:sp>
            <p:nvSpPr>
              <p:cNvPr id="1050291" name=""/>
              <p:cNvSpPr/>
              <p:nvPr/>
            </p:nvSpPr>
            <p:spPr>
              <a:xfrm>
                <a:off x="10368956" y="4181799"/>
                <a:ext cx="126226" cy="232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292" name="Ink 1050291"/>
              <p14:cNvContentPartPr/>
              <p14:nvPr/>
            </p14:nvContentPartPr>
            <p14:xfrm>
              <a:off x="10404963" y="4276313"/>
              <a:ext cx="147874" cy="8840"/>
            </p14:xfrm>
          </p:contentPart>
        </mc:Choice>
        <mc:Fallback xmlns="">
          <p:sp>
            <p:nvSpPr>
              <p:cNvPr id="1050292" name=""/>
              <p:cNvSpPr/>
              <p:nvPr/>
            </p:nvSpPr>
            <p:spPr>
              <a:xfrm>
                <a:off x="10404963" y="4276313"/>
                <a:ext cx="147874" cy="8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293" name="Ink 1050292"/>
              <p14:cNvContentPartPr/>
              <p14:nvPr/>
            </p14:nvContentPartPr>
            <p14:xfrm>
              <a:off x="10659195" y="4009596"/>
              <a:ext cx="120508" cy="221107"/>
            </p14:xfrm>
          </p:contentPart>
        </mc:Choice>
        <mc:Fallback xmlns="">
          <p:sp>
            <p:nvSpPr>
              <p:cNvPr id="1050293" name=""/>
              <p:cNvSpPr/>
              <p:nvPr/>
            </p:nvSpPr>
            <p:spPr>
              <a:xfrm>
                <a:off x="10659195" y="4009596"/>
                <a:ext cx="120508" cy="2211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294" name="Ink 1050293"/>
              <p14:cNvContentPartPr/>
              <p14:nvPr/>
            </p14:nvContentPartPr>
            <p14:xfrm>
              <a:off x="10835258" y="4064776"/>
              <a:ext cx="24016" cy="159025"/>
            </p14:xfrm>
          </p:contentPart>
        </mc:Choice>
        <mc:Fallback xmlns="">
          <p:sp>
            <p:nvSpPr>
              <p:cNvPr id="1050294" name=""/>
              <p:cNvSpPr/>
              <p:nvPr/>
            </p:nvSpPr>
            <p:spPr>
              <a:xfrm>
                <a:off x="10835258" y="4064776"/>
                <a:ext cx="24016" cy="159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295" name="Ink 1050294"/>
              <p14:cNvContentPartPr/>
              <p14:nvPr/>
            </p14:nvContentPartPr>
            <p14:xfrm>
              <a:off x="10916619" y="4079529"/>
              <a:ext cx="7112" cy="160530"/>
            </p14:xfrm>
          </p:contentPart>
        </mc:Choice>
        <mc:Fallback xmlns="">
          <p:sp>
            <p:nvSpPr>
              <p:cNvPr id="1050295" name=""/>
              <p:cNvSpPr/>
              <p:nvPr/>
            </p:nvSpPr>
            <p:spPr>
              <a:xfrm>
                <a:off x="10916619" y="4079529"/>
                <a:ext cx="7112" cy="160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296" name="Ink 1050295"/>
              <p14:cNvContentPartPr/>
              <p14:nvPr/>
            </p14:nvContentPartPr>
            <p14:xfrm>
              <a:off x="10765478" y="4028769"/>
              <a:ext cx="194260" cy="21504"/>
            </p14:xfrm>
          </p:contentPart>
        </mc:Choice>
        <mc:Fallback xmlns="">
          <p:sp>
            <p:nvSpPr>
              <p:cNvPr id="1050296" name=""/>
              <p:cNvSpPr/>
              <p:nvPr/>
            </p:nvSpPr>
            <p:spPr>
              <a:xfrm>
                <a:off x="10765478" y="4028769"/>
                <a:ext cx="194260" cy="21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300" name="Ink 1050299"/>
              <p14:cNvContentPartPr/>
              <p14:nvPr/>
            </p14:nvContentPartPr>
            <p14:xfrm>
              <a:off x="11010415" y="3981240"/>
              <a:ext cx="273481" cy="306006"/>
            </p14:xfrm>
          </p:contentPart>
        </mc:Choice>
        <mc:Fallback xmlns="">
          <p:sp>
            <p:nvSpPr>
              <p:cNvPr id="1050300" name=""/>
              <p:cNvSpPr/>
              <p:nvPr/>
            </p:nvSpPr>
            <p:spPr>
              <a:xfrm>
                <a:off x="11010415" y="3981240"/>
                <a:ext cx="273481" cy="3060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301" name="Ink 1050300"/>
              <p14:cNvContentPartPr/>
              <p14:nvPr/>
            </p14:nvContentPartPr>
            <p14:xfrm>
              <a:off x="11111324" y="4145042"/>
              <a:ext cx="165810" cy="109522"/>
            </p14:xfrm>
          </p:contentPart>
        </mc:Choice>
        <mc:Fallback xmlns="">
          <p:sp>
            <p:nvSpPr>
              <p:cNvPr id="1050301" name=""/>
              <p:cNvSpPr/>
              <p:nvPr/>
            </p:nvSpPr>
            <p:spPr>
              <a:xfrm>
                <a:off x="11111324" y="4145042"/>
                <a:ext cx="165810" cy="109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302" name="Ink 1050301"/>
              <p14:cNvContentPartPr/>
              <p14:nvPr/>
            </p14:nvContentPartPr>
            <p14:xfrm>
              <a:off x="10778785" y="4321679"/>
              <a:ext cx="808187" cy="62660"/>
            </p14:xfrm>
          </p:contentPart>
        </mc:Choice>
        <mc:Fallback xmlns="">
          <p:sp>
            <p:nvSpPr>
              <p:cNvPr id="1050302" name=""/>
              <p:cNvSpPr/>
              <p:nvPr/>
            </p:nvSpPr>
            <p:spPr>
              <a:xfrm>
                <a:off x="10778785" y="4321679"/>
                <a:ext cx="808187" cy="62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303" name="Ink 1050302"/>
              <p14:cNvContentPartPr/>
              <p14:nvPr/>
            </p14:nvContentPartPr>
            <p14:xfrm>
              <a:off x="10880612" y="4402801"/>
              <a:ext cx="748355" cy="258966"/>
            </p14:xfrm>
          </p:contentPart>
        </mc:Choice>
        <mc:Fallback xmlns="">
          <p:sp>
            <p:nvSpPr>
              <p:cNvPr id="1050303" name=""/>
              <p:cNvSpPr/>
              <p:nvPr/>
            </p:nvSpPr>
            <p:spPr>
              <a:xfrm>
                <a:off x="10880612" y="4402801"/>
                <a:ext cx="748355" cy="258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304" name="Ink 1050303"/>
              <p14:cNvContentPartPr/>
              <p14:nvPr/>
            </p14:nvContentPartPr>
            <p14:xfrm>
              <a:off x="11111324" y="4488359"/>
              <a:ext cx="146281" cy="193339"/>
            </p14:xfrm>
          </p:contentPart>
        </mc:Choice>
        <mc:Fallback xmlns="">
          <p:sp>
            <p:nvSpPr>
              <p:cNvPr id="1050304" name=""/>
              <p:cNvSpPr/>
              <p:nvPr/>
            </p:nvSpPr>
            <p:spPr>
              <a:xfrm>
                <a:off x="11111324" y="4488359"/>
                <a:ext cx="146281" cy="193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305" name="Ink 1050304"/>
              <p14:cNvContentPartPr/>
              <p14:nvPr/>
            </p14:nvContentPartPr>
            <p14:xfrm>
              <a:off x="11277134" y="4546870"/>
              <a:ext cx="192697" cy="104373"/>
            </p14:xfrm>
          </p:contentPart>
        </mc:Choice>
        <mc:Fallback xmlns="">
          <p:sp>
            <p:nvSpPr>
              <p:cNvPr id="1050305" name=""/>
              <p:cNvSpPr/>
              <p:nvPr/>
            </p:nvSpPr>
            <p:spPr>
              <a:xfrm>
                <a:off x="11277134" y="4546870"/>
                <a:ext cx="192697" cy="104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306" name="Ink 1050305"/>
              <p14:cNvContentPartPr/>
              <p14:nvPr/>
            </p14:nvContentPartPr>
            <p14:xfrm>
              <a:off x="11774120" y="4407843"/>
              <a:ext cx="14225" cy="36507"/>
            </p14:xfrm>
          </p:contentPart>
        </mc:Choice>
        <mc:Fallback xmlns="">
          <p:sp>
            <p:nvSpPr>
              <p:cNvPr id="1050306" name=""/>
              <p:cNvSpPr/>
              <p:nvPr/>
            </p:nvSpPr>
            <p:spPr>
              <a:xfrm>
                <a:off x="11774120" y="4407843"/>
                <a:ext cx="14225" cy="36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307" name="Ink 1050306"/>
              <p14:cNvContentPartPr/>
              <p14:nvPr/>
            </p14:nvContentPartPr>
            <p14:xfrm>
              <a:off x="11350196" y="4842077"/>
              <a:ext cx="224088" cy="369120"/>
            </p14:xfrm>
          </p:contentPart>
        </mc:Choice>
        <mc:Fallback xmlns="">
          <p:sp>
            <p:nvSpPr>
              <p:cNvPr id="1050307" name=""/>
              <p:cNvSpPr/>
              <p:nvPr/>
            </p:nvSpPr>
            <p:spPr>
              <a:xfrm>
                <a:off x="11350196" y="4842077"/>
                <a:ext cx="224088" cy="369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308" name="Ink 1050307"/>
              <p14:cNvContentPartPr/>
              <p14:nvPr/>
            </p14:nvContentPartPr>
            <p14:xfrm>
              <a:off x="11457169" y="4969703"/>
              <a:ext cx="25974" cy="258512"/>
            </p14:xfrm>
          </p:contentPart>
        </mc:Choice>
        <mc:Fallback xmlns="">
          <p:sp>
            <p:nvSpPr>
              <p:cNvPr id="1050308" name=""/>
              <p:cNvSpPr/>
              <p:nvPr/>
            </p:nvSpPr>
            <p:spPr>
              <a:xfrm>
                <a:off x="11457169" y="4969703"/>
                <a:ext cx="25974" cy="2585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309" name="Ink 1050308"/>
              <p14:cNvContentPartPr/>
              <p14:nvPr/>
            </p14:nvContentPartPr>
            <p14:xfrm>
              <a:off x="11550521" y="5166742"/>
              <a:ext cx="115578" cy="29256"/>
            </p14:xfrm>
          </p:contentPart>
        </mc:Choice>
        <mc:Fallback xmlns="">
          <p:sp>
            <p:nvSpPr>
              <p:cNvPr id="1050309" name=""/>
              <p:cNvSpPr/>
              <p:nvPr/>
            </p:nvSpPr>
            <p:spPr>
              <a:xfrm>
                <a:off x="11550521" y="5166742"/>
                <a:ext cx="115578" cy="29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310" name="Ink 1050309"/>
              <p14:cNvContentPartPr/>
              <p14:nvPr/>
            </p14:nvContentPartPr>
            <p14:xfrm>
              <a:off x="11558078" y="5232505"/>
              <a:ext cx="124755" cy="10176"/>
            </p14:xfrm>
          </p:contentPart>
        </mc:Choice>
        <mc:Fallback xmlns="">
          <p:sp>
            <p:nvSpPr>
              <p:cNvPr id="1050310" name=""/>
              <p:cNvSpPr/>
              <p:nvPr/>
            </p:nvSpPr>
            <p:spPr>
              <a:xfrm>
                <a:off x="11558078" y="5232505"/>
                <a:ext cx="124755" cy="101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311" name="Ink 1050310"/>
              <p14:cNvContentPartPr/>
              <p14:nvPr/>
            </p14:nvContentPartPr>
            <p14:xfrm>
              <a:off x="11723444" y="4909802"/>
              <a:ext cx="252412" cy="366243"/>
            </p14:xfrm>
          </p:contentPart>
        </mc:Choice>
        <mc:Fallback xmlns="">
          <p:sp>
            <p:nvSpPr>
              <p:cNvPr id="1050311" name=""/>
              <p:cNvSpPr/>
              <p:nvPr/>
            </p:nvSpPr>
            <p:spPr>
              <a:xfrm>
                <a:off x="11723444" y="4909802"/>
                <a:ext cx="252412" cy="3662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312" name="Ink 1050311"/>
              <p14:cNvContentPartPr/>
              <p14:nvPr/>
            </p14:nvContentPartPr>
            <p14:xfrm>
              <a:off x="11808275" y="4998959"/>
              <a:ext cx="115864" cy="203044"/>
            </p14:xfrm>
          </p:contentPart>
        </mc:Choice>
        <mc:Fallback xmlns="">
          <p:sp>
            <p:nvSpPr>
              <p:cNvPr id="1050312" name=""/>
              <p:cNvSpPr/>
              <p:nvPr/>
            </p:nvSpPr>
            <p:spPr>
              <a:xfrm>
                <a:off x="11808275" y="4998959"/>
                <a:ext cx="115864" cy="203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313" name="Ink 1050312"/>
              <p14:cNvContentPartPr/>
              <p14:nvPr/>
            </p14:nvContentPartPr>
            <p14:xfrm>
              <a:off x="11949132" y="5086476"/>
              <a:ext cx="130277" cy="182785"/>
            </p14:xfrm>
          </p:contentPart>
        </mc:Choice>
        <mc:Fallback xmlns="">
          <p:sp>
            <p:nvSpPr>
              <p:cNvPr id="1050313" name=""/>
              <p:cNvSpPr/>
              <p:nvPr/>
            </p:nvSpPr>
            <p:spPr>
              <a:xfrm>
                <a:off x="11949132" y="5086476"/>
                <a:ext cx="130277" cy="182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314" name="Ink 1050313"/>
              <p14:cNvContentPartPr/>
              <p14:nvPr/>
            </p14:nvContentPartPr>
            <p14:xfrm>
              <a:off x="11889254" y="4918693"/>
              <a:ext cx="186971" cy="12386"/>
            </p14:xfrm>
          </p:contentPart>
        </mc:Choice>
        <mc:Fallback xmlns="">
          <p:sp>
            <p:nvSpPr>
              <p:cNvPr id="1050314" name=""/>
              <p:cNvSpPr/>
              <p:nvPr/>
            </p:nvSpPr>
            <p:spPr>
              <a:xfrm>
                <a:off x="11889254" y="4918693"/>
                <a:ext cx="186971" cy="12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315" name="Ink 1050314"/>
              <p14:cNvContentPartPr/>
              <p14:nvPr/>
            </p14:nvContentPartPr>
            <p14:xfrm>
              <a:off x="11692661" y="5325335"/>
              <a:ext cx="384185" cy="13288"/>
            </p14:xfrm>
          </p:contentPart>
        </mc:Choice>
        <mc:Fallback xmlns="">
          <p:sp>
            <p:nvSpPr>
              <p:cNvPr id="1050315" name=""/>
              <p:cNvSpPr/>
              <p:nvPr/>
            </p:nvSpPr>
            <p:spPr>
              <a:xfrm>
                <a:off x="11692661" y="5325335"/>
                <a:ext cx="384185" cy="13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316" name="Ink 1050315"/>
              <p14:cNvContentPartPr/>
              <p14:nvPr/>
            </p14:nvContentPartPr>
            <p14:xfrm>
              <a:off x="11731001" y="5434094"/>
              <a:ext cx="205870" cy="313720"/>
            </p14:xfrm>
          </p:contentPart>
        </mc:Choice>
        <mc:Fallback xmlns="">
          <p:sp>
            <p:nvSpPr>
              <p:cNvPr id="1050316" name=""/>
              <p:cNvSpPr/>
              <p:nvPr/>
            </p:nvSpPr>
            <p:spPr>
              <a:xfrm>
                <a:off x="11731001" y="5434094"/>
                <a:ext cx="205870" cy="3137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317" name="Ink 1050316"/>
              <p14:cNvContentPartPr/>
              <p14:nvPr/>
            </p14:nvContentPartPr>
            <p14:xfrm>
              <a:off x="11752312" y="5524812"/>
              <a:ext cx="158724" cy="148727"/>
            </p14:xfrm>
          </p:contentPart>
        </mc:Choice>
        <mc:Fallback xmlns="">
          <p:sp>
            <p:nvSpPr>
              <p:cNvPr id="1050317" name=""/>
              <p:cNvSpPr/>
              <p:nvPr/>
            </p:nvSpPr>
            <p:spPr>
              <a:xfrm>
                <a:off x="11752312" y="5524812"/>
                <a:ext cx="158724" cy="148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318" name="Ink 1050317"/>
              <p14:cNvContentPartPr/>
              <p14:nvPr/>
            </p14:nvContentPartPr>
            <p14:xfrm>
              <a:off x="11151419" y="4709425"/>
              <a:ext cx="1042753" cy="1132558"/>
            </p14:xfrm>
          </p:contentPart>
        </mc:Choice>
        <mc:Fallback xmlns="">
          <p:sp>
            <p:nvSpPr>
              <p:cNvPr id="1050318" name=""/>
              <p:cNvSpPr/>
              <p:nvPr/>
            </p:nvSpPr>
            <p:spPr>
              <a:xfrm>
                <a:off x="11151419" y="4709425"/>
                <a:ext cx="1042753" cy="1132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319" name="Ink 1050318"/>
              <p14:cNvContentPartPr/>
              <p14:nvPr/>
            </p14:nvContentPartPr>
            <p14:xfrm>
              <a:off x="11810255" y="4969703"/>
              <a:ext cx="97883" cy="271962"/>
            </p14:xfrm>
          </p:contentPart>
        </mc:Choice>
        <mc:Fallback xmlns="">
          <p:sp>
            <p:nvSpPr>
              <p:cNvPr id="1050319" name=""/>
              <p:cNvSpPr/>
              <p:nvPr/>
            </p:nvSpPr>
            <p:spPr>
              <a:xfrm>
                <a:off x="11810255" y="4969703"/>
                <a:ext cx="97883" cy="2719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320" name="Ink 1050319"/>
              <p14:cNvContentPartPr/>
              <p14:nvPr/>
            </p14:nvContentPartPr>
            <p14:xfrm>
              <a:off x="11811906" y="4955200"/>
              <a:ext cx="27116" cy="258831"/>
            </p14:xfrm>
          </p:contentPart>
        </mc:Choice>
        <mc:Fallback xmlns="">
          <p:sp>
            <p:nvSpPr>
              <p:cNvPr id="1050320" name=""/>
              <p:cNvSpPr/>
              <p:nvPr/>
            </p:nvSpPr>
            <p:spPr>
              <a:xfrm>
                <a:off x="11811906" y="4955200"/>
                <a:ext cx="27116" cy="2588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321" name="Ink 1050320"/>
              <p14:cNvContentPartPr/>
              <p14:nvPr/>
            </p14:nvContentPartPr>
            <p14:xfrm>
              <a:off x="11846239" y="5108481"/>
              <a:ext cx="57684" cy="131775"/>
            </p14:xfrm>
          </p:contentPart>
        </mc:Choice>
        <mc:Fallback xmlns="">
          <p:sp>
            <p:nvSpPr>
              <p:cNvPr id="1050321" name=""/>
              <p:cNvSpPr/>
              <p:nvPr/>
            </p:nvSpPr>
            <p:spPr>
              <a:xfrm>
                <a:off x="11846239" y="5108481"/>
                <a:ext cx="57684" cy="1317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322" name="Ink 1050321"/>
              <p14:cNvContentPartPr/>
              <p14:nvPr/>
            </p14:nvContentPartPr>
            <p14:xfrm>
              <a:off x="11866539" y="5144988"/>
              <a:ext cx="31167" cy="64726"/>
            </p14:xfrm>
          </p:contentPart>
        </mc:Choice>
        <mc:Fallback xmlns="">
          <p:sp>
            <p:nvSpPr>
              <p:cNvPr id="1050322" name=""/>
              <p:cNvSpPr/>
              <p:nvPr/>
            </p:nvSpPr>
            <p:spPr>
              <a:xfrm>
                <a:off x="11866539" y="5144988"/>
                <a:ext cx="31167" cy="64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323" name="Ink 1050322"/>
              <p14:cNvContentPartPr/>
              <p14:nvPr/>
            </p14:nvContentPartPr>
            <p14:xfrm>
              <a:off x="11831909" y="5174493"/>
              <a:ext cx="48629" cy="70709"/>
            </p14:xfrm>
          </p:contentPart>
        </mc:Choice>
        <mc:Fallback xmlns="">
          <p:sp>
            <p:nvSpPr>
              <p:cNvPr id="1050323" name=""/>
              <p:cNvSpPr/>
              <p:nvPr/>
            </p:nvSpPr>
            <p:spPr>
              <a:xfrm>
                <a:off x="11831909" y="5174493"/>
                <a:ext cx="48629" cy="707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324" name="Ink 1050323"/>
              <p14:cNvContentPartPr/>
              <p14:nvPr/>
            </p14:nvContentPartPr>
            <p14:xfrm>
              <a:off x="11695931" y="5317327"/>
              <a:ext cx="366246" cy="21390"/>
            </p14:xfrm>
          </p:contentPart>
        </mc:Choice>
        <mc:Fallback xmlns="">
          <p:sp>
            <p:nvSpPr>
              <p:cNvPr id="1050324" name=""/>
              <p:cNvSpPr/>
              <p:nvPr/>
            </p:nvSpPr>
            <p:spPr>
              <a:xfrm>
                <a:off x="11695931" y="5317327"/>
                <a:ext cx="366246" cy="213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325" name="Ink 1050324"/>
              <p14:cNvContentPartPr/>
              <p14:nvPr/>
            </p14:nvContentPartPr>
            <p14:xfrm>
              <a:off x="11774120" y="5393036"/>
              <a:ext cx="21593" cy="38329"/>
            </p14:xfrm>
          </p:contentPart>
        </mc:Choice>
        <mc:Fallback xmlns="">
          <p:sp>
            <p:nvSpPr>
              <p:cNvPr id="1050325" name=""/>
              <p:cNvSpPr/>
              <p:nvPr/>
            </p:nvSpPr>
            <p:spPr>
              <a:xfrm>
                <a:off x="11774120" y="5393036"/>
                <a:ext cx="21593" cy="383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326" name="Ink 1050325"/>
              <p14:cNvContentPartPr/>
              <p14:nvPr/>
            </p14:nvContentPartPr>
            <p14:xfrm>
              <a:off x="7367345" y="3553420"/>
              <a:ext cx="374936" cy="390531"/>
            </p14:xfrm>
          </p:contentPart>
        </mc:Choice>
        <mc:Fallback xmlns="">
          <p:sp>
            <p:nvSpPr>
              <p:cNvPr id="1050326" name=""/>
              <p:cNvSpPr/>
              <p:nvPr/>
            </p:nvSpPr>
            <p:spPr>
              <a:xfrm>
                <a:off x="7367345" y="3553420"/>
                <a:ext cx="374936" cy="390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353" name="Ink 1050352"/>
              <p14:cNvContentPartPr/>
              <p14:nvPr/>
            </p14:nvContentPartPr>
            <p14:xfrm>
              <a:off x="10803511" y="3749375"/>
              <a:ext cx="985181" cy="975902"/>
            </p14:xfrm>
          </p:contentPart>
        </mc:Choice>
        <mc:Fallback xmlns="">
          <p:sp>
            <p:nvSpPr>
              <p:cNvPr id="1050353" name=""/>
              <p:cNvSpPr/>
              <p:nvPr/>
            </p:nvSpPr>
            <p:spPr>
              <a:xfrm>
                <a:off x="10803511" y="3749375"/>
                <a:ext cx="985181" cy="9759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417" name="Ink 1050416"/>
              <p14:cNvContentPartPr/>
              <p14:nvPr/>
            </p14:nvContentPartPr>
            <p14:xfrm>
              <a:off x="3178658" y="4547484"/>
              <a:ext cx="4423547" cy="34481"/>
            </p14:xfrm>
          </p:contentPart>
        </mc:Choice>
        <mc:Fallback xmlns="">
          <p:sp>
            <p:nvSpPr>
              <p:cNvPr id="1050417" name=""/>
              <p:cNvSpPr/>
              <p:nvPr/>
            </p:nvSpPr>
            <p:spPr>
              <a:xfrm>
                <a:off x="3178658" y="4547484"/>
                <a:ext cx="4423547" cy="34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418" name="Ink 1050417"/>
              <p14:cNvContentPartPr/>
              <p14:nvPr/>
            </p14:nvContentPartPr>
            <p14:xfrm>
              <a:off x="9245180" y="5451548"/>
              <a:ext cx="1136692" cy="169569"/>
            </p14:xfrm>
          </p:contentPart>
        </mc:Choice>
        <mc:Fallback xmlns="">
          <p:sp>
            <p:nvSpPr>
              <p:cNvPr id="1050418" name=""/>
              <p:cNvSpPr/>
              <p:nvPr/>
            </p:nvSpPr>
            <p:spPr>
              <a:xfrm>
                <a:off x="9245180" y="5451548"/>
                <a:ext cx="1136692" cy="169569"/>
              </a:xfrm>
            </p:spPr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329" name="Ink 1050328"/>
              <p14:cNvContentPartPr/>
              <p14:nvPr/>
            </p14:nvContentPartPr>
            <p14:xfrm>
              <a:off x="599042" y="393869"/>
              <a:ext cx="227684" cy="429026"/>
            </p14:xfrm>
          </p:contentPart>
        </mc:Choice>
        <mc:Fallback xmlns="">
          <p:sp>
            <p:nvSpPr>
              <p:cNvPr id="1050329" name=""/>
              <p:cNvSpPr/>
              <p:nvPr/>
            </p:nvSpPr>
            <p:spPr>
              <a:xfrm>
                <a:off x="599042" y="393869"/>
                <a:ext cx="227684" cy="4290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330" name="Ink 1050329"/>
              <p14:cNvContentPartPr/>
              <p14:nvPr/>
            </p14:nvContentPartPr>
            <p14:xfrm>
              <a:off x="954150" y="357550"/>
              <a:ext cx="171216" cy="465274"/>
            </p14:xfrm>
          </p:contentPart>
        </mc:Choice>
        <mc:Fallback xmlns="">
          <p:sp>
            <p:nvSpPr>
              <p:cNvPr id="1050330" name=""/>
              <p:cNvSpPr/>
              <p:nvPr/>
            </p:nvSpPr>
            <p:spPr>
              <a:xfrm>
                <a:off x="954150" y="357550"/>
                <a:ext cx="171216" cy="465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331" name="Ink 1050330"/>
              <p14:cNvContentPartPr/>
              <p14:nvPr/>
            </p14:nvContentPartPr>
            <p14:xfrm>
              <a:off x="923550" y="634824"/>
              <a:ext cx="181839" cy="66043"/>
            </p14:xfrm>
          </p:contentPart>
        </mc:Choice>
        <mc:Fallback xmlns="">
          <p:sp>
            <p:nvSpPr>
              <p:cNvPr id="1050331" name=""/>
              <p:cNvSpPr/>
              <p:nvPr/>
            </p:nvSpPr>
            <p:spPr>
              <a:xfrm>
                <a:off x="923550" y="634824"/>
                <a:ext cx="181839" cy="660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332" name="Ink 1050331"/>
              <p14:cNvContentPartPr/>
              <p14:nvPr/>
            </p14:nvContentPartPr>
            <p14:xfrm>
              <a:off x="1179244" y="744375"/>
              <a:ext cx="223269" cy="160531"/>
            </p14:xfrm>
          </p:contentPart>
        </mc:Choice>
        <mc:Fallback xmlns="">
          <p:sp>
            <p:nvSpPr>
              <p:cNvPr id="1050332" name=""/>
              <p:cNvSpPr/>
              <p:nvPr/>
            </p:nvSpPr>
            <p:spPr>
              <a:xfrm>
                <a:off x="1179244" y="744375"/>
                <a:ext cx="223269" cy="160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333" name="Ink 1050332"/>
              <p14:cNvContentPartPr/>
              <p14:nvPr/>
            </p14:nvContentPartPr>
            <p14:xfrm>
              <a:off x="620824" y="1019594"/>
              <a:ext cx="790212" cy="82351"/>
            </p14:xfrm>
          </p:contentPart>
        </mc:Choice>
        <mc:Fallback xmlns="">
          <p:sp>
            <p:nvSpPr>
              <p:cNvPr id="1050333" name=""/>
              <p:cNvSpPr/>
              <p:nvPr/>
            </p:nvSpPr>
            <p:spPr>
              <a:xfrm>
                <a:off x="620824" y="1019594"/>
                <a:ext cx="790212" cy="823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334" name="Ink 1050333"/>
              <p14:cNvContentPartPr/>
              <p14:nvPr/>
            </p14:nvContentPartPr>
            <p14:xfrm>
              <a:off x="806551" y="1203903"/>
              <a:ext cx="253914" cy="403133"/>
            </p14:xfrm>
          </p:contentPart>
        </mc:Choice>
        <mc:Fallback xmlns="">
          <p:sp>
            <p:nvSpPr>
              <p:cNvPr id="1050334" name=""/>
              <p:cNvSpPr/>
              <p:nvPr/>
            </p:nvSpPr>
            <p:spPr>
              <a:xfrm>
                <a:off x="806551" y="1203903"/>
                <a:ext cx="253914" cy="4031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335" name="Ink 1050334"/>
              <p14:cNvContentPartPr/>
              <p14:nvPr/>
            </p14:nvContentPartPr>
            <p14:xfrm>
              <a:off x="815529" y="1357619"/>
              <a:ext cx="174738" cy="43884"/>
            </p14:xfrm>
          </p:contentPart>
        </mc:Choice>
        <mc:Fallback xmlns="">
          <p:sp>
            <p:nvSpPr>
              <p:cNvPr id="1050335" name=""/>
              <p:cNvSpPr/>
              <p:nvPr/>
            </p:nvSpPr>
            <p:spPr>
              <a:xfrm>
                <a:off x="815529" y="1357619"/>
                <a:ext cx="174738" cy="43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336" name="Ink 1050335"/>
              <p14:cNvContentPartPr/>
              <p14:nvPr/>
            </p14:nvContentPartPr>
            <p14:xfrm>
              <a:off x="1045745" y="1512852"/>
              <a:ext cx="277474" cy="211285"/>
            </p14:xfrm>
          </p:contentPart>
        </mc:Choice>
        <mc:Fallback xmlns="">
          <p:sp>
            <p:nvSpPr>
              <p:cNvPr id="1050336" name=""/>
              <p:cNvSpPr/>
              <p:nvPr/>
            </p:nvSpPr>
            <p:spPr>
              <a:xfrm>
                <a:off x="1045745" y="1512852"/>
                <a:ext cx="277474" cy="211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337" name="Ink 1050336"/>
              <p14:cNvContentPartPr/>
              <p14:nvPr/>
            </p14:nvContentPartPr>
            <p14:xfrm>
              <a:off x="1651248" y="925398"/>
              <a:ext cx="172512" cy="3075"/>
            </p14:xfrm>
          </p:contentPart>
        </mc:Choice>
        <mc:Fallback xmlns="">
          <p:sp>
            <p:nvSpPr>
              <p:cNvPr id="1050337" name=""/>
              <p:cNvSpPr/>
              <p:nvPr/>
            </p:nvSpPr>
            <p:spPr>
              <a:xfrm>
                <a:off x="1651248" y="925398"/>
                <a:ext cx="172512" cy="3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338" name="Ink 1050337"/>
              <p14:cNvContentPartPr/>
              <p14:nvPr/>
            </p14:nvContentPartPr>
            <p14:xfrm>
              <a:off x="1680143" y="1065438"/>
              <a:ext cx="179947" cy="936"/>
            </p14:xfrm>
          </p:contentPart>
        </mc:Choice>
        <mc:Fallback xmlns="">
          <p:sp>
            <p:nvSpPr>
              <p:cNvPr id="1050338" name=""/>
              <p:cNvSpPr/>
              <p:nvPr/>
            </p:nvSpPr>
            <p:spPr>
              <a:xfrm>
                <a:off x="1680143" y="1065438"/>
                <a:ext cx="179947" cy="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339" name="Ink 1050338"/>
              <p14:cNvContentPartPr/>
              <p14:nvPr/>
            </p14:nvContentPartPr>
            <p14:xfrm>
              <a:off x="2126452" y="547337"/>
              <a:ext cx="60666" cy="386825"/>
            </p14:xfrm>
          </p:contentPart>
        </mc:Choice>
        <mc:Fallback xmlns="">
          <p:sp>
            <p:nvSpPr>
              <p:cNvPr id="1050339" name=""/>
              <p:cNvSpPr/>
              <p:nvPr/>
            </p:nvSpPr>
            <p:spPr>
              <a:xfrm>
                <a:off x="2126452" y="547337"/>
                <a:ext cx="60666" cy="3868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340" name="Ink 1050339"/>
              <p14:cNvContentPartPr/>
              <p14:nvPr/>
            </p14:nvContentPartPr>
            <p14:xfrm>
              <a:off x="1989537" y="534813"/>
              <a:ext cx="300413" cy="56282"/>
            </p14:xfrm>
          </p:contentPart>
        </mc:Choice>
        <mc:Fallback xmlns="">
          <p:sp>
            <p:nvSpPr>
              <p:cNvPr id="1050340" name=""/>
              <p:cNvSpPr/>
              <p:nvPr/>
            </p:nvSpPr>
            <p:spPr>
              <a:xfrm>
                <a:off x="1989537" y="534813"/>
                <a:ext cx="300413" cy="56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341" name="Ink 1050340"/>
              <p14:cNvContentPartPr/>
              <p14:nvPr/>
            </p14:nvContentPartPr>
            <p14:xfrm>
              <a:off x="2227361" y="890404"/>
              <a:ext cx="105608" cy="50184"/>
            </p14:xfrm>
          </p:contentPart>
        </mc:Choice>
        <mc:Fallback xmlns="">
          <p:sp>
            <p:nvSpPr>
              <p:cNvPr id="1050341" name=""/>
              <p:cNvSpPr/>
              <p:nvPr/>
            </p:nvSpPr>
            <p:spPr>
              <a:xfrm>
                <a:off x="2227361" y="890404"/>
                <a:ext cx="105608" cy="50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342" name="Ink 1050341"/>
              <p14:cNvContentPartPr/>
              <p14:nvPr/>
            </p14:nvContentPartPr>
            <p14:xfrm>
              <a:off x="2004206" y="1029547"/>
              <a:ext cx="360570" cy="28639"/>
            </p14:xfrm>
          </p:contentPart>
        </mc:Choice>
        <mc:Fallback xmlns="">
          <p:sp>
            <p:nvSpPr>
              <p:cNvPr id="1050342" name=""/>
              <p:cNvSpPr/>
              <p:nvPr/>
            </p:nvSpPr>
            <p:spPr>
              <a:xfrm>
                <a:off x="2004206" y="1029547"/>
                <a:ext cx="360570" cy="286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343" name="Ink 1050342"/>
              <p14:cNvContentPartPr/>
              <p14:nvPr/>
            </p14:nvContentPartPr>
            <p14:xfrm>
              <a:off x="2009828" y="1173359"/>
              <a:ext cx="284551" cy="315640"/>
            </p14:xfrm>
          </p:contentPart>
        </mc:Choice>
        <mc:Fallback xmlns="">
          <p:sp>
            <p:nvSpPr>
              <p:cNvPr id="1050343" name=""/>
              <p:cNvSpPr/>
              <p:nvPr/>
            </p:nvSpPr>
            <p:spPr>
              <a:xfrm>
                <a:off x="2009828" y="1173359"/>
                <a:ext cx="284551" cy="315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344" name="Ink 1050343"/>
              <p14:cNvContentPartPr/>
              <p14:nvPr/>
            </p14:nvContentPartPr>
            <p14:xfrm>
              <a:off x="2515862" y="960867"/>
              <a:ext cx="172426" cy="2551"/>
            </p14:xfrm>
          </p:contentPart>
        </mc:Choice>
        <mc:Fallback xmlns="">
          <p:sp>
            <p:nvSpPr>
              <p:cNvPr id="1050344" name=""/>
              <p:cNvSpPr/>
              <p:nvPr/>
            </p:nvSpPr>
            <p:spPr>
              <a:xfrm>
                <a:off x="2515862" y="960867"/>
                <a:ext cx="172426" cy="2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345" name="Ink 1050344"/>
              <p14:cNvContentPartPr/>
              <p14:nvPr/>
            </p14:nvContentPartPr>
            <p14:xfrm>
              <a:off x="2515862" y="1058187"/>
              <a:ext cx="187147" cy="8995"/>
            </p14:xfrm>
          </p:contentPart>
        </mc:Choice>
        <mc:Fallback xmlns="">
          <p:sp>
            <p:nvSpPr>
              <p:cNvPr id="1050345" name=""/>
              <p:cNvSpPr/>
              <p:nvPr/>
            </p:nvSpPr>
            <p:spPr>
              <a:xfrm>
                <a:off x="2515862" y="1058187"/>
                <a:ext cx="187147" cy="8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346" name="Ink 1050345"/>
              <p14:cNvContentPartPr/>
              <p14:nvPr/>
            </p14:nvContentPartPr>
            <p14:xfrm>
              <a:off x="2874608" y="671192"/>
              <a:ext cx="235208" cy="279525"/>
            </p14:xfrm>
          </p:contentPart>
        </mc:Choice>
        <mc:Fallback xmlns="">
          <p:sp>
            <p:nvSpPr>
              <p:cNvPr id="1050346" name=""/>
              <p:cNvSpPr/>
              <p:nvPr/>
            </p:nvSpPr>
            <p:spPr>
              <a:xfrm>
                <a:off x="2874608" y="671192"/>
                <a:ext cx="235208" cy="279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347" name="Ink 1050346"/>
              <p14:cNvContentPartPr/>
              <p14:nvPr/>
            </p14:nvContentPartPr>
            <p14:xfrm>
              <a:off x="3185771" y="700867"/>
              <a:ext cx="50232" cy="233295"/>
            </p14:xfrm>
          </p:contentPart>
        </mc:Choice>
        <mc:Fallback xmlns="">
          <p:sp>
            <p:nvSpPr>
              <p:cNvPr id="1050347" name=""/>
              <p:cNvSpPr/>
              <p:nvPr/>
            </p:nvSpPr>
            <p:spPr>
              <a:xfrm>
                <a:off x="3185771" y="700867"/>
                <a:ext cx="50232" cy="233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348" name="Ink 1050347"/>
              <p14:cNvContentPartPr/>
              <p14:nvPr/>
            </p14:nvContentPartPr>
            <p14:xfrm>
              <a:off x="3260592" y="751627"/>
              <a:ext cx="26088" cy="202549"/>
            </p14:xfrm>
          </p:contentPart>
        </mc:Choice>
        <mc:Fallback xmlns="">
          <p:sp>
            <p:nvSpPr>
              <p:cNvPr id="1050348" name=""/>
              <p:cNvSpPr/>
              <p:nvPr/>
            </p:nvSpPr>
            <p:spPr>
              <a:xfrm>
                <a:off x="3260592" y="751627"/>
                <a:ext cx="26088" cy="202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349" name="Ink 1050348"/>
              <p14:cNvContentPartPr/>
              <p14:nvPr/>
            </p14:nvContentPartPr>
            <p14:xfrm>
              <a:off x="3149764" y="679915"/>
              <a:ext cx="275199" cy="13450"/>
            </p14:xfrm>
          </p:contentPart>
        </mc:Choice>
        <mc:Fallback xmlns="">
          <p:sp>
            <p:nvSpPr>
              <p:cNvPr id="1050349" name=""/>
              <p:cNvSpPr/>
              <p:nvPr/>
            </p:nvSpPr>
            <p:spPr>
              <a:xfrm>
                <a:off x="3149764" y="679915"/>
                <a:ext cx="275199" cy="13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350" name="Ink 1050349"/>
              <p14:cNvContentPartPr/>
              <p14:nvPr/>
            </p14:nvContentPartPr>
            <p14:xfrm>
              <a:off x="2811031" y="1009432"/>
              <a:ext cx="556246" cy="41503"/>
            </p14:xfrm>
          </p:contentPart>
        </mc:Choice>
        <mc:Fallback xmlns="">
          <p:sp>
            <p:nvSpPr>
              <p:cNvPr id="1050350" name=""/>
              <p:cNvSpPr/>
              <p:nvPr/>
            </p:nvSpPr>
            <p:spPr>
              <a:xfrm>
                <a:off x="2811031" y="1009432"/>
                <a:ext cx="556246" cy="41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351" name="Ink 1050350"/>
              <p14:cNvContentPartPr/>
              <p14:nvPr/>
            </p14:nvContentPartPr>
            <p14:xfrm>
              <a:off x="2932760" y="1180256"/>
              <a:ext cx="298720" cy="254139"/>
            </p14:xfrm>
          </p:contentPart>
        </mc:Choice>
        <mc:Fallback xmlns="">
          <p:sp>
            <p:nvSpPr>
              <p:cNvPr id="1050351" name=""/>
              <p:cNvSpPr/>
              <p:nvPr/>
            </p:nvSpPr>
            <p:spPr>
              <a:xfrm>
                <a:off x="2932760" y="1180256"/>
                <a:ext cx="298720" cy="254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352" name="Ink 1050351"/>
              <p14:cNvContentPartPr/>
              <p14:nvPr/>
            </p14:nvContentPartPr>
            <p14:xfrm>
              <a:off x="3106644" y="1306236"/>
              <a:ext cx="104683" cy="211210"/>
            </p14:xfrm>
          </p:contentPart>
        </mc:Choice>
        <mc:Fallback xmlns="">
          <p:sp>
            <p:nvSpPr>
              <p:cNvPr id="1050352" name=""/>
              <p:cNvSpPr/>
              <p:nvPr/>
            </p:nvSpPr>
            <p:spPr>
              <a:xfrm>
                <a:off x="3106644" y="1306236"/>
                <a:ext cx="104683" cy="211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360" name="Ink 1050359"/>
              <p14:cNvContentPartPr/>
              <p14:nvPr/>
            </p14:nvContentPartPr>
            <p14:xfrm>
              <a:off x="4373153" y="595198"/>
              <a:ext cx="434181" cy="486938"/>
            </p14:xfrm>
          </p:contentPart>
        </mc:Choice>
        <mc:Fallback xmlns="">
          <p:sp>
            <p:nvSpPr>
              <p:cNvPr id="1050360" name=""/>
              <p:cNvSpPr/>
              <p:nvPr/>
            </p:nvSpPr>
            <p:spPr>
              <a:xfrm>
                <a:off x="4373153" y="595198"/>
                <a:ext cx="434181" cy="486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361" name="Ink 1050360"/>
              <p14:cNvContentPartPr/>
              <p14:nvPr/>
            </p14:nvContentPartPr>
            <p14:xfrm>
              <a:off x="4857210" y="861148"/>
              <a:ext cx="172922" cy="21754"/>
            </p14:xfrm>
          </p:contentPart>
        </mc:Choice>
        <mc:Fallback xmlns="">
          <p:sp>
            <p:nvSpPr>
              <p:cNvPr id="1050361" name=""/>
              <p:cNvSpPr/>
              <p:nvPr/>
            </p:nvSpPr>
            <p:spPr>
              <a:xfrm>
                <a:off x="4857210" y="861148"/>
                <a:ext cx="172922" cy="21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362" name="Ink 1050361"/>
              <p14:cNvContentPartPr/>
              <p14:nvPr/>
            </p14:nvContentPartPr>
            <p14:xfrm>
              <a:off x="4842985" y="977921"/>
              <a:ext cx="194260" cy="36757"/>
            </p14:xfrm>
          </p:contentPart>
        </mc:Choice>
        <mc:Fallback xmlns="">
          <p:sp>
            <p:nvSpPr>
              <p:cNvPr id="1050362" name=""/>
              <p:cNvSpPr/>
              <p:nvPr/>
            </p:nvSpPr>
            <p:spPr>
              <a:xfrm>
                <a:off x="4842985" y="977921"/>
                <a:ext cx="194260" cy="36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363" name="Ink 1050362"/>
              <p14:cNvContentPartPr/>
              <p14:nvPr/>
            </p14:nvContentPartPr>
            <p14:xfrm>
              <a:off x="5231950" y="458764"/>
              <a:ext cx="949628" cy="540918"/>
            </p14:xfrm>
          </p:contentPart>
        </mc:Choice>
        <mc:Fallback xmlns="">
          <p:sp>
            <p:nvSpPr>
              <p:cNvPr id="1050363" name=""/>
              <p:cNvSpPr/>
              <p:nvPr/>
            </p:nvSpPr>
            <p:spPr>
              <a:xfrm>
                <a:off x="5231950" y="458764"/>
                <a:ext cx="949628" cy="540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364" name="Ink 1050363"/>
              <p14:cNvContentPartPr/>
              <p14:nvPr/>
            </p14:nvContentPartPr>
            <p14:xfrm>
              <a:off x="5498440" y="545901"/>
              <a:ext cx="216967" cy="402565"/>
            </p14:xfrm>
          </p:contentPart>
        </mc:Choice>
        <mc:Fallback xmlns="">
          <p:sp>
            <p:nvSpPr>
              <p:cNvPr id="1050364" name=""/>
              <p:cNvSpPr/>
              <p:nvPr/>
            </p:nvSpPr>
            <p:spPr>
              <a:xfrm>
                <a:off x="5498440" y="545901"/>
                <a:ext cx="216967" cy="402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365" name="Ink 1050364"/>
              <p14:cNvContentPartPr/>
              <p14:nvPr/>
            </p14:nvContentPartPr>
            <p14:xfrm>
              <a:off x="5820173" y="685283"/>
              <a:ext cx="268788" cy="176995"/>
            </p14:xfrm>
          </p:contentPart>
        </mc:Choice>
        <mc:Fallback xmlns="">
          <p:sp>
            <p:nvSpPr>
              <p:cNvPr id="1050365" name=""/>
              <p:cNvSpPr/>
              <p:nvPr/>
            </p:nvSpPr>
            <p:spPr>
              <a:xfrm>
                <a:off x="5820173" y="685283"/>
                <a:ext cx="268788" cy="176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366" name="Ink 1050365"/>
              <p14:cNvContentPartPr/>
              <p14:nvPr/>
            </p14:nvContentPartPr>
            <p14:xfrm>
              <a:off x="5116816" y="1007300"/>
              <a:ext cx="942980" cy="28883"/>
            </p14:xfrm>
          </p:contentPart>
        </mc:Choice>
        <mc:Fallback xmlns="">
          <p:sp>
            <p:nvSpPr>
              <p:cNvPr id="1050366" name=""/>
              <p:cNvSpPr/>
              <p:nvPr/>
            </p:nvSpPr>
            <p:spPr>
              <a:xfrm>
                <a:off x="5116816" y="1007300"/>
                <a:ext cx="942980" cy="288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367" name="Ink 1050366"/>
              <p14:cNvContentPartPr/>
              <p14:nvPr/>
            </p14:nvContentPartPr>
            <p14:xfrm>
              <a:off x="5419097" y="1141933"/>
              <a:ext cx="266719" cy="307151"/>
            </p14:xfrm>
          </p:contentPart>
        </mc:Choice>
        <mc:Fallback xmlns="">
          <p:sp>
            <p:nvSpPr>
              <p:cNvPr id="1050367" name=""/>
              <p:cNvSpPr/>
              <p:nvPr/>
            </p:nvSpPr>
            <p:spPr>
              <a:xfrm>
                <a:off x="5419097" y="1141933"/>
                <a:ext cx="266719" cy="307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368" name="Ink 1050367"/>
              <p14:cNvContentPartPr/>
              <p14:nvPr/>
            </p14:nvContentPartPr>
            <p14:xfrm>
              <a:off x="5536106" y="1255226"/>
              <a:ext cx="113703" cy="167483"/>
            </p14:xfrm>
          </p:contentPart>
        </mc:Choice>
        <mc:Fallback xmlns="">
          <p:sp>
            <p:nvSpPr>
              <p:cNvPr id="1050368" name=""/>
              <p:cNvSpPr/>
              <p:nvPr/>
            </p:nvSpPr>
            <p:spPr>
              <a:xfrm>
                <a:off x="5536106" y="1255226"/>
                <a:ext cx="113703" cy="167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369" name="Ink 1050368"/>
              <p14:cNvContentPartPr/>
              <p14:nvPr/>
            </p14:nvContentPartPr>
            <p14:xfrm>
              <a:off x="4246596" y="280433"/>
              <a:ext cx="2078012" cy="1251283"/>
            </p14:xfrm>
          </p:contentPart>
        </mc:Choice>
        <mc:Fallback xmlns="">
          <p:sp>
            <p:nvSpPr>
              <p:cNvPr id="1050369" name=""/>
              <p:cNvSpPr/>
              <p:nvPr/>
            </p:nvSpPr>
            <p:spPr>
              <a:xfrm>
                <a:off x="4246596" y="280433"/>
                <a:ext cx="2078012" cy="1251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370" name="Ink 1050369"/>
              <p14:cNvContentPartPr/>
              <p14:nvPr/>
            </p14:nvContentPartPr>
            <p14:xfrm>
              <a:off x="6088211" y="314041"/>
              <a:ext cx="303966" cy="1225388"/>
            </p14:xfrm>
          </p:contentPart>
        </mc:Choice>
        <mc:Fallback xmlns="">
          <p:sp>
            <p:nvSpPr>
              <p:cNvPr id="1050370" name=""/>
              <p:cNvSpPr/>
              <p:nvPr/>
            </p:nvSpPr>
            <p:spPr>
              <a:xfrm>
                <a:off x="6088211" y="314041"/>
                <a:ext cx="303966" cy="12253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371" name="Ink 1050370"/>
              <p14:cNvContentPartPr/>
              <p14:nvPr/>
            </p14:nvContentPartPr>
            <p14:xfrm>
              <a:off x="666195" y="2459411"/>
              <a:ext cx="435966" cy="386963"/>
            </p14:xfrm>
          </p:contentPart>
        </mc:Choice>
        <mc:Fallback xmlns="">
          <p:sp>
            <p:nvSpPr>
              <p:cNvPr id="1050371" name=""/>
              <p:cNvSpPr/>
              <p:nvPr/>
            </p:nvSpPr>
            <p:spPr>
              <a:xfrm>
                <a:off x="666195" y="2459411"/>
                <a:ext cx="435966" cy="3869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372" name="Ink 1050371"/>
              <p14:cNvContentPartPr/>
              <p14:nvPr/>
            </p14:nvContentPartPr>
            <p14:xfrm>
              <a:off x="915993" y="2627244"/>
              <a:ext cx="28184" cy="306141"/>
            </p14:xfrm>
          </p:contentPart>
        </mc:Choice>
        <mc:Fallback xmlns="">
          <p:sp>
            <p:nvSpPr>
              <p:cNvPr id="1050372" name=""/>
              <p:cNvSpPr/>
              <p:nvPr/>
            </p:nvSpPr>
            <p:spPr>
              <a:xfrm>
                <a:off x="915993" y="2627244"/>
                <a:ext cx="28184" cy="3061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373" name="Ink 1050372"/>
              <p14:cNvContentPartPr/>
              <p14:nvPr/>
            </p14:nvContentPartPr>
            <p14:xfrm>
              <a:off x="1200493" y="2229172"/>
              <a:ext cx="289891" cy="663874"/>
            </p14:xfrm>
          </p:contentPart>
        </mc:Choice>
        <mc:Fallback xmlns="">
          <p:sp>
            <p:nvSpPr>
              <p:cNvPr id="1050373" name=""/>
              <p:cNvSpPr/>
              <p:nvPr/>
            </p:nvSpPr>
            <p:spPr>
              <a:xfrm>
                <a:off x="1200493" y="2229172"/>
                <a:ext cx="289891" cy="6638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374" name="Ink 1050373"/>
              <p14:cNvContentPartPr/>
              <p14:nvPr/>
            </p14:nvContentPartPr>
            <p14:xfrm>
              <a:off x="1312515" y="2161082"/>
              <a:ext cx="284374" cy="197725"/>
            </p14:xfrm>
          </p:contentPart>
        </mc:Choice>
        <mc:Fallback xmlns="">
          <p:sp>
            <p:nvSpPr>
              <p:cNvPr id="1050374" name=""/>
              <p:cNvSpPr/>
              <p:nvPr/>
            </p:nvSpPr>
            <p:spPr>
              <a:xfrm>
                <a:off x="1312515" y="2161082"/>
                <a:ext cx="284374" cy="197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375" name="Ink 1050374"/>
              <p14:cNvContentPartPr/>
              <p14:nvPr/>
            </p14:nvContentPartPr>
            <p14:xfrm>
              <a:off x="2291255" y="2285116"/>
              <a:ext cx="203741" cy="385886"/>
            </p14:xfrm>
          </p:contentPart>
        </mc:Choice>
        <mc:Fallback xmlns="">
          <p:sp>
            <p:nvSpPr>
              <p:cNvPr id="1050375" name=""/>
              <p:cNvSpPr/>
              <p:nvPr/>
            </p:nvSpPr>
            <p:spPr>
              <a:xfrm>
                <a:off x="2291255" y="2285116"/>
                <a:ext cx="203741" cy="385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376" name="Ink 1050375"/>
              <p14:cNvContentPartPr/>
              <p14:nvPr/>
            </p14:nvContentPartPr>
            <p14:xfrm>
              <a:off x="2625957" y="2364443"/>
              <a:ext cx="206856" cy="288237"/>
            </p14:xfrm>
          </p:contentPart>
        </mc:Choice>
        <mc:Fallback xmlns="">
          <p:sp>
            <p:nvSpPr>
              <p:cNvPr id="1050376" name=""/>
              <p:cNvSpPr/>
              <p:nvPr/>
            </p:nvSpPr>
            <p:spPr>
              <a:xfrm>
                <a:off x="2625957" y="2364443"/>
                <a:ext cx="206856" cy="288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377" name="Ink 1050376"/>
              <p14:cNvContentPartPr/>
              <p14:nvPr/>
            </p14:nvContentPartPr>
            <p14:xfrm>
              <a:off x="2580763" y="2372561"/>
              <a:ext cx="259695" cy="28389"/>
            </p14:xfrm>
          </p:contentPart>
        </mc:Choice>
        <mc:Fallback xmlns="">
          <p:sp>
            <p:nvSpPr>
              <p:cNvPr id="1050377" name=""/>
              <p:cNvSpPr/>
              <p:nvPr/>
            </p:nvSpPr>
            <p:spPr>
              <a:xfrm>
                <a:off x="2580763" y="2372561"/>
                <a:ext cx="259695" cy="283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378" name="Ink 1050377"/>
              <p14:cNvContentPartPr/>
              <p14:nvPr/>
            </p14:nvContentPartPr>
            <p14:xfrm>
              <a:off x="2623883" y="2517723"/>
              <a:ext cx="201817" cy="22004"/>
            </p14:xfrm>
          </p:contentPart>
        </mc:Choice>
        <mc:Fallback xmlns="">
          <p:sp>
            <p:nvSpPr>
              <p:cNvPr id="1050378" name=""/>
              <p:cNvSpPr/>
              <p:nvPr/>
            </p:nvSpPr>
            <p:spPr>
              <a:xfrm>
                <a:off x="2623883" y="2517723"/>
                <a:ext cx="201817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379" name="Ink 1050378"/>
              <p14:cNvContentPartPr/>
              <p14:nvPr/>
            </p14:nvContentPartPr>
            <p14:xfrm>
              <a:off x="2917186" y="2589637"/>
              <a:ext cx="233396" cy="102577"/>
            </p14:xfrm>
          </p:contentPart>
        </mc:Choice>
        <mc:Fallback xmlns="">
          <p:sp>
            <p:nvSpPr>
              <p:cNvPr id="1050379" name=""/>
              <p:cNvSpPr/>
              <p:nvPr/>
            </p:nvSpPr>
            <p:spPr>
              <a:xfrm>
                <a:off x="2917186" y="2589637"/>
                <a:ext cx="233396" cy="102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380" name="Ink 1050379"/>
              <p14:cNvContentPartPr/>
              <p14:nvPr/>
            </p14:nvContentPartPr>
            <p14:xfrm>
              <a:off x="2299422" y="2825812"/>
              <a:ext cx="861900" cy="12973"/>
            </p14:xfrm>
          </p:contentPart>
        </mc:Choice>
        <mc:Fallback xmlns="">
          <p:sp>
            <p:nvSpPr>
              <p:cNvPr id="1050380" name=""/>
              <p:cNvSpPr/>
              <p:nvPr/>
            </p:nvSpPr>
            <p:spPr>
              <a:xfrm>
                <a:off x="2299422" y="2825812"/>
                <a:ext cx="861900" cy="129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381" name="Ink 1050380"/>
              <p14:cNvContentPartPr/>
              <p14:nvPr/>
            </p14:nvContentPartPr>
            <p14:xfrm>
              <a:off x="2430945" y="2948557"/>
              <a:ext cx="243170" cy="333431"/>
            </p14:xfrm>
          </p:contentPart>
        </mc:Choice>
        <mc:Fallback xmlns="">
          <p:sp>
            <p:nvSpPr>
              <p:cNvPr id="1050381" name=""/>
              <p:cNvSpPr/>
              <p:nvPr/>
            </p:nvSpPr>
            <p:spPr>
              <a:xfrm>
                <a:off x="2430945" y="2948557"/>
                <a:ext cx="243170" cy="333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382" name="Ink 1050381"/>
              <p14:cNvContentPartPr/>
              <p14:nvPr/>
            </p14:nvContentPartPr>
            <p14:xfrm>
              <a:off x="2400284" y="3115122"/>
              <a:ext cx="681805" cy="293058"/>
            </p14:xfrm>
          </p:contentPart>
        </mc:Choice>
        <mc:Fallback xmlns="">
          <p:sp>
            <p:nvSpPr>
              <p:cNvPr id="1050382" name=""/>
              <p:cNvSpPr/>
              <p:nvPr/>
            </p:nvSpPr>
            <p:spPr>
              <a:xfrm>
                <a:off x="2400284" y="3115122"/>
                <a:ext cx="681805" cy="293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383" name="Ink 1050382"/>
              <p14:cNvContentPartPr/>
              <p14:nvPr/>
            </p14:nvContentPartPr>
            <p14:xfrm>
              <a:off x="3364028" y="2344189"/>
              <a:ext cx="362293" cy="677132"/>
            </p14:xfrm>
          </p:contentPart>
        </mc:Choice>
        <mc:Fallback xmlns="">
          <p:sp>
            <p:nvSpPr>
              <p:cNvPr id="1050383" name=""/>
              <p:cNvSpPr/>
              <p:nvPr/>
            </p:nvSpPr>
            <p:spPr>
              <a:xfrm>
                <a:off x="3364028" y="2344189"/>
                <a:ext cx="362293" cy="6771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384" name="Ink 1050383"/>
              <p14:cNvContentPartPr/>
              <p14:nvPr/>
            </p14:nvContentPartPr>
            <p14:xfrm>
              <a:off x="3596518" y="2884456"/>
              <a:ext cx="241451" cy="242432"/>
            </p14:xfrm>
          </p:contentPart>
        </mc:Choice>
        <mc:Fallback xmlns="">
          <p:sp>
            <p:nvSpPr>
              <p:cNvPr id="1050384" name=""/>
              <p:cNvSpPr/>
              <p:nvPr/>
            </p:nvSpPr>
            <p:spPr>
              <a:xfrm>
                <a:off x="3596518" y="2884456"/>
                <a:ext cx="241451" cy="2424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385" name="Ink 1050384"/>
              <p14:cNvContentPartPr/>
              <p14:nvPr/>
            </p14:nvContentPartPr>
            <p14:xfrm>
              <a:off x="3924172" y="3133294"/>
              <a:ext cx="151936" cy="162192"/>
            </p14:xfrm>
          </p:contentPart>
        </mc:Choice>
        <mc:Fallback xmlns="">
          <p:sp>
            <p:nvSpPr>
              <p:cNvPr id="1050385" name=""/>
              <p:cNvSpPr/>
              <p:nvPr/>
            </p:nvSpPr>
            <p:spPr>
              <a:xfrm>
                <a:off x="3924172" y="3133294"/>
                <a:ext cx="151936" cy="162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386" name="Ink 1050385"/>
              <p14:cNvContentPartPr/>
              <p14:nvPr/>
            </p14:nvContentPartPr>
            <p14:xfrm>
              <a:off x="4230420" y="2714761"/>
              <a:ext cx="280944" cy="14503"/>
            </p14:xfrm>
          </p:contentPart>
        </mc:Choice>
        <mc:Fallback xmlns="">
          <p:sp>
            <p:nvSpPr>
              <p:cNvPr id="1050386" name=""/>
              <p:cNvSpPr/>
              <p:nvPr/>
            </p:nvSpPr>
            <p:spPr>
              <a:xfrm>
                <a:off x="4230420" y="2714761"/>
                <a:ext cx="280944" cy="14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387" name="Ink 1050386"/>
              <p14:cNvContentPartPr/>
              <p14:nvPr/>
            </p14:nvContentPartPr>
            <p14:xfrm>
              <a:off x="4273540" y="2798340"/>
              <a:ext cx="279529" cy="22558"/>
            </p14:xfrm>
          </p:contentPart>
        </mc:Choice>
        <mc:Fallback xmlns="">
          <p:sp>
            <p:nvSpPr>
              <p:cNvPr id="1050387" name=""/>
              <p:cNvSpPr/>
              <p:nvPr/>
            </p:nvSpPr>
            <p:spPr>
              <a:xfrm>
                <a:off x="4273540" y="2798340"/>
                <a:ext cx="279529" cy="225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388" name="Ink 1050387"/>
              <p14:cNvContentPartPr/>
              <p14:nvPr/>
            </p14:nvContentPartPr>
            <p14:xfrm>
              <a:off x="4497139" y="2656750"/>
              <a:ext cx="156072" cy="241453"/>
            </p14:xfrm>
          </p:contentPart>
        </mc:Choice>
        <mc:Fallback xmlns="">
          <p:sp>
            <p:nvSpPr>
              <p:cNvPr id="1050388" name=""/>
              <p:cNvSpPr/>
              <p:nvPr/>
            </p:nvSpPr>
            <p:spPr>
              <a:xfrm>
                <a:off x="4497139" y="2656750"/>
                <a:ext cx="156072" cy="241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389" name="Ink 1050388"/>
              <p14:cNvContentPartPr/>
              <p14:nvPr/>
            </p14:nvContentPartPr>
            <p14:xfrm>
              <a:off x="4936161" y="2539727"/>
              <a:ext cx="296059" cy="242435"/>
            </p14:xfrm>
          </p:contentPart>
        </mc:Choice>
        <mc:Fallback xmlns="">
          <p:sp>
            <p:nvSpPr>
              <p:cNvPr id="1050389" name=""/>
              <p:cNvSpPr/>
              <p:nvPr/>
            </p:nvSpPr>
            <p:spPr>
              <a:xfrm>
                <a:off x="4936161" y="2539727"/>
                <a:ext cx="296059" cy="242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390" name="Ink 1050389"/>
              <p14:cNvContentPartPr/>
              <p14:nvPr/>
            </p14:nvContentPartPr>
            <p14:xfrm>
              <a:off x="5280643" y="2517723"/>
              <a:ext cx="146011" cy="273515"/>
            </p14:xfrm>
          </p:contentPart>
        </mc:Choice>
        <mc:Fallback xmlns="">
          <p:sp>
            <p:nvSpPr>
              <p:cNvPr id="1050390" name=""/>
              <p:cNvSpPr/>
              <p:nvPr/>
            </p:nvSpPr>
            <p:spPr>
              <a:xfrm>
                <a:off x="5280643" y="2517723"/>
                <a:ext cx="146011" cy="2735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391" name="Ink 1050390"/>
              <p14:cNvContentPartPr/>
              <p14:nvPr/>
            </p14:nvContentPartPr>
            <p14:xfrm>
              <a:off x="5478018" y="2576484"/>
              <a:ext cx="241954" cy="192410"/>
            </p14:xfrm>
          </p:contentPart>
        </mc:Choice>
        <mc:Fallback xmlns="">
          <p:sp>
            <p:nvSpPr>
              <p:cNvPr id="1050391" name=""/>
              <p:cNvSpPr/>
              <p:nvPr/>
            </p:nvSpPr>
            <p:spPr>
              <a:xfrm>
                <a:off x="5478018" y="2576484"/>
                <a:ext cx="241954" cy="1924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392" name="Ink 1050391"/>
              <p14:cNvContentPartPr/>
              <p14:nvPr/>
            </p14:nvContentPartPr>
            <p14:xfrm>
              <a:off x="5655034" y="2437457"/>
              <a:ext cx="30782" cy="69063"/>
            </p14:xfrm>
          </p:contentPart>
        </mc:Choice>
        <mc:Fallback xmlns="">
          <p:sp>
            <p:nvSpPr>
              <p:cNvPr id="1050392" name=""/>
              <p:cNvSpPr/>
              <p:nvPr/>
            </p:nvSpPr>
            <p:spPr>
              <a:xfrm>
                <a:off x="5655034" y="2437457"/>
                <a:ext cx="30782" cy="690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393" name="Ink 1050392"/>
              <p14:cNvContentPartPr/>
              <p14:nvPr/>
            </p14:nvContentPartPr>
            <p14:xfrm>
              <a:off x="5864592" y="2320684"/>
              <a:ext cx="23041" cy="462284"/>
            </p14:xfrm>
          </p:contentPart>
        </mc:Choice>
        <mc:Fallback xmlns="">
          <p:sp>
            <p:nvSpPr>
              <p:cNvPr id="1050393" name=""/>
              <p:cNvSpPr/>
              <p:nvPr/>
            </p:nvSpPr>
            <p:spPr>
              <a:xfrm>
                <a:off x="5864592" y="2320684"/>
                <a:ext cx="23041" cy="4622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394" name="Ink 1050393"/>
              <p14:cNvContentPartPr/>
              <p14:nvPr/>
            </p14:nvContentPartPr>
            <p14:xfrm>
              <a:off x="5947171" y="2376695"/>
              <a:ext cx="42726" cy="391897"/>
            </p14:xfrm>
          </p:contentPart>
        </mc:Choice>
        <mc:Fallback xmlns="">
          <p:sp>
            <p:nvSpPr>
              <p:cNvPr id="1050394" name=""/>
              <p:cNvSpPr/>
              <p:nvPr/>
            </p:nvSpPr>
            <p:spPr>
              <a:xfrm>
                <a:off x="5947171" y="2376695"/>
                <a:ext cx="42726" cy="3918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395" name="Ink 1050394"/>
              <p14:cNvContentPartPr/>
              <p14:nvPr/>
            </p14:nvContentPartPr>
            <p14:xfrm>
              <a:off x="6034947" y="2612241"/>
              <a:ext cx="233917" cy="113252"/>
            </p14:xfrm>
          </p:contentPart>
        </mc:Choice>
        <mc:Fallback xmlns="">
          <p:sp>
            <p:nvSpPr>
              <p:cNvPr id="1050395" name=""/>
              <p:cNvSpPr/>
              <p:nvPr/>
            </p:nvSpPr>
            <p:spPr>
              <a:xfrm>
                <a:off x="6034947" y="2612241"/>
                <a:ext cx="233917" cy="113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396" name="Ink 1050395"/>
              <p14:cNvContentPartPr/>
              <p14:nvPr/>
            </p14:nvContentPartPr>
            <p14:xfrm>
              <a:off x="6262374" y="2276926"/>
              <a:ext cx="59523" cy="463388"/>
            </p14:xfrm>
          </p:contentPart>
        </mc:Choice>
        <mc:Fallback xmlns="">
          <p:sp>
            <p:nvSpPr>
              <p:cNvPr id="1050396" name=""/>
              <p:cNvSpPr/>
              <p:nvPr/>
            </p:nvSpPr>
            <p:spPr>
              <a:xfrm>
                <a:off x="6262374" y="2276926"/>
                <a:ext cx="59523" cy="4633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397" name="Ink 1050396"/>
              <p14:cNvContentPartPr/>
              <p14:nvPr/>
            </p14:nvContentPartPr>
            <p14:xfrm>
              <a:off x="6197472" y="2547819"/>
              <a:ext cx="831264" cy="194905"/>
            </p14:xfrm>
          </p:contentPart>
        </mc:Choice>
        <mc:Fallback xmlns="">
          <p:sp>
            <p:nvSpPr>
              <p:cNvPr id="1050397" name=""/>
              <p:cNvSpPr/>
              <p:nvPr/>
            </p:nvSpPr>
            <p:spPr>
              <a:xfrm>
                <a:off x="6197472" y="2547819"/>
                <a:ext cx="831264" cy="1949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398" name="Ink 1050397"/>
              <p14:cNvContentPartPr/>
              <p14:nvPr/>
            </p14:nvContentPartPr>
            <p14:xfrm>
              <a:off x="7184333" y="2196660"/>
              <a:ext cx="74404" cy="132613"/>
            </p14:xfrm>
          </p:contentPart>
        </mc:Choice>
        <mc:Fallback xmlns="">
          <p:sp>
            <p:nvSpPr>
              <p:cNvPr id="1050398" name=""/>
              <p:cNvSpPr/>
              <p:nvPr/>
            </p:nvSpPr>
            <p:spPr>
              <a:xfrm>
                <a:off x="7184333" y="2196660"/>
                <a:ext cx="74404" cy="132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399" name="Ink 1050398"/>
              <p14:cNvContentPartPr/>
              <p14:nvPr/>
            </p14:nvContentPartPr>
            <p14:xfrm>
              <a:off x="7278128" y="2203911"/>
              <a:ext cx="60795" cy="173122"/>
            </p14:xfrm>
          </p:contentPart>
        </mc:Choice>
        <mc:Fallback xmlns="">
          <p:sp>
            <p:nvSpPr>
              <p:cNvPr id="1050399" name=""/>
              <p:cNvSpPr/>
              <p:nvPr/>
            </p:nvSpPr>
            <p:spPr>
              <a:xfrm>
                <a:off x="7278128" y="2203911"/>
                <a:ext cx="60795" cy="173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400" name="Ink 1050399"/>
              <p14:cNvContentPartPr/>
              <p14:nvPr/>
            </p14:nvContentPartPr>
            <p14:xfrm>
              <a:off x="7407931" y="2230832"/>
              <a:ext cx="254605" cy="481946"/>
            </p14:xfrm>
          </p:contentPart>
        </mc:Choice>
        <mc:Fallback xmlns="">
          <p:sp>
            <p:nvSpPr>
              <p:cNvPr id="1050400" name=""/>
              <p:cNvSpPr/>
              <p:nvPr/>
            </p:nvSpPr>
            <p:spPr>
              <a:xfrm>
                <a:off x="7407931" y="2230832"/>
                <a:ext cx="254605" cy="4819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401" name="Ink 1050400"/>
              <p14:cNvContentPartPr/>
              <p14:nvPr/>
            </p14:nvContentPartPr>
            <p14:xfrm>
              <a:off x="7690360" y="2497125"/>
              <a:ext cx="412220" cy="173489"/>
            </p14:xfrm>
          </p:contentPart>
        </mc:Choice>
        <mc:Fallback xmlns="">
          <p:sp>
            <p:nvSpPr>
              <p:cNvPr id="1050401" name=""/>
              <p:cNvSpPr/>
              <p:nvPr/>
            </p:nvSpPr>
            <p:spPr>
              <a:xfrm>
                <a:off x="7690360" y="2497125"/>
                <a:ext cx="412220" cy="173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402" name="Ink 1050401"/>
              <p14:cNvContentPartPr/>
              <p14:nvPr/>
            </p14:nvContentPartPr>
            <p14:xfrm>
              <a:off x="8106734" y="2505746"/>
              <a:ext cx="200619" cy="159209"/>
            </p14:xfrm>
          </p:contentPart>
        </mc:Choice>
        <mc:Fallback xmlns="">
          <p:sp>
            <p:nvSpPr>
              <p:cNvPr id="1050402" name=""/>
              <p:cNvSpPr/>
              <p:nvPr/>
            </p:nvSpPr>
            <p:spPr>
              <a:xfrm>
                <a:off x="8106734" y="2505746"/>
                <a:ext cx="200619" cy="159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403" name="Ink 1050402"/>
              <p14:cNvContentPartPr/>
              <p14:nvPr/>
            </p14:nvContentPartPr>
            <p14:xfrm>
              <a:off x="8377255" y="2470550"/>
              <a:ext cx="336850" cy="170058"/>
            </p14:xfrm>
          </p:contentPart>
        </mc:Choice>
        <mc:Fallback xmlns="">
          <p:sp>
            <p:nvSpPr>
              <p:cNvPr id="1050403" name=""/>
              <p:cNvSpPr/>
              <p:nvPr/>
            </p:nvSpPr>
            <p:spPr>
              <a:xfrm>
                <a:off x="8377255" y="2470550"/>
                <a:ext cx="336850" cy="170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404" name="Ink 1050403"/>
              <p14:cNvContentPartPr/>
              <p14:nvPr/>
            </p14:nvContentPartPr>
            <p14:xfrm>
              <a:off x="8685164" y="2313433"/>
              <a:ext cx="5241" cy="32872"/>
            </p14:xfrm>
          </p:contentPart>
        </mc:Choice>
        <mc:Fallback xmlns="">
          <p:sp>
            <p:nvSpPr>
              <p:cNvPr id="1050404" name=""/>
              <p:cNvSpPr/>
              <p:nvPr/>
            </p:nvSpPr>
            <p:spPr>
              <a:xfrm>
                <a:off x="8685164" y="2313433"/>
                <a:ext cx="5241" cy="32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405" name="Ink 1050404"/>
              <p14:cNvContentPartPr/>
              <p14:nvPr/>
            </p14:nvContentPartPr>
            <p14:xfrm>
              <a:off x="8769532" y="2412242"/>
              <a:ext cx="132569" cy="392070"/>
            </p14:xfrm>
          </p:contentPart>
        </mc:Choice>
        <mc:Fallback xmlns="">
          <p:sp>
            <p:nvSpPr>
              <p:cNvPr id="1050405" name=""/>
              <p:cNvSpPr/>
              <p:nvPr/>
            </p:nvSpPr>
            <p:spPr>
              <a:xfrm>
                <a:off x="8769532" y="2412242"/>
                <a:ext cx="132569" cy="392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406" name="Ink 1050405"/>
              <p14:cNvContentPartPr/>
              <p14:nvPr/>
            </p14:nvContentPartPr>
            <p14:xfrm>
              <a:off x="8921117" y="2415453"/>
              <a:ext cx="272824" cy="202850"/>
            </p14:xfrm>
          </p:contentPart>
        </mc:Choice>
        <mc:Fallback xmlns="">
          <p:sp>
            <p:nvSpPr>
              <p:cNvPr id="1050406" name=""/>
              <p:cNvSpPr/>
              <p:nvPr/>
            </p:nvSpPr>
            <p:spPr>
              <a:xfrm>
                <a:off x="8921117" y="2415453"/>
                <a:ext cx="272824" cy="202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407" name="Ink 1050406"/>
              <p14:cNvContentPartPr/>
              <p14:nvPr/>
            </p14:nvContentPartPr>
            <p14:xfrm>
              <a:off x="9270949" y="2160403"/>
              <a:ext cx="46246" cy="121187"/>
            </p14:xfrm>
          </p:contentPart>
        </mc:Choice>
        <mc:Fallback xmlns="">
          <p:sp>
            <p:nvSpPr>
              <p:cNvPr id="1050407" name=""/>
              <p:cNvSpPr/>
              <p:nvPr/>
            </p:nvSpPr>
            <p:spPr>
              <a:xfrm>
                <a:off x="9270949" y="2160403"/>
                <a:ext cx="46246" cy="1211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408" name="Ink 1050407"/>
              <p14:cNvContentPartPr/>
              <p14:nvPr/>
            </p14:nvContentPartPr>
            <p14:xfrm>
              <a:off x="9314122" y="2160403"/>
              <a:ext cx="75087" cy="151388"/>
            </p14:xfrm>
          </p:contentPart>
        </mc:Choice>
        <mc:Fallback xmlns="">
          <p:sp>
            <p:nvSpPr>
              <p:cNvPr id="1050408" name=""/>
              <p:cNvSpPr/>
              <p:nvPr/>
            </p:nvSpPr>
            <p:spPr>
              <a:xfrm>
                <a:off x="9314122" y="2160403"/>
                <a:ext cx="75087" cy="1513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409" name="Ink 1050408"/>
              <p14:cNvContentPartPr/>
              <p14:nvPr/>
            </p14:nvContentPartPr>
            <p14:xfrm>
              <a:off x="5844514" y="2839766"/>
              <a:ext cx="2971248" cy="72034"/>
            </p14:xfrm>
          </p:contentPart>
        </mc:Choice>
        <mc:Fallback xmlns="">
          <p:sp>
            <p:nvSpPr>
              <p:cNvPr id="1050409" name=""/>
              <p:cNvSpPr/>
              <p:nvPr/>
            </p:nvSpPr>
            <p:spPr>
              <a:xfrm>
                <a:off x="5844514" y="2839766"/>
                <a:ext cx="2971248" cy="720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410" name="Ink 1050409"/>
              <p14:cNvContentPartPr/>
              <p14:nvPr/>
            </p14:nvContentPartPr>
            <p14:xfrm>
              <a:off x="764852" y="3239869"/>
              <a:ext cx="296567" cy="457638"/>
            </p14:xfrm>
          </p:contentPart>
        </mc:Choice>
        <mc:Fallback xmlns="">
          <p:sp>
            <p:nvSpPr>
              <p:cNvPr id="1050410" name=""/>
              <p:cNvSpPr/>
              <p:nvPr/>
            </p:nvSpPr>
            <p:spPr>
              <a:xfrm>
                <a:off x="764852" y="3239869"/>
                <a:ext cx="296567" cy="457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411" name="Ink 1050410"/>
              <p14:cNvContentPartPr/>
              <p14:nvPr/>
            </p14:nvContentPartPr>
            <p14:xfrm>
              <a:off x="903807" y="3422900"/>
              <a:ext cx="113094" cy="229600"/>
            </p14:xfrm>
          </p:contentPart>
        </mc:Choice>
        <mc:Fallback xmlns="">
          <p:sp>
            <p:nvSpPr>
              <p:cNvPr id="1050411" name=""/>
              <p:cNvSpPr/>
              <p:nvPr/>
            </p:nvSpPr>
            <p:spPr>
              <a:xfrm>
                <a:off x="903807" y="3422900"/>
                <a:ext cx="113094" cy="229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412" name="Ink 1050411"/>
              <p14:cNvContentPartPr/>
              <p14:nvPr/>
            </p14:nvContentPartPr>
            <p14:xfrm>
              <a:off x="1161374" y="3211109"/>
              <a:ext cx="230267" cy="438086"/>
            </p14:xfrm>
          </p:contentPart>
        </mc:Choice>
        <mc:Fallback xmlns="">
          <p:sp>
            <p:nvSpPr>
              <p:cNvPr id="1050412" name=""/>
              <p:cNvSpPr/>
              <p:nvPr/>
            </p:nvSpPr>
            <p:spPr>
              <a:xfrm>
                <a:off x="1161374" y="3211109"/>
                <a:ext cx="230267" cy="438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413" name="Ink 1050412"/>
              <p14:cNvContentPartPr/>
              <p14:nvPr/>
            </p14:nvContentPartPr>
            <p14:xfrm>
              <a:off x="1283620" y="3593538"/>
              <a:ext cx="215215" cy="150019"/>
            </p14:xfrm>
          </p:contentPart>
        </mc:Choice>
        <mc:Fallback xmlns="">
          <p:sp>
            <p:nvSpPr>
              <p:cNvPr id="1050413" name=""/>
              <p:cNvSpPr/>
              <p:nvPr/>
            </p:nvSpPr>
            <p:spPr>
              <a:xfrm>
                <a:off x="1283620" y="3593538"/>
                <a:ext cx="215215" cy="1500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414" name="Ink 1050413"/>
              <p14:cNvContentPartPr/>
              <p14:nvPr/>
            </p14:nvContentPartPr>
            <p14:xfrm>
              <a:off x="1530335" y="3790359"/>
              <a:ext cx="161671" cy="181544"/>
            </p14:xfrm>
          </p:contentPart>
        </mc:Choice>
        <mc:Fallback xmlns="">
          <p:sp>
            <p:nvSpPr>
              <p:cNvPr id="1050414" name=""/>
              <p:cNvSpPr/>
              <p:nvPr/>
            </p:nvSpPr>
            <p:spPr>
              <a:xfrm>
                <a:off x="1530335" y="3790359"/>
                <a:ext cx="161671" cy="181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415" name="Ink 1050414"/>
              <p14:cNvContentPartPr/>
              <p14:nvPr/>
            </p14:nvContentPartPr>
            <p14:xfrm>
              <a:off x="548810" y="2678254"/>
              <a:ext cx="79029" cy="968029"/>
            </p14:xfrm>
          </p:contentPart>
        </mc:Choice>
        <mc:Fallback xmlns="">
          <p:sp>
            <p:nvSpPr>
              <p:cNvPr id="1050415" name=""/>
              <p:cNvSpPr/>
              <p:nvPr/>
            </p:nvSpPr>
            <p:spPr>
              <a:xfrm>
                <a:off x="548810" y="2678254"/>
                <a:ext cx="79029" cy="968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416" name="Ink 1050415"/>
              <p14:cNvContentPartPr/>
              <p14:nvPr/>
            </p14:nvContentPartPr>
            <p14:xfrm>
              <a:off x="461777" y="2707510"/>
              <a:ext cx="7906" cy="923102"/>
            </p14:xfrm>
          </p:contentPart>
        </mc:Choice>
        <mc:Fallback xmlns="">
          <p:sp>
            <p:nvSpPr>
              <p:cNvPr id="1050416" name=""/>
              <p:cNvSpPr/>
              <p:nvPr/>
            </p:nvSpPr>
            <p:spPr>
              <a:xfrm>
                <a:off x="461777" y="2707510"/>
                <a:ext cx="7906" cy="9231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783" name="Ink 1050782"/>
              <p14:cNvContentPartPr/>
              <p14:nvPr/>
            </p14:nvContentPartPr>
            <p14:xfrm>
              <a:off x="150717" y="3839937"/>
              <a:ext cx="11910914" cy="252797"/>
            </p14:xfrm>
          </p:contentPart>
        </mc:Choice>
        <mc:Fallback xmlns="">
          <p:sp>
            <p:nvSpPr>
              <p:cNvPr id="1050783" name=""/>
              <p:cNvSpPr/>
              <p:nvPr/>
            </p:nvSpPr>
            <p:spPr>
              <a:xfrm>
                <a:off x="150717" y="3839937"/>
                <a:ext cx="11910914" cy="252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784" name="Ink 1050783"/>
              <p14:cNvContentPartPr/>
              <p14:nvPr/>
            </p14:nvContentPartPr>
            <p14:xfrm>
              <a:off x="555922" y="4413291"/>
              <a:ext cx="241764" cy="283763"/>
            </p14:xfrm>
          </p:contentPart>
        </mc:Choice>
        <mc:Fallback xmlns="">
          <p:sp>
            <p:nvSpPr>
              <p:cNvPr id="1050784" name=""/>
              <p:cNvSpPr/>
              <p:nvPr/>
            </p:nvSpPr>
            <p:spPr>
              <a:xfrm>
                <a:off x="555922" y="4413291"/>
                <a:ext cx="241764" cy="283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785" name="Ink 1050784"/>
              <p14:cNvContentPartPr/>
              <p14:nvPr/>
            </p14:nvContentPartPr>
            <p14:xfrm>
              <a:off x="756498" y="4415095"/>
              <a:ext cx="188389" cy="292095"/>
            </p14:xfrm>
          </p:contentPart>
        </mc:Choice>
        <mc:Fallback xmlns="">
          <p:sp>
            <p:nvSpPr>
              <p:cNvPr id="1050785" name=""/>
              <p:cNvSpPr/>
              <p:nvPr/>
            </p:nvSpPr>
            <p:spPr>
              <a:xfrm>
                <a:off x="756498" y="4415095"/>
                <a:ext cx="188389" cy="292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786" name="Ink 1050785"/>
              <p14:cNvContentPartPr/>
              <p14:nvPr/>
            </p14:nvContentPartPr>
            <p14:xfrm>
              <a:off x="767161" y="4247312"/>
              <a:ext cx="4803" cy="103016"/>
            </p14:xfrm>
          </p:contentPart>
        </mc:Choice>
        <mc:Fallback xmlns="">
          <p:sp>
            <p:nvSpPr>
              <p:cNvPr id="1050786" name=""/>
              <p:cNvSpPr/>
              <p:nvPr/>
            </p:nvSpPr>
            <p:spPr>
              <a:xfrm>
                <a:off x="767161" y="4247312"/>
                <a:ext cx="4803" cy="1030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787" name="Ink 1050786"/>
              <p14:cNvContentPartPr/>
              <p14:nvPr/>
            </p14:nvContentPartPr>
            <p14:xfrm>
              <a:off x="836866" y="4225808"/>
              <a:ext cx="21782" cy="80265"/>
            </p14:xfrm>
          </p:contentPart>
        </mc:Choice>
        <mc:Fallback xmlns="">
          <p:sp>
            <p:nvSpPr>
              <p:cNvPr id="1050787" name=""/>
              <p:cNvSpPr/>
              <p:nvPr/>
            </p:nvSpPr>
            <p:spPr>
              <a:xfrm>
                <a:off x="836866" y="4225808"/>
                <a:ext cx="21782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788" name="Ink 1050787"/>
              <p14:cNvContentPartPr/>
              <p14:nvPr/>
            </p14:nvContentPartPr>
            <p14:xfrm>
              <a:off x="1088916" y="4600225"/>
              <a:ext cx="247509" cy="10802"/>
            </p14:xfrm>
          </p:contentPart>
        </mc:Choice>
        <mc:Fallback xmlns="">
          <p:sp>
            <p:nvSpPr>
              <p:cNvPr id="1050788" name=""/>
              <p:cNvSpPr/>
              <p:nvPr/>
            </p:nvSpPr>
            <p:spPr>
              <a:xfrm>
                <a:off x="1088916" y="4600225"/>
                <a:ext cx="247509" cy="10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789" name="Ink 1050788"/>
              <p14:cNvContentPartPr/>
              <p14:nvPr/>
            </p14:nvContentPartPr>
            <p14:xfrm>
              <a:off x="1204335" y="4510363"/>
              <a:ext cx="14383" cy="206055"/>
            </p14:xfrm>
          </p:contentPart>
        </mc:Choice>
        <mc:Fallback xmlns="">
          <p:sp>
            <p:nvSpPr>
              <p:cNvPr id="1050789" name=""/>
              <p:cNvSpPr/>
              <p:nvPr/>
            </p:nvSpPr>
            <p:spPr>
              <a:xfrm>
                <a:off x="1204335" y="4510363"/>
                <a:ext cx="14383" cy="206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790" name="Ink 1050789"/>
              <p14:cNvContentPartPr/>
              <p14:nvPr/>
            </p14:nvContentPartPr>
            <p14:xfrm>
              <a:off x="1478325" y="4304728"/>
              <a:ext cx="303495" cy="338050"/>
            </p14:xfrm>
          </p:contentPart>
        </mc:Choice>
        <mc:Fallback xmlns="">
          <p:sp>
            <p:nvSpPr>
              <p:cNvPr id="1050790" name=""/>
              <p:cNvSpPr/>
              <p:nvPr/>
            </p:nvSpPr>
            <p:spPr>
              <a:xfrm>
                <a:off x="1478325" y="4304728"/>
                <a:ext cx="303495" cy="3380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791" name="Ink 1050790"/>
              <p14:cNvContentPartPr/>
              <p14:nvPr/>
            </p14:nvContentPartPr>
            <p14:xfrm>
              <a:off x="1617442" y="4437099"/>
              <a:ext cx="105819" cy="154170"/>
            </p14:xfrm>
          </p:contentPart>
        </mc:Choice>
        <mc:Fallback xmlns="">
          <p:sp>
            <p:nvSpPr>
              <p:cNvPr id="1050791" name=""/>
              <p:cNvSpPr/>
              <p:nvPr/>
            </p:nvSpPr>
            <p:spPr>
              <a:xfrm>
                <a:off x="1617442" y="4437099"/>
                <a:ext cx="105819" cy="1541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792" name="Ink 1050791"/>
              <p14:cNvContentPartPr/>
              <p14:nvPr/>
            </p14:nvContentPartPr>
            <p14:xfrm>
              <a:off x="1492550" y="4690247"/>
              <a:ext cx="387538" cy="31407"/>
            </p14:xfrm>
          </p:contentPart>
        </mc:Choice>
        <mc:Fallback xmlns="">
          <p:sp>
            <p:nvSpPr>
              <p:cNvPr id="1050792" name=""/>
              <p:cNvSpPr/>
              <p:nvPr/>
            </p:nvSpPr>
            <p:spPr>
              <a:xfrm>
                <a:off x="1492550" y="4690247"/>
                <a:ext cx="387538" cy="314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793" name="Ink 1050792"/>
              <p14:cNvContentPartPr/>
              <p14:nvPr/>
            </p14:nvContentPartPr>
            <p14:xfrm>
              <a:off x="1645659" y="4780416"/>
              <a:ext cx="238376" cy="243555"/>
            </p14:xfrm>
          </p:contentPart>
        </mc:Choice>
        <mc:Fallback xmlns="">
          <p:sp>
            <p:nvSpPr>
              <p:cNvPr id="1050793" name=""/>
              <p:cNvSpPr/>
              <p:nvPr/>
            </p:nvSpPr>
            <p:spPr>
              <a:xfrm>
                <a:off x="1645659" y="4780416"/>
                <a:ext cx="238376" cy="243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794" name="Ink 1050793"/>
              <p14:cNvContentPartPr/>
              <p14:nvPr/>
            </p14:nvContentPartPr>
            <p14:xfrm>
              <a:off x="2083333" y="4663463"/>
              <a:ext cx="226566" cy="28936"/>
            </p14:xfrm>
          </p:contentPart>
        </mc:Choice>
        <mc:Fallback xmlns="">
          <p:sp>
            <p:nvSpPr>
              <p:cNvPr id="1050794" name=""/>
              <p:cNvSpPr/>
              <p:nvPr/>
            </p:nvSpPr>
            <p:spPr>
              <a:xfrm>
                <a:off x="2083333" y="4663463"/>
                <a:ext cx="226566" cy="28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795" name="Ink 1050794"/>
              <p14:cNvContentPartPr/>
              <p14:nvPr/>
            </p14:nvContentPartPr>
            <p14:xfrm>
              <a:off x="1982424" y="4517817"/>
              <a:ext cx="209722" cy="160190"/>
            </p14:xfrm>
          </p:contentPart>
        </mc:Choice>
        <mc:Fallback xmlns="">
          <p:sp>
            <p:nvSpPr>
              <p:cNvPr id="1050795" name=""/>
              <p:cNvSpPr/>
              <p:nvPr/>
            </p:nvSpPr>
            <p:spPr>
              <a:xfrm>
                <a:off x="1982424" y="4517817"/>
                <a:ext cx="209722" cy="1601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796" name="Ink 1050795"/>
              <p14:cNvContentPartPr/>
              <p14:nvPr/>
            </p14:nvContentPartPr>
            <p14:xfrm>
              <a:off x="2201735" y="4568375"/>
              <a:ext cx="271083" cy="143093"/>
            </p14:xfrm>
          </p:contentPart>
        </mc:Choice>
        <mc:Fallback xmlns="">
          <p:sp>
            <p:nvSpPr>
              <p:cNvPr id="1050796" name=""/>
              <p:cNvSpPr/>
              <p:nvPr/>
            </p:nvSpPr>
            <p:spPr>
              <a:xfrm>
                <a:off x="2201735" y="4568375"/>
                <a:ext cx="271083" cy="143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797" name="Ink 1050796"/>
              <p14:cNvContentPartPr/>
              <p14:nvPr/>
            </p14:nvContentPartPr>
            <p14:xfrm>
              <a:off x="2256255" y="4334829"/>
              <a:ext cx="36007" cy="95268"/>
            </p14:xfrm>
          </p:contentPart>
        </mc:Choice>
        <mc:Fallback xmlns="">
          <p:sp>
            <p:nvSpPr>
              <p:cNvPr id="1050797" name=""/>
              <p:cNvSpPr/>
              <p:nvPr/>
            </p:nvSpPr>
            <p:spPr>
              <a:xfrm>
                <a:off x="2256255" y="4334829"/>
                <a:ext cx="36007" cy="95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798" name="Ink 1050797"/>
              <p14:cNvContentPartPr/>
              <p14:nvPr/>
            </p14:nvContentPartPr>
            <p14:xfrm>
              <a:off x="2609214" y="4641389"/>
              <a:ext cx="223599" cy="7251"/>
            </p14:xfrm>
          </p:contentPart>
        </mc:Choice>
        <mc:Fallback xmlns="">
          <p:sp>
            <p:nvSpPr>
              <p:cNvPr id="1050798" name=""/>
              <p:cNvSpPr/>
              <p:nvPr/>
            </p:nvSpPr>
            <p:spPr>
              <a:xfrm>
                <a:off x="2609214" y="4641389"/>
                <a:ext cx="223599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799" name="Ink 1050798"/>
              <p14:cNvContentPartPr/>
              <p14:nvPr/>
            </p14:nvContentPartPr>
            <p14:xfrm>
              <a:off x="2702612" y="4575626"/>
              <a:ext cx="14622" cy="198815"/>
            </p14:xfrm>
          </p:contentPart>
        </mc:Choice>
        <mc:Fallback xmlns="">
          <p:sp>
            <p:nvSpPr>
              <p:cNvPr id="1050799" name=""/>
              <p:cNvSpPr/>
              <p:nvPr/>
            </p:nvSpPr>
            <p:spPr>
              <a:xfrm>
                <a:off x="2702612" y="4575626"/>
                <a:ext cx="14622" cy="198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800" name="Ink 1050799"/>
              <p14:cNvContentPartPr/>
              <p14:nvPr/>
            </p14:nvContentPartPr>
            <p14:xfrm>
              <a:off x="2988569" y="4488359"/>
              <a:ext cx="280126" cy="190186"/>
            </p14:xfrm>
          </p:contentPart>
        </mc:Choice>
        <mc:Fallback xmlns="">
          <p:sp>
            <p:nvSpPr>
              <p:cNvPr id="1050800" name=""/>
              <p:cNvSpPr/>
              <p:nvPr/>
            </p:nvSpPr>
            <p:spPr>
              <a:xfrm>
                <a:off x="2988569" y="4488359"/>
                <a:ext cx="280126" cy="1901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801" name="Ink 1050800"/>
              <p14:cNvContentPartPr/>
              <p14:nvPr/>
            </p14:nvContentPartPr>
            <p14:xfrm>
              <a:off x="3266009" y="4714654"/>
              <a:ext cx="120710" cy="139481"/>
            </p14:xfrm>
          </p:contentPart>
        </mc:Choice>
        <mc:Fallback xmlns="">
          <p:sp>
            <p:nvSpPr>
              <p:cNvPr id="1050801" name=""/>
              <p:cNvSpPr/>
              <p:nvPr/>
            </p:nvSpPr>
            <p:spPr>
              <a:xfrm>
                <a:off x="3266009" y="4714654"/>
                <a:ext cx="120710" cy="139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802" name="Ink 1050801"/>
              <p14:cNvContentPartPr/>
              <p14:nvPr/>
            </p14:nvContentPartPr>
            <p14:xfrm>
              <a:off x="3171546" y="4294860"/>
              <a:ext cx="226741" cy="210375"/>
            </p14:xfrm>
          </p:contentPart>
        </mc:Choice>
        <mc:Fallback xmlns="">
          <p:sp>
            <p:nvSpPr>
              <p:cNvPr id="1050802" name=""/>
              <p:cNvSpPr/>
              <p:nvPr/>
            </p:nvSpPr>
            <p:spPr>
              <a:xfrm>
                <a:off x="3171546" y="4294860"/>
                <a:ext cx="226741" cy="2103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803" name="Ink 1050802"/>
              <p14:cNvContentPartPr/>
              <p14:nvPr/>
            </p14:nvContentPartPr>
            <p14:xfrm>
              <a:off x="3430708" y="4495360"/>
              <a:ext cx="112095" cy="246440"/>
            </p14:xfrm>
          </p:contentPart>
        </mc:Choice>
        <mc:Fallback xmlns="">
          <p:sp>
            <p:nvSpPr>
              <p:cNvPr id="1050803" name=""/>
              <p:cNvSpPr/>
              <p:nvPr/>
            </p:nvSpPr>
            <p:spPr>
              <a:xfrm>
                <a:off x="3430708" y="4495360"/>
                <a:ext cx="112095" cy="246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804" name="Ink 1050803"/>
              <p14:cNvContentPartPr/>
              <p14:nvPr/>
            </p14:nvContentPartPr>
            <p14:xfrm>
              <a:off x="3516480" y="4531868"/>
              <a:ext cx="186211" cy="200649"/>
            </p14:xfrm>
          </p:contentPart>
        </mc:Choice>
        <mc:Fallback xmlns="">
          <p:sp>
            <p:nvSpPr>
              <p:cNvPr id="1050804" name=""/>
              <p:cNvSpPr/>
              <p:nvPr/>
            </p:nvSpPr>
            <p:spPr>
              <a:xfrm>
                <a:off x="3516480" y="4531868"/>
                <a:ext cx="186211" cy="200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805" name="Ink 1050804"/>
              <p14:cNvContentPartPr/>
              <p14:nvPr/>
            </p14:nvContentPartPr>
            <p14:xfrm>
              <a:off x="3762329" y="4583061"/>
              <a:ext cx="166654" cy="24909"/>
            </p14:xfrm>
          </p:contentPart>
        </mc:Choice>
        <mc:Fallback xmlns="">
          <p:sp>
            <p:nvSpPr>
              <p:cNvPr id="1050805" name=""/>
              <p:cNvSpPr/>
              <p:nvPr/>
            </p:nvSpPr>
            <p:spPr>
              <a:xfrm>
                <a:off x="3762329" y="4583061"/>
                <a:ext cx="166654" cy="249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806" name="Ink 1050805"/>
              <p14:cNvContentPartPr/>
              <p14:nvPr/>
            </p14:nvContentPartPr>
            <p14:xfrm>
              <a:off x="3790778" y="4678146"/>
              <a:ext cx="172922" cy="22004"/>
            </p14:xfrm>
          </p:contentPart>
        </mc:Choice>
        <mc:Fallback xmlns="">
          <p:sp>
            <p:nvSpPr>
              <p:cNvPr id="1050806" name=""/>
              <p:cNvSpPr/>
              <p:nvPr/>
            </p:nvSpPr>
            <p:spPr>
              <a:xfrm>
                <a:off x="3790778" y="4678146"/>
                <a:ext cx="172922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807" name="Ink 1050806"/>
              <p14:cNvContentPartPr/>
              <p14:nvPr/>
            </p14:nvContentPartPr>
            <p14:xfrm>
              <a:off x="4088649" y="4575626"/>
              <a:ext cx="118959" cy="158397"/>
            </p14:xfrm>
          </p:contentPart>
        </mc:Choice>
        <mc:Fallback xmlns="">
          <p:sp>
            <p:nvSpPr>
              <p:cNvPr id="1050807" name=""/>
              <p:cNvSpPr/>
              <p:nvPr/>
            </p:nvSpPr>
            <p:spPr>
              <a:xfrm>
                <a:off x="4088649" y="4575626"/>
                <a:ext cx="118959" cy="1583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808" name="Ink 1050807"/>
              <p14:cNvContentPartPr/>
              <p14:nvPr/>
            </p14:nvContentPartPr>
            <p14:xfrm>
              <a:off x="9549287" y="72994"/>
              <a:ext cx="91971" cy="3940010"/>
            </p14:xfrm>
          </p:contentPart>
        </mc:Choice>
        <mc:Fallback xmlns="">
          <p:sp>
            <p:nvSpPr>
              <p:cNvPr id="1050808" name=""/>
              <p:cNvSpPr/>
              <p:nvPr/>
            </p:nvSpPr>
            <p:spPr>
              <a:xfrm>
                <a:off x="9549287" y="72994"/>
                <a:ext cx="91971" cy="3940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809" name="Ink 1050808"/>
              <p14:cNvContentPartPr/>
              <p14:nvPr/>
            </p14:nvContentPartPr>
            <p14:xfrm>
              <a:off x="9875342" y="791888"/>
              <a:ext cx="164555" cy="578637"/>
            </p14:xfrm>
          </p:contentPart>
        </mc:Choice>
        <mc:Fallback xmlns="">
          <p:sp>
            <p:nvSpPr>
              <p:cNvPr id="1050809" name=""/>
              <p:cNvSpPr/>
              <p:nvPr/>
            </p:nvSpPr>
            <p:spPr>
              <a:xfrm>
                <a:off x="9875342" y="791888"/>
                <a:ext cx="164555" cy="5786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810" name="Ink 1050809"/>
              <p14:cNvContentPartPr/>
              <p14:nvPr/>
            </p14:nvContentPartPr>
            <p14:xfrm>
              <a:off x="9900864" y="707868"/>
              <a:ext cx="172397" cy="3320"/>
            </p14:xfrm>
          </p:contentPart>
        </mc:Choice>
        <mc:Fallback xmlns="">
          <p:sp>
            <p:nvSpPr>
              <p:cNvPr id="1050810" name=""/>
              <p:cNvSpPr/>
              <p:nvPr/>
            </p:nvSpPr>
            <p:spPr>
              <a:xfrm>
                <a:off x="9900864" y="707868"/>
                <a:ext cx="172397" cy="3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811" name="Ink 1050810"/>
              <p14:cNvContentPartPr/>
              <p14:nvPr/>
            </p14:nvContentPartPr>
            <p14:xfrm>
              <a:off x="10073787" y="613350"/>
              <a:ext cx="73717" cy="218542"/>
            </p14:xfrm>
          </p:contentPart>
        </mc:Choice>
        <mc:Fallback xmlns="">
          <p:sp>
            <p:nvSpPr>
              <p:cNvPr id="1050811" name=""/>
              <p:cNvSpPr/>
              <p:nvPr/>
            </p:nvSpPr>
            <p:spPr>
              <a:xfrm>
                <a:off x="10073787" y="613350"/>
                <a:ext cx="73717" cy="2185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812" name="Ink 1050811"/>
              <p14:cNvContentPartPr/>
              <p14:nvPr/>
            </p14:nvContentPartPr>
            <p14:xfrm>
              <a:off x="10116907" y="1003858"/>
              <a:ext cx="166647" cy="25072"/>
            </p14:xfrm>
          </p:contentPart>
        </mc:Choice>
        <mc:Fallback xmlns="">
          <p:sp>
            <p:nvSpPr>
              <p:cNvPr id="1050812" name=""/>
              <p:cNvSpPr/>
              <p:nvPr/>
            </p:nvSpPr>
            <p:spPr>
              <a:xfrm>
                <a:off x="10116907" y="1003858"/>
                <a:ext cx="166647" cy="25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813" name="Ink 1050812"/>
              <p14:cNvContentPartPr/>
              <p14:nvPr/>
            </p14:nvContentPartPr>
            <p14:xfrm>
              <a:off x="10116907" y="1087270"/>
              <a:ext cx="178427" cy="29178"/>
            </p14:xfrm>
          </p:contentPart>
        </mc:Choice>
        <mc:Fallback xmlns="">
          <p:sp>
            <p:nvSpPr>
              <p:cNvPr id="1050813" name=""/>
              <p:cNvSpPr/>
              <p:nvPr/>
            </p:nvSpPr>
            <p:spPr>
              <a:xfrm>
                <a:off x="10116907" y="1087270"/>
                <a:ext cx="178427" cy="291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814" name="Ink 1050813"/>
              <p14:cNvContentPartPr/>
              <p14:nvPr/>
            </p14:nvContentPartPr>
            <p14:xfrm>
              <a:off x="10340506" y="1021243"/>
              <a:ext cx="158238" cy="29692"/>
            </p14:xfrm>
          </p:contentPart>
        </mc:Choice>
        <mc:Fallback xmlns="">
          <p:sp>
            <p:nvSpPr>
              <p:cNvPr id="1050814" name=""/>
              <p:cNvSpPr/>
              <p:nvPr/>
            </p:nvSpPr>
            <p:spPr>
              <a:xfrm>
                <a:off x="10340506" y="1021243"/>
                <a:ext cx="158238" cy="29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815" name="Ink 1050814"/>
              <p14:cNvContentPartPr/>
              <p14:nvPr/>
            </p14:nvContentPartPr>
            <p14:xfrm>
              <a:off x="10505872" y="767598"/>
              <a:ext cx="205731" cy="270541"/>
            </p14:xfrm>
          </p:contentPart>
        </mc:Choice>
        <mc:Fallback xmlns="">
          <p:sp>
            <p:nvSpPr>
              <p:cNvPr id="1050815" name=""/>
              <p:cNvSpPr/>
              <p:nvPr/>
            </p:nvSpPr>
            <p:spPr>
              <a:xfrm>
                <a:off x="10505872" y="767598"/>
                <a:ext cx="205731" cy="270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816" name="Ink 1050815"/>
              <p14:cNvContentPartPr/>
              <p14:nvPr/>
            </p14:nvContentPartPr>
            <p14:xfrm>
              <a:off x="10588914" y="890404"/>
              <a:ext cx="125888" cy="179268"/>
            </p14:xfrm>
          </p:contentPart>
        </mc:Choice>
        <mc:Fallback xmlns="">
          <p:sp>
            <p:nvSpPr>
              <p:cNvPr id="1050816" name=""/>
              <p:cNvSpPr/>
              <p:nvPr/>
            </p:nvSpPr>
            <p:spPr>
              <a:xfrm>
                <a:off x="10588914" y="890404"/>
                <a:ext cx="125888" cy="179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817" name="Ink 1050816"/>
              <p14:cNvContentPartPr/>
              <p14:nvPr/>
            </p14:nvContentPartPr>
            <p14:xfrm>
              <a:off x="10824099" y="831185"/>
              <a:ext cx="238876" cy="197823"/>
            </p14:xfrm>
          </p:contentPart>
        </mc:Choice>
        <mc:Fallback xmlns="">
          <p:sp>
            <p:nvSpPr>
              <p:cNvPr id="1050817" name=""/>
              <p:cNvSpPr/>
              <p:nvPr/>
            </p:nvSpPr>
            <p:spPr>
              <a:xfrm>
                <a:off x="10824099" y="831185"/>
                <a:ext cx="238876" cy="197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818" name="Ink 1050817"/>
              <p14:cNvContentPartPr/>
              <p14:nvPr/>
            </p14:nvContentPartPr>
            <p14:xfrm>
              <a:off x="10822823" y="702730"/>
              <a:ext cx="266755" cy="19641"/>
            </p14:xfrm>
          </p:contentPart>
        </mc:Choice>
        <mc:Fallback xmlns="">
          <p:sp>
            <p:nvSpPr>
              <p:cNvPr id="1050818" name=""/>
              <p:cNvSpPr/>
              <p:nvPr/>
            </p:nvSpPr>
            <p:spPr>
              <a:xfrm>
                <a:off x="10822823" y="702730"/>
                <a:ext cx="266755" cy="19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819" name="Ink 1050818"/>
              <p14:cNvContentPartPr/>
              <p14:nvPr/>
            </p14:nvContentPartPr>
            <p14:xfrm>
              <a:off x="11053535" y="649857"/>
              <a:ext cx="85538" cy="248048"/>
            </p14:xfrm>
          </p:contentPart>
        </mc:Choice>
        <mc:Fallback xmlns="">
          <p:sp>
            <p:nvSpPr>
              <p:cNvPr id="1050819" name=""/>
              <p:cNvSpPr/>
              <p:nvPr/>
            </p:nvSpPr>
            <p:spPr>
              <a:xfrm>
                <a:off x="11053535" y="649857"/>
                <a:ext cx="85538" cy="248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820" name="Ink 1050819"/>
              <p14:cNvContentPartPr/>
              <p14:nvPr/>
            </p14:nvContentPartPr>
            <p14:xfrm>
              <a:off x="10008855" y="1766326"/>
              <a:ext cx="179836" cy="402119"/>
            </p14:xfrm>
          </p:contentPart>
        </mc:Choice>
        <mc:Fallback xmlns="">
          <p:sp>
            <p:nvSpPr>
              <p:cNvPr id="1050820" name=""/>
              <p:cNvSpPr/>
              <p:nvPr/>
            </p:nvSpPr>
            <p:spPr>
              <a:xfrm>
                <a:off x="10008855" y="1766326"/>
                <a:ext cx="179836" cy="402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821" name="Ink 1050820"/>
              <p14:cNvContentPartPr/>
              <p14:nvPr/>
            </p14:nvContentPartPr>
            <p14:xfrm>
              <a:off x="10479200" y="1831839"/>
              <a:ext cx="589004" cy="47759"/>
            </p14:xfrm>
          </p:contentPart>
        </mc:Choice>
        <mc:Fallback xmlns="">
          <p:sp>
            <p:nvSpPr>
              <p:cNvPr id="1050821" name=""/>
              <p:cNvSpPr/>
              <p:nvPr/>
            </p:nvSpPr>
            <p:spPr>
              <a:xfrm>
                <a:off x="10479200" y="1831839"/>
                <a:ext cx="589004" cy="47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822" name="Ink 1050821"/>
              <p14:cNvContentPartPr/>
              <p14:nvPr/>
            </p14:nvContentPartPr>
            <p14:xfrm>
              <a:off x="10988633" y="1736820"/>
              <a:ext cx="105032" cy="191832"/>
            </p14:xfrm>
          </p:contentPart>
        </mc:Choice>
        <mc:Fallback xmlns="">
          <p:sp>
            <p:nvSpPr>
              <p:cNvPr id="1050822" name=""/>
              <p:cNvSpPr/>
              <p:nvPr/>
            </p:nvSpPr>
            <p:spPr>
              <a:xfrm>
                <a:off x="10988633" y="1736820"/>
                <a:ext cx="105032" cy="1918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823" name="Ink 1050822"/>
              <p14:cNvContentPartPr/>
              <p14:nvPr/>
            </p14:nvContentPartPr>
            <p14:xfrm>
              <a:off x="10398742" y="1751573"/>
              <a:ext cx="208038" cy="224459"/>
            </p14:xfrm>
          </p:contentPart>
        </mc:Choice>
        <mc:Fallback xmlns="">
          <p:sp>
            <p:nvSpPr>
              <p:cNvPr id="1050823" name=""/>
              <p:cNvSpPr/>
              <p:nvPr/>
            </p:nvSpPr>
            <p:spPr>
              <a:xfrm>
                <a:off x="10398742" y="1751573"/>
                <a:ext cx="208038" cy="2244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824" name="Ink 1050823"/>
              <p14:cNvContentPartPr/>
              <p14:nvPr/>
            </p14:nvContentPartPr>
            <p14:xfrm>
              <a:off x="10687768" y="1787728"/>
              <a:ext cx="193206" cy="149013"/>
            </p14:xfrm>
          </p:contentPart>
        </mc:Choice>
        <mc:Fallback xmlns="">
          <p:sp>
            <p:nvSpPr>
              <p:cNvPr id="1050824" name=""/>
              <p:cNvSpPr/>
              <p:nvPr/>
            </p:nvSpPr>
            <p:spPr>
              <a:xfrm>
                <a:off x="10687768" y="1787728"/>
                <a:ext cx="193206" cy="149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825" name="Ink 1050824"/>
              <p14:cNvContentPartPr/>
              <p14:nvPr/>
            </p14:nvContentPartPr>
            <p14:xfrm>
              <a:off x="11269577" y="1707564"/>
              <a:ext cx="126772" cy="196000"/>
            </p14:xfrm>
          </p:contentPart>
        </mc:Choice>
        <mc:Fallback xmlns="">
          <p:sp>
            <p:nvSpPr>
              <p:cNvPr id="1050825" name=""/>
              <p:cNvSpPr/>
              <p:nvPr/>
            </p:nvSpPr>
            <p:spPr>
              <a:xfrm>
                <a:off x="11269577" y="1707564"/>
                <a:ext cx="126772" cy="1960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826" name="Ink 1050825"/>
              <p14:cNvContentPartPr/>
              <p14:nvPr/>
            </p14:nvContentPartPr>
            <p14:xfrm>
              <a:off x="11371562" y="1715316"/>
              <a:ext cx="123355" cy="182494"/>
            </p14:xfrm>
          </p:contentPart>
        </mc:Choice>
        <mc:Fallback xmlns="">
          <p:sp>
            <p:nvSpPr>
              <p:cNvPr id="1050826" name=""/>
              <p:cNvSpPr/>
              <p:nvPr/>
            </p:nvSpPr>
            <p:spPr>
              <a:xfrm>
                <a:off x="11371562" y="1715316"/>
                <a:ext cx="123355" cy="1824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827" name="Ink 1050826"/>
              <p14:cNvContentPartPr/>
              <p14:nvPr/>
            </p14:nvContentPartPr>
            <p14:xfrm>
              <a:off x="9936871" y="2476318"/>
              <a:ext cx="237182" cy="231443"/>
            </p14:xfrm>
          </p:contentPart>
        </mc:Choice>
        <mc:Fallback xmlns="">
          <p:sp>
            <p:nvSpPr>
              <p:cNvPr id="1050827" name=""/>
              <p:cNvSpPr/>
              <p:nvPr/>
            </p:nvSpPr>
            <p:spPr>
              <a:xfrm>
                <a:off x="9936871" y="2476318"/>
                <a:ext cx="237182" cy="23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828" name="Ink 1050827"/>
              <p14:cNvContentPartPr/>
              <p14:nvPr/>
            </p14:nvContentPartPr>
            <p14:xfrm>
              <a:off x="10052005" y="2320684"/>
              <a:ext cx="21782" cy="80265"/>
            </p14:xfrm>
          </p:contentPart>
        </mc:Choice>
        <mc:Fallback xmlns="">
          <p:sp>
            <p:nvSpPr>
              <p:cNvPr id="1050828" name=""/>
              <p:cNvSpPr/>
              <p:nvPr/>
            </p:nvSpPr>
            <p:spPr>
              <a:xfrm>
                <a:off x="10052005" y="2320684"/>
                <a:ext cx="21782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829" name="Ink 1050828"/>
              <p14:cNvContentPartPr/>
              <p14:nvPr/>
            </p14:nvContentPartPr>
            <p14:xfrm>
              <a:off x="10477422" y="2517723"/>
              <a:ext cx="648127" cy="87517"/>
            </p14:xfrm>
          </p:contentPart>
        </mc:Choice>
        <mc:Fallback xmlns="">
          <p:sp>
            <p:nvSpPr>
              <p:cNvPr id="1050829" name=""/>
              <p:cNvSpPr/>
              <p:nvPr/>
            </p:nvSpPr>
            <p:spPr>
              <a:xfrm>
                <a:off x="10477422" y="2517723"/>
                <a:ext cx="648127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830" name="Ink 1050829"/>
              <p14:cNvContentPartPr/>
              <p14:nvPr/>
            </p14:nvContentPartPr>
            <p14:xfrm>
              <a:off x="11040819" y="2430206"/>
              <a:ext cx="95234" cy="227342"/>
            </p14:xfrm>
          </p:contentPart>
        </mc:Choice>
        <mc:Fallback xmlns="">
          <p:sp>
            <p:nvSpPr>
              <p:cNvPr id="1050830" name=""/>
              <p:cNvSpPr/>
              <p:nvPr/>
            </p:nvSpPr>
            <p:spPr>
              <a:xfrm>
                <a:off x="11040819" y="2430206"/>
                <a:ext cx="95234" cy="2273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831" name="Ink 1050830"/>
              <p14:cNvContentPartPr/>
              <p14:nvPr/>
            </p14:nvContentPartPr>
            <p14:xfrm>
              <a:off x="10359627" y="2488467"/>
              <a:ext cx="132020" cy="199455"/>
            </p14:xfrm>
          </p:contentPart>
        </mc:Choice>
        <mc:Fallback xmlns="">
          <p:sp>
            <p:nvSpPr>
              <p:cNvPr id="1050831" name=""/>
              <p:cNvSpPr/>
              <p:nvPr/>
            </p:nvSpPr>
            <p:spPr>
              <a:xfrm>
                <a:off x="10359627" y="2488467"/>
                <a:ext cx="132020" cy="199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832" name="Ink 1050831"/>
              <p14:cNvContentPartPr/>
              <p14:nvPr/>
            </p14:nvContentPartPr>
            <p14:xfrm>
              <a:off x="10704259" y="2527243"/>
              <a:ext cx="189800" cy="125808"/>
            </p14:xfrm>
          </p:contentPart>
        </mc:Choice>
        <mc:Fallback xmlns="">
          <p:sp>
            <p:nvSpPr>
              <p:cNvPr id="1050832" name=""/>
              <p:cNvSpPr/>
              <p:nvPr/>
            </p:nvSpPr>
            <p:spPr>
              <a:xfrm>
                <a:off x="10704259" y="2527243"/>
                <a:ext cx="189800" cy="125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833" name="Ink 1050832"/>
              <p14:cNvContentPartPr/>
              <p14:nvPr/>
            </p14:nvContentPartPr>
            <p14:xfrm>
              <a:off x="11263163" y="2422954"/>
              <a:ext cx="160325" cy="190195"/>
            </p14:xfrm>
          </p:contentPart>
        </mc:Choice>
        <mc:Fallback xmlns="">
          <p:sp>
            <p:nvSpPr>
              <p:cNvPr id="1050833" name=""/>
              <p:cNvSpPr/>
              <p:nvPr/>
            </p:nvSpPr>
            <p:spPr>
              <a:xfrm>
                <a:off x="11263163" y="2422954"/>
                <a:ext cx="160325" cy="1901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834" name="Ink 1050833"/>
              <p14:cNvContentPartPr/>
              <p14:nvPr/>
            </p14:nvContentPartPr>
            <p14:xfrm>
              <a:off x="11396694" y="2415453"/>
              <a:ext cx="153827" cy="168415"/>
            </p14:xfrm>
          </p:contentPart>
        </mc:Choice>
        <mc:Fallback xmlns="">
          <p:sp>
            <p:nvSpPr>
              <p:cNvPr id="1050834" name=""/>
              <p:cNvSpPr/>
              <p:nvPr/>
            </p:nvSpPr>
            <p:spPr>
              <a:xfrm>
                <a:off x="11396694" y="2415453"/>
                <a:ext cx="153827" cy="168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835" name="Ink 1050834"/>
              <p14:cNvContentPartPr/>
              <p14:nvPr/>
            </p14:nvContentPartPr>
            <p14:xfrm>
              <a:off x="11405731" y="2262673"/>
              <a:ext cx="762" cy="63723"/>
            </p14:xfrm>
          </p:contentPart>
        </mc:Choice>
        <mc:Fallback xmlns="">
          <p:sp>
            <p:nvSpPr>
              <p:cNvPr id="1050835" name=""/>
              <p:cNvSpPr/>
              <p:nvPr/>
            </p:nvSpPr>
            <p:spPr>
              <a:xfrm>
                <a:off x="11405731" y="2262673"/>
                <a:ext cx="762" cy="63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836" name="Ink 1050835"/>
              <p14:cNvContentPartPr/>
              <p14:nvPr/>
            </p14:nvContentPartPr>
            <p14:xfrm>
              <a:off x="9907977" y="2882775"/>
              <a:ext cx="262261" cy="403027"/>
            </p14:xfrm>
          </p:contentPart>
        </mc:Choice>
        <mc:Fallback xmlns="">
          <p:sp>
            <p:nvSpPr>
              <p:cNvPr id="1050836" name=""/>
              <p:cNvSpPr/>
              <p:nvPr/>
            </p:nvSpPr>
            <p:spPr>
              <a:xfrm>
                <a:off x="9907977" y="2882775"/>
                <a:ext cx="262261" cy="4030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837" name="Ink 1050836"/>
              <p14:cNvContentPartPr/>
              <p14:nvPr/>
            </p14:nvContentPartPr>
            <p14:xfrm>
              <a:off x="9992895" y="3014070"/>
              <a:ext cx="138681" cy="227188"/>
            </p14:xfrm>
          </p:contentPart>
        </mc:Choice>
        <mc:Fallback xmlns="">
          <p:sp>
            <p:nvSpPr>
              <p:cNvPr id="1050837" name=""/>
              <p:cNvSpPr/>
              <p:nvPr/>
            </p:nvSpPr>
            <p:spPr>
              <a:xfrm>
                <a:off x="9992895" y="3014070"/>
                <a:ext cx="138681" cy="2271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838" name="Ink 1050837"/>
              <p14:cNvContentPartPr/>
              <p14:nvPr/>
            </p14:nvContentPartPr>
            <p14:xfrm>
              <a:off x="10436969" y="3114381"/>
              <a:ext cx="644507" cy="49968"/>
            </p14:xfrm>
          </p:contentPart>
        </mc:Choice>
        <mc:Fallback xmlns="">
          <p:sp>
            <p:nvSpPr>
              <p:cNvPr id="1050838" name=""/>
              <p:cNvSpPr/>
              <p:nvPr/>
            </p:nvSpPr>
            <p:spPr>
              <a:xfrm>
                <a:off x="10436969" y="3114381"/>
                <a:ext cx="644507" cy="499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839" name="Ink 1050838"/>
              <p14:cNvContentPartPr/>
              <p14:nvPr/>
            </p14:nvContentPartPr>
            <p14:xfrm>
              <a:off x="10981521" y="3028823"/>
              <a:ext cx="187829" cy="197038"/>
            </p14:xfrm>
          </p:contentPart>
        </mc:Choice>
        <mc:Fallback xmlns="">
          <p:sp>
            <p:nvSpPr>
              <p:cNvPr id="1050839" name=""/>
              <p:cNvSpPr/>
              <p:nvPr/>
            </p:nvSpPr>
            <p:spPr>
              <a:xfrm>
                <a:off x="10981521" y="3028823"/>
                <a:ext cx="187829" cy="197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840" name="Ink 1050839"/>
              <p14:cNvContentPartPr/>
              <p14:nvPr/>
            </p14:nvContentPartPr>
            <p14:xfrm>
              <a:off x="10361451" y="3079583"/>
              <a:ext cx="123083" cy="130455"/>
            </p14:xfrm>
          </p:contentPart>
        </mc:Choice>
        <mc:Fallback xmlns="">
          <p:sp>
            <p:nvSpPr>
              <p:cNvPr id="1050840" name=""/>
              <p:cNvSpPr/>
              <p:nvPr/>
            </p:nvSpPr>
            <p:spPr>
              <a:xfrm>
                <a:off x="10361451" y="3079583"/>
                <a:ext cx="123083" cy="130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841" name="Ink 1050840"/>
              <p14:cNvContentPartPr/>
              <p14:nvPr/>
            </p14:nvContentPartPr>
            <p14:xfrm>
              <a:off x="10691937" y="3098360"/>
              <a:ext cx="168513" cy="105179"/>
            </p14:xfrm>
          </p:contentPart>
        </mc:Choice>
        <mc:Fallback xmlns="">
          <p:sp>
            <p:nvSpPr>
              <p:cNvPr id="1050841" name=""/>
              <p:cNvSpPr/>
              <p:nvPr/>
            </p:nvSpPr>
            <p:spPr>
              <a:xfrm>
                <a:off x="10691937" y="3098360"/>
                <a:ext cx="168513" cy="105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842" name="Ink 1050841"/>
              <p14:cNvContentPartPr/>
              <p14:nvPr/>
            </p14:nvContentPartPr>
            <p14:xfrm>
              <a:off x="11277134" y="2984814"/>
              <a:ext cx="35221" cy="246197"/>
            </p14:xfrm>
          </p:contentPart>
        </mc:Choice>
        <mc:Fallback xmlns="">
          <p:sp>
            <p:nvSpPr>
              <p:cNvPr id="1050842" name=""/>
              <p:cNvSpPr/>
              <p:nvPr/>
            </p:nvSpPr>
            <p:spPr>
              <a:xfrm>
                <a:off x="11277134" y="2984814"/>
                <a:ext cx="35221" cy="2461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843" name="Ink 1050842"/>
              <p14:cNvContentPartPr/>
              <p14:nvPr/>
            </p14:nvContentPartPr>
            <p14:xfrm>
              <a:off x="11246461" y="2890552"/>
              <a:ext cx="283560" cy="316291"/>
            </p14:xfrm>
          </p:contentPart>
        </mc:Choice>
        <mc:Fallback xmlns="">
          <p:sp>
            <p:nvSpPr>
              <p:cNvPr id="1050843" name=""/>
              <p:cNvSpPr/>
              <p:nvPr/>
            </p:nvSpPr>
            <p:spPr>
              <a:xfrm>
                <a:off x="11246461" y="2890552"/>
                <a:ext cx="283560" cy="316291"/>
              </a:xfrm>
            </p:spPr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846" name="Ink 1050845"/>
              <p14:cNvContentPartPr/>
              <p14:nvPr/>
            </p14:nvContentPartPr>
            <p14:xfrm>
              <a:off x="418532" y="167762"/>
              <a:ext cx="172922" cy="423332"/>
            </p14:xfrm>
          </p:contentPart>
        </mc:Choice>
        <mc:Fallback xmlns="">
          <p:sp>
            <p:nvSpPr>
              <p:cNvPr id="1050846" name=""/>
              <p:cNvSpPr/>
              <p:nvPr/>
            </p:nvSpPr>
            <p:spPr>
              <a:xfrm>
                <a:off x="418532" y="167762"/>
                <a:ext cx="172922" cy="423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847" name="Ink 1050846"/>
              <p14:cNvContentPartPr/>
              <p14:nvPr/>
            </p14:nvContentPartPr>
            <p14:xfrm>
              <a:off x="580445" y="182515"/>
              <a:ext cx="21443" cy="368002"/>
            </p14:xfrm>
          </p:contentPart>
        </mc:Choice>
        <mc:Fallback xmlns="">
          <p:sp>
            <p:nvSpPr>
              <p:cNvPr id="1050847" name=""/>
              <p:cNvSpPr/>
              <p:nvPr/>
            </p:nvSpPr>
            <p:spPr>
              <a:xfrm>
                <a:off x="580445" y="182515"/>
                <a:ext cx="21443" cy="3680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848" name="Ink 1050847"/>
              <p14:cNvContentPartPr/>
              <p14:nvPr/>
            </p14:nvContentPartPr>
            <p14:xfrm>
              <a:off x="454540" y="380234"/>
              <a:ext cx="319768" cy="183301"/>
            </p14:xfrm>
          </p:contentPart>
        </mc:Choice>
        <mc:Fallback xmlns="">
          <p:sp>
            <p:nvSpPr>
              <p:cNvPr id="1050848" name=""/>
              <p:cNvSpPr/>
              <p:nvPr/>
            </p:nvSpPr>
            <p:spPr>
              <a:xfrm>
                <a:off x="454540" y="380234"/>
                <a:ext cx="319768" cy="183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849" name="Ink 1050848"/>
              <p14:cNvContentPartPr/>
              <p14:nvPr/>
            </p14:nvContentPartPr>
            <p14:xfrm>
              <a:off x="834954" y="225001"/>
              <a:ext cx="470839" cy="363750"/>
            </p14:xfrm>
          </p:contentPart>
        </mc:Choice>
        <mc:Fallback xmlns="">
          <p:sp>
            <p:nvSpPr>
              <p:cNvPr id="1050849" name=""/>
              <p:cNvSpPr/>
              <p:nvPr/>
            </p:nvSpPr>
            <p:spPr>
              <a:xfrm>
                <a:off x="834954" y="225001"/>
                <a:ext cx="470839" cy="363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850" name="Ink 1050849"/>
              <p14:cNvContentPartPr/>
              <p14:nvPr/>
            </p14:nvContentPartPr>
            <p14:xfrm>
              <a:off x="1290703" y="336045"/>
              <a:ext cx="176345" cy="383698"/>
            </p14:xfrm>
          </p:contentPart>
        </mc:Choice>
        <mc:Fallback xmlns="">
          <p:sp>
            <p:nvSpPr>
              <p:cNvPr id="1050850" name=""/>
              <p:cNvSpPr/>
              <p:nvPr/>
            </p:nvSpPr>
            <p:spPr>
              <a:xfrm>
                <a:off x="1290703" y="336045"/>
                <a:ext cx="176345" cy="3836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851" name="Ink 1050850"/>
              <p14:cNvContentPartPr/>
              <p14:nvPr/>
            </p14:nvContentPartPr>
            <p14:xfrm>
              <a:off x="1546300" y="328294"/>
              <a:ext cx="245332" cy="218017"/>
            </p14:xfrm>
          </p:contentPart>
        </mc:Choice>
        <mc:Fallback xmlns="">
          <p:sp>
            <p:nvSpPr>
              <p:cNvPr id="1050851" name=""/>
              <p:cNvSpPr/>
              <p:nvPr/>
            </p:nvSpPr>
            <p:spPr>
              <a:xfrm>
                <a:off x="1546300" y="328294"/>
                <a:ext cx="245332" cy="218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852" name="Ink 1050851"/>
              <p14:cNvContentPartPr/>
              <p14:nvPr/>
            </p14:nvContentPartPr>
            <p14:xfrm>
              <a:off x="1636104" y="174764"/>
              <a:ext cx="21782" cy="88017"/>
            </p14:xfrm>
          </p:contentPart>
        </mc:Choice>
        <mc:Fallback xmlns="">
          <p:sp>
            <p:nvSpPr>
              <p:cNvPr id="1050852" name=""/>
              <p:cNvSpPr/>
              <p:nvPr/>
            </p:nvSpPr>
            <p:spPr>
              <a:xfrm>
                <a:off x="1636104" y="174764"/>
                <a:ext cx="21782" cy="880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853" name="Ink 1050852"/>
              <p14:cNvContentPartPr/>
              <p14:nvPr/>
            </p14:nvContentPartPr>
            <p14:xfrm>
              <a:off x="2155774" y="270033"/>
              <a:ext cx="455767" cy="248268"/>
            </p14:xfrm>
          </p:contentPart>
        </mc:Choice>
        <mc:Fallback xmlns="">
          <p:sp>
            <p:nvSpPr>
              <p:cNvPr id="1050853" name=""/>
              <p:cNvSpPr/>
              <p:nvPr/>
            </p:nvSpPr>
            <p:spPr>
              <a:xfrm>
                <a:off x="2155774" y="270033"/>
                <a:ext cx="455767" cy="248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854" name="Ink 1050853"/>
              <p14:cNvContentPartPr/>
              <p14:nvPr/>
            </p14:nvContentPartPr>
            <p14:xfrm>
              <a:off x="2630206" y="131255"/>
              <a:ext cx="50992" cy="91514"/>
            </p14:xfrm>
          </p:contentPart>
        </mc:Choice>
        <mc:Fallback xmlns="">
          <p:sp>
            <p:nvSpPr>
              <p:cNvPr id="1050854" name=""/>
              <p:cNvSpPr/>
              <p:nvPr/>
            </p:nvSpPr>
            <p:spPr>
              <a:xfrm>
                <a:off x="2630206" y="131255"/>
                <a:ext cx="50992" cy="91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855" name="Ink 1050854"/>
              <p14:cNvContentPartPr/>
              <p14:nvPr/>
            </p14:nvContentPartPr>
            <p14:xfrm>
              <a:off x="2667139" y="321042"/>
              <a:ext cx="150974" cy="183514"/>
            </p14:xfrm>
          </p:contentPart>
        </mc:Choice>
        <mc:Fallback xmlns="">
          <p:sp>
            <p:nvSpPr>
              <p:cNvPr id="1050855" name=""/>
              <p:cNvSpPr/>
              <p:nvPr/>
            </p:nvSpPr>
            <p:spPr>
              <a:xfrm>
                <a:off x="2667139" y="321042"/>
                <a:ext cx="150974" cy="183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856" name="Ink 1050855"/>
              <p14:cNvContentPartPr/>
              <p14:nvPr/>
            </p14:nvContentPartPr>
            <p14:xfrm>
              <a:off x="2785787" y="328294"/>
              <a:ext cx="402906" cy="164890"/>
            </p14:xfrm>
          </p:contentPart>
        </mc:Choice>
        <mc:Fallback xmlns="">
          <p:sp>
            <p:nvSpPr>
              <p:cNvPr id="1050856" name=""/>
              <p:cNvSpPr/>
              <p:nvPr/>
            </p:nvSpPr>
            <p:spPr>
              <a:xfrm>
                <a:off x="2785787" y="328294"/>
                <a:ext cx="402906" cy="1648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857" name="Ink 1050856"/>
              <p14:cNvContentPartPr/>
              <p14:nvPr/>
            </p14:nvContentPartPr>
            <p14:xfrm>
              <a:off x="3192409" y="233525"/>
              <a:ext cx="7557" cy="94768"/>
            </p14:xfrm>
          </p:contentPart>
        </mc:Choice>
        <mc:Fallback xmlns="">
          <p:sp>
            <p:nvSpPr>
              <p:cNvPr id="1050857" name=""/>
              <p:cNvSpPr/>
              <p:nvPr/>
            </p:nvSpPr>
            <p:spPr>
              <a:xfrm>
                <a:off x="3192409" y="233525"/>
                <a:ext cx="7557" cy="947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858" name="Ink 1050857"/>
              <p14:cNvContentPartPr/>
              <p14:nvPr/>
            </p14:nvContentPartPr>
            <p14:xfrm>
              <a:off x="3235973" y="280457"/>
              <a:ext cx="151637" cy="418028"/>
            </p14:xfrm>
          </p:contentPart>
        </mc:Choice>
        <mc:Fallback xmlns="">
          <p:sp>
            <p:nvSpPr>
              <p:cNvPr id="1050858" name=""/>
              <p:cNvSpPr/>
              <p:nvPr/>
            </p:nvSpPr>
            <p:spPr>
              <a:xfrm>
                <a:off x="3235973" y="280457"/>
                <a:ext cx="151637" cy="4180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859" name="Ink 1050858"/>
              <p14:cNvContentPartPr/>
              <p14:nvPr/>
            </p14:nvContentPartPr>
            <p14:xfrm>
              <a:off x="3398003" y="277108"/>
              <a:ext cx="298824" cy="245430"/>
            </p14:xfrm>
          </p:contentPart>
        </mc:Choice>
        <mc:Fallback xmlns="">
          <p:sp>
            <p:nvSpPr>
              <p:cNvPr id="1050859" name=""/>
              <p:cNvSpPr/>
              <p:nvPr/>
            </p:nvSpPr>
            <p:spPr>
              <a:xfrm>
                <a:off x="3398003" y="277108"/>
                <a:ext cx="298824" cy="245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860" name="Ink 1050859"/>
              <p14:cNvContentPartPr/>
              <p14:nvPr/>
            </p14:nvContentPartPr>
            <p14:xfrm>
              <a:off x="3783192" y="419705"/>
              <a:ext cx="139614" cy="40114"/>
            </p14:xfrm>
          </p:contentPart>
        </mc:Choice>
        <mc:Fallback xmlns="">
          <p:sp>
            <p:nvSpPr>
              <p:cNvPr id="1050860" name=""/>
              <p:cNvSpPr/>
              <p:nvPr/>
            </p:nvSpPr>
            <p:spPr>
              <a:xfrm>
                <a:off x="3783192" y="419705"/>
                <a:ext cx="139614" cy="40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861" name="Ink 1050860"/>
              <p14:cNvContentPartPr/>
              <p14:nvPr/>
            </p14:nvContentPartPr>
            <p14:xfrm>
              <a:off x="4006791" y="335558"/>
              <a:ext cx="202783" cy="136593"/>
            </p14:xfrm>
          </p:contentPart>
        </mc:Choice>
        <mc:Fallback xmlns="">
          <p:sp>
            <p:nvSpPr>
              <p:cNvPr id="1050861" name=""/>
              <p:cNvSpPr/>
              <p:nvPr/>
            </p:nvSpPr>
            <p:spPr>
              <a:xfrm>
                <a:off x="4006791" y="335558"/>
                <a:ext cx="202783" cy="1365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862" name="Ink 1050861"/>
              <p14:cNvContentPartPr/>
              <p14:nvPr/>
            </p14:nvContentPartPr>
            <p14:xfrm>
              <a:off x="3992566" y="233208"/>
              <a:ext cx="137685" cy="51327"/>
            </p14:xfrm>
          </p:contentPart>
        </mc:Choice>
        <mc:Fallback xmlns="">
          <p:sp>
            <p:nvSpPr>
              <p:cNvPr id="1050862" name=""/>
              <p:cNvSpPr/>
              <p:nvPr/>
            </p:nvSpPr>
            <p:spPr>
              <a:xfrm>
                <a:off x="3992566" y="233208"/>
                <a:ext cx="137685" cy="51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863" name="Ink 1050862"/>
              <p14:cNvContentPartPr/>
              <p14:nvPr/>
            </p14:nvContentPartPr>
            <p14:xfrm>
              <a:off x="4213633" y="160011"/>
              <a:ext cx="18091" cy="327349"/>
            </p14:xfrm>
          </p:contentPart>
        </mc:Choice>
        <mc:Fallback xmlns="">
          <p:sp>
            <p:nvSpPr>
              <p:cNvPr id="1050863" name=""/>
              <p:cNvSpPr/>
              <p:nvPr/>
            </p:nvSpPr>
            <p:spPr>
              <a:xfrm>
                <a:off x="4213633" y="160011"/>
                <a:ext cx="18091" cy="3273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864" name="Ink 1050863"/>
              <p14:cNvContentPartPr/>
              <p14:nvPr/>
            </p14:nvContentPartPr>
            <p14:xfrm>
              <a:off x="4284511" y="372001"/>
              <a:ext cx="161922" cy="104039"/>
            </p14:xfrm>
          </p:contentPart>
        </mc:Choice>
        <mc:Fallback xmlns="">
          <p:sp>
            <p:nvSpPr>
              <p:cNvPr id="1050864" name=""/>
              <p:cNvSpPr/>
              <p:nvPr/>
            </p:nvSpPr>
            <p:spPr>
              <a:xfrm>
                <a:off x="4284511" y="372001"/>
                <a:ext cx="161922" cy="104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865" name="Ink 1050864"/>
              <p14:cNvContentPartPr/>
              <p14:nvPr/>
            </p14:nvContentPartPr>
            <p14:xfrm>
              <a:off x="4447387" y="328294"/>
              <a:ext cx="150186" cy="134942"/>
            </p14:xfrm>
          </p:contentPart>
        </mc:Choice>
        <mc:Fallback xmlns="">
          <p:sp>
            <p:nvSpPr>
              <p:cNvPr id="1050865" name=""/>
              <p:cNvSpPr/>
              <p:nvPr/>
            </p:nvSpPr>
            <p:spPr>
              <a:xfrm>
                <a:off x="4447387" y="328294"/>
                <a:ext cx="150186" cy="1349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866" name="Ink 1050865"/>
              <p14:cNvContentPartPr/>
              <p14:nvPr/>
            </p14:nvContentPartPr>
            <p14:xfrm>
              <a:off x="4592761" y="117003"/>
              <a:ext cx="219095" cy="311183"/>
            </p14:xfrm>
          </p:contentPart>
        </mc:Choice>
        <mc:Fallback xmlns="">
          <p:sp>
            <p:nvSpPr>
              <p:cNvPr id="1050866" name=""/>
              <p:cNvSpPr/>
              <p:nvPr/>
            </p:nvSpPr>
            <p:spPr>
              <a:xfrm>
                <a:off x="4592761" y="117003"/>
                <a:ext cx="219095" cy="311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867" name="Ink 1050866"/>
              <p14:cNvContentPartPr/>
              <p14:nvPr/>
            </p14:nvContentPartPr>
            <p14:xfrm>
              <a:off x="4788518" y="174764"/>
              <a:ext cx="10873" cy="35910"/>
            </p14:xfrm>
          </p:contentPart>
        </mc:Choice>
        <mc:Fallback xmlns="">
          <p:sp>
            <p:nvSpPr>
              <p:cNvPr id="1050867" name=""/>
              <p:cNvSpPr/>
              <p:nvPr/>
            </p:nvSpPr>
            <p:spPr>
              <a:xfrm>
                <a:off x="4788518" y="174764"/>
                <a:ext cx="10873" cy="35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868" name="Ink 1050867"/>
              <p14:cNvContentPartPr/>
              <p14:nvPr/>
            </p14:nvContentPartPr>
            <p14:xfrm>
              <a:off x="4496665" y="233466"/>
              <a:ext cx="138493" cy="22313"/>
            </p14:xfrm>
          </p:contentPart>
        </mc:Choice>
        <mc:Fallback xmlns="">
          <p:sp>
            <p:nvSpPr>
              <p:cNvPr id="1050868" name=""/>
              <p:cNvSpPr/>
              <p:nvPr/>
            </p:nvSpPr>
            <p:spPr>
              <a:xfrm>
                <a:off x="4496665" y="233466"/>
                <a:ext cx="138493" cy="223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869" name="Ink 1050868"/>
              <p14:cNvContentPartPr/>
              <p14:nvPr/>
            </p14:nvContentPartPr>
            <p14:xfrm>
              <a:off x="4871136" y="248028"/>
              <a:ext cx="122515" cy="379574"/>
            </p14:xfrm>
          </p:contentPart>
        </mc:Choice>
        <mc:Fallback xmlns="">
          <p:sp>
            <p:nvSpPr>
              <p:cNvPr id="1050869" name=""/>
              <p:cNvSpPr/>
              <p:nvPr/>
            </p:nvSpPr>
            <p:spPr>
              <a:xfrm>
                <a:off x="4871136" y="248028"/>
                <a:ext cx="122515" cy="379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870" name="Ink 1050869"/>
              <p14:cNvContentPartPr/>
              <p14:nvPr/>
            </p14:nvContentPartPr>
            <p14:xfrm>
              <a:off x="4973466" y="269053"/>
              <a:ext cx="227657" cy="145544"/>
            </p14:xfrm>
          </p:contentPart>
        </mc:Choice>
        <mc:Fallback xmlns="">
          <p:sp>
            <p:nvSpPr>
              <p:cNvPr id="1050870" name=""/>
              <p:cNvSpPr/>
              <p:nvPr/>
            </p:nvSpPr>
            <p:spPr>
              <a:xfrm>
                <a:off x="4973466" y="269053"/>
                <a:ext cx="227657" cy="145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871" name="Ink 1050870"/>
              <p14:cNvContentPartPr/>
              <p14:nvPr/>
            </p14:nvContentPartPr>
            <p14:xfrm>
              <a:off x="613237" y="617893"/>
              <a:ext cx="4344407" cy="112229"/>
            </p14:xfrm>
          </p:contentPart>
        </mc:Choice>
        <mc:Fallback xmlns="">
          <p:sp>
            <p:nvSpPr>
              <p:cNvPr id="1050871" name=""/>
              <p:cNvSpPr/>
              <p:nvPr/>
            </p:nvSpPr>
            <p:spPr>
              <a:xfrm>
                <a:off x="613237" y="617893"/>
                <a:ext cx="4344407" cy="1122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872" name="Ink 1050871"/>
              <p14:cNvContentPartPr/>
              <p14:nvPr/>
            </p14:nvContentPartPr>
            <p14:xfrm>
              <a:off x="9266488" y="516887"/>
              <a:ext cx="227131" cy="253733"/>
            </p14:xfrm>
          </p:contentPart>
        </mc:Choice>
        <mc:Fallback xmlns="">
          <p:sp>
            <p:nvSpPr>
              <p:cNvPr id="1050872" name=""/>
              <p:cNvSpPr/>
              <p:nvPr/>
            </p:nvSpPr>
            <p:spPr>
              <a:xfrm>
                <a:off x="9266488" y="516887"/>
                <a:ext cx="227131" cy="253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873" name="Ink 1050872"/>
              <p14:cNvContentPartPr/>
              <p14:nvPr/>
            </p14:nvContentPartPr>
            <p14:xfrm>
              <a:off x="9475961" y="518081"/>
              <a:ext cx="138034" cy="213048"/>
            </p14:xfrm>
          </p:contentPart>
        </mc:Choice>
        <mc:Fallback xmlns="">
          <p:sp>
            <p:nvSpPr>
              <p:cNvPr id="1050873" name=""/>
              <p:cNvSpPr/>
              <p:nvPr/>
            </p:nvSpPr>
            <p:spPr>
              <a:xfrm>
                <a:off x="9475961" y="518081"/>
                <a:ext cx="138034" cy="21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874" name="Ink 1050873"/>
              <p14:cNvContentPartPr/>
              <p14:nvPr/>
            </p14:nvContentPartPr>
            <p14:xfrm>
              <a:off x="9475222" y="291787"/>
              <a:ext cx="36203" cy="118898"/>
            </p14:xfrm>
          </p:contentPart>
        </mc:Choice>
        <mc:Fallback xmlns="">
          <p:sp>
            <p:nvSpPr>
              <p:cNvPr id="1050874" name=""/>
              <p:cNvSpPr/>
              <p:nvPr/>
            </p:nvSpPr>
            <p:spPr>
              <a:xfrm>
                <a:off x="9475222" y="291787"/>
                <a:ext cx="36203" cy="1188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875" name="Ink 1050874"/>
              <p14:cNvContentPartPr/>
              <p14:nvPr/>
            </p14:nvContentPartPr>
            <p14:xfrm>
              <a:off x="9607033" y="306790"/>
              <a:ext cx="12413" cy="91014"/>
            </p14:xfrm>
          </p:contentPart>
        </mc:Choice>
        <mc:Fallback xmlns="">
          <p:sp>
            <p:nvSpPr>
              <p:cNvPr id="1050875" name=""/>
              <p:cNvSpPr/>
              <p:nvPr/>
            </p:nvSpPr>
            <p:spPr>
              <a:xfrm>
                <a:off x="9607033" y="306790"/>
                <a:ext cx="12413" cy="91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876" name="Ink 1050875"/>
              <p14:cNvContentPartPr/>
              <p14:nvPr/>
            </p14:nvContentPartPr>
            <p14:xfrm>
              <a:off x="9749250" y="641988"/>
              <a:ext cx="210679" cy="29373"/>
            </p14:xfrm>
          </p:contentPart>
        </mc:Choice>
        <mc:Fallback xmlns="">
          <p:sp>
            <p:nvSpPr>
              <p:cNvPr id="1050876" name=""/>
              <p:cNvSpPr/>
              <p:nvPr/>
            </p:nvSpPr>
            <p:spPr>
              <a:xfrm>
                <a:off x="9749250" y="641988"/>
                <a:ext cx="210679" cy="293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877" name="Ink 1050876"/>
              <p14:cNvContentPartPr/>
              <p14:nvPr/>
            </p14:nvContentPartPr>
            <p14:xfrm>
              <a:off x="9810224" y="540085"/>
              <a:ext cx="47047" cy="212545"/>
            </p14:xfrm>
          </p:contentPart>
        </mc:Choice>
        <mc:Fallback xmlns="">
          <p:sp>
            <p:nvSpPr>
              <p:cNvPr id="1050877" name=""/>
              <p:cNvSpPr/>
              <p:nvPr/>
            </p:nvSpPr>
            <p:spPr>
              <a:xfrm>
                <a:off x="9810224" y="540085"/>
                <a:ext cx="47047" cy="212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878" name="Ink 1050877"/>
              <p14:cNvContentPartPr/>
              <p14:nvPr/>
            </p14:nvContentPartPr>
            <p14:xfrm>
              <a:off x="10114102" y="197018"/>
              <a:ext cx="198281" cy="409577"/>
            </p14:xfrm>
          </p:contentPart>
        </mc:Choice>
        <mc:Fallback xmlns="">
          <p:sp>
            <p:nvSpPr>
              <p:cNvPr id="1050878" name=""/>
              <p:cNvSpPr/>
              <p:nvPr/>
            </p:nvSpPr>
            <p:spPr>
              <a:xfrm>
                <a:off x="10114102" y="197018"/>
                <a:ext cx="198281" cy="409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879" name="Ink 1050878"/>
              <p14:cNvContentPartPr/>
              <p14:nvPr/>
            </p14:nvContentPartPr>
            <p14:xfrm>
              <a:off x="10030193" y="630210"/>
              <a:ext cx="351108" cy="33900"/>
            </p14:xfrm>
          </p:contentPart>
        </mc:Choice>
        <mc:Fallback xmlns="">
          <p:sp>
            <p:nvSpPr>
              <p:cNvPr id="1050879" name=""/>
              <p:cNvSpPr/>
              <p:nvPr/>
            </p:nvSpPr>
            <p:spPr>
              <a:xfrm>
                <a:off x="10030193" y="630210"/>
                <a:ext cx="351108" cy="339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880" name="Ink 1050879"/>
              <p14:cNvContentPartPr/>
              <p14:nvPr/>
            </p14:nvContentPartPr>
            <p14:xfrm>
              <a:off x="10073293" y="780883"/>
              <a:ext cx="216062" cy="183533"/>
            </p14:xfrm>
          </p:contentPart>
        </mc:Choice>
        <mc:Fallback xmlns="">
          <p:sp>
            <p:nvSpPr>
              <p:cNvPr id="1050880" name=""/>
              <p:cNvSpPr/>
              <p:nvPr/>
            </p:nvSpPr>
            <p:spPr>
              <a:xfrm>
                <a:off x="10073293" y="780883"/>
                <a:ext cx="216062" cy="1835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881" name="Ink 1050880"/>
              <p14:cNvContentPartPr/>
              <p14:nvPr/>
            </p14:nvContentPartPr>
            <p14:xfrm>
              <a:off x="10429533" y="472801"/>
              <a:ext cx="205334" cy="201169"/>
            </p14:xfrm>
          </p:contentPart>
        </mc:Choice>
        <mc:Fallback xmlns="">
          <p:sp>
            <p:nvSpPr>
              <p:cNvPr id="1050881" name=""/>
              <p:cNvSpPr/>
              <p:nvPr/>
            </p:nvSpPr>
            <p:spPr>
              <a:xfrm>
                <a:off x="10429533" y="472801"/>
                <a:ext cx="205334" cy="201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882" name="Ink 1050881"/>
              <p14:cNvContentPartPr/>
              <p14:nvPr/>
            </p14:nvContentPartPr>
            <p14:xfrm>
              <a:off x="10592204" y="474323"/>
              <a:ext cx="161715" cy="183147"/>
            </p14:xfrm>
          </p:contentPart>
        </mc:Choice>
        <mc:Fallback xmlns="">
          <p:sp>
            <p:nvSpPr>
              <p:cNvPr id="1050882" name=""/>
              <p:cNvSpPr/>
              <p:nvPr/>
            </p:nvSpPr>
            <p:spPr>
              <a:xfrm>
                <a:off x="10592204" y="474323"/>
                <a:ext cx="161715" cy="183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883" name="Ink 1050882"/>
              <p14:cNvContentPartPr/>
              <p14:nvPr/>
            </p14:nvContentPartPr>
            <p14:xfrm>
              <a:off x="10873025" y="530565"/>
              <a:ext cx="131765" cy="2519"/>
            </p14:xfrm>
          </p:contentPart>
        </mc:Choice>
        <mc:Fallback xmlns="">
          <p:sp>
            <p:nvSpPr>
              <p:cNvPr id="1050883" name=""/>
              <p:cNvSpPr/>
              <p:nvPr/>
            </p:nvSpPr>
            <p:spPr>
              <a:xfrm>
                <a:off x="10873025" y="530565"/>
                <a:ext cx="131765" cy="2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884" name="Ink 1050883"/>
              <p14:cNvContentPartPr/>
              <p14:nvPr/>
            </p14:nvContentPartPr>
            <p14:xfrm>
              <a:off x="10858800" y="612587"/>
              <a:ext cx="183580" cy="37270"/>
            </p14:xfrm>
          </p:contentPart>
        </mc:Choice>
        <mc:Fallback xmlns="">
          <p:sp>
            <p:nvSpPr>
              <p:cNvPr id="1050884" name=""/>
              <p:cNvSpPr/>
              <p:nvPr/>
            </p:nvSpPr>
            <p:spPr>
              <a:xfrm>
                <a:off x="10858800" y="612587"/>
                <a:ext cx="183580" cy="372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885" name="Ink 1050884"/>
              <p14:cNvContentPartPr/>
              <p14:nvPr/>
            </p14:nvContentPartPr>
            <p14:xfrm>
              <a:off x="11182685" y="479645"/>
              <a:ext cx="154706" cy="142650"/>
            </p14:xfrm>
          </p:contentPart>
        </mc:Choice>
        <mc:Fallback xmlns="">
          <p:sp>
            <p:nvSpPr>
              <p:cNvPr id="1050885" name=""/>
              <p:cNvSpPr/>
              <p:nvPr/>
            </p:nvSpPr>
            <p:spPr>
              <a:xfrm>
                <a:off x="11182685" y="479645"/>
                <a:ext cx="154706" cy="142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886" name="Ink 1050885"/>
              <p14:cNvContentPartPr/>
              <p14:nvPr/>
            </p14:nvContentPartPr>
            <p14:xfrm>
              <a:off x="9326225" y="1313173"/>
              <a:ext cx="160093" cy="519032"/>
            </p14:xfrm>
          </p:contentPart>
        </mc:Choice>
        <mc:Fallback xmlns="">
          <p:sp>
            <p:nvSpPr>
              <p:cNvPr id="1050886" name=""/>
              <p:cNvSpPr/>
              <p:nvPr/>
            </p:nvSpPr>
            <p:spPr>
              <a:xfrm>
                <a:off x="9326225" y="1313173"/>
                <a:ext cx="160093" cy="519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887" name="Ink 1050886"/>
              <p14:cNvContentPartPr/>
              <p14:nvPr/>
            </p14:nvContentPartPr>
            <p14:xfrm>
              <a:off x="9356621" y="1138453"/>
              <a:ext cx="32113" cy="123649"/>
            </p14:xfrm>
          </p:contentPart>
        </mc:Choice>
        <mc:Fallback xmlns="">
          <p:sp>
            <p:nvSpPr>
              <p:cNvPr id="1050887" name=""/>
              <p:cNvSpPr/>
              <p:nvPr/>
            </p:nvSpPr>
            <p:spPr>
              <a:xfrm>
                <a:off x="9356621" y="1138453"/>
                <a:ext cx="32113" cy="123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888" name="Ink 1050887"/>
              <p14:cNvContentPartPr/>
              <p14:nvPr/>
            </p14:nvContentPartPr>
            <p14:xfrm>
              <a:off x="9470555" y="1116448"/>
              <a:ext cx="19904" cy="151266"/>
            </p14:xfrm>
          </p:contentPart>
        </mc:Choice>
        <mc:Fallback xmlns="">
          <p:sp>
            <p:nvSpPr>
              <p:cNvPr id="1050888" name=""/>
              <p:cNvSpPr/>
              <p:nvPr/>
            </p:nvSpPr>
            <p:spPr>
              <a:xfrm>
                <a:off x="9470555" y="1116448"/>
                <a:ext cx="19904" cy="151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889" name="Ink 1050888"/>
              <p14:cNvContentPartPr/>
              <p14:nvPr/>
            </p14:nvContentPartPr>
            <p14:xfrm>
              <a:off x="9749250" y="1423231"/>
              <a:ext cx="164701" cy="7029"/>
            </p14:xfrm>
          </p:contentPart>
        </mc:Choice>
        <mc:Fallback xmlns="">
          <p:sp>
            <p:nvSpPr>
              <p:cNvPr id="1050889" name=""/>
              <p:cNvSpPr/>
              <p:nvPr/>
            </p:nvSpPr>
            <p:spPr>
              <a:xfrm>
                <a:off x="9749250" y="1423231"/>
                <a:ext cx="164701" cy="7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890" name="Ink 1050889"/>
              <p14:cNvContentPartPr/>
              <p14:nvPr/>
            </p14:nvContentPartPr>
            <p14:xfrm>
              <a:off x="9812928" y="1335491"/>
              <a:ext cx="1223" cy="179504"/>
            </p14:xfrm>
          </p:contentPart>
        </mc:Choice>
        <mc:Fallback xmlns="">
          <p:sp>
            <p:nvSpPr>
              <p:cNvPr id="1050890" name=""/>
              <p:cNvSpPr/>
              <p:nvPr/>
            </p:nvSpPr>
            <p:spPr>
              <a:xfrm>
                <a:off x="9812928" y="1335491"/>
                <a:ext cx="1223" cy="1795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891" name="Ink 1050890"/>
              <p14:cNvContentPartPr/>
              <p14:nvPr/>
            </p14:nvContentPartPr>
            <p14:xfrm>
              <a:off x="10145327" y="1060356"/>
              <a:ext cx="98866" cy="250640"/>
            </p14:xfrm>
          </p:contentPart>
        </mc:Choice>
        <mc:Fallback xmlns="">
          <p:sp>
            <p:nvSpPr>
              <p:cNvPr id="1050891" name=""/>
              <p:cNvSpPr/>
              <p:nvPr/>
            </p:nvSpPr>
            <p:spPr>
              <a:xfrm>
                <a:off x="10145327" y="1060356"/>
                <a:ext cx="98866" cy="250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892" name="Ink 1050891"/>
              <p14:cNvContentPartPr/>
              <p14:nvPr/>
            </p14:nvContentPartPr>
            <p14:xfrm>
              <a:off x="9979517" y="1395382"/>
              <a:ext cx="541816" cy="6280"/>
            </p14:xfrm>
          </p:contentPart>
        </mc:Choice>
        <mc:Fallback xmlns="">
          <p:sp>
            <p:nvSpPr>
              <p:cNvPr id="1050892" name=""/>
              <p:cNvSpPr/>
              <p:nvPr/>
            </p:nvSpPr>
            <p:spPr>
              <a:xfrm>
                <a:off x="9979517" y="1395382"/>
                <a:ext cx="541816" cy="6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893" name="Ink 1050892"/>
              <p14:cNvContentPartPr/>
              <p14:nvPr/>
            </p14:nvContentPartPr>
            <p14:xfrm>
              <a:off x="10038882" y="1503274"/>
              <a:ext cx="178459" cy="308242"/>
            </p14:xfrm>
          </p:contentPart>
        </mc:Choice>
        <mc:Fallback xmlns="">
          <p:sp>
            <p:nvSpPr>
              <p:cNvPr id="1050893" name=""/>
              <p:cNvSpPr/>
              <p:nvPr/>
            </p:nvSpPr>
            <p:spPr>
              <a:xfrm>
                <a:off x="10038882" y="1503274"/>
                <a:ext cx="178459" cy="3082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894" name="Ink 1050893"/>
              <p14:cNvContentPartPr/>
              <p14:nvPr/>
            </p14:nvContentPartPr>
            <p14:xfrm>
              <a:off x="10247117" y="1576288"/>
              <a:ext cx="187894" cy="206035"/>
            </p14:xfrm>
          </p:contentPart>
        </mc:Choice>
        <mc:Fallback xmlns="">
          <p:sp>
            <p:nvSpPr>
              <p:cNvPr id="1050894" name=""/>
              <p:cNvSpPr/>
              <p:nvPr/>
            </p:nvSpPr>
            <p:spPr>
              <a:xfrm>
                <a:off x="10247117" y="1576288"/>
                <a:ext cx="187894" cy="206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895" name="Ink 1050894"/>
              <p14:cNvContentPartPr/>
              <p14:nvPr/>
            </p14:nvContentPartPr>
            <p14:xfrm>
              <a:off x="10668264" y="1255226"/>
              <a:ext cx="163045" cy="384585"/>
            </p14:xfrm>
          </p:contentPart>
        </mc:Choice>
        <mc:Fallback xmlns="">
          <p:sp>
            <p:nvSpPr>
              <p:cNvPr id="1050895" name=""/>
              <p:cNvSpPr/>
              <p:nvPr/>
            </p:nvSpPr>
            <p:spPr>
              <a:xfrm>
                <a:off x="10668264" y="1255226"/>
                <a:ext cx="163045" cy="3845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896" name="Ink 1050895"/>
              <p14:cNvContentPartPr/>
              <p14:nvPr/>
            </p14:nvContentPartPr>
            <p14:xfrm>
              <a:off x="10973934" y="1275680"/>
              <a:ext cx="119653" cy="1550"/>
            </p14:xfrm>
          </p:contentPart>
        </mc:Choice>
        <mc:Fallback xmlns="">
          <p:sp>
            <p:nvSpPr>
              <p:cNvPr id="1050896" name=""/>
              <p:cNvSpPr/>
              <p:nvPr/>
            </p:nvSpPr>
            <p:spPr>
              <a:xfrm>
                <a:off x="10973934" y="1275680"/>
                <a:ext cx="119653" cy="15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897" name="Ink 1050896"/>
              <p14:cNvContentPartPr/>
              <p14:nvPr/>
            </p14:nvContentPartPr>
            <p14:xfrm>
              <a:off x="10973934" y="1361573"/>
              <a:ext cx="124953" cy="24927"/>
            </p14:xfrm>
          </p:contentPart>
        </mc:Choice>
        <mc:Fallback xmlns="">
          <p:sp>
            <p:nvSpPr>
              <p:cNvPr id="1050897" name=""/>
              <p:cNvSpPr/>
              <p:nvPr/>
            </p:nvSpPr>
            <p:spPr>
              <a:xfrm>
                <a:off x="10973934" y="1361573"/>
                <a:ext cx="124953" cy="24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898" name="Ink 1050897"/>
              <p14:cNvContentPartPr/>
              <p14:nvPr/>
            </p14:nvContentPartPr>
            <p14:xfrm>
              <a:off x="11277397" y="1261620"/>
              <a:ext cx="173026" cy="134837"/>
            </p14:xfrm>
          </p:contentPart>
        </mc:Choice>
        <mc:Fallback xmlns="">
          <p:sp>
            <p:nvSpPr>
              <p:cNvPr id="1050898" name=""/>
              <p:cNvSpPr/>
              <p:nvPr/>
            </p:nvSpPr>
            <p:spPr>
              <a:xfrm>
                <a:off x="11277397" y="1261620"/>
                <a:ext cx="173026" cy="1348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899" name="Ink 1050898"/>
              <p14:cNvContentPartPr/>
              <p14:nvPr/>
            </p14:nvContentPartPr>
            <p14:xfrm>
              <a:off x="9038099" y="299288"/>
              <a:ext cx="156375" cy="3595724"/>
            </p14:xfrm>
          </p:contentPart>
        </mc:Choice>
        <mc:Fallback xmlns="">
          <p:sp>
            <p:nvSpPr>
              <p:cNvPr id="1050899" name=""/>
              <p:cNvSpPr/>
              <p:nvPr/>
            </p:nvSpPr>
            <p:spPr>
              <a:xfrm>
                <a:off x="9038099" y="299288"/>
                <a:ext cx="156375" cy="3595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900" name="Ink 1050899"/>
              <p14:cNvContentPartPr/>
              <p14:nvPr/>
            </p14:nvContentPartPr>
            <p14:xfrm>
              <a:off x="9306632" y="2151168"/>
              <a:ext cx="125667" cy="377976"/>
            </p14:xfrm>
          </p:contentPart>
        </mc:Choice>
        <mc:Fallback xmlns="">
          <p:sp>
            <p:nvSpPr>
              <p:cNvPr id="1050900" name=""/>
              <p:cNvSpPr/>
              <p:nvPr/>
            </p:nvSpPr>
            <p:spPr>
              <a:xfrm>
                <a:off x="9306632" y="2151168"/>
                <a:ext cx="125667" cy="377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901" name="Ink 1050900"/>
              <p14:cNvContentPartPr/>
              <p14:nvPr/>
            </p14:nvContentPartPr>
            <p14:xfrm>
              <a:off x="9287826" y="2357842"/>
              <a:ext cx="119359" cy="6600"/>
            </p14:xfrm>
          </p:contentPart>
        </mc:Choice>
        <mc:Fallback xmlns="">
          <p:sp>
            <p:nvSpPr>
              <p:cNvPr id="1050901" name=""/>
              <p:cNvSpPr/>
              <p:nvPr/>
            </p:nvSpPr>
            <p:spPr>
              <a:xfrm>
                <a:off x="9287826" y="2357842"/>
                <a:ext cx="119359" cy="66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902" name="Ink 1050901"/>
              <p14:cNvContentPartPr/>
              <p14:nvPr/>
            </p14:nvContentPartPr>
            <p14:xfrm>
              <a:off x="9404958" y="2458601"/>
              <a:ext cx="130179" cy="271878"/>
            </p14:xfrm>
          </p:contentPart>
        </mc:Choice>
        <mc:Fallback xmlns="">
          <p:sp>
            <p:nvSpPr>
              <p:cNvPr id="1050902" name=""/>
              <p:cNvSpPr/>
              <p:nvPr/>
            </p:nvSpPr>
            <p:spPr>
              <a:xfrm>
                <a:off x="9404958" y="2458601"/>
                <a:ext cx="130179" cy="2718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903" name="Ink 1050902"/>
              <p14:cNvContentPartPr/>
              <p14:nvPr/>
            </p14:nvContentPartPr>
            <p14:xfrm>
              <a:off x="9612334" y="2387666"/>
              <a:ext cx="119996" cy="6033"/>
            </p14:xfrm>
          </p:contentPart>
        </mc:Choice>
        <mc:Fallback xmlns="">
          <p:sp>
            <p:nvSpPr>
              <p:cNvPr id="1050903" name=""/>
              <p:cNvSpPr/>
              <p:nvPr/>
            </p:nvSpPr>
            <p:spPr>
              <a:xfrm>
                <a:off x="9612334" y="2387666"/>
                <a:ext cx="119996" cy="6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904" name="Ink 1050903"/>
              <p14:cNvContentPartPr/>
              <p14:nvPr/>
            </p14:nvContentPartPr>
            <p14:xfrm>
              <a:off x="9605221" y="2481216"/>
              <a:ext cx="93352" cy="7251"/>
            </p14:xfrm>
          </p:contentPart>
        </mc:Choice>
        <mc:Fallback xmlns="">
          <p:sp>
            <p:nvSpPr>
              <p:cNvPr id="1050904" name=""/>
              <p:cNvSpPr/>
              <p:nvPr/>
            </p:nvSpPr>
            <p:spPr>
              <a:xfrm>
                <a:off x="9605221" y="2481216"/>
                <a:ext cx="93352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905" name="Ink 1050904"/>
              <p14:cNvContentPartPr/>
              <p14:nvPr/>
            </p14:nvContentPartPr>
            <p14:xfrm>
              <a:off x="9842601" y="2157294"/>
              <a:ext cx="69169" cy="188624"/>
            </p14:xfrm>
          </p:contentPart>
        </mc:Choice>
        <mc:Fallback xmlns="">
          <p:sp>
            <p:nvSpPr>
              <p:cNvPr id="1050905" name=""/>
              <p:cNvSpPr/>
              <p:nvPr/>
            </p:nvSpPr>
            <p:spPr>
              <a:xfrm>
                <a:off x="9842601" y="2157294"/>
                <a:ext cx="69169" cy="188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906" name="Ink 1050905"/>
              <p14:cNvContentPartPr/>
              <p14:nvPr/>
            </p14:nvContentPartPr>
            <p14:xfrm>
              <a:off x="9792369" y="2467192"/>
              <a:ext cx="203583" cy="21275"/>
            </p14:xfrm>
          </p:contentPart>
        </mc:Choice>
        <mc:Fallback xmlns="">
          <p:sp>
            <p:nvSpPr>
              <p:cNvPr id="1050906" name=""/>
              <p:cNvSpPr/>
              <p:nvPr/>
            </p:nvSpPr>
            <p:spPr>
              <a:xfrm>
                <a:off x="9792369" y="2467192"/>
                <a:ext cx="203583" cy="21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907" name="Ink 1050906"/>
              <p14:cNvContentPartPr/>
              <p14:nvPr/>
            </p14:nvContentPartPr>
            <p14:xfrm>
              <a:off x="9801296" y="2598637"/>
              <a:ext cx="149771" cy="190517"/>
            </p14:xfrm>
          </p:contentPart>
        </mc:Choice>
        <mc:Fallback xmlns="">
          <p:sp>
            <p:nvSpPr>
              <p:cNvPr id="1050907" name=""/>
              <p:cNvSpPr/>
              <p:nvPr/>
            </p:nvSpPr>
            <p:spPr>
              <a:xfrm>
                <a:off x="9801296" y="2598637"/>
                <a:ext cx="149771" cy="190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908" name="Ink 1050907"/>
              <p14:cNvContentPartPr/>
              <p14:nvPr/>
            </p14:nvContentPartPr>
            <p14:xfrm>
              <a:off x="10030193" y="2196660"/>
              <a:ext cx="27242" cy="352348"/>
            </p14:xfrm>
          </p:contentPart>
        </mc:Choice>
        <mc:Fallback xmlns="">
          <p:sp>
            <p:nvSpPr>
              <p:cNvPr id="1050908" name=""/>
              <p:cNvSpPr/>
              <p:nvPr/>
            </p:nvSpPr>
            <p:spPr>
              <a:xfrm>
                <a:off x="10030193" y="2196660"/>
                <a:ext cx="27242" cy="352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909" name="Ink 1050908"/>
              <p14:cNvContentPartPr/>
              <p14:nvPr/>
            </p14:nvContentPartPr>
            <p14:xfrm>
              <a:off x="10029036" y="2357442"/>
              <a:ext cx="157582" cy="132680"/>
            </p14:xfrm>
          </p:contentPart>
        </mc:Choice>
        <mc:Fallback xmlns="">
          <p:sp>
            <p:nvSpPr>
              <p:cNvPr id="1050909" name=""/>
              <p:cNvSpPr/>
              <p:nvPr/>
            </p:nvSpPr>
            <p:spPr>
              <a:xfrm>
                <a:off x="10029036" y="2357442"/>
                <a:ext cx="157582" cy="132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910" name="Ink 1050909"/>
              <p14:cNvContentPartPr/>
              <p14:nvPr/>
            </p14:nvContentPartPr>
            <p14:xfrm>
              <a:off x="10196004" y="2341591"/>
              <a:ext cx="223155" cy="165597"/>
            </p14:xfrm>
          </p:contentPart>
        </mc:Choice>
        <mc:Fallback xmlns="">
          <p:sp>
            <p:nvSpPr>
              <p:cNvPr id="1050910" name=""/>
              <p:cNvSpPr/>
              <p:nvPr/>
            </p:nvSpPr>
            <p:spPr>
              <a:xfrm>
                <a:off x="10196004" y="2341591"/>
                <a:ext cx="223155" cy="165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911" name="Ink 1050910"/>
              <p14:cNvContentPartPr/>
              <p14:nvPr/>
            </p14:nvContentPartPr>
            <p14:xfrm>
              <a:off x="10325362" y="2129937"/>
              <a:ext cx="172923" cy="148916"/>
            </p14:xfrm>
          </p:contentPart>
        </mc:Choice>
        <mc:Fallback xmlns="">
          <p:sp>
            <p:nvSpPr>
              <p:cNvPr id="1050911" name=""/>
              <p:cNvSpPr/>
              <p:nvPr/>
            </p:nvSpPr>
            <p:spPr>
              <a:xfrm>
                <a:off x="10325362" y="2129937"/>
                <a:ext cx="172923" cy="148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912" name="Ink 1050911"/>
              <p14:cNvContentPartPr/>
              <p14:nvPr/>
            </p14:nvContentPartPr>
            <p14:xfrm>
              <a:off x="10584969" y="2420779"/>
              <a:ext cx="380869" cy="31181"/>
            </p14:xfrm>
          </p:contentPart>
        </mc:Choice>
        <mc:Fallback xmlns="">
          <p:sp>
            <p:nvSpPr>
              <p:cNvPr id="1050912" name=""/>
              <p:cNvSpPr/>
              <p:nvPr/>
            </p:nvSpPr>
            <p:spPr>
              <a:xfrm>
                <a:off x="10584969" y="2420779"/>
                <a:ext cx="380869" cy="31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913" name="Ink 1050912"/>
              <p14:cNvContentPartPr/>
              <p14:nvPr/>
            </p14:nvContentPartPr>
            <p14:xfrm>
              <a:off x="10909032" y="2342689"/>
              <a:ext cx="132388" cy="167782"/>
            </p14:xfrm>
          </p:contentPart>
        </mc:Choice>
        <mc:Fallback xmlns="">
          <p:sp>
            <p:nvSpPr>
              <p:cNvPr id="1050913" name=""/>
              <p:cNvSpPr/>
              <p:nvPr/>
            </p:nvSpPr>
            <p:spPr>
              <a:xfrm>
                <a:off x="10909032" y="2342689"/>
                <a:ext cx="132388" cy="167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914" name="Ink 1050913"/>
              <p14:cNvContentPartPr/>
              <p14:nvPr/>
            </p14:nvContentPartPr>
            <p14:xfrm>
              <a:off x="10500921" y="2393699"/>
              <a:ext cx="162980" cy="130615"/>
            </p14:xfrm>
          </p:contentPart>
        </mc:Choice>
        <mc:Fallback xmlns="">
          <p:sp>
            <p:nvSpPr>
              <p:cNvPr id="1050914" name=""/>
              <p:cNvSpPr/>
              <p:nvPr/>
            </p:nvSpPr>
            <p:spPr>
              <a:xfrm>
                <a:off x="10500921" y="2393699"/>
                <a:ext cx="162980" cy="130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915" name="Ink 1050914"/>
              <p14:cNvContentPartPr/>
              <p14:nvPr/>
            </p14:nvContentPartPr>
            <p14:xfrm>
              <a:off x="10718609" y="2422954"/>
              <a:ext cx="107850" cy="73166"/>
            </p14:xfrm>
          </p:contentPart>
        </mc:Choice>
        <mc:Fallback xmlns="">
          <p:sp>
            <p:nvSpPr>
              <p:cNvPr id="1050915" name=""/>
              <p:cNvSpPr/>
              <p:nvPr/>
            </p:nvSpPr>
            <p:spPr>
              <a:xfrm>
                <a:off x="10718609" y="2422954"/>
                <a:ext cx="107850" cy="73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916" name="Ink 1050915"/>
              <p14:cNvContentPartPr/>
              <p14:nvPr/>
            </p14:nvContentPartPr>
            <p14:xfrm>
              <a:off x="11055577" y="2220470"/>
              <a:ext cx="170406" cy="325150"/>
            </p14:xfrm>
          </p:contentPart>
        </mc:Choice>
        <mc:Fallback xmlns="">
          <p:sp>
            <p:nvSpPr>
              <p:cNvPr id="1050916" name=""/>
              <p:cNvSpPr/>
              <p:nvPr/>
            </p:nvSpPr>
            <p:spPr>
              <a:xfrm>
                <a:off x="11055577" y="2220470"/>
                <a:ext cx="170406" cy="3251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917" name="Ink 1050916"/>
              <p14:cNvContentPartPr/>
              <p14:nvPr/>
            </p14:nvContentPartPr>
            <p14:xfrm>
              <a:off x="11053060" y="2365717"/>
              <a:ext cx="95787" cy="13729"/>
            </p14:xfrm>
          </p:contentPart>
        </mc:Choice>
        <mc:Fallback xmlns="">
          <p:sp>
            <p:nvSpPr>
              <p:cNvPr id="1050917" name=""/>
              <p:cNvSpPr/>
              <p:nvPr/>
            </p:nvSpPr>
            <p:spPr>
              <a:xfrm>
                <a:off x="11053060" y="2365717"/>
                <a:ext cx="95787" cy="13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918" name="Ink 1050917"/>
              <p14:cNvContentPartPr/>
              <p14:nvPr/>
            </p14:nvContentPartPr>
            <p14:xfrm>
              <a:off x="11175751" y="2430986"/>
              <a:ext cx="161076" cy="225075"/>
            </p14:xfrm>
          </p:contentPart>
        </mc:Choice>
        <mc:Fallback xmlns="">
          <p:sp>
            <p:nvSpPr>
              <p:cNvPr id="1050918" name=""/>
              <p:cNvSpPr/>
              <p:nvPr/>
            </p:nvSpPr>
            <p:spPr>
              <a:xfrm>
                <a:off x="11175751" y="2430986"/>
                <a:ext cx="161076" cy="2250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919" name="Ink 1050918"/>
              <p14:cNvContentPartPr/>
              <p14:nvPr/>
            </p14:nvContentPartPr>
            <p14:xfrm>
              <a:off x="11188005" y="2408201"/>
              <a:ext cx="16641" cy="122114"/>
            </p14:xfrm>
          </p:contentPart>
        </mc:Choice>
        <mc:Fallback xmlns="">
          <p:sp>
            <p:nvSpPr>
              <p:cNvPr id="1050919" name=""/>
              <p:cNvSpPr/>
              <p:nvPr/>
            </p:nvSpPr>
            <p:spPr>
              <a:xfrm>
                <a:off x="11188005" y="2408201"/>
                <a:ext cx="16641" cy="122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920" name="Ink 1050919"/>
              <p14:cNvContentPartPr/>
              <p14:nvPr/>
            </p14:nvContentPartPr>
            <p14:xfrm>
              <a:off x="11384681" y="2409204"/>
              <a:ext cx="125233" cy="6248"/>
            </p14:xfrm>
          </p:contentPart>
        </mc:Choice>
        <mc:Fallback xmlns="">
          <p:sp>
            <p:nvSpPr>
              <p:cNvPr id="1050920" name=""/>
              <p:cNvSpPr/>
              <p:nvPr/>
            </p:nvSpPr>
            <p:spPr>
              <a:xfrm>
                <a:off x="11384681" y="2409204"/>
                <a:ext cx="125233" cy="62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921" name="Ink 1050920"/>
              <p14:cNvContentPartPr/>
              <p14:nvPr/>
            </p14:nvContentPartPr>
            <p14:xfrm>
              <a:off x="11427801" y="2510471"/>
              <a:ext cx="86683" cy="7251"/>
            </p14:xfrm>
          </p:contentPart>
        </mc:Choice>
        <mc:Fallback xmlns="">
          <p:sp>
            <p:nvSpPr>
              <p:cNvPr id="1050921" name=""/>
              <p:cNvSpPr/>
              <p:nvPr/>
            </p:nvSpPr>
            <p:spPr>
              <a:xfrm>
                <a:off x="11427801" y="2510471"/>
                <a:ext cx="86683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922" name="Ink 1050921"/>
              <p14:cNvContentPartPr/>
              <p14:nvPr/>
            </p14:nvContentPartPr>
            <p14:xfrm>
              <a:off x="11712348" y="2143053"/>
              <a:ext cx="114245" cy="269148"/>
            </p14:xfrm>
          </p:contentPart>
        </mc:Choice>
        <mc:Fallback xmlns="">
          <p:sp>
            <p:nvSpPr>
              <p:cNvPr id="1050922" name=""/>
              <p:cNvSpPr/>
              <p:nvPr/>
            </p:nvSpPr>
            <p:spPr>
              <a:xfrm>
                <a:off x="11712348" y="2143053"/>
                <a:ext cx="114245" cy="269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923" name="Ink 1050922"/>
              <p14:cNvContentPartPr/>
              <p14:nvPr/>
            </p14:nvContentPartPr>
            <p14:xfrm>
              <a:off x="11831435" y="1953937"/>
              <a:ext cx="174508" cy="214001"/>
            </p14:xfrm>
          </p:contentPart>
        </mc:Choice>
        <mc:Fallback xmlns="">
          <p:sp>
            <p:nvSpPr>
              <p:cNvPr id="1050923" name=""/>
              <p:cNvSpPr/>
              <p:nvPr/>
            </p:nvSpPr>
            <p:spPr>
              <a:xfrm>
                <a:off x="11831435" y="1953937"/>
                <a:ext cx="174508" cy="214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924" name="Ink 1050923"/>
              <p14:cNvContentPartPr/>
              <p14:nvPr/>
            </p14:nvContentPartPr>
            <p14:xfrm>
              <a:off x="11586498" y="2400950"/>
              <a:ext cx="331176" cy="29255"/>
            </p14:xfrm>
          </p:contentPart>
        </mc:Choice>
        <mc:Fallback xmlns="">
          <p:sp>
            <p:nvSpPr>
              <p:cNvPr id="1050924" name=""/>
              <p:cNvSpPr/>
              <p:nvPr/>
            </p:nvSpPr>
            <p:spPr>
              <a:xfrm>
                <a:off x="11586498" y="2400950"/>
                <a:ext cx="331176" cy="29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925" name="Ink 1050924"/>
              <p14:cNvContentPartPr/>
              <p14:nvPr/>
            </p14:nvContentPartPr>
            <p14:xfrm>
              <a:off x="11520509" y="2555743"/>
              <a:ext cx="125442" cy="228396"/>
            </p14:xfrm>
          </p:contentPart>
        </mc:Choice>
        <mc:Fallback xmlns="">
          <p:sp>
            <p:nvSpPr>
              <p:cNvPr id="1050925" name=""/>
              <p:cNvSpPr/>
              <p:nvPr/>
            </p:nvSpPr>
            <p:spPr>
              <a:xfrm>
                <a:off x="11520509" y="2555743"/>
                <a:ext cx="125442" cy="228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926" name="Ink 1050925"/>
              <p14:cNvContentPartPr/>
              <p14:nvPr/>
            </p14:nvContentPartPr>
            <p14:xfrm>
              <a:off x="11612562" y="2576484"/>
              <a:ext cx="117965" cy="199340"/>
            </p14:xfrm>
          </p:contentPart>
        </mc:Choice>
        <mc:Fallback xmlns="">
          <p:sp>
            <p:nvSpPr>
              <p:cNvPr id="1050926" name=""/>
              <p:cNvSpPr/>
              <p:nvPr/>
            </p:nvSpPr>
            <p:spPr>
              <a:xfrm>
                <a:off x="11612562" y="2576484"/>
                <a:ext cx="117965" cy="1993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927" name="Ink 1050926"/>
              <p14:cNvContentPartPr/>
              <p14:nvPr/>
            </p14:nvContentPartPr>
            <p14:xfrm>
              <a:off x="1485372" y="925761"/>
              <a:ext cx="148314" cy="508191"/>
            </p14:xfrm>
          </p:contentPart>
        </mc:Choice>
        <mc:Fallback xmlns="">
          <p:sp>
            <p:nvSpPr>
              <p:cNvPr id="1050927" name=""/>
              <p:cNvSpPr/>
              <p:nvPr/>
            </p:nvSpPr>
            <p:spPr>
              <a:xfrm>
                <a:off x="1485372" y="925761"/>
                <a:ext cx="148314" cy="508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928" name="Ink 1050927"/>
              <p14:cNvContentPartPr/>
              <p14:nvPr/>
            </p14:nvContentPartPr>
            <p14:xfrm>
              <a:off x="1947721" y="1007506"/>
              <a:ext cx="561478" cy="33177"/>
            </p14:xfrm>
          </p:contentPart>
        </mc:Choice>
        <mc:Fallback xmlns="">
          <p:sp>
            <p:nvSpPr>
              <p:cNvPr id="1050928" name=""/>
              <p:cNvSpPr/>
              <p:nvPr/>
            </p:nvSpPr>
            <p:spPr>
              <a:xfrm>
                <a:off x="1947721" y="1007506"/>
                <a:ext cx="561478" cy="33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929" name="Ink 1050928"/>
              <p14:cNvContentPartPr/>
              <p14:nvPr/>
            </p14:nvContentPartPr>
            <p14:xfrm>
              <a:off x="2414479" y="959266"/>
              <a:ext cx="145761" cy="153724"/>
            </p14:xfrm>
          </p:contentPart>
        </mc:Choice>
        <mc:Fallback xmlns="">
          <p:sp>
            <p:nvSpPr>
              <p:cNvPr id="1050929" name=""/>
              <p:cNvSpPr/>
              <p:nvPr/>
            </p:nvSpPr>
            <p:spPr>
              <a:xfrm>
                <a:off x="2414479" y="959266"/>
                <a:ext cx="145761" cy="1537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930" name="Ink 1050929"/>
              <p14:cNvContentPartPr/>
              <p14:nvPr/>
            </p14:nvContentPartPr>
            <p14:xfrm>
              <a:off x="2727874" y="902864"/>
              <a:ext cx="130468" cy="210584"/>
            </p14:xfrm>
          </p:contentPart>
        </mc:Choice>
        <mc:Fallback xmlns="">
          <p:sp>
            <p:nvSpPr>
              <p:cNvPr id="1050930" name=""/>
              <p:cNvSpPr/>
              <p:nvPr/>
            </p:nvSpPr>
            <p:spPr>
              <a:xfrm>
                <a:off x="2727874" y="902864"/>
                <a:ext cx="130468" cy="2105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931" name="Ink 1050930"/>
              <p14:cNvContentPartPr/>
              <p14:nvPr/>
            </p14:nvContentPartPr>
            <p14:xfrm>
              <a:off x="2843453" y="897906"/>
              <a:ext cx="113427" cy="149916"/>
            </p14:xfrm>
          </p:contentPart>
        </mc:Choice>
        <mc:Fallback xmlns="">
          <p:sp>
            <p:nvSpPr>
              <p:cNvPr id="1050931" name=""/>
              <p:cNvSpPr/>
              <p:nvPr/>
            </p:nvSpPr>
            <p:spPr>
              <a:xfrm>
                <a:off x="2843453" y="897906"/>
                <a:ext cx="113427" cy="149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932" name="Ink 1050931"/>
              <p14:cNvContentPartPr/>
              <p14:nvPr/>
            </p14:nvContentPartPr>
            <p14:xfrm>
              <a:off x="1909499" y="912158"/>
              <a:ext cx="159134" cy="204948"/>
            </p14:xfrm>
          </p:contentPart>
        </mc:Choice>
        <mc:Fallback xmlns="">
          <p:sp>
            <p:nvSpPr>
              <p:cNvPr id="1050932" name=""/>
              <p:cNvSpPr/>
              <p:nvPr/>
            </p:nvSpPr>
            <p:spPr>
              <a:xfrm>
                <a:off x="1909499" y="912158"/>
                <a:ext cx="159134" cy="204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933" name="Ink 1050932"/>
              <p14:cNvContentPartPr/>
              <p14:nvPr/>
            </p14:nvContentPartPr>
            <p14:xfrm>
              <a:off x="1503633" y="1760575"/>
              <a:ext cx="68013" cy="188056"/>
            </p14:xfrm>
          </p:contentPart>
        </mc:Choice>
        <mc:Fallback xmlns="">
          <p:sp>
            <p:nvSpPr>
              <p:cNvPr id="1050933" name=""/>
              <p:cNvSpPr/>
              <p:nvPr/>
            </p:nvSpPr>
            <p:spPr>
              <a:xfrm>
                <a:off x="1503633" y="1760575"/>
                <a:ext cx="68013" cy="188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934" name="Ink 1050933"/>
              <p14:cNvContentPartPr/>
              <p14:nvPr/>
            </p14:nvContentPartPr>
            <p14:xfrm>
              <a:off x="1524035" y="1627298"/>
              <a:ext cx="4048" cy="31154"/>
            </p14:xfrm>
          </p:contentPart>
        </mc:Choice>
        <mc:Fallback xmlns="">
          <p:sp>
            <p:nvSpPr>
              <p:cNvPr id="1050934" name=""/>
              <p:cNvSpPr/>
              <p:nvPr/>
            </p:nvSpPr>
            <p:spPr>
              <a:xfrm>
                <a:off x="1524035" y="1627298"/>
                <a:ext cx="4048" cy="311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935" name="Ink 1050934"/>
              <p14:cNvContentPartPr/>
              <p14:nvPr/>
            </p14:nvContentPartPr>
            <p14:xfrm>
              <a:off x="1837477" y="1809834"/>
              <a:ext cx="634790" cy="14502"/>
            </p14:xfrm>
          </p:contentPart>
        </mc:Choice>
        <mc:Fallback xmlns="">
          <p:sp>
            <p:nvSpPr>
              <p:cNvPr id="1050935" name=""/>
              <p:cNvSpPr/>
              <p:nvPr/>
            </p:nvSpPr>
            <p:spPr>
              <a:xfrm>
                <a:off x="1837477" y="1809834"/>
                <a:ext cx="634790" cy="14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936" name="Ink 1050935"/>
              <p14:cNvContentPartPr/>
              <p14:nvPr/>
            </p14:nvContentPartPr>
            <p14:xfrm>
              <a:off x="2457599" y="1729568"/>
              <a:ext cx="114557" cy="162859"/>
            </p14:xfrm>
          </p:contentPart>
        </mc:Choice>
        <mc:Fallback xmlns="">
          <p:sp>
            <p:nvSpPr>
              <p:cNvPr id="1050936" name=""/>
              <p:cNvSpPr/>
              <p:nvPr/>
            </p:nvSpPr>
            <p:spPr>
              <a:xfrm>
                <a:off x="2457599" y="1729568"/>
                <a:ext cx="114557" cy="162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937" name="Ink 1050936"/>
              <p14:cNvContentPartPr/>
              <p14:nvPr/>
            </p14:nvContentPartPr>
            <p14:xfrm>
              <a:off x="1775731" y="1722317"/>
              <a:ext cx="223286" cy="182533"/>
            </p14:xfrm>
          </p:contentPart>
        </mc:Choice>
        <mc:Fallback xmlns="">
          <p:sp>
            <p:nvSpPr>
              <p:cNvPr id="1050937" name=""/>
              <p:cNvSpPr/>
              <p:nvPr/>
            </p:nvSpPr>
            <p:spPr>
              <a:xfrm>
                <a:off x="1775731" y="1722317"/>
                <a:ext cx="223286" cy="1825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938" name="Ink 1050937"/>
              <p14:cNvContentPartPr/>
              <p14:nvPr/>
            </p14:nvContentPartPr>
            <p14:xfrm>
              <a:off x="2731430" y="1668555"/>
              <a:ext cx="284188" cy="180327"/>
            </p14:xfrm>
          </p:contentPart>
        </mc:Choice>
        <mc:Fallback xmlns="">
          <p:sp>
            <p:nvSpPr>
              <p:cNvPr id="1050938" name=""/>
              <p:cNvSpPr/>
              <p:nvPr/>
            </p:nvSpPr>
            <p:spPr>
              <a:xfrm>
                <a:off x="2731430" y="1668555"/>
                <a:ext cx="284188" cy="180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939" name="Ink 1050938"/>
              <p14:cNvContentPartPr/>
              <p14:nvPr/>
            </p14:nvContentPartPr>
            <p14:xfrm>
              <a:off x="3027043" y="1708736"/>
              <a:ext cx="120205" cy="6579"/>
            </p14:xfrm>
          </p:contentPart>
        </mc:Choice>
        <mc:Fallback xmlns="">
          <p:sp>
            <p:nvSpPr>
              <p:cNvPr id="1050939" name=""/>
              <p:cNvSpPr/>
              <p:nvPr/>
            </p:nvSpPr>
            <p:spPr>
              <a:xfrm>
                <a:off x="3027043" y="1708736"/>
                <a:ext cx="120205" cy="6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940" name="Ink 1050939"/>
              <p14:cNvContentPartPr/>
              <p14:nvPr/>
            </p14:nvContentPartPr>
            <p14:xfrm>
              <a:off x="3027043" y="1765443"/>
              <a:ext cx="156262" cy="44391"/>
            </p14:xfrm>
          </p:contentPart>
        </mc:Choice>
        <mc:Fallback xmlns="">
          <p:sp>
            <p:nvSpPr>
              <p:cNvPr id="1050940" name=""/>
              <p:cNvSpPr/>
              <p:nvPr/>
            </p:nvSpPr>
            <p:spPr>
              <a:xfrm>
                <a:off x="3027043" y="1765443"/>
                <a:ext cx="156262" cy="443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941" name="Ink 1050940"/>
              <p14:cNvContentPartPr/>
              <p14:nvPr/>
            </p14:nvContentPartPr>
            <p14:xfrm>
              <a:off x="3239091" y="1627298"/>
              <a:ext cx="106902" cy="167534"/>
            </p14:xfrm>
          </p:contentPart>
        </mc:Choice>
        <mc:Fallback xmlns="">
          <p:sp>
            <p:nvSpPr>
              <p:cNvPr id="1050941" name=""/>
              <p:cNvSpPr/>
              <p:nvPr/>
            </p:nvSpPr>
            <p:spPr>
              <a:xfrm>
                <a:off x="3239091" y="1627298"/>
                <a:ext cx="106902" cy="167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942" name="Ink 1050941"/>
              <p14:cNvContentPartPr/>
              <p14:nvPr/>
            </p14:nvContentPartPr>
            <p14:xfrm>
              <a:off x="3348172" y="1642051"/>
              <a:ext cx="147740" cy="140965"/>
            </p14:xfrm>
          </p:contentPart>
        </mc:Choice>
        <mc:Fallback xmlns="">
          <p:sp>
            <p:nvSpPr>
              <p:cNvPr id="1050942" name=""/>
              <p:cNvSpPr/>
              <p:nvPr/>
            </p:nvSpPr>
            <p:spPr>
              <a:xfrm>
                <a:off x="3348172" y="1642051"/>
                <a:ext cx="147740" cy="140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943" name="Ink 1050942"/>
              <p14:cNvContentPartPr/>
              <p14:nvPr/>
            </p14:nvContentPartPr>
            <p14:xfrm>
              <a:off x="3387114" y="1401504"/>
              <a:ext cx="36007" cy="94518"/>
            </p14:xfrm>
          </p:contentPart>
        </mc:Choice>
        <mc:Fallback xmlns="">
          <p:sp>
            <p:nvSpPr>
              <p:cNvPr id="1050943" name=""/>
              <p:cNvSpPr/>
              <p:nvPr/>
            </p:nvSpPr>
            <p:spPr>
              <a:xfrm>
                <a:off x="3387114" y="1401504"/>
                <a:ext cx="36007" cy="94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944" name="Ink 1050943"/>
              <p14:cNvContentPartPr/>
              <p14:nvPr/>
            </p14:nvContentPartPr>
            <p14:xfrm>
              <a:off x="1550956" y="2167404"/>
              <a:ext cx="20691" cy="199895"/>
            </p14:xfrm>
          </p:contentPart>
        </mc:Choice>
        <mc:Fallback xmlns="">
          <p:sp>
            <p:nvSpPr>
              <p:cNvPr id="1050944" name=""/>
              <p:cNvSpPr/>
              <p:nvPr/>
            </p:nvSpPr>
            <p:spPr>
              <a:xfrm>
                <a:off x="1550956" y="2167404"/>
                <a:ext cx="20691" cy="199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945" name="Ink 1050944"/>
              <p14:cNvContentPartPr/>
              <p14:nvPr/>
            </p14:nvContentPartPr>
            <p14:xfrm>
              <a:off x="1434732" y="2517364"/>
              <a:ext cx="230267" cy="7610"/>
            </p14:xfrm>
          </p:contentPart>
        </mc:Choice>
        <mc:Fallback xmlns="">
          <p:sp>
            <p:nvSpPr>
              <p:cNvPr id="1050945" name=""/>
              <p:cNvSpPr/>
              <p:nvPr/>
            </p:nvSpPr>
            <p:spPr>
              <a:xfrm>
                <a:off x="1434732" y="2517364"/>
                <a:ext cx="230267" cy="76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946" name="Ink 1050945"/>
              <p14:cNvContentPartPr/>
              <p14:nvPr/>
            </p14:nvContentPartPr>
            <p14:xfrm>
              <a:off x="1409469" y="2635378"/>
              <a:ext cx="243386" cy="218941"/>
            </p14:xfrm>
          </p:contentPart>
        </mc:Choice>
        <mc:Fallback xmlns="">
          <p:sp>
            <p:nvSpPr>
              <p:cNvPr id="1050946" name=""/>
              <p:cNvSpPr/>
              <p:nvPr/>
            </p:nvSpPr>
            <p:spPr>
              <a:xfrm>
                <a:off x="1409469" y="2635378"/>
                <a:ext cx="243386" cy="218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947" name="Ink 1050946"/>
              <p14:cNvContentPartPr/>
              <p14:nvPr/>
            </p14:nvContentPartPr>
            <p14:xfrm>
              <a:off x="1996619" y="2415200"/>
              <a:ext cx="533479" cy="51763"/>
            </p14:xfrm>
          </p:contentPart>
        </mc:Choice>
        <mc:Fallback xmlns="">
          <p:sp>
            <p:nvSpPr>
              <p:cNvPr id="1050947" name=""/>
              <p:cNvSpPr/>
              <p:nvPr/>
            </p:nvSpPr>
            <p:spPr>
              <a:xfrm>
                <a:off x="1996619" y="2415200"/>
                <a:ext cx="533479" cy="51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948" name="Ink 1050947"/>
              <p14:cNvContentPartPr/>
              <p14:nvPr/>
            </p14:nvContentPartPr>
            <p14:xfrm>
              <a:off x="2472268" y="2335187"/>
              <a:ext cx="160997" cy="197038"/>
            </p14:xfrm>
          </p:contentPart>
        </mc:Choice>
        <mc:Fallback xmlns="">
          <p:sp>
            <p:nvSpPr>
              <p:cNvPr id="1050948" name=""/>
              <p:cNvSpPr/>
              <p:nvPr/>
            </p:nvSpPr>
            <p:spPr>
              <a:xfrm>
                <a:off x="2472268" y="2335187"/>
                <a:ext cx="160997" cy="1970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949" name="Ink 1050948"/>
              <p14:cNvContentPartPr/>
              <p14:nvPr/>
            </p14:nvContentPartPr>
            <p14:xfrm>
              <a:off x="1860783" y="2364443"/>
              <a:ext cx="214156" cy="193124"/>
            </p14:xfrm>
          </p:contentPart>
        </mc:Choice>
        <mc:Fallback xmlns="">
          <p:sp>
            <p:nvSpPr>
              <p:cNvPr id="1050949" name=""/>
              <p:cNvSpPr/>
              <p:nvPr/>
            </p:nvSpPr>
            <p:spPr>
              <a:xfrm>
                <a:off x="1860783" y="2364443"/>
                <a:ext cx="214156" cy="193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950" name="Ink 1050949"/>
              <p14:cNvContentPartPr/>
              <p14:nvPr/>
            </p14:nvContentPartPr>
            <p14:xfrm>
              <a:off x="2917432" y="2158071"/>
              <a:ext cx="248945" cy="378367"/>
            </p14:xfrm>
          </p:contentPart>
        </mc:Choice>
        <mc:Fallback xmlns="">
          <p:sp>
            <p:nvSpPr>
              <p:cNvPr id="1050950" name=""/>
              <p:cNvSpPr/>
              <p:nvPr/>
            </p:nvSpPr>
            <p:spPr>
              <a:xfrm>
                <a:off x="2917432" y="2158071"/>
                <a:ext cx="248945" cy="3783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951" name="Ink 1050950"/>
              <p14:cNvContentPartPr/>
              <p14:nvPr/>
            </p14:nvContentPartPr>
            <p14:xfrm>
              <a:off x="9256546" y="2955559"/>
              <a:ext cx="197090" cy="474254"/>
            </p14:xfrm>
          </p:contentPart>
        </mc:Choice>
        <mc:Fallback xmlns="">
          <p:sp>
            <p:nvSpPr>
              <p:cNvPr id="1050951" name=""/>
              <p:cNvSpPr/>
              <p:nvPr/>
            </p:nvSpPr>
            <p:spPr>
              <a:xfrm>
                <a:off x="9256546" y="2955559"/>
                <a:ext cx="197090" cy="474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952" name="Ink 1050951"/>
              <p14:cNvContentPartPr/>
              <p14:nvPr/>
            </p14:nvContentPartPr>
            <p14:xfrm>
              <a:off x="9237594" y="3181891"/>
              <a:ext cx="145703" cy="14464"/>
            </p14:xfrm>
          </p:contentPart>
        </mc:Choice>
        <mc:Fallback xmlns="">
          <p:sp>
            <p:nvSpPr>
              <p:cNvPr id="1050952" name=""/>
              <p:cNvSpPr/>
              <p:nvPr/>
            </p:nvSpPr>
            <p:spPr>
              <a:xfrm>
                <a:off x="9237594" y="3181891"/>
                <a:ext cx="145703" cy="144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953" name="Ink 1050952"/>
              <p14:cNvContentPartPr/>
              <p14:nvPr/>
            </p14:nvContentPartPr>
            <p14:xfrm>
              <a:off x="9373629" y="3356887"/>
              <a:ext cx="182398" cy="163278"/>
            </p14:xfrm>
          </p:contentPart>
        </mc:Choice>
        <mc:Fallback xmlns="">
          <p:sp>
            <p:nvSpPr>
              <p:cNvPr id="1050953" name=""/>
              <p:cNvSpPr/>
              <p:nvPr/>
            </p:nvSpPr>
            <p:spPr>
              <a:xfrm>
                <a:off x="9373629" y="3356887"/>
                <a:ext cx="182398" cy="1632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954" name="Ink 1050953"/>
              <p14:cNvContentPartPr/>
              <p14:nvPr/>
            </p14:nvContentPartPr>
            <p14:xfrm>
              <a:off x="9605221" y="3285191"/>
              <a:ext cx="169148" cy="6183"/>
            </p14:xfrm>
          </p:contentPart>
        </mc:Choice>
        <mc:Fallback xmlns="">
          <p:sp>
            <p:nvSpPr>
              <p:cNvPr id="1050954" name=""/>
              <p:cNvSpPr/>
              <p:nvPr/>
            </p:nvSpPr>
            <p:spPr>
              <a:xfrm>
                <a:off x="9605221" y="3285191"/>
                <a:ext cx="169148" cy="6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955" name="Ink 1050954"/>
              <p14:cNvContentPartPr/>
              <p14:nvPr/>
            </p14:nvContentPartPr>
            <p14:xfrm>
              <a:off x="9648341" y="3377161"/>
              <a:ext cx="140621" cy="23734"/>
            </p14:xfrm>
          </p:contentPart>
        </mc:Choice>
        <mc:Fallback xmlns="">
          <p:sp>
            <p:nvSpPr>
              <p:cNvPr id="1050955" name=""/>
              <p:cNvSpPr/>
              <p:nvPr/>
            </p:nvSpPr>
            <p:spPr>
              <a:xfrm>
                <a:off x="9648341" y="3377161"/>
                <a:ext cx="140621" cy="23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956" name="Ink 1050955"/>
              <p14:cNvContentPartPr/>
              <p14:nvPr/>
            </p14:nvContentPartPr>
            <p14:xfrm>
              <a:off x="9878608" y="3062204"/>
              <a:ext cx="85052" cy="195530"/>
            </p14:xfrm>
          </p:contentPart>
        </mc:Choice>
        <mc:Fallback xmlns="">
          <p:sp>
            <p:nvSpPr>
              <p:cNvPr id="1050956" name=""/>
              <p:cNvSpPr/>
              <p:nvPr/>
            </p:nvSpPr>
            <p:spPr>
              <a:xfrm>
                <a:off x="9878608" y="3062204"/>
                <a:ext cx="85052" cy="1955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957" name="Ink 1050956"/>
              <p14:cNvContentPartPr/>
              <p14:nvPr/>
            </p14:nvContentPartPr>
            <p14:xfrm>
              <a:off x="9864383" y="3388904"/>
              <a:ext cx="188778" cy="4490"/>
            </p14:xfrm>
          </p:contentPart>
        </mc:Choice>
        <mc:Fallback xmlns="">
          <p:sp>
            <p:nvSpPr>
              <p:cNvPr id="1050957" name=""/>
              <p:cNvSpPr/>
              <p:nvPr/>
            </p:nvSpPr>
            <p:spPr>
              <a:xfrm>
                <a:off x="9864383" y="3388904"/>
                <a:ext cx="188778" cy="44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958" name="Ink 1050957"/>
              <p14:cNvContentPartPr/>
              <p14:nvPr/>
            </p14:nvContentPartPr>
            <p14:xfrm>
              <a:off x="9918621" y="3535143"/>
              <a:ext cx="122258" cy="145597"/>
            </p14:xfrm>
          </p:contentPart>
        </mc:Choice>
        <mc:Fallback xmlns="">
          <p:sp>
            <p:nvSpPr>
              <p:cNvPr id="1050958" name=""/>
              <p:cNvSpPr/>
              <p:nvPr/>
            </p:nvSpPr>
            <p:spPr>
              <a:xfrm>
                <a:off x="9918621" y="3535143"/>
                <a:ext cx="122258" cy="145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959" name="Ink 1050958"/>
              <p14:cNvContentPartPr/>
              <p14:nvPr/>
            </p14:nvContentPartPr>
            <p14:xfrm>
              <a:off x="10123990" y="3262119"/>
              <a:ext cx="161219" cy="175534"/>
            </p14:xfrm>
          </p:contentPart>
        </mc:Choice>
        <mc:Fallback xmlns="">
          <p:sp>
            <p:nvSpPr>
              <p:cNvPr id="1050959" name=""/>
              <p:cNvSpPr/>
              <p:nvPr/>
            </p:nvSpPr>
            <p:spPr>
              <a:xfrm>
                <a:off x="10123990" y="3262119"/>
                <a:ext cx="161219" cy="175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960" name="Ink 1050959"/>
              <p14:cNvContentPartPr/>
              <p14:nvPr/>
            </p14:nvContentPartPr>
            <p14:xfrm>
              <a:off x="10390264" y="3215979"/>
              <a:ext cx="213178" cy="232679"/>
            </p14:xfrm>
          </p:contentPart>
        </mc:Choice>
        <mc:Fallback xmlns="">
          <p:sp>
            <p:nvSpPr>
              <p:cNvPr id="1050960" name=""/>
              <p:cNvSpPr/>
              <p:nvPr/>
            </p:nvSpPr>
            <p:spPr>
              <a:xfrm>
                <a:off x="10390264" y="3215979"/>
                <a:ext cx="213178" cy="232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961" name="Ink 1050960"/>
              <p14:cNvContentPartPr/>
              <p14:nvPr/>
            </p14:nvContentPartPr>
            <p14:xfrm>
              <a:off x="10635201" y="3072232"/>
              <a:ext cx="174763" cy="190012"/>
            </p14:xfrm>
          </p:contentPart>
        </mc:Choice>
        <mc:Fallback xmlns="">
          <p:sp>
            <p:nvSpPr>
              <p:cNvPr id="1050961" name=""/>
              <p:cNvSpPr/>
              <p:nvPr/>
            </p:nvSpPr>
            <p:spPr>
              <a:xfrm>
                <a:off x="10635201" y="3072232"/>
                <a:ext cx="174763" cy="190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962" name="Ink 1050961"/>
              <p14:cNvContentPartPr/>
              <p14:nvPr/>
            </p14:nvContentPartPr>
            <p14:xfrm>
              <a:off x="10721884" y="3408147"/>
              <a:ext cx="266275" cy="16508"/>
            </p14:xfrm>
          </p:contentPart>
        </mc:Choice>
        <mc:Fallback xmlns="">
          <p:sp>
            <p:nvSpPr>
              <p:cNvPr id="1050962" name=""/>
              <p:cNvSpPr/>
              <p:nvPr/>
            </p:nvSpPr>
            <p:spPr>
              <a:xfrm>
                <a:off x="10721884" y="3408147"/>
                <a:ext cx="266275" cy="165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963" name="Ink 1050962"/>
              <p14:cNvContentPartPr/>
              <p14:nvPr/>
            </p14:nvContentPartPr>
            <p14:xfrm>
              <a:off x="10950824" y="3328132"/>
              <a:ext cx="81008" cy="115148"/>
            </p14:xfrm>
          </p:contentPart>
        </mc:Choice>
        <mc:Fallback xmlns="">
          <p:sp>
            <p:nvSpPr>
              <p:cNvPr id="1050963" name=""/>
              <p:cNvSpPr/>
              <p:nvPr/>
            </p:nvSpPr>
            <p:spPr>
              <a:xfrm>
                <a:off x="10950824" y="3328132"/>
                <a:ext cx="81008" cy="115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964" name="Ink 1050963"/>
              <p14:cNvContentPartPr/>
              <p14:nvPr/>
            </p14:nvContentPartPr>
            <p14:xfrm>
              <a:off x="10671119" y="3349636"/>
              <a:ext cx="79660" cy="138777"/>
            </p14:xfrm>
          </p:contentPart>
        </mc:Choice>
        <mc:Fallback xmlns="">
          <p:sp>
            <p:nvSpPr>
              <p:cNvPr id="1050964" name=""/>
              <p:cNvSpPr/>
              <p:nvPr/>
            </p:nvSpPr>
            <p:spPr>
              <a:xfrm>
                <a:off x="10671119" y="3349636"/>
                <a:ext cx="79660" cy="1387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965" name="Ink 1050964"/>
              <p14:cNvContentPartPr/>
              <p14:nvPr/>
            </p14:nvContentPartPr>
            <p14:xfrm>
              <a:off x="11070172" y="3174602"/>
              <a:ext cx="163368" cy="270513"/>
            </p14:xfrm>
          </p:contentPart>
        </mc:Choice>
        <mc:Fallback xmlns="">
          <p:sp>
            <p:nvSpPr>
              <p:cNvPr id="1050965" name=""/>
              <p:cNvSpPr/>
              <p:nvPr/>
            </p:nvSpPr>
            <p:spPr>
              <a:xfrm>
                <a:off x="11070172" y="3174602"/>
                <a:ext cx="163368" cy="270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966" name="Ink 1050965"/>
              <p14:cNvContentPartPr/>
              <p14:nvPr/>
            </p14:nvContentPartPr>
            <p14:xfrm>
              <a:off x="11060618" y="3305518"/>
              <a:ext cx="153079" cy="1607"/>
            </p14:xfrm>
          </p:contentPart>
        </mc:Choice>
        <mc:Fallback xmlns="">
          <p:sp>
            <p:nvSpPr>
              <p:cNvPr id="1050966" name=""/>
              <p:cNvSpPr/>
              <p:nvPr/>
            </p:nvSpPr>
            <p:spPr>
              <a:xfrm>
                <a:off x="11060618" y="3305518"/>
                <a:ext cx="153079" cy="16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967" name="Ink 1050966"/>
              <p14:cNvContentPartPr/>
              <p14:nvPr/>
            </p14:nvContentPartPr>
            <p14:xfrm>
              <a:off x="11240554" y="3400896"/>
              <a:ext cx="250465" cy="284091"/>
            </p14:xfrm>
          </p:contentPart>
        </mc:Choice>
        <mc:Fallback xmlns="">
          <p:sp>
            <p:nvSpPr>
              <p:cNvPr id="1050967" name=""/>
              <p:cNvSpPr/>
              <p:nvPr/>
            </p:nvSpPr>
            <p:spPr>
              <a:xfrm>
                <a:off x="11240554" y="3400896"/>
                <a:ext cx="250465" cy="284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968" name="Ink 1050967"/>
              <p14:cNvContentPartPr/>
              <p14:nvPr/>
            </p14:nvContentPartPr>
            <p14:xfrm>
              <a:off x="11514484" y="3342384"/>
              <a:ext cx="72014" cy="0"/>
            </p14:xfrm>
          </p:contentPart>
        </mc:Choice>
        <mc:Fallback xmlns="">
          <p:sp>
            <p:nvSpPr>
              <p:cNvPr id="1050968" name=""/>
              <p:cNvSpPr/>
              <p:nvPr/>
            </p:nvSpPr>
            <p:spPr>
              <a:xfrm>
                <a:off x="11514484" y="3342384"/>
                <a:ext cx="72014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969" name="Ink 1050968"/>
              <p14:cNvContentPartPr/>
              <p14:nvPr/>
            </p14:nvContentPartPr>
            <p14:xfrm>
              <a:off x="11492702" y="3437153"/>
              <a:ext cx="118886" cy="11936"/>
            </p14:xfrm>
          </p:contentPart>
        </mc:Choice>
        <mc:Fallback xmlns="">
          <p:sp>
            <p:nvSpPr>
              <p:cNvPr id="1050969" name=""/>
              <p:cNvSpPr/>
              <p:nvPr/>
            </p:nvSpPr>
            <p:spPr>
              <a:xfrm>
                <a:off x="11492702" y="3437153"/>
                <a:ext cx="118886" cy="119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970" name="Ink 1050969"/>
              <p14:cNvContentPartPr/>
              <p14:nvPr/>
            </p14:nvContentPartPr>
            <p14:xfrm>
              <a:off x="11672737" y="3167600"/>
              <a:ext cx="6970" cy="169881"/>
            </p14:xfrm>
          </p:contentPart>
        </mc:Choice>
        <mc:Fallback xmlns="">
          <p:sp>
            <p:nvSpPr>
              <p:cNvPr id="1050970" name=""/>
              <p:cNvSpPr/>
              <p:nvPr/>
            </p:nvSpPr>
            <p:spPr>
              <a:xfrm>
                <a:off x="11672737" y="3167600"/>
                <a:ext cx="6970" cy="169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971" name="Ink 1050970"/>
              <p14:cNvContentPartPr/>
              <p14:nvPr/>
            </p14:nvContentPartPr>
            <p14:xfrm>
              <a:off x="11651400" y="3429902"/>
              <a:ext cx="131936" cy="10720"/>
            </p14:xfrm>
          </p:contentPart>
        </mc:Choice>
        <mc:Fallback xmlns="">
          <p:sp>
            <p:nvSpPr>
              <p:cNvPr id="1050971" name=""/>
              <p:cNvSpPr/>
              <p:nvPr/>
            </p:nvSpPr>
            <p:spPr>
              <a:xfrm>
                <a:off x="11651400" y="3429902"/>
                <a:ext cx="131936" cy="107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972" name="Ink 1050971"/>
              <p14:cNvContentPartPr/>
              <p14:nvPr/>
            </p14:nvContentPartPr>
            <p14:xfrm>
              <a:off x="11648093" y="3545980"/>
              <a:ext cx="105658" cy="167308"/>
            </p14:xfrm>
          </p:contentPart>
        </mc:Choice>
        <mc:Fallback xmlns="">
          <p:sp>
            <p:nvSpPr>
              <p:cNvPr id="1050972" name=""/>
              <p:cNvSpPr/>
              <p:nvPr/>
            </p:nvSpPr>
            <p:spPr>
              <a:xfrm>
                <a:off x="11648093" y="3545980"/>
                <a:ext cx="105658" cy="167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973" name="Ink 1050972"/>
              <p14:cNvContentPartPr/>
              <p14:nvPr/>
            </p14:nvContentPartPr>
            <p14:xfrm>
              <a:off x="11797215" y="3218360"/>
              <a:ext cx="89788" cy="203048"/>
            </p14:xfrm>
          </p:contentPart>
        </mc:Choice>
        <mc:Fallback xmlns="">
          <p:sp>
            <p:nvSpPr>
              <p:cNvPr id="1050973" name=""/>
              <p:cNvSpPr/>
              <p:nvPr/>
            </p:nvSpPr>
            <p:spPr>
              <a:xfrm>
                <a:off x="11797215" y="3218360"/>
                <a:ext cx="89788" cy="20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974" name="Ink 1050973"/>
              <p14:cNvContentPartPr/>
              <p14:nvPr/>
            </p14:nvContentPartPr>
            <p14:xfrm>
              <a:off x="11947116" y="3320630"/>
              <a:ext cx="14122" cy="150650"/>
            </p14:xfrm>
          </p:contentPart>
        </mc:Choice>
        <mc:Fallback xmlns="">
          <p:sp>
            <p:nvSpPr>
              <p:cNvPr id="1050974" name=""/>
              <p:cNvSpPr/>
              <p:nvPr/>
            </p:nvSpPr>
            <p:spPr>
              <a:xfrm>
                <a:off x="11947116" y="3320630"/>
                <a:ext cx="14122" cy="1506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975" name="Ink 1050974"/>
              <p14:cNvContentPartPr/>
              <p14:nvPr/>
            </p14:nvContentPartPr>
            <p14:xfrm>
              <a:off x="11989688" y="3178031"/>
              <a:ext cx="135592" cy="167156"/>
            </p14:xfrm>
          </p:contentPart>
        </mc:Choice>
        <mc:Fallback xmlns="">
          <p:sp>
            <p:nvSpPr>
              <p:cNvPr id="1050975" name=""/>
              <p:cNvSpPr/>
              <p:nvPr/>
            </p:nvSpPr>
            <p:spPr>
              <a:xfrm>
                <a:off x="11989688" y="3178031"/>
                <a:ext cx="135592" cy="167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976" name="Ink 1050975"/>
              <p14:cNvContentPartPr/>
              <p14:nvPr/>
            </p14:nvContentPartPr>
            <p14:xfrm>
              <a:off x="11896337" y="3232863"/>
              <a:ext cx="46257" cy="59679"/>
            </p14:xfrm>
          </p:contentPart>
        </mc:Choice>
        <mc:Fallback xmlns="">
          <p:sp>
            <p:nvSpPr>
              <p:cNvPr id="1050976" name=""/>
              <p:cNvSpPr/>
              <p:nvPr/>
            </p:nvSpPr>
            <p:spPr>
              <a:xfrm>
                <a:off x="11896337" y="3232863"/>
                <a:ext cx="46257" cy="596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977" name="Ink 1050976"/>
              <p14:cNvContentPartPr/>
              <p14:nvPr/>
            </p14:nvContentPartPr>
            <p14:xfrm>
              <a:off x="1523432" y="3006819"/>
              <a:ext cx="232896" cy="398727"/>
            </p14:xfrm>
          </p:contentPart>
        </mc:Choice>
        <mc:Fallback xmlns="">
          <p:sp>
            <p:nvSpPr>
              <p:cNvPr id="1050977" name=""/>
              <p:cNvSpPr/>
              <p:nvPr/>
            </p:nvSpPr>
            <p:spPr>
              <a:xfrm>
                <a:off x="1523432" y="3006819"/>
                <a:ext cx="232896" cy="3987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978" name="Ink 1050977"/>
              <p14:cNvContentPartPr/>
              <p14:nvPr/>
            </p14:nvContentPartPr>
            <p14:xfrm>
              <a:off x="2082858" y="3211109"/>
              <a:ext cx="523126" cy="11067"/>
            </p14:xfrm>
          </p:contentPart>
        </mc:Choice>
        <mc:Fallback xmlns="">
          <p:sp>
            <p:nvSpPr>
              <p:cNvPr id="1050978" name=""/>
              <p:cNvSpPr/>
              <p:nvPr/>
            </p:nvSpPr>
            <p:spPr>
              <a:xfrm>
                <a:off x="2082858" y="3211109"/>
                <a:ext cx="523126" cy="11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979" name="Ink 1050978"/>
              <p14:cNvContentPartPr/>
              <p14:nvPr/>
            </p14:nvContentPartPr>
            <p14:xfrm>
              <a:off x="2500718" y="3145379"/>
              <a:ext cx="184066" cy="153247"/>
            </p14:xfrm>
          </p:contentPart>
        </mc:Choice>
        <mc:Fallback xmlns="">
          <p:sp>
            <p:nvSpPr>
              <p:cNvPr id="1050979" name=""/>
              <p:cNvSpPr/>
              <p:nvPr/>
            </p:nvSpPr>
            <p:spPr>
              <a:xfrm>
                <a:off x="2500718" y="3145379"/>
                <a:ext cx="184066" cy="1532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980" name="Ink 1050979"/>
              <p14:cNvContentPartPr/>
              <p14:nvPr/>
            </p14:nvContentPartPr>
            <p14:xfrm>
              <a:off x="1970793" y="3123342"/>
              <a:ext cx="256537" cy="214095"/>
            </p14:xfrm>
          </p:contentPart>
        </mc:Choice>
        <mc:Fallback xmlns="">
          <p:sp>
            <p:nvSpPr>
              <p:cNvPr id="1050980" name=""/>
              <p:cNvSpPr/>
              <p:nvPr/>
            </p:nvSpPr>
            <p:spPr>
              <a:xfrm>
                <a:off x="1970793" y="3123342"/>
                <a:ext cx="256537" cy="214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982" name="Ink 1050981"/>
              <p14:cNvContentPartPr/>
              <p14:nvPr/>
            </p14:nvContentPartPr>
            <p14:xfrm>
              <a:off x="2914177" y="3605186"/>
              <a:ext cx="300573" cy="331766"/>
            </p14:xfrm>
          </p:contentPart>
        </mc:Choice>
        <mc:Fallback xmlns="">
          <p:sp>
            <p:nvSpPr>
              <p:cNvPr id="1050982" name=""/>
              <p:cNvSpPr/>
              <p:nvPr/>
            </p:nvSpPr>
            <p:spPr>
              <a:xfrm>
                <a:off x="2914177" y="3605186"/>
                <a:ext cx="300573" cy="331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983" name="Ink 1050982"/>
              <p14:cNvContentPartPr/>
              <p14:nvPr/>
            </p14:nvContentPartPr>
            <p14:xfrm>
              <a:off x="3194574" y="3904244"/>
              <a:ext cx="105389" cy="116408"/>
            </p14:xfrm>
          </p:contentPart>
        </mc:Choice>
        <mc:Fallback xmlns="">
          <p:sp>
            <p:nvSpPr>
              <p:cNvPr id="1050983" name=""/>
              <p:cNvSpPr/>
              <p:nvPr/>
            </p:nvSpPr>
            <p:spPr>
              <a:xfrm>
                <a:off x="3194574" y="3904244"/>
                <a:ext cx="105389" cy="116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984" name="Ink 1050983"/>
              <p14:cNvContentPartPr/>
              <p14:nvPr/>
            </p14:nvContentPartPr>
            <p14:xfrm>
              <a:off x="3394227" y="3782689"/>
              <a:ext cx="186532" cy="12283"/>
            </p14:xfrm>
          </p:contentPart>
        </mc:Choice>
        <mc:Fallback xmlns="">
          <p:sp>
            <p:nvSpPr>
              <p:cNvPr id="1050984" name=""/>
              <p:cNvSpPr/>
              <p:nvPr/>
            </p:nvSpPr>
            <p:spPr>
              <a:xfrm>
                <a:off x="3394227" y="3782689"/>
                <a:ext cx="186532" cy="12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985" name="Ink 1050984"/>
              <p14:cNvContentPartPr/>
              <p14:nvPr/>
            </p14:nvContentPartPr>
            <p14:xfrm>
              <a:off x="3401339" y="3818792"/>
              <a:ext cx="209248" cy="70950"/>
            </p14:xfrm>
          </p:contentPart>
        </mc:Choice>
        <mc:Fallback xmlns="">
          <p:sp>
            <p:nvSpPr>
              <p:cNvPr id="1050985" name=""/>
              <p:cNvSpPr/>
              <p:nvPr/>
            </p:nvSpPr>
            <p:spPr>
              <a:xfrm>
                <a:off x="3401339" y="3818792"/>
                <a:ext cx="209248" cy="70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986" name="Ink 1050985"/>
              <p14:cNvContentPartPr/>
              <p14:nvPr/>
            </p14:nvContentPartPr>
            <p14:xfrm>
              <a:off x="3682052" y="3377188"/>
              <a:ext cx="589594" cy="1009514"/>
            </p14:xfrm>
          </p:contentPart>
        </mc:Choice>
        <mc:Fallback xmlns="">
          <p:sp>
            <p:nvSpPr>
              <p:cNvPr id="1050986" name=""/>
              <p:cNvSpPr/>
              <p:nvPr/>
            </p:nvSpPr>
            <p:spPr>
              <a:xfrm>
                <a:off x="3682052" y="3377188"/>
                <a:ext cx="589594" cy="10095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987" name="Ink 1050986"/>
              <p14:cNvContentPartPr/>
              <p14:nvPr/>
            </p14:nvContentPartPr>
            <p14:xfrm>
              <a:off x="3934574" y="3568679"/>
              <a:ext cx="21540" cy="403579"/>
            </p14:xfrm>
          </p:contentPart>
        </mc:Choice>
        <mc:Fallback xmlns="">
          <p:sp>
            <p:nvSpPr>
              <p:cNvPr id="1050987" name=""/>
              <p:cNvSpPr/>
              <p:nvPr/>
            </p:nvSpPr>
            <p:spPr>
              <a:xfrm>
                <a:off x="3934574" y="3568679"/>
                <a:ext cx="21540" cy="4035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988" name="Ink 1050987"/>
              <p14:cNvContentPartPr/>
              <p14:nvPr/>
            </p14:nvContentPartPr>
            <p14:xfrm>
              <a:off x="3934459" y="3729460"/>
              <a:ext cx="179349" cy="176008"/>
            </p14:xfrm>
          </p:contentPart>
        </mc:Choice>
        <mc:Fallback xmlns="">
          <p:sp>
            <p:nvSpPr>
              <p:cNvPr id="1050988" name=""/>
              <p:cNvSpPr/>
              <p:nvPr/>
            </p:nvSpPr>
            <p:spPr>
              <a:xfrm>
                <a:off x="3934459" y="3729460"/>
                <a:ext cx="179349" cy="1760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989" name="Ink 1050988"/>
              <p14:cNvContentPartPr/>
              <p14:nvPr/>
            </p14:nvContentPartPr>
            <p14:xfrm>
              <a:off x="3826756" y="4036275"/>
              <a:ext cx="292675" cy="13998"/>
            </p14:xfrm>
          </p:contentPart>
        </mc:Choice>
        <mc:Fallback xmlns="">
          <p:sp>
            <p:nvSpPr>
              <p:cNvPr id="1050989" name=""/>
              <p:cNvSpPr/>
              <p:nvPr/>
            </p:nvSpPr>
            <p:spPr>
              <a:xfrm>
                <a:off x="3826756" y="4036275"/>
                <a:ext cx="292675" cy="139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990" name="Ink 1050989"/>
              <p14:cNvContentPartPr/>
              <p14:nvPr/>
            </p14:nvContentPartPr>
            <p14:xfrm>
              <a:off x="3898660" y="4159795"/>
              <a:ext cx="319151" cy="238060"/>
            </p14:xfrm>
          </p:contentPart>
        </mc:Choice>
        <mc:Fallback xmlns="">
          <p:sp>
            <p:nvSpPr>
              <p:cNvPr id="1050990" name=""/>
              <p:cNvSpPr/>
              <p:nvPr/>
            </p:nvSpPr>
            <p:spPr>
              <a:xfrm>
                <a:off x="3898660" y="4159795"/>
                <a:ext cx="319151" cy="2380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991" name="Ink 1050990"/>
              <p14:cNvContentPartPr/>
              <p14:nvPr/>
            </p14:nvContentPartPr>
            <p14:xfrm>
              <a:off x="867134" y="3707206"/>
              <a:ext cx="264871" cy="300136"/>
            </p14:xfrm>
          </p:contentPart>
        </mc:Choice>
        <mc:Fallback xmlns="">
          <p:sp>
            <p:nvSpPr>
              <p:cNvPr id="1050991" name=""/>
              <p:cNvSpPr/>
              <p:nvPr/>
            </p:nvSpPr>
            <p:spPr>
              <a:xfrm>
                <a:off x="867134" y="3707206"/>
                <a:ext cx="264871" cy="300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992" name="Ink 1050991"/>
              <p14:cNvContentPartPr/>
              <p14:nvPr/>
            </p14:nvContentPartPr>
            <p14:xfrm>
              <a:off x="1041471" y="4057760"/>
              <a:ext cx="76120" cy="110119"/>
            </p14:xfrm>
          </p:contentPart>
        </mc:Choice>
        <mc:Fallback xmlns="">
          <p:sp>
            <p:nvSpPr>
              <p:cNvPr id="1050992" name=""/>
              <p:cNvSpPr/>
              <p:nvPr/>
            </p:nvSpPr>
            <p:spPr>
              <a:xfrm>
                <a:off x="1041471" y="4057760"/>
                <a:ext cx="76120" cy="110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993" name="Ink 1050992"/>
              <p14:cNvContentPartPr/>
              <p14:nvPr/>
            </p14:nvContentPartPr>
            <p14:xfrm>
              <a:off x="1189795" y="3926122"/>
              <a:ext cx="129636" cy="7377"/>
            </p14:xfrm>
          </p:contentPart>
        </mc:Choice>
        <mc:Fallback xmlns="">
          <p:sp>
            <p:nvSpPr>
              <p:cNvPr id="1050993" name=""/>
              <p:cNvSpPr/>
              <p:nvPr/>
            </p:nvSpPr>
            <p:spPr>
              <a:xfrm>
                <a:off x="1189795" y="3926122"/>
                <a:ext cx="129636" cy="7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994" name="Ink 1050993"/>
              <p14:cNvContentPartPr/>
              <p14:nvPr/>
            </p14:nvContentPartPr>
            <p14:xfrm>
              <a:off x="1196907" y="4020860"/>
              <a:ext cx="153002" cy="15160"/>
            </p14:xfrm>
          </p:contentPart>
        </mc:Choice>
        <mc:Fallback xmlns="">
          <p:sp>
            <p:nvSpPr>
              <p:cNvPr id="1050994" name=""/>
              <p:cNvSpPr/>
              <p:nvPr/>
            </p:nvSpPr>
            <p:spPr>
              <a:xfrm>
                <a:off x="1196907" y="4020860"/>
                <a:ext cx="153002" cy="151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995" name="Ink 1050994"/>
              <p14:cNvContentPartPr/>
              <p14:nvPr/>
            </p14:nvContentPartPr>
            <p14:xfrm>
              <a:off x="2887449" y="3018728"/>
              <a:ext cx="273030" cy="242440"/>
            </p14:xfrm>
          </p:contentPart>
        </mc:Choice>
        <mc:Fallback xmlns="">
          <p:sp>
            <p:nvSpPr>
              <p:cNvPr id="1050995" name=""/>
              <p:cNvSpPr/>
              <p:nvPr/>
            </p:nvSpPr>
            <p:spPr>
              <a:xfrm>
                <a:off x="2887449" y="3018728"/>
                <a:ext cx="273030" cy="24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996" name="Ink 1050995"/>
              <p14:cNvContentPartPr/>
              <p14:nvPr/>
            </p14:nvContentPartPr>
            <p14:xfrm>
              <a:off x="1492076" y="3933464"/>
              <a:ext cx="606522" cy="22290"/>
            </p14:xfrm>
          </p:contentPart>
        </mc:Choice>
        <mc:Fallback xmlns="">
          <p:sp>
            <p:nvSpPr>
              <p:cNvPr id="1050996" name=""/>
              <p:cNvSpPr/>
              <p:nvPr/>
            </p:nvSpPr>
            <p:spPr>
              <a:xfrm>
                <a:off x="1492076" y="3933464"/>
                <a:ext cx="606522" cy="22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997" name="Ink 1050996"/>
              <p14:cNvContentPartPr/>
              <p14:nvPr/>
            </p14:nvContentPartPr>
            <p14:xfrm>
              <a:off x="1595771" y="4173047"/>
              <a:ext cx="178472" cy="314990"/>
            </p14:xfrm>
          </p:contentPart>
        </mc:Choice>
        <mc:Fallback xmlns="">
          <p:sp>
            <p:nvSpPr>
              <p:cNvPr id="1050997" name=""/>
              <p:cNvSpPr/>
              <p:nvPr/>
            </p:nvSpPr>
            <p:spPr>
              <a:xfrm>
                <a:off x="1595771" y="4173047"/>
                <a:ext cx="178472" cy="3149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998" name="Ink 1050997"/>
              <p14:cNvContentPartPr/>
              <p14:nvPr/>
            </p14:nvContentPartPr>
            <p14:xfrm>
              <a:off x="1791619" y="4181643"/>
              <a:ext cx="205215" cy="275419"/>
            </p14:xfrm>
          </p:contentPart>
        </mc:Choice>
        <mc:Fallback xmlns="">
          <p:sp>
            <p:nvSpPr>
              <p:cNvPr id="1050998" name=""/>
              <p:cNvSpPr/>
              <p:nvPr/>
            </p:nvSpPr>
            <p:spPr>
              <a:xfrm>
                <a:off x="1791619" y="4181643"/>
                <a:ext cx="205215" cy="275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999" name="Ink 1050998"/>
              <p14:cNvContentPartPr/>
              <p14:nvPr/>
            </p14:nvContentPartPr>
            <p14:xfrm>
              <a:off x="1351555" y="4045802"/>
              <a:ext cx="796205" cy="452736"/>
            </p14:xfrm>
          </p:contentPart>
        </mc:Choice>
        <mc:Fallback xmlns="">
          <p:sp>
            <p:nvSpPr>
              <p:cNvPr id="1050999" name=""/>
              <p:cNvSpPr/>
              <p:nvPr/>
            </p:nvSpPr>
            <p:spPr>
              <a:xfrm>
                <a:off x="1351555" y="4045802"/>
                <a:ext cx="796205" cy="4527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1000" name="Ink 1050999"/>
              <p14:cNvContentPartPr/>
              <p14:nvPr/>
            </p14:nvContentPartPr>
            <p14:xfrm>
              <a:off x="1661986" y="3685452"/>
              <a:ext cx="10569" cy="197214"/>
            </p14:xfrm>
          </p:contentPart>
        </mc:Choice>
        <mc:Fallback xmlns="">
          <p:sp>
            <p:nvSpPr>
              <p:cNvPr id="1051000" name=""/>
              <p:cNvSpPr/>
              <p:nvPr/>
            </p:nvSpPr>
            <p:spPr>
              <a:xfrm>
                <a:off x="1661986" y="3685452"/>
                <a:ext cx="10569" cy="197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1001" name="Ink 1051000"/>
              <p14:cNvContentPartPr/>
              <p14:nvPr/>
            </p14:nvContentPartPr>
            <p14:xfrm>
              <a:off x="2306458" y="4010851"/>
              <a:ext cx="446754" cy="10166"/>
            </p14:xfrm>
          </p:contentPart>
        </mc:Choice>
        <mc:Fallback xmlns="">
          <p:sp>
            <p:nvSpPr>
              <p:cNvPr id="1051001" name=""/>
              <p:cNvSpPr/>
              <p:nvPr/>
            </p:nvSpPr>
            <p:spPr>
              <a:xfrm>
                <a:off x="2306458" y="4010851"/>
                <a:ext cx="446754" cy="10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1002" name="Ink 1051001"/>
              <p14:cNvContentPartPr/>
              <p14:nvPr/>
            </p14:nvContentPartPr>
            <p14:xfrm>
              <a:off x="2231603" y="3889742"/>
              <a:ext cx="161093" cy="155260"/>
            </p14:xfrm>
          </p:contentPart>
        </mc:Choice>
        <mc:Fallback xmlns="">
          <p:sp>
            <p:nvSpPr>
              <p:cNvPr id="1051002" name=""/>
              <p:cNvSpPr/>
              <p:nvPr/>
            </p:nvSpPr>
            <p:spPr>
              <a:xfrm>
                <a:off x="2231603" y="3889742"/>
                <a:ext cx="161093" cy="155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1003" name="Ink 1051002"/>
              <p14:cNvContentPartPr/>
              <p14:nvPr/>
            </p14:nvContentPartPr>
            <p14:xfrm>
              <a:off x="2666528" y="3926499"/>
              <a:ext cx="156647" cy="204134"/>
            </p14:xfrm>
          </p:contentPart>
        </mc:Choice>
        <mc:Fallback xmlns="">
          <p:sp>
            <p:nvSpPr>
              <p:cNvPr id="1051003" name=""/>
              <p:cNvSpPr/>
              <p:nvPr/>
            </p:nvSpPr>
            <p:spPr>
              <a:xfrm>
                <a:off x="2666528" y="3926499"/>
                <a:ext cx="156647" cy="2041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1004" name="Ink 1051003"/>
              <p14:cNvContentPartPr/>
              <p14:nvPr/>
            </p14:nvContentPartPr>
            <p14:xfrm>
              <a:off x="1613077" y="4752084"/>
              <a:ext cx="174640" cy="362225"/>
            </p14:xfrm>
          </p:contentPart>
        </mc:Choice>
        <mc:Fallback xmlns="">
          <p:sp>
            <p:nvSpPr>
              <p:cNvPr id="1051004" name=""/>
              <p:cNvSpPr/>
              <p:nvPr/>
            </p:nvSpPr>
            <p:spPr>
              <a:xfrm>
                <a:off x="1613077" y="4752084"/>
                <a:ext cx="174640" cy="362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1005" name="Ink 1051004"/>
              <p14:cNvContentPartPr/>
              <p14:nvPr/>
            </p14:nvContentPartPr>
            <p14:xfrm>
              <a:off x="2090416" y="5028215"/>
              <a:ext cx="593955" cy="23447"/>
            </p14:xfrm>
          </p:contentPart>
        </mc:Choice>
        <mc:Fallback xmlns="">
          <p:sp>
            <p:nvSpPr>
              <p:cNvPr id="1051005" name=""/>
              <p:cNvSpPr/>
              <p:nvPr/>
            </p:nvSpPr>
            <p:spPr>
              <a:xfrm>
                <a:off x="2090416" y="5028215"/>
                <a:ext cx="593955" cy="234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1006" name="Ink 1051005"/>
              <p14:cNvContentPartPr/>
              <p14:nvPr/>
            </p14:nvContentPartPr>
            <p14:xfrm>
              <a:off x="2630521" y="4955200"/>
              <a:ext cx="149934" cy="194672"/>
            </p14:xfrm>
          </p:contentPart>
        </mc:Choice>
        <mc:Fallback xmlns="">
          <p:sp>
            <p:nvSpPr>
              <p:cNvPr id="1051006" name=""/>
              <p:cNvSpPr/>
              <p:nvPr/>
            </p:nvSpPr>
            <p:spPr>
              <a:xfrm>
                <a:off x="2630521" y="4955200"/>
                <a:ext cx="149934" cy="1946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1007" name="Ink 1051006"/>
              <p14:cNvContentPartPr/>
              <p14:nvPr/>
            </p14:nvContentPartPr>
            <p14:xfrm>
              <a:off x="2004263" y="4925945"/>
              <a:ext cx="165279" cy="226294"/>
            </p14:xfrm>
          </p:contentPart>
        </mc:Choice>
        <mc:Fallback xmlns="">
          <p:sp>
            <p:nvSpPr>
              <p:cNvPr id="1051007" name=""/>
              <p:cNvSpPr/>
              <p:nvPr/>
            </p:nvSpPr>
            <p:spPr>
              <a:xfrm>
                <a:off x="2004263" y="4925945"/>
                <a:ext cx="165279" cy="226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1008" name="Ink 1051007"/>
              <p14:cNvContentPartPr/>
              <p14:nvPr/>
            </p14:nvContentPartPr>
            <p14:xfrm>
              <a:off x="2947472" y="4783308"/>
              <a:ext cx="393478" cy="311003"/>
            </p14:xfrm>
          </p:contentPart>
        </mc:Choice>
        <mc:Fallback xmlns="">
          <p:sp>
            <p:nvSpPr>
              <p:cNvPr id="1051008" name=""/>
              <p:cNvSpPr/>
              <p:nvPr/>
            </p:nvSpPr>
            <p:spPr>
              <a:xfrm>
                <a:off x="2947472" y="4783308"/>
                <a:ext cx="393478" cy="311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1009" name="Ink 1051008"/>
              <p14:cNvContentPartPr/>
              <p14:nvPr/>
            </p14:nvContentPartPr>
            <p14:xfrm>
              <a:off x="3099057" y="4977455"/>
              <a:ext cx="151141" cy="120274"/>
            </p14:xfrm>
          </p:contentPart>
        </mc:Choice>
        <mc:Fallback xmlns="">
          <p:sp>
            <p:nvSpPr>
              <p:cNvPr id="1051009" name=""/>
              <p:cNvSpPr/>
              <p:nvPr/>
            </p:nvSpPr>
            <p:spPr>
              <a:xfrm>
                <a:off x="3099057" y="4977455"/>
                <a:ext cx="151141" cy="1202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1010" name="Ink 1051009"/>
              <p14:cNvContentPartPr/>
              <p14:nvPr/>
            </p14:nvContentPartPr>
            <p14:xfrm>
              <a:off x="3061552" y="5436795"/>
              <a:ext cx="343721" cy="423689"/>
            </p14:xfrm>
          </p:contentPart>
        </mc:Choice>
        <mc:Fallback xmlns="">
          <p:sp>
            <p:nvSpPr>
              <p:cNvPr id="1051010" name=""/>
              <p:cNvSpPr/>
              <p:nvPr/>
            </p:nvSpPr>
            <p:spPr>
              <a:xfrm>
                <a:off x="3061552" y="5436795"/>
                <a:ext cx="343721" cy="4236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1011" name="Ink 1051010"/>
              <p14:cNvContentPartPr/>
              <p14:nvPr/>
            </p14:nvContentPartPr>
            <p14:xfrm>
              <a:off x="3279093" y="5633833"/>
              <a:ext cx="103289" cy="283201"/>
            </p14:xfrm>
          </p:contentPart>
        </mc:Choice>
        <mc:Fallback xmlns="">
          <p:sp>
            <p:nvSpPr>
              <p:cNvPr id="1051011" name=""/>
              <p:cNvSpPr/>
              <p:nvPr/>
            </p:nvSpPr>
            <p:spPr>
              <a:xfrm>
                <a:off x="3279093" y="5633833"/>
                <a:ext cx="103289" cy="2832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1012" name="Ink 1051011"/>
              <p14:cNvContentPartPr/>
              <p14:nvPr/>
            </p14:nvContentPartPr>
            <p14:xfrm>
              <a:off x="3516917" y="5685344"/>
              <a:ext cx="147657" cy="17303"/>
            </p14:xfrm>
          </p:contentPart>
        </mc:Choice>
        <mc:Fallback xmlns="">
          <p:sp>
            <p:nvSpPr>
              <p:cNvPr id="1051012" name=""/>
              <p:cNvSpPr/>
              <p:nvPr/>
            </p:nvSpPr>
            <p:spPr>
              <a:xfrm>
                <a:off x="3516917" y="5685344"/>
                <a:ext cx="147657" cy="17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1013" name="Ink 1051012"/>
              <p14:cNvContentPartPr/>
              <p14:nvPr/>
            </p14:nvContentPartPr>
            <p14:xfrm>
              <a:off x="3509805" y="5787113"/>
              <a:ext cx="169342" cy="16299"/>
            </p14:xfrm>
          </p:contentPart>
        </mc:Choice>
        <mc:Fallback xmlns="">
          <p:sp>
            <p:nvSpPr>
              <p:cNvPr id="1051013" name=""/>
              <p:cNvSpPr/>
              <p:nvPr/>
            </p:nvSpPr>
            <p:spPr>
              <a:xfrm>
                <a:off x="3509805" y="5787113"/>
                <a:ext cx="169342" cy="162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1014" name="Ink 1051013"/>
              <p14:cNvContentPartPr/>
              <p14:nvPr/>
            </p14:nvContentPartPr>
            <p14:xfrm>
              <a:off x="3797861" y="5237040"/>
              <a:ext cx="576882" cy="488966"/>
            </p14:xfrm>
          </p:contentPart>
        </mc:Choice>
        <mc:Fallback xmlns="">
          <p:sp>
            <p:nvSpPr>
              <p:cNvPr id="1051014" name=""/>
              <p:cNvSpPr/>
              <p:nvPr/>
            </p:nvSpPr>
            <p:spPr>
              <a:xfrm>
                <a:off x="3797861" y="5237040"/>
                <a:ext cx="576882" cy="488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1015" name="Ink 1051014"/>
              <p14:cNvContentPartPr/>
              <p14:nvPr/>
            </p14:nvContentPartPr>
            <p14:xfrm>
              <a:off x="4002905" y="5400605"/>
              <a:ext cx="124504" cy="285560"/>
            </p14:xfrm>
          </p:contentPart>
        </mc:Choice>
        <mc:Fallback xmlns="">
          <p:sp>
            <p:nvSpPr>
              <p:cNvPr id="1051015" name=""/>
              <p:cNvSpPr/>
              <p:nvPr/>
            </p:nvSpPr>
            <p:spPr>
              <a:xfrm>
                <a:off x="4002905" y="5400605"/>
                <a:ext cx="124504" cy="285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1016" name="Ink 1051015"/>
              <p14:cNvContentPartPr/>
              <p14:nvPr/>
            </p14:nvContentPartPr>
            <p14:xfrm>
              <a:off x="4184617" y="5502558"/>
              <a:ext cx="211602" cy="182785"/>
            </p14:xfrm>
          </p:contentPart>
        </mc:Choice>
        <mc:Fallback xmlns="">
          <p:sp>
            <p:nvSpPr>
              <p:cNvPr id="1051016" name=""/>
              <p:cNvSpPr/>
              <p:nvPr/>
            </p:nvSpPr>
            <p:spPr>
              <a:xfrm>
                <a:off x="4184617" y="5502558"/>
                <a:ext cx="211602" cy="182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1017" name="Ink 1051016"/>
              <p14:cNvContentPartPr/>
              <p14:nvPr/>
            </p14:nvContentPartPr>
            <p14:xfrm>
              <a:off x="3855650" y="5787113"/>
              <a:ext cx="590782" cy="51260"/>
            </p14:xfrm>
          </p:contentPart>
        </mc:Choice>
        <mc:Fallback xmlns="">
          <p:sp>
            <p:nvSpPr>
              <p:cNvPr id="1051017" name=""/>
              <p:cNvSpPr/>
              <p:nvPr/>
            </p:nvSpPr>
            <p:spPr>
              <a:xfrm>
                <a:off x="3855650" y="5787113"/>
                <a:ext cx="590782" cy="51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1018" name="Ink 1051017"/>
              <p14:cNvContentPartPr/>
              <p14:nvPr/>
            </p14:nvContentPartPr>
            <p14:xfrm>
              <a:off x="3941889" y="5905396"/>
              <a:ext cx="288056" cy="360311"/>
            </p14:xfrm>
          </p:contentPart>
        </mc:Choice>
        <mc:Fallback xmlns="">
          <p:sp>
            <p:nvSpPr>
              <p:cNvPr id="1051018" name=""/>
              <p:cNvSpPr/>
              <p:nvPr/>
            </p:nvSpPr>
            <p:spPr>
              <a:xfrm>
                <a:off x="3941889" y="5905396"/>
                <a:ext cx="288056" cy="360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1019" name="Ink 1051018"/>
              <p14:cNvContentPartPr/>
              <p14:nvPr/>
            </p14:nvContentPartPr>
            <p14:xfrm>
              <a:off x="3976601" y="6072169"/>
              <a:ext cx="188887" cy="127233"/>
            </p14:xfrm>
          </p:contentPart>
        </mc:Choice>
        <mc:Fallback xmlns="">
          <p:sp>
            <p:nvSpPr>
              <p:cNvPr id="1051019" name=""/>
              <p:cNvSpPr/>
              <p:nvPr/>
            </p:nvSpPr>
            <p:spPr>
              <a:xfrm>
                <a:off x="3976601" y="6072169"/>
                <a:ext cx="188887" cy="127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1020" name="Ink 1051019"/>
              <p14:cNvContentPartPr/>
              <p14:nvPr/>
            </p14:nvContentPartPr>
            <p14:xfrm>
              <a:off x="805145" y="5276263"/>
              <a:ext cx="305727" cy="462676"/>
            </p14:xfrm>
          </p:contentPart>
        </mc:Choice>
        <mc:Fallback xmlns="">
          <p:sp>
            <p:nvSpPr>
              <p:cNvPr id="1051020" name=""/>
              <p:cNvSpPr/>
              <p:nvPr/>
            </p:nvSpPr>
            <p:spPr>
              <a:xfrm>
                <a:off x="805145" y="5276263"/>
                <a:ext cx="305727" cy="4626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1021" name="Ink 1051020"/>
              <p14:cNvContentPartPr/>
              <p14:nvPr/>
            </p14:nvContentPartPr>
            <p14:xfrm>
              <a:off x="1002202" y="5517061"/>
              <a:ext cx="90723" cy="444685"/>
            </p14:xfrm>
          </p:contentPart>
        </mc:Choice>
        <mc:Fallback xmlns="">
          <p:sp>
            <p:nvSpPr>
              <p:cNvPr id="1051021" name=""/>
              <p:cNvSpPr/>
              <p:nvPr/>
            </p:nvSpPr>
            <p:spPr>
              <a:xfrm>
                <a:off x="1002202" y="5517061"/>
                <a:ext cx="90723" cy="444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1022" name="Ink 1051021"/>
              <p14:cNvContentPartPr/>
              <p14:nvPr/>
            </p14:nvContentPartPr>
            <p14:xfrm>
              <a:off x="1204020" y="5656088"/>
              <a:ext cx="167761" cy="43219"/>
            </p14:xfrm>
          </p:contentPart>
        </mc:Choice>
        <mc:Fallback xmlns="">
          <p:sp>
            <p:nvSpPr>
              <p:cNvPr id="1051022" name=""/>
              <p:cNvSpPr/>
              <p:nvPr/>
            </p:nvSpPr>
            <p:spPr>
              <a:xfrm>
                <a:off x="1204020" y="5656088"/>
                <a:ext cx="167761" cy="432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1023" name="Ink 1051022"/>
              <p14:cNvContentPartPr/>
              <p14:nvPr/>
            </p14:nvContentPartPr>
            <p14:xfrm>
              <a:off x="1160900" y="5780112"/>
              <a:ext cx="187147" cy="48923"/>
            </p14:xfrm>
          </p:contentPart>
        </mc:Choice>
        <mc:Fallback xmlns="">
          <p:sp>
            <p:nvSpPr>
              <p:cNvPr id="1051023" name=""/>
              <p:cNvSpPr/>
              <p:nvPr/>
            </p:nvSpPr>
            <p:spPr>
              <a:xfrm>
                <a:off x="1160900" y="5780112"/>
                <a:ext cx="187147" cy="48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1024" name="Ink 1051023"/>
              <p14:cNvContentPartPr/>
              <p14:nvPr/>
            </p14:nvContentPartPr>
            <p14:xfrm>
              <a:off x="1456069" y="5450416"/>
              <a:ext cx="110337" cy="284544"/>
            </p14:xfrm>
          </p:contentPart>
        </mc:Choice>
        <mc:Fallback xmlns="">
          <p:sp>
            <p:nvSpPr>
              <p:cNvPr id="1051024" name=""/>
              <p:cNvSpPr/>
              <p:nvPr/>
            </p:nvSpPr>
            <p:spPr>
              <a:xfrm>
                <a:off x="1456069" y="5450416"/>
                <a:ext cx="110337" cy="284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1025" name="Ink 1051024"/>
              <p14:cNvContentPartPr/>
              <p14:nvPr/>
            </p14:nvContentPartPr>
            <p14:xfrm>
              <a:off x="1427174" y="5802116"/>
              <a:ext cx="231564" cy="38400"/>
            </p14:xfrm>
          </p:contentPart>
        </mc:Choice>
        <mc:Fallback xmlns="">
          <p:sp>
            <p:nvSpPr>
              <p:cNvPr id="1051025" name=""/>
              <p:cNvSpPr/>
              <p:nvPr/>
            </p:nvSpPr>
            <p:spPr>
              <a:xfrm>
                <a:off x="1427174" y="5802116"/>
                <a:ext cx="231564" cy="38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1026" name="Ink 1051025"/>
              <p14:cNvContentPartPr/>
              <p14:nvPr/>
            </p14:nvContentPartPr>
            <p14:xfrm>
              <a:off x="1470739" y="6011407"/>
              <a:ext cx="12186" cy="341839"/>
            </p14:xfrm>
          </p:contentPart>
        </mc:Choice>
        <mc:Fallback xmlns="">
          <p:sp>
            <p:nvSpPr>
              <p:cNvPr id="1051026" name=""/>
              <p:cNvSpPr/>
              <p:nvPr/>
            </p:nvSpPr>
            <p:spPr>
              <a:xfrm>
                <a:off x="1470739" y="6011407"/>
                <a:ext cx="12186" cy="341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1027" name="Ink 1051026"/>
              <p14:cNvContentPartPr/>
              <p14:nvPr/>
            </p14:nvContentPartPr>
            <p14:xfrm>
              <a:off x="1441844" y="5976553"/>
              <a:ext cx="158253" cy="307157"/>
            </p14:xfrm>
          </p:contentPart>
        </mc:Choice>
        <mc:Fallback xmlns="">
          <p:sp>
            <p:nvSpPr>
              <p:cNvPr id="1051027" name=""/>
              <p:cNvSpPr/>
              <p:nvPr/>
            </p:nvSpPr>
            <p:spPr>
              <a:xfrm>
                <a:off x="1441844" y="5976553"/>
                <a:ext cx="158253" cy="307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1028" name="Ink 1051027"/>
              <p14:cNvContentPartPr/>
              <p14:nvPr/>
            </p14:nvContentPartPr>
            <p14:xfrm>
              <a:off x="1729900" y="5524117"/>
              <a:ext cx="518768" cy="838291"/>
            </p14:xfrm>
          </p:contentPart>
        </mc:Choice>
        <mc:Fallback xmlns="">
          <p:sp>
            <p:nvSpPr>
              <p:cNvPr id="1051028" name=""/>
              <p:cNvSpPr/>
              <p:nvPr/>
            </p:nvSpPr>
            <p:spPr>
              <a:xfrm>
                <a:off x="1729900" y="5524117"/>
                <a:ext cx="518768" cy="838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1029" name="Ink 1051028"/>
              <p14:cNvContentPartPr/>
              <p14:nvPr/>
            </p14:nvContentPartPr>
            <p14:xfrm>
              <a:off x="1980344" y="5648586"/>
              <a:ext cx="206978" cy="271177"/>
            </p14:xfrm>
          </p:contentPart>
        </mc:Choice>
        <mc:Fallback xmlns="">
          <p:sp>
            <p:nvSpPr>
              <p:cNvPr id="1051029" name=""/>
              <p:cNvSpPr/>
              <p:nvPr/>
            </p:nvSpPr>
            <p:spPr>
              <a:xfrm>
                <a:off x="1980344" y="5648586"/>
                <a:ext cx="206978" cy="271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1030" name="Ink 1051029"/>
              <p14:cNvContentPartPr/>
              <p14:nvPr/>
            </p14:nvContentPartPr>
            <p14:xfrm>
              <a:off x="1909936" y="6024009"/>
              <a:ext cx="323420" cy="21419"/>
            </p14:xfrm>
          </p:contentPart>
        </mc:Choice>
        <mc:Fallback xmlns="">
          <p:sp>
            <p:nvSpPr>
              <p:cNvPr id="1051030" name=""/>
              <p:cNvSpPr/>
              <p:nvPr/>
            </p:nvSpPr>
            <p:spPr>
              <a:xfrm>
                <a:off x="1909936" y="6024009"/>
                <a:ext cx="323420" cy="21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1031" name="Ink 1051030"/>
              <p14:cNvContentPartPr/>
              <p14:nvPr/>
            </p14:nvContentPartPr>
            <p14:xfrm>
              <a:off x="1930095" y="6098123"/>
              <a:ext cx="208570" cy="256677"/>
            </p14:xfrm>
          </p:contentPart>
        </mc:Choice>
        <mc:Fallback xmlns="">
          <p:sp>
            <p:nvSpPr>
              <p:cNvPr id="1051031" name=""/>
              <p:cNvSpPr/>
              <p:nvPr/>
            </p:nvSpPr>
            <p:spPr>
              <a:xfrm>
                <a:off x="1930095" y="6098123"/>
                <a:ext cx="208570" cy="2566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1032" name="Ink 1051031"/>
              <p14:cNvContentPartPr/>
              <p14:nvPr/>
            </p14:nvContentPartPr>
            <p14:xfrm>
              <a:off x="717548" y="5140846"/>
              <a:ext cx="1567127" cy="1317648"/>
            </p14:xfrm>
          </p:contentPart>
        </mc:Choice>
        <mc:Fallback xmlns="">
          <p:sp>
            <p:nvSpPr>
              <p:cNvPr id="1051032" name=""/>
              <p:cNvSpPr/>
              <p:nvPr/>
            </p:nvSpPr>
            <p:spPr>
              <a:xfrm>
                <a:off x="717548" y="5140846"/>
                <a:ext cx="1567127" cy="1317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1033" name="Ink 1051032"/>
              <p14:cNvContentPartPr/>
              <p14:nvPr/>
            </p14:nvContentPartPr>
            <p14:xfrm>
              <a:off x="2288934" y="5396787"/>
              <a:ext cx="62032" cy="1069574"/>
            </p14:xfrm>
          </p:contentPart>
        </mc:Choice>
        <mc:Fallback xmlns="">
          <p:sp>
            <p:nvSpPr>
              <p:cNvPr id="1051033" name=""/>
              <p:cNvSpPr/>
              <p:nvPr/>
            </p:nvSpPr>
            <p:spPr>
              <a:xfrm>
                <a:off x="2288934" y="5396787"/>
                <a:ext cx="62032" cy="10695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1034" name="Ink 1051033"/>
              <p14:cNvContentPartPr/>
              <p14:nvPr/>
            </p14:nvContentPartPr>
            <p14:xfrm>
              <a:off x="2479381" y="5900742"/>
              <a:ext cx="390427" cy="8025"/>
            </p14:xfrm>
          </p:contentPart>
        </mc:Choice>
        <mc:Fallback xmlns="">
          <p:sp>
            <p:nvSpPr>
              <p:cNvPr id="1051034" name=""/>
              <p:cNvSpPr/>
              <p:nvPr/>
            </p:nvSpPr>
            <p:spPr>
              <a:xfrm>
                <a:off x="2479381" y="5900742"/>
                <a:ext cx="390427" cy="80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1035" name="Ink 1051034"/>
              <p14:cNvContentPartPr/>
              <p14:nvPr/>
            </p14:nvContentPartPr>
            <p14:xfrm>
              <a:off x="2760325" y="5765609"/>
              <a:ext cx="163842" cy="303032"/>
            </p14:xfrm>
          </p:contentPart>
        </mc:Choice>
        <mc:Fallback xmlns="">
          <p:sp>
            <p:nvSpPr>
              <p:cNvPr id="1051035" name=""/>
              <p:cNvSpPr/>
              <p:nvPr/>
            </p:nvSpPr>
            <p:spPr>
              <a:xfrm>
                <a:off x="2760325" y="5765609"/>
                <a:ext cx="163842" cy="3030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1036" name="Ink 1051035"/>
              <p14:cNvContentPartPr/>
              <p14:nvPr/>
            </p14:nvContentPartPr>
            <p14:xfrm>
              <a:off x="2415928" y="5750856"/>
              <a:ext cx="84790" cy="277304"/>
            </p14:xfrm>
          </p:contentPart>
        </mc:Choice>
        <mc:Fallback xmlns="">
          <p:sp>
            <p:nvSpPr>
              <p:cNvPr id="1051036" name=""/>
              <p:cNvSpPr/>
              <p:nvPr/>
            </p:nvSpPr>
            <p:spPr>
              <a:xfrm>
                <a:off x="2415928" y="5750856"/>
                <a:ext cx="84790" cy="2773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1037" name="Ink 1051036"/>
              <p14:cNvContentPartPr/>
              <p14:nvPr/>
            </p14:nvContentPartPr>
            <p14:xfrm>
              <a:off x="2569307" y="5781976"/>
              <a:ext cx="99678" cy="218933"/>
            </p14:xfrm>
          </p:contentPart>
        </mc:Choice>
        <mc:Fallback xmlns="">
          <p:sp>
            <p:nvSpPr>
              <p:cNvPr id="1051037" name=""/>
              <p:cNvSpPr/>
              <p:nvPr/>
            </p:nvSpPr>
            <p:spPr>
              <a:xfrm>
                <a:off x="2569307" y="5781976"/>
                <a:ext cx="99678" cy="2189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1038" name="Ink 1051037"/>
              <p14:cNvContentPartPr/>
              <p14:nvPr/>
            </p14:nvContentPartPr>
            <p14:xfrm>
              <a:off x="2926942" y="5080001"/>
              <a:ext cx="1765134" cy="1378336"/>
            </p14:xfrm>
          </p:contentPart>
        </mc:Choice>
        <mc:Fallback xmlns="">
          <p:sp>
            <p:nvSpPr>
              <p:cNvPr id="1051038" name=""/>
              <p:cNvSpPr/>
              <p:nvPr/>
            </p:nvSpPr>
            <p:spPr>
              <a:xfrm>
                <a:off x="2926942" y="5080001"/>
                <a:ext cx="1765134" cy="1378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1039" name="Ink 1051038"/>
              <p14:cNvContentPartPr/>
              <p14:nvPr/>
            </p14:nvContentPartPr>
            <p14:xfrm>
              <a:off x="4820728" y="1035002"/>
              <a:ext cx="157204" cy="272815"/>
            </p14:xfrm>
          </p:contentPart>
        </mc:Choice>
        <mc:Fallback xmlns="">
          <p:sp>
            <p:nvSpPr>
              <p:cNvPr id="1051039" name=""/>
              <p:cNvSpPr/>
              <p:nvPr/>
            </p:nvSpPr>
            <p:spPr>
              <a:xfrm>
                <a:off x="4820728" y="1035002"/>
                <a:ext cx="157204" cy="272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1040" name="Ink 1051039"/>
              <p14:cNvContentPartPr/>
              <p14:nvPr/>
            </p14:nvContentPartPr>
            <p14:xfrm>
              <a:off x="4934915" y="1028931"/>
              <a:ext cx="198631" cy="214539"/>
            </p14:xfrm>
          </p:contentPart>
        </mc:Choice>
        <mc:Fallback xmlns="">
          <p:sp>
            <p:nvSpPr>
              <p:cNvPr id="1051040" name=""/>
              <p:cNvSpPr/>
              <p:nvPr/>
            </p:nvSpPr>
            <p:spPr>
              <a:xfrm>
                <a:off x="4934915" y="1028931"/>
                <a:ext cx="198631" cy="214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1041" name="Ink 1051040"/>
              <p14:cNvContentPartPr/>
              <p14:nvPr/>
            </p14:nvContentPartPr>
            <p14:xfrm>
              <a:off x="4990728" y="853897"/>
              <a:ext cx="24705" cy="113058"/>
            </p14:xfrm>
          </p:contentPart>
        </mc:Choice>
        <mc:Fallback xmlns="">
          <p:sp>
            <p:nvSpPr>
              <p:cNvPr id="1051041" name=""/>
              <p:cNvSpPr/>
              <p:nvPr/>
            </p:nvSpPr>
            <p:spPr>
              <a:xfrm>
                <a:off x="4990728" y="853897"/>
                <a:ext cx="24705" cy="1130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1042" name="Ink 1051041"/>
              <p14:cNvContentPartPr/>
              <p14:nvPr/>
            </p14:nvContentPartPr>
            <p14:xfrm>
              <a:off x="5116342" y="846896"/>
              <a:ext cx="7112" cy="80265"/>
            </p14:xfrm>
          </p:contentPart>
        </mc:Choice>
        <mc:Fallback xmlns="">
          <p:sp>
            <p:nvSpPr>
              <p:cNvPr id="1051042" name=""/>
              <p:cNvSpPr/>
              <p:nvPr/>
            </p:nvSpPr>
            <p:spPr>
              <a:xfrm>
                <a:off x="5116342" y="846896"/>
                <a:ext cx="7112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1043" name="Ink 1051042"/>
              <p14:cNvContentPartPr/>
              <p14:nvPr/>
            </p14:nvContentPartPr>
            <p14:xfrm>
              <a:off x="5318159" y="1203457"/>
              <a:ext cx="238945" cy="29764"/>
            </p14:xfrm>
          </p:contentPart>
        </mc:Choice>
        <mc:Fallback xmlns="">
          <p:sp>
            <p:nvSpPr>
              <p:cNvPr id="1051043" name=""/>
              <p:cNvSpPr/>
              <p:nvPr/>
            </p:nvSpPr>
            <p:spPr>
              <a:xfrm>
                <a:off x="5318159" y="1203457"/>
                <a:ext cx="238945" cy="297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1044" name="Ink 1051043"/>
              <p14:cNvContentPartPr/>
              <p14:nvPr/>
            </p14:nvContentPartPr>
            <p14:xfrm>
              <a:off x="5409866" y="1152955"/>
              <a:ext cx="38096" cy="163823"/>
            </p14:xfrm>
          </p:contentPart>
        </mc:Choice>
        <mc:Fallback xmlns="">
          <p:sp>
            <p:nvSpPr>
              <p:cNvPr id="1051044" name=""/>
              <p:cNvSpPr/>
              <p:nvPr/>
            </p:nvSpPr>
            <p:spPr>
              <a:xfrm>
                <a:off x="5409866" y="1152955"/>
                <a:ext cx="38096" cy="1638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1045" name="Ink 1051044"/>
              <p14:cNvContentPartPr/>
              <p14:nvPr/>
            </p14:nvContentPartPr>
            <p14:xfrm>
              <a:off x="5678230" y="864040"/>
              <a:ext cx="258946" cy="272667"/>
            </p14:xfrm>
          </p:contentPart>
        </mc:Choice>
        <mc:Fallback xmlns="">
          <p:sp>
            <p:nvSpPr>
              <p:cNvPr id="1051045" name=""/>
              <p:cNvSpPr/>
              <p:nvPr/>
            </p:nvSpPr>
            <p:spPr>
              <a:xfrm>
                <a:off x="5678230" y="864040"/>
                <a:ext cx="258946" cy="2726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1046" name="Ink 1051045"/>
              <p14:cNvContentPartPr/>
              <p14:nvPr/>
            </p14:nvContentPartPr>
            <p14:xfrm>
              <a:off x="5787177" y="985423"/>
              <a:ext cx="107094" cy="170473"/>
            </p14:xfrm>
          </p:contentPart>
        </mc:Choice>
        <mc:Fallback xmlns="">
          <p:sp>
            <p:nvSpPr>
              <p:cNvPr id="1051046" name=""/>
              <p:cNvSpPr/>
              <p:nvPr/>
            </p:nvSpPr>
            <p:spPr>
              <a:xfrm>
                <a:off x="5787177" y="985423"/>
                <a:ext cx="107094" cy="1704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1047" name="Ink 1051046"/>
              <p14:cNvContentPartPr/>
              <p14:nvPr/>
            </p14:nvContentPartPr>
            <p14:xfrm>
              <a:off x="5692899" y="1233425"/>
              <a:ext cx="322385" cy="21800"/>
            </p14:xfrm>
          </p:contentPart>
        </mc:Choice>
        <mc:Fallback xmlns="">
          <p:sp>
            <p:nvSpPr>
              <p:cNvPr id="1051047" name=""/>
              <p:cNvSpPr/>
              <p:nvPr/>
            </p:nvSpPr>
            <p:spPr>
              <a:xfrm>
                <a:off x="5692899" y="1233425"/>
                <a:ext cx="322385" cy="218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1048" name="Ink 1051047"/>
              <p14:cNvContentPartPr/>
              <p14:nvPr/>
            </p14:nvContentPartPr>
            <p14:xfrm>
              <a:off x="5730362" y="1408005"/>
              <a:ext cx="234736" cy="160746"/>
            </p14:xfrm>
          </p:contentPart>
        </mc:Choice>
        <mc:Fallback xmlns="">
          <p:sp>
            <p:nvSpPr>
              <p:cNvPr id="1051048" name=""/>
              <p:cNvSpPr/>
              <p:nvPr/>
            </p:nvSpPr>
            <p:spPr>
              <a:xfrm>
                <a:off x="5730362" y="1408005"/>
                <a:ext cx="234736" cy="160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1049" name="Ink 1051048"/>
              <p14:cNvContentPartPr/>
              <p14:nvPr/>
            </p14:nvContentPartPr>
            <p14:xfrm>
              <a:off x="6160991" y="1054957"/>
              <a:ext cx="136657" cy="210362"/>
            </p14:xfrm>
          </p:contentPart>
        </mc:Choice>
        <mc:Fallback xmlns="">
          <p:sp>
            <p:nvSpPr>
              <p:cNvPr id="1051049" name=""/>
              <p:cNvSpPr/>
              <p:nvPr/>
            </p:nvSpPr>
            <p:spPr>
              <a:xfrm>
                <a:off x="6160991" y="1054957"/>
                <a:ext cx="136657" cy="210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1050" name="Ink 1051049"/>
              <p14:cNvContentPartPr/>
              <p14:nvPr/>
            </p14:nvContentPartPr>
            <p14:xfrm>
              <a:off x="6292314" y="1074690"/>
              <a:ext cx="79829" cy="181065"/>
            </p14:xfrm>
          </p:contentPart>
        </mc:Choice>
        <mc:Fallback xmlns="">
          <p:sp>
            <p:nvSpPr>
              <p:cNvPr id="1051050" name=""/>
              <p:cNvSpPr/>
              <p:nvPr/>
            </p:nvSpPr>
            <p:spPr>
              <a:xfrm>
                <a:off x="6292314" y="1074690"/>
                <a:ext cx="79829" cy="181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1051" name="Ink 1051050"/>
              <p14:cNvContentPartPr/>
              <p14:nvPr/>
            </p14:nvContentPartPr>
            <p14:xfrm>
              <a:off x="6293027" y="875401"/>
              <a:ext cx="40887" cy="64649"/>
            </p14:xfrm>
          </p:contentPart>
        </mc:Choice>
        <mc:Fallback xmlns="">
          <p:sp>
            <p:nvSpPr>
              <p:cNvPr id="1051051" name=""/>
              <p:cNvSpPr/>
              <p:nvPr/>
            </p:nvSpPr>
            <p:spPr>
              <a:xfrm>
                <a:off x="6293027" y="875401"/>
                <a:ext cx="40887" cy="64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1052" name="Ink 1051051"/>
              <p14:cNvContentPartPr/>
              <p14:nvPr/>
            </p14:nvContentPartPr>
            <p14:xfrm>
              <a:off x="6564625" y="1194107"/>
              <a:ext cx="176665" cy="2606"/>
            </p14:xfrm>
          </p:contentPart>
        </mc:Choice>
        <mc:Fallback xmlns="">
          <p:sp>
            <p:nvSpPr>
              <p:cNvPr id="1051052" name=""/>
              <p:cNvSpPr/>
              <p:nvPr/>
            </p:nvSpPr>
            <p:spPr>
              <a:xfrm>
                <a:off x="6564625" y="1194107"/>
                <a:ext cx="176665" cy="26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1053" name="Ink 1051052"/>
              <p14:cNvContentPartPr/>
              <p14:nvPr/>
            </p14:nvContentPartPr>
            <p14:xfrm>
              <a:off x="6613304" y="1138453"/>
              <a:ext cx="5188" cy="153491"/>
            </p14:xfrm>
          </p:contentPart>
        </mc:Choice>
        <mc:Fallback xmlns="">
          <p:sp>
            <p:nvSpPr>
              <p:cNvPr id="1051053" name=""/>
              <p:cNvSpPr/>
              <p:nvPr/>
            </p:nvSpPr>
            <p:spPr>
              <a:xfrm>
                <a:off x="6613304" y="1138453"/>
                <a:ext cx="5188" cy="1534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1054" name="Ink 1051053"/>
              <p14:cNvContentPartPr/>
              <p14:nvPr/>
            </p14:nvContentPartPr>
            <p14:xfrm>
              <a:off x="6955134" y="788384"/>
              <a:ext cx="12681" cy="349250"/>
            </p14:xfrm>
          </p:contentPart>
        </mc:Choice>
        <mc:Fallback xmlns="">
          <p:sp>
            <p:nvSpPr>
              <p:cNvPr id="1051054" name=""/>
              <p:cNvSpPr/>
              <p:nvPr/>
            </p:nvSpPr>
            <p:spPr>
              <a:xfrm>
                <a:off x="6955134" y="788384"/>
                <a:ext cx="12681" cy="3492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1055" name="Ink 1051054"/>
              <p14:cNvContentPartPr/>
              <p14:nvPr/>
            </p14:nvContentPartPr>
            <p14:xfrm>
              <a:off x="6977594" y="954152"/>
              <a:ext cx="129727" cy="132632"/>
            </p14:xfrm>
          </p:contentPart>
        </mc:Choice>
        <mc:Fallback xmlns="">
          <p:sp>
            <p:nvSpPr>
              <p:cNvPr id="1051055" name=""/>
              <p:cNvSpPr/>
              <p:nvPr/>
            </p:nvSpPr>
            <p:spPr>
              <a:xfrm>
                <a:off x="6977594" y="954152"/>
                <a:ext cx="129727" cy="1326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1056" name="Ink 1051055"/>
              <p14:cNvContentPartPr/>
              <p14:nvPr/>
            </p14:nvContentPartPr>
            <p14:xfrm>
              <a:off x="6874464" y="1196572"/>
              <a:ext cx="302281" cy="22146"/>
            </p14:xfrm>
          </p:contentPart>
        </mc:Choice>
        <mc:Fallback xmlns="">
          <p:sp>
            <p:nvSpPr>
              <p:cNvPr id="1051056" name=""/>
              <p:cNvSpPr/>
              <p:nvPr/>
            </p:nvSpPr>
            <p:spPr>
              <a:xfrm>
                <a:off x="6874464" y="1196572"/>
                <a:ext cx="302281" cy="221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1057" name="Ink 1051056"/>
              <p14:cNvContentPartPr/>
              <p14:nvPr/>
            </p14:nvContentPartPr>
            <p14:xfrm>
              <a:off x="6948893" y="1342249"/>
              <a:ext cx="186636" cy="163093"/>
            </p14:xfrm>
          </p:contentPart>
        </mc:Choice>
        <mc:Fallback xmlns="">
          <p:sp>
            <p:nvSpPr>
              <p:cNvPr id="1051057" name=""/>
              <p:cNvSpPr/>
              <p:nvPr/>
            </p:nvSpPr>
            <p:spPr>
              <a:xfrm>
                <a:off x="6948893" y="1342249"/>
                <a:ext cx="186636" cy="1630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1058" name="Ink 1051057"/>
              <p14:cNvContentPartPr/>
              <p14:nvPr/>
            </p14:nvContentPartPr>
            <p14:xfrm>
              <a:off x="7292324" y="1043934"/>
              <a:ext cx="118196" cy="182035"/>
            </p14:xfrm>
          </p:contentPart>
        </mc:Choice>
        <mc:Fallback xmlns="">
          <p:sp>
            <p:nvSpPr>
              <p:cNvPr id="1051058" name=""/>
              <p:cNvSpPr/>
              <p:nvPr/>
            </p:nvSpPr>
            <p:spPr>
              <a:xfrm>
                <a:off x="7292324" y="1043934"/>
                <a:ext cx="118196" cy="182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1059" name="Ink 1051058"/>
              <p14:cNvContentPartPr/>
              <p14:nvPr/>
            </p14:nvContentPartPr>
            <p14:xfrm>
              <a:off x="7385768" y="1028931"/>
              <a:ext cx="136823" cy="167782"/>
            </p14:xfrm>
          </p:contentPart>
        </mc:Choice>
        <mc:Fallback xmlns="">
          <p:sp>
            <p:nvSpPr>
              <p:cNvPr id="1051059" name=""/>
              <p:cNvSpPr/>
              <p:nvPr/>
            </p:nvSpPr>
            <p:spPr>
              <a:xfrm>
                <a:off x="7385768" y="1028931"/>
                <a:ext cx="136823" cy="1677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1060" name="Ink 1051059"/>
              <p14:cNvContentPartPr/>
              <p14:nvPr/>
            </p14:nvContentPartPr>
            <p14:xfrm>
              <a:off x="7674176" y="1079941"/>
              <a:ext cx="163575" cy="10191"/>
            </p14:xfrm>
          </p:contentPart>
        </mc:Choice>
        <mc:Fallback xmlns="">
          <p:sp>
            <p:nvSpPr>
              <p:cNvPr id="1051060" name=""/>
              <p:cNvSpPr/>
              <p:nvPr/>
            </p:nvSpPr>
            <p:spPr>
              <a:xfrm>
                <a:off x="7674176" y="1079941"/>
                <a:ext cx="163575" cy="10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1061" name="Ink 1051060"/>
              <p14:cNvContentPartPr/>
              <p14:nvPr/>
            </p14:nvContentPartPr>
            <p14:xfrm>
              <a:off x="7638169" y="1204466"/>
              <a:ext cx="180034" cy="12057"/>
            </p14:xfrm>
          </p:contentPart>
        </mc:Choice>
        <mc:Fallback xmlns="">
          <p:sp>
            <p:nvSpPr>
              <p:cNvPr id="1051061" name=""/>
              <p:cNvSpPr/>
              <p:nvPr/>
            </p:nvSpPr>
            <p:spPr>
              <a:xfrm>
                <a:off x="7638169" y="1204466"/>
                <a:ext cx="180034" cy="12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1062" name="Ink 1051061"/>
              <p14:cNvContentPartPr/>
              <p14:nvPr/>
            </p14:nvContentPartPr>
            <p14:xfrm>
              <a:off x="7986897" y="1094944"/>
              <a:ext cx="199281" cy="152586"/>
            </p14:xfrm>
          </p:contentPart>
        </mc:Choice>
        <mc:Fallback xmlns="">
          <p:sp>
            <p:nvSpPr>
              <p:cNvPr id="1051062" name=""/>
              <p:cNvSpPr/>
              <p:nvPr/>
            </p:nvSpPr>
            <p:spPr>
              <a:xfrm>
                <a:off x="7986897" y="1094944"/>
                <a:ext cx="199281" cy="152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1063" name="Ink 1051062"/>
              <p14:cNvContentPartPr/>
              <p14:nvPr/>
            </p14:nvContentPartPr>
            <p14:xfrm>
              <a:off x="4866337" y="1948611"/>
              <a:ext cx="177132" cy="530661"/>
            </p14:xfrm>
          </p:contentPart>
        </mc:Choice>
        <mc:Fallback xmlns="">
          <p:sp>
            <p:nvSpPr>
              <p:cNvPr id="1051063" name=""/>
              <p:cNvSpPr/>
              <p:nvPr/>
            </p:nvSpPr>
            <p:spPr>
              <a:xfrm>
                <a:off x="4866337" y="1948611"/>
                <a:ext cx="177132" cy="530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1064" name="Ink 1051063"/>
              <p14:cNvContentPartPr/>
              <p14:nvPr/>
            </p14:nvContentPartPr>
            <p14:xfrm>
              <a:off x="4890957" y="1766326"/>
              <a:ext cx="16455" cy="70822"/>
            </p14:xfrm>
          </p:contentPart>
        </mc:Choice>
        <mc:Fallback xmlns="">
          <p:sp>
            <p:nvSpPr>
              <p:cNvPr id="1051064" name=""/>
              <p:cNvSpPr/>
              <p:nvPr/>
            </p:nvSpPr>
            <p:spPr>
              <a:xfrm>
                <a:off x="4890957" y="1766326"/>
                <a:ext cx="16455" cy="70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1065" name="Ink 1051064"/>
              <p14:cNvContentPartPr/>
              <p14:nvPr/>
            </p14:nvContentPartPr>
            <p14:xfrm>
              <a:off x="5006824" y="1773327"/>
              <a:ext cx="8609" cy="64167"/>
            </p14:xfrm>
          </p:contentPart>
        </mc:Choice>
        <mc:Fallback xmlns="">
          <p:sp>
            <p:nvSpPr>
              <p:cNvPr id="1051065" name=""/>
              <p:cNvSpPr/>
              <p:nvPr/>
            </p:nvSpPr>
            <p:spPr>
              <a:xfrm>
                <a:off x="5006824" y="1773327"/>
                <a:ext cx="8609" cy="641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1066" name="Ink 1051065"/>
              <p14:cNvContentPartPr/>
              <p14:nvPr/>
            </p14:nvContentPartPr>
            <p14:xfrm>
              <a:off x="5195468" y="2120712"/>
              <a:ext cx="241303" cy="24938"/>
            </p14:xfrm>
          </p:contentPart>
        </mc:Choice>
        <mc:Fallback xmlns="">
          <p:sp>
            <p:nvSpPr>
              <p:cNvPr id="1051066" name=""/>
              <p:cNvSpPr/>
              <p:nvPr/>
            </p:nvSpPr>
            <p:spPr>
              <a:xfrm>
                <a:off x="5195468" y="2120712"/>
                <a:ext cx="241303" cy="249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1067" name="Ink 1051066"/>
              <p14:cNvContentPartPr/>
              <p14:nvPr/>
            </p14:nvContentPartPr>
            <p14:xfrm>
              <a:off x="5296377" y="2068635"/>
              <a:ext cx="15689" cy="203409"/>
            </p14:xfrm>
          </p:contentPart>
        </mc:Choice>
        <mc:Fallback xmlns="">
          <p:sp>
            <p:nvSpPr>
              <p:cNvPr id="1051067" name=""/>
              <p:cNvSpPr/>
              <p:nvPr/>
            </p:nvSpPr>
            <p:spPr>
              <a:xfrm>
                <a:off x="5296377" y="2068635"/>
                <a:ext cx="15689" cy="203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1068" name="Ink 1051067"/>
              <p14:cNvContentPartPr/>
              <p14:nvPr/>
            </p14:nvContentPartPr>
            <p14:xfrm>
              <a:off x="5748466" y="1810235"/>
              <a:ext cx="185181" cy="307976"/>
            </p14:xfrm>
          </p:contentPart>
        </mc:Choice>
        <mc:Fallback xmlns="">
          <p:sp>
            <p:nvSpPr>
              <p:cNvPr id="1051068" name=""/>
              <p:cNvSpPr/>
              <p:nvPr/>
            </p:nvSpPr>
            <p:spPr>
              <a:xfrm>
                <a:off x="5748466" y="1810235"/>
                <a:ext cx="185181" cy="3079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1069" name="Ink 1051068"/>
              <p14:cNvContentPartPr/>
              <p14:nvPr/>
            </p14:nvContentPartPr>
            <p14:xfrm>
              <a:off x="5627998" y="2185820"/>
              <a:ext cx="393010" cy="19074"/>
            </p14:xfrm>
          </p:contentPart>
        </mc:Choice>
        <mc:Fallback xmlns="">
          <p:sp>
            <p:nvSpPr>
              <p:cNvPr id="1051069" name=""/>
              <p:cNvSpPr/>
              <p:nvPr/>
            </p:nvSpPr>
            <p:spPr>
              <a:xfrm>
                <a:off x="5627998" y="2185820"/>
                <a:ext cx="393010" cy="19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1070" name="Ink 1051069"/>
              <p14:cNvContentPartPr/>
              <p14:nvPr/>
            </p14:nvContentPartPr>
            <p14:xfrm>
              <a:off x="5745007" y="2276926"/>
              <a:ext cx="203145" cy="225834"/>
            </p14:xfrm>
          </p:contentPart>
        </mc:Choice>
        <mc:Fallback xmlns="">
          <p:sp>
            <p:nvSpPr>
              <p:cNvPr id="1051070" name=""/>
              <p:cNvSpPr/>
              <p:nvPr/>
            </p:nvSpPr>
            <p:spPr>
              <a:xfrm>
                <a:off x="5745007" y="2276926"/>
                <a:ext cx="203145" cy="225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1071" name="Ink 1051070"/>
              <p14:cNvContentPartPr/>
              <p14:nvPr/>
            </p14:nvContentPartPr>
            <p14:xfrm>
              <a:off x="6133626" y="2010373"/>
              <a:ext cx="150945" cy="351818"/>
            </p14:xfrm>
          </p:contentPart>
        </mc:Choice>
        <mc:Fallback xmlns="">
          <p:sp>
            <p:nvSpPr>
              <p:cNvPr id="1051071" name=""/>
              <p:cNvSpPr/>
              <p:nvPr/>
            </p:nvSpPr>
            <p:spPr>
              <a:xfrm>
                <a:off x="6133626" y="2010373"/>
                <a:ext cx="150945" cy="3518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1072" name="Ink 1051071"/>
              <p14:cNvContentPartPr/>
              <p14:nvPr/>
            </p14:nvContentPartPr>
            <p14:xfrm>
              <a:off x="6232456" y="1802583"/>
              <a:ext cx="7661" cy="75099"/>
            </p14:xfrm>
          </p:contentPart>
        </mc:Choice>
        <mc:Fallback xmlns="">
          <p:sp>
            <p:nvSpPr>
              <p:cNvPr id="1051072" name=""/>
              <p:cNvSpPr/>
              <p:nvPr/>
            </p:nvSpPr>
            <p:spPr>
              <a:xfrm>
                <a:off x="6232456" y="1802583"/>
                <a:ext cx="7661" cy="75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1073" name="Ink 1051072"/>
              <p14:cNvContentPartPr/>
              <p14:nvPr/>
            </p14:nvContentPartPr>
            <p14:xfrm>
              <a:off x="6492611" y="2123646"/>
              <a:ext cx="233632" cy="8648"/>
            </p14:xfrm>
          </p:contentPart>
        </mc:Choice>
        <mc:Fallback xmlns="">
          <p:sp>
            <p:nvSpPr>
              <p:cNvPr id="1051073" name=""/>
              <p:cNvSpPr/>
              <p:nvPr/>
            </p:nvSpPr>
            <p:spPr>
              <a:xfrm>
                <a:off x="6492611" y="2123646"/>
                <a:ext cx="233632" cy="86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1074" name="Ink 1051073"/>
              <p14:cNvContentPartPr/>
              <p14:nvPr/>
            </p14:nvContentPartPr>
            <p14:xfrm>
              <a:off x="6578850" y="2028877"/>
              <a:ext cx="14917" cy="206483"/>
            </p14:xfrm>
          </p:contentPart>
        </mc:Choice>
        <mc:Fallback xmlns="">
          <p:sp>
            <p:nvSpPr>
              <p:cNvPr id="1051074" name=""/>
              <p:cNvSpPr/>
              <p:nvPr/>
            </p:nvSpPr>
            <p:spPr>
              <a:xfrm>
                <a:off x="6578850" y="2028877"/>
                <a:ext cx="14917" cy="206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51075" name="Ink 1051074"/>
              <p14:cNvContentPartPr/>
              <p14:nvPr/>
            </p14:nvContentPartPr>
            <p14:xfrm>
              <a:off x="6982485" y="1788881"/>
              <a:ext cx="111577" cy="284004"/>
            </p14:xfrm>
          </p:contentPart>
        </mc:Choice>
        <mc:Fallback xmlns="">
          <p:sp>
            <p:nvSpPr>
              <p:cNvPr id="1051075" name=""/>
              <p:cNvSpPr/>
              <p:nvPr/>
            </p:nvSpPr>
            <p:spPr>
              <a:xfrm>
                <a:off x="6982485" y="1788881"/>
                <a:ext cx="111577" cy="284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51076" name="Ink 1051075"/>
              <p14:cNvContentPartPr/>
              <p14:nvPr/>
            </p14:nvContentPartPr>
            <p14:xfrm>
              <a:off x="6895801" y="2123957"/>
              <a:ext cx="433468" cy="18280"/>
            </p14:xfrm>
          </p:contentPart>
        </mc:Choice>
        <mc:Fallback xmlns="">
          <p:sp>
            <p:nvSpPr>
              <p:cNvPr id="1051076" name=""/>
              <p:cNvSpPr/>
              <p:nvPr/>
            </p:nvSpPr>
            <p:spPr>
              <a:xfrm>
                <a:off x="6895801" y="2123957"/>
                <a:ext cx="433468" cy="182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51077" name="Ink 1051076"/>
              <p14:cNvContentPartPr/>
              <p14:nvPr/>
            </p14:nvContentPartPr>
            <p14:xfrm>
              <a:off x="6960704" y="2233167"/>
              <a:ext cx="195842" cy="257988"/>
            </p14:xfrm>
          </p:contentPart>
        </mc:Choice>
        <mc:Fallback xmlns="">
          <p:sp>
            <p:nvSpPr>
              <p:cNvPr id="1051077" name=""/>
              <p:cNvSpPr/>
              <p:nvPr/>
            </p:nvSpPr>
            <p:spPr>
              <a:xfrm>
                <a:off x="6960704" y="2233167"/>
                <a:ext cx="195842" cy="257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51078" name="Ink 1051077"/>
              <p14:cNvContentPartPr/>
              <p14:nvPr/>
            </p14:nvContentPartPr>
            <p14:xfrm>
              <a:off x="7148462" y="2262673"/>
              <a:ext cx="208763" cy="181294"/>
            </p14:xfrm>
          </p:contentPart>
        </mc:Choice>
        <mc:Fallback xmlns="">
          <p:sp>
            <p:nvSpPr>
              <p:cNvPr id="1051078" name=""/>
              <p:cNvSpPr/>
              <p:nvPr/>
            </p:nvSpPr>
            <p:spPr>
              <a:xfrm>
                <a:off x="7148462" y="2262673"/>
                <a:ext cx="208763" cy="181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51079" name="Ink 1051078"/>
              <p14:cNvContentPartPr/>
              <p14:nvPr/>
            </p14:nvContentPartPr>
            <p14:xfrm>
              <a:off x="7456938" y="1991370"/>
              <a:ext cx="188222" cy="312812"/>
            </p14:xfrm>
          </p:contentPart>
        </mc:Choice>
        <mc:Fallback xmlns="">
          <p:sp>
            <p:nvSpPr>
              <p:cNvPr id="1051079" name=""/>
              <p:cNvSpPr/>
              <p:nvPr/>
            </p:nvSpPr>
            <p:spPr>
              <a:xfrm>
                <a:off x="7456938" y="1991370"/>
                <a:ext cx="188222" cy="312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51080" name="Ink 1051079"/>
              <p14:cNvContentPartPr/>
              <p14:nvPr/>
            </p14:nvContentPartPr>
            <p14:xfrm>
              <a:off x="7767972" y="1992620"/>
              <a:ext cx="161812" cy="8983"/>
            </p14:xfrm>
          </p:contentPart>
        </mc:Choice>
        <mc:Fallback xmlns="">
          <p:sp>
            <p:nvSpPr>
              <p:cNvPr id="1051080" name=""/>
              <p:cNvSpPr/>
              <p:nvPr/>
            </p:nvSpPr>
            <p:spPr>
              <a:xfrm>
                <a:off x="7767972" y="1992620"/>
                <a:ext cx="161812" cy="89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51081" name="Ink 1051080"/>
              <p14:cNvContentPartPr/>
              <p14:nvPr/>
            </p14:nvContentPartPr>
            <p14:xfrm>
              <a:off x="7753302" y="2079529"/>
              <a:ext cx="172821" cy="22112"/>
            </p14:xfrm>
          </p:contentPart>
        </mc:Choice>
        <mc:Fallback xmlns="">
          <p:sp>
            <p:nvSpPr>
              <p:cNvPr id="1051081" name=""/>
              <p:cNvSpPr/>
              <p:nvPr/>
            </p:nvSpPr>
            <p:spPr>
              <a:xfrm>
                <a:off x="7753302" y="2079529"/>
                <a:ext cx="172821" cy="221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51082" name="Ink 1051081"/>
              <p14:cNvContentPartPr/>
              <p14:nvPr/>
            </p14:nvContentPartPr>
            <p14:xfrm>
              <a:off x="8064028" y="1955863"/>
              <a:ext cx="163623" cy="166012"/>
            </p14:xfrm>
          </p:contentPart>
        </mc:Choice>
        <mc:Fallback xmlns="">
          <p:sp>
            <p:nvSpPr>
              <p:cNvPr id="1051082" name=""/>
              <p:cNvSpPr/>
              <p:nvPr/>
            </p:nvSpPr>
            <p:spPr>
              <a:xfrm>
                <a:off x="8064028" y="1955863"/>
                <a:ext cx="163623" cy="166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51083" name="Ink 1051082"/>
              <p14:cNvContentPartPr/>
              <p14:nvPr/>
            </p14:nvContentPartPr>
            <p14:xfrm>
              <a:off x="4694926" y="1623048"/>
              <a:ext cx="50676" cy="1065458"/>
            </p14:xfrm>
          </p:contentPart>
        </mc:Choice>
        <mc:Fallback xmlns="">
          <p:sp>
            <p:nvSpPr>
              <p:cNvPr id="1051083" name=""/>
              <p:cNvSpPr/>
              <p:nvPr/>
            </p:nvSpPr>
            <p:spPr>
              <a:xfrm>
                <a:off x="4694926" y="1623048"/>
                <a:ext cx="50676" cy="10654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51084" name="Ink 1051083"/>
              <p14:cNvContentPartPr/>
              <p14:nvPr/>
            </p14:nvContentPartPr>
            <p14:xfrm>
              <a:off x="4640693" y="1596322"/>
              <a:ext cx="3800273" cy="1297266"/>
            </p14:xfrm>
          </p:contentPart>
        </mc:Choice>
        <mc:Fallback xmlns="">
          <p:sp>
            <p:nvSpPr>
              <p:cNvPr id="1051084" name=""/>
              <p:cNvSpPr/>
              <p:nvPr/>
            </p:nvSpPr>
            <p:spPr>
              <a:xfrm>
                <a:off x="4640693" y="1596322"/>
                <a:ext cx="3800273" cy="1297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51085" name="Ink 1051084"/>
              <p14:cNvContentPartPr/>
              <p14:nvPr/>
            </p14:nvContentPartPr>
            <p14:xfrm>
              <a:off x="6514423" y="3196356"/>
              <a:ext cx="205947" cy="2740537"/>
            </p14:xfrm>
          </p:contentPart>
        </mc:Choice>
        <mc:Fallback xmlns="">
          <p:sp>
            <p:nvSpPr>
              <p:cNvPr id="1051085" name=""/>
              <p:cNvSpPr/>
              <p:nvPr/>
            </p:nvSpPr>
            <p:spPr>
              <a:xfrm>
                <a:off x="6514423" y="3196356"/>
                <a:ext cx="205947" cy="27405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51086" name="Ink 1051085"/>
              <p14:cNvContentPartPr/>
              <p14:nvPr/>
            </p14:nvContentPartPr>
            <p14:xfrm>
              <a:off x="5332858" y="4655353"/>
              <a:ext cx="2893583" cy="65555"/>
            </p14:xfrm>
          </p:contentPart>
        </mc:Choice>
        <mc:Fallback xmlns="">
          <p:sp>
            <p:nvSpPr>
              <p:cNvPr id="1051086" name=""/>
              <p:cNvSpPr/>
              <p:nvPr/>
            </p:nvSpPr>
            <p:spPr>
              <a:xfrm>
                <a:off x="5332858" y="4655353"/>
                <a:ext cx="2893583" cy="65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51087" name="Ink 1051086"/>
              <p14:cNvContentPartPr/>
              <p14:nvPr/>
            </p14:nvContentPartPr>
            <p14:xfrm>
              <a:off x="8295117" y="4716629"/>
              <a:ext cx="142373" cy="414894"/>
            </p14:xfrm>
          </p:contentPart>
        </mc:Choice>
        <mc:Fallback xmlns="">
          <p:sp>
            <p:nvSpPr>
              <p:cNvPr id="1051087" name=""/>
              <p:cNvSpPr/>
              <p:nvPr/>
            </p:nvSpPr>
            <p:spPr>
              <a:xfrm>
                <a:off x="8295117" y="4716629"/>
                <a:ext cx="142373" cy="4148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51088" name="Ink 1051087"/>
              <p14:cNvContentPartPr/>
              <p14:nvPr/>
            </p14:nvContentPartPr>
            <p14:xfrm>
              <a:off x="8517482" y="4784778"/>
              <a:ext cx="126200" cy="2889"/>
            </p14:xfrm>
          </p:contentPart>
        </mc:Choice>
        <mc:Fallback xmlns="">
          <p:sp>
            <p:nvSpPr>
              <p:cNvPr id="1051088" name=""/>
              <p:cNvSpPr/>
              <p:nvPr/>
            </p:nvSpPr>
            <p:spPr>
              <a:xfrm>
                <a:off x="8517482" y="4784778"/>
                <a:ext cx="126200" cy="28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51089" name="Ink 1051088"/>
              <p14:cNvContentPartPr/>
              <p14:nvPr/>
            </p14:nvContentPartPr>
            <p14:xfrm>
              <a:off x="8531707" y="4886667"/>
              <a:ext cx="142838" cy="2771"/>
            </p14:xfrm>
          </p:contentPart>
        </mc:Choice>
        <mc:Fallback xmlns="">
          <p:sp>
            <p:nvSpPr>
              <p:cNvPr id="1051089" name=""/>
              <p:cNvSpPr/>
              <p:nvPr/>
            </p:nvSpPr>
            <p:spPr>
              <a:xfrm>
                <a:off x="8531707" y="4886667"/>
                <a:ext cx="142838" cy="2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51090" name="Ink 1051089"/>
              <p14:cNvContentPartPr/>
              <p14:nvPr/>
            </p14:nvContentPartPr>
            <p14:xfrm>
              <a:off x="8776644" y="4549638"/>
              <a:ext cx="202519" cy="255396"/>
            </p14:xfrm>
          </p:contentPart>
        </mc:Choice>
        <mc:Fallback xmlns="">
          <p:sp>
            <p:nvSpPr>
              <p:cNvPr id="1051090" name=""/>
              <p:cNvSpPr/>
              <p:nvPr/>
            </p:nvSpPr>
            <p:spPr>
              <a:xfrm>
                <a:off x="8776644" y="4549638"/>
                <a:ext cx="202519" cy="255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51091" name="Ink 1051090"/>
              <p14:cNvContentPartPr/>
              <p14:nvPr/>
            </p14:nvContentPartPr>
            <p14:xfrm>
              <a:off x="9029942" y="4743659"/>
              <a:ext cx="129320" cy="105069"/>
            </p14:xfrm>
          </p:contentPart>
        </mc:Choice>
        <mc:Fallback xmlns="">
          <p:sp>
            <p:nvSpPr>
              <p:cNvPr id="1051091" name=""/>
              <p:cNvSpPr/>
              <p:nvPr/>
            </p:nvSpPr>
            <p:spPr>
              <a:xfrm>
                <a:off x="9029942" y="4743659"/>
                <a:ext cx="129320" cy="1050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51092" name="Ink 1051091"/>
              <p14:cNvContentPartPr/>
              <p14:nvPr/>
            </p14:nvContentPartPr>
            <p14:xfrm>
              <a:off x="8784201" y="4875186"/>
              <a:ext cx="382984" cy="42182"/>
            </p14:xfrm>
          </p:contentPart>
        </mc:Choice>
        <mc:Fallback xmlns="">
          <p:sp>
            <p:nvSpPr>
              <p:cNvPr id="1051092" name=""/>
              <p:cNvSpPr/>
              <p:nvPr/>
            </p:nvSpPr>
            <p:spPr>
              <a:xfrm>
                <a:off x="8784201" y="4875186"/>
                <a:ext cx="382984" cy="42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51093" name="Ink 1051092"/>
              <p14:cNvContentPartPr/>
              <p14:nvPr/>
            </p14:nvContentPartPr>
            <p14:xfrm>
              <a:off x="8837277" y="5020998"/>
              <a:ext cx="198885" cy="188239"/>
            </p14:xfrm>
          </p:contentPart>
        </mc:Choice>
        <mc:Fallback xmlns="">
          <p:sp>
            <p:nvSpPr>
              <p:cNvPr id="1051093" name=""/>
              <p:cNvSpPr/>
              <p:nvPr/>
            </p:nvSpPr>
            <p:spPr>
              <a:xfrm>
                <a:off x="8837277" y="5020998"/>
                <a:ext cx="198885" cy="1882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51094" name="Ink 1051093"/>
              <p14:cNvContentPartPr/>
              <p14:nvPr/>
            </p14:nvContentPartPr>
            <p14:xfrm>
              <a:off x="6423542" y="3152597"/>
              <a:ext cx="54873" cy="142362"/>
            </p14:xfrm>
          </p:contentPart>
        </mc:Choice>
        <mc:Fallback xmlns="">
          <p:sp>
            <p:nvSpPr>
              <p:cNvPr id="1051094" name=""/>
              <p:cNvSpPr/>
              <p:nvPr/>
            </p:nvSpPr>
            <p:spPr>
              <a:xfrm>
                <a:off x="6423542" y="3152597"/>
                <a:ext cx="54873" cy="1423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51095" name="Ink 1051094"/>
              <p14:cNvContentPartPr/>
              <p14:nvPr/>
            </p14:nvContentPartPr>
            <p14:xfrm>
              <a:off x="6415501" y="3145596"/>
              <a:ext cx="196071" cy="175214"/>
            </p14:xfrm>
          </p:contentPart>
        </mc:Choice>
        <mc:Fallback xmlns="">
          <p:sp>
            <p:nvSpPr>
              <p:cNvPr id="1051095" name=""/>
              <p:cNvSpPr/>
              <p:nvPr/>
            </p:nvSpPr>
            <p:spPr>
              <a:xfrm>
                <a:off x="6415501" y="3145596"/>
                <a:ext cx="196071" cy="1752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51096" name="Ink 1051095"/>
              <p14:cNvContentPartPr/>
              <p14:nvPr/>
            </p14:nvContentPartPr>
            <p14:xfrm>
              <a:off x="6713360" y="3094336"/>
              <a:ext cx="9233" cy="223202"/>
            </p14:xfrm>
          </p:contentPart>
        </mc:Choice>
        <mc:Fallback xmlns="">
          <p:sp>
            <p:nvSpPr>
              <p:cNvPr id="1051096" name=""/>
              <p:cNvSpPr/>
              <p:nvPr/>
            </p:nvSpPr>
            <p:spPr>
              <a:xfrm>
                <a:off x="6713360" y="3094336"/>
                <a:ext cx="9233" cy="2232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51097" name="Ink 1051096"/>
              <p14:cNvContentPartPr/>
              <p14:nvPr/>
            </p14:nvContentPartPr>
            <p14:xfrm>
              <a:off x="6687346" y="2926303"/>
              <a:ext cx="10952" cy="33048"/>
            </p14:xfrm>
          </p:contentPart>
        </mc:Choice>
        <mc:Fallback xmlns="">
          <p:sp>
            <p:nvSpPr>
              <p:cNvPr id="1051097" name=""/>
              <p:cNvSpPr/>
              <p:nvPr/>
            </p:nvSpPr>
            <p:spPr>
              <a:xfrm>
                <a:off x="6687346" y="2926303"/>
                <a:ext cx="10952" cy="3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51098" name="Ink 1051097"/>
              <p14:cNvContentPartPr/>
              <p14:nvPr/>
            </p14:nvContentPartPr>
            <p14:xfrm>
              <a:off x="6874938" y="3165708"/>
              <a:ext cx="125983" cy="2560"/>
            </p14:xfrm>
          </p:contentPart>
        </mc:Choice>
        <mc:Fallback xmlns="">
          <p:sp>
            <p:nvSpPr>
              <p:cNvPr id="1051098" name=""/>
              <p:cNvSpPr/>
              <p:nvPr/>
            </p:nvSpPr>
            <p:spPr>
              <a:xfrm>
                <a:off x="6874938" y="3165708"/>
                <a:ext cx="125983" cy="2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51099" name="Ink 1051098"/>
              <p14:cNvContentPartPr/>
              <p14:nvPr/>
            </p14:nvContentPartPr>
            <p14:xfrm>
              <a:off x="6853157" y="3247688"/>
              <a:ext cx="178717" cy="14431"/>
            </p14:xfrm>
          </p:contentPart>
        </mc:Choice>
        <mc:Fallback xmlns="">
          <p:sp>
            <p:nvSpPr>
              <p:cNvPr id="1051099" name=""/>
              <p:cNvSpPr/>
              <p:nvPr/>
            </p:nvSpPr>
            <p:spPr>
              <a:xfrm>
                <a:off x="6853157" y="3247688"/>
                <a:ext cx="178717" cy="14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51100" name="Ink 1051099"/>
              <p14:cNvContentPartPr/>
              <p14:nvPr/>
            </p14:nvContentPartPr>
            <p14:xfrm>
              <a:off x="7167234" y="2996657"/>
              <a:ext cx="139789" cy="221702"/>
            </p14:xfrm>
          </p:contentPart>
        </mc:Choice>
        <mc:Fallback xmlns="">
          <p:sp>
            <p:nvSpPr>
              <p:cNvPr id="1051100" name=""/>
              <p:cNvSpPr/>
              <p:nvPr/>
            </p:nvSpPr>
            <p:spPr>
              <a:xfrm>
                <a:off x="7167234" y="2996657"/>
                <a:ext cx="139789" cy="2217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51103" name="Ink 1051102"/>
              <p14:cNvContentPartPr/>
              <p14:nvPr/>
            </p14:nvContentPartPr>
            <p14:xfrm>
              <a:off x="9706160" y="4203803"/>
              <a:ext cx="31363" cy="363377"/>
            </p14:xfrm>
          </p:contentPart>
        </mc:Choice>
        <mc:Fallback xmlns="">
          <p:sp>
            <p:nvSpPr>
              <p:cNvPr id="1051103" name=""/>
              <p:cNvSpPr/>
              <p:nvPr/>
            </p:nvSpPr>
            <p:spPr>
              <a:xfrm>
                <a:off x="9706160" y="4203803"/>
                <a:ext cx="31363" cy="3633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051104" name="Ink 1051103"/>
              <p14:cNvContentPartPr/>
              <p14:nvPr/>
            </p14:nvContentPartPr>
            <p14:xfrm>
              <a:off x="9670153" y="4546457"/>
              <a:ext cx="224027" cy="560420"/>
            </p14:xfrm>
          </p:contentPart>
        </mc:Choice>
        <mc:Fallback xmlns="">
          <p:sp>
            <p:nvSpPr>
              <p:cNvPr id="1051104" name=""/>
              <p:cNvSpPr/>
              <p:nvPr/>
            </p:nvSpPr>
            <p:spPr>
              <a:xfrm>
                <a:off x="9670153" y="4546457"/>
                <a:ext cx="224027" cy="560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051105" name="Ink 1051104"/>
              <p14:cNvContentPartPr/>
              <p14:nvPr/>
            </p14:nvContentPartPr>
            <p14:xfrm>
              <a:off x="9612808" y="4583128"/>
              <a:ext cx="273842" cy="533372"/>
            </p14:xfrm>
          </p:contentPart>
        </mc:Choice>
        <mc:Fallback xmlns="">
          <p:sp>
            <p:nvSpPr>
              <p:cNvPr id="1051105" name=""/>
              <p:cNvSpPr/>
              <p:nvPr/>
            </p:nvSpPr>
            <p:spPr>
              <a:xfrm>
                <a:off x="9612808" y="4583128"/>
                <a:ext cx="273842" cy="5333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051106" name="Ink 1051105"/>
              <p14:cNvContentPartPr/>
              <p14:nvPr/>
            </p14:nvContentPartPr>
            <p14:xfrm>
              <a:off x="9410476" y="4721655"/>
              <a:ext cx="16898" cy="251662"/>
            </p14:xfrm>
          </p:contentPart>
        </mc:Choice>
        <mc:Fallback xmlns="">
          <p:sp>
            <p:nvSpPr>
              <p:cNvPr id="1051106" name=""/>
              <p:cNvSpPr/>
              <p:nvPr/>
            </p:nvSpPr>
            <p:spPr>
              <a:xfrm>
                <a:off x="9410476" y="4721655"/>
                <a:ext cx="16898" cy="251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051107" name="Ink 1051106"/>
              <p14:cNvContentPartPr/>
              <p14:nvPr/>
            </p14:nvContentPartPr>
            <p14:xfrm>
              <a:off x="9425216" y="4701136"/>
              <a:ext cx="108943" cy="239562"/>
            </p14:xfrm>
          </p:contentPart>
        </mc:Choice>
        <mc:Fallback xmlns="">
          <p:sp>
            <p:nvSpPr>
              <p:cNvPr id="1051107" name=""/>
              <p:cNvSpPr/>
              <p:nvPr/>
            </p:nvSpPr>
            <p:spPr>
              <a:xfrm>
                <a:off x="9425216" y="4701136"/>
                <a:ext cx="108943" cy="2395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051108" name="Ink 1051107"/>
              <p14:cNvContentPartPr/>
              <p14:nvPr/>
            </p14:nvContentPartPr>
            <p14:xfrm>
              <a:off x="9684822" y="4197355"/>
              <a:ext cx="460979" cy="20701"/>
            </p14:xfrm>
          </p:contentPart>
        </mc:Choice>
        <mc:Fallback xmlns="">
          <p:sp>
            <p:nvSpPr>
              <p:cNvPr id="1051108" name=""/>
              <p:cNvSpPr/>
              <p:nvPr/>
            </p:nvSpPr>
            <p:spPr>
              <a:xfrm>
                <a:off x="9684822" y="4197355"/>
                <a:ext cx="460979" cy="20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51109" name="Ink 1051108"/>
              <p14:cNvContentPartPr/>
              <p14:nvPr/>
            </p14:nvContentPartPr>
            <p14:xfrm>
              <a:off x="10134625" y="4075519"/>
              <a:ext cx="688744" cy="196316"/>
            </p14:xfrm>
          </p:contentPart>
        </mc:Choice>
        <mc:Fallback xmlns="">
          <p:sp>
            <p:nvSpPr>
              <p:cNvPr id="1051109" name=""/>
              <p:cNvSpPr/>
              <p:nvPr/>
            </p:nvSpPr>
            <p:spPr>
              <a:xfrm>
                <a:off x="10134625" y="4075519"/>
                <a:ext cx="688744" cy="1963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051110" name="Ink 1051109"/>
              <p14:cNvContentPartPr/>
              <p14:nvPr/>
            </p14:nvContentPartPr>
            <p14:xfrm>
              <a:off x="10465945" y="3685452"/>
              <a:ext cx="277751" cy="272788"/>
            </p14:xfrm>
          </p:contentPart>
        </mc:Choice>
        <mc:Fallback xmlns="">
          <p:sp>
            <p:nvSpPr>
              <p:cNvPr id="1051110" name=""/>
              <p:cNvSpPr/>
              <p:nvPr/>
            </p:nvSpPr>
            <p:spPr>
              <a:xfrm>
                <a:off x="10465945" y="3685452"/>
                <a:ext cx="277751" cy="2727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51111" name="Ink 1051110"/>
              <p14:cNvContentPartPr/>
              <p14:nvPr/>
            </p14:nvContentPartPr>
            <p14:xfrm>
              <a:off x="10794373" y="4205345"/>
              <a:ext cx="327384" cy="582189"/>
            </p14:xfrm>
          </p:contentPart>
        </mc:Choice>
        <mc:Fallback xmlns="">
          <p:sp>
            <p:nvSpPr>
              <p:cNvPr id="1051111" name=""/>
              <p:cNvSpPr/>
              <p:nvPr/>
            </p:nvSpPr>
            <p:spPr>
              <a:xfrm>
                <a:off x="10794373" y="4205345"/>
                <a:ext cx="327384" cy="582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051112" name="Ink 1051111"/>
              <p14:cNvContentPartPr/>
              <p14:nvPr/>
            </p14:nvContentPartPr>
            <p14:xfrm>
              <a:off x="10895281" y="4794919"/>
              <a:ext cx="460980" cy="14252"/>
            </p14:xfrm>
          </p:contentPart>
        </mc:Choice>
        <mc:Fallback xmlns="">
          <p:sp>
            <p:nvSpPr>
              <p:cNvPr id="1051112" name=""/>
              <p:cNvSpPr/>
              <p:nvPr/>
            </p:nvSpPr>
            <p:spPr>
              <a:xfrm>
                <a:off x="10895281" y="4794919"/>
                <a:ext cx="460980" cy="14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051113" name="Ink 1051112"/>
              <p14:cNvContentPartPr/>
              <p14:nvPr/>
            </p14:nvContentPartPr>
            <p14:xfrm>
              <a:off x="10911708" y="4935320"/>
              <a:ext cx="357869" cy="19880"/>
            </p14:xfrm>
          </p:contentPart>
        </mc:Choice>
        <mc:Fallback xmlns="">
          <p:sp>
            <p:nvSpPr>
              <p:cNvPr id="1051113" name=""/>
              <p:cNvSpPr/>
              <p:nvPr/>
            </p:nvSpPr>
            <p:spPr>
              <a:xfrm>
                <a:off x="10911708" y="4935320"/>
                <a:ext cx="357869" cy="198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051114" name="Ink 1051113"/>
              <p14:cNvContentPartPr/>
              <p14:nvPr/>
            </p14:nvContentPartPr>
            <p14:xfrm>
              <a:off x="9764989" y="4947949"/>
              <a:ext cx="1391733" cy="663191"/>
            </p14:xfrm>
          </p:contentPart>
        </mc:Choice>
        <mc:Fallback xmlns="">
          <p:sp>
            <p:nvSpPr>
              <p:cNvPr id="1051114" name=""/>
              <p:cNvSpPr/>
              <p:nvPr/>
            </p:nvSpPr>
            <p:spPr>
              <a:xfrm>
                <a:off x="9764989" y="4947949"/>
                <a:ext cx="1391733" cy="663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051115" name="Ink 1051114"/>
              <p14:cNvContentPartPr/>
              <p14:nvPr/>
            </p14:nvContentPartPr>
            <p14:xfrm>
              <a:off x="9896601" y="4416159"/>
              <a:ext cx="149128" cy="867355"/>
            </p14:xfrm>
          </p:contentPart>
        </mc:Choice>
        <mc:Fallback xmlns="">
          <p:sp>
            <p:nvSpPr>
              <p:cNvPr id="1051115" name=""/>
              <p:cNvSpPr/>
              <p:nvPr/>
            </p:nvSpPr>
            <p:spPr>
              <a:xfrm>
                <a:off x="9896601" y="4416159"/>
                <a:ext cx="149128" cy="8673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051116" name="Ink 1051115"/>
              <p14:cNvContentPartPr/>
              <p14:nvPr/>
            </p14:nvContentPartPr>
            <p14:xfrm>
              <a:off x="10062675" y="4801920"/>
              <a:ext cx="105622" cy="194873"/>
            </p14:xfrm>
          </p:contentPart>
        </mc:Choice>
        <mc:Fallback xmlns="">
          <p:sp>
            <p:nvSpPr>
              <p:cNvPr id="1051116" name=""/>
              <p:cNvSpPr/>
              <p:nvPr/>
            </p:nvSpPr>
            <p:spPr>
              <a:xfrm>
                <a:off x="10062675" y="4801920"/>
                <a:ext cx="105622" cy="1948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051117" name="Ink 1051116"/>
              <p14:cNvContentPartPr/>
              <p14:nvPr/>
            </p14:nvContentPartPr>
            <p14:xfrm>
              <a:off x="10734385" y="4386089"/>
              <a:ext cx="112129" cy="1073842"/>
            </p14:xfrm>
          </p:contentPart>
        </mc:Choice>
        <mc:Fallback xmlns="">
          <p:sp>
            <p:nvSpPr>
              <p:cNvPr id="1051117" name=""/>
              <p:cNvSpPr/>
              <p:nvPr/>
            </p:nvSpPr>
            <p:spPr>
              <a:xfrm>
                <a:off x="10734385" y="4386089"/>
                <a:ext cx="112129" cy="10738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051118" name="Ink 1051117"/>
              <p14:cNvContentPartPr/>
              <p14:nvPr/>
            </p14:nvContentPartPr>
            <p14:xfrm>
              <a:off x="10642626" y="4371336"/>
              <a:ext cx="79733" cy="214369"/>
            </p14:xfrm>
          </p:contentPart>
        </mc:Choice>
        <mc:Fallback xmlns="">
          <p:sp>
            <p:nvSpPr>
              <p:cNvPr id="1051118" name=""/>
              <p:cNvSpPr/>
              <p:nvPr/>
            </p:nvSpPr>
            <p:spPr>
              <a:xfrm>
                <a:off x="10642626" y="4371336"/>
                <a:ext cx="79733" cy="214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051119" name="Ink 1051118"/>
              <p14:cNvContentPartPr/>
              <p14:nvPr/>
            </p14:nvContentPartPr>
            <p14:xfrm>
              <a:off x="10671682" y="4334829"/>
              <a:ext cx="131750" cy="238053"/>
            </p14:xfrm>
          </p:contentPart>
        </mc:Choice>
        <mc:Fallback xmlns="">
          <p:sp>
            <p:nvSpPr>
              <p:cNvPr id="1051119" name=""/>
              <p:cNvSpPr/>
              <p:nvPr/>
            </p:nvSpPr>
            <p:spPr>
              <a:xfrm>
                <a:off x="10671682" y="4334829"/>
                <a:ext cx="131750" cy="2380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051120" name="Ink 1051119"/>
              <p14:cNvContentPartPr/>
              <p14:nvPr/>
            </p14:nvContentPartPr>
            <p14:xfrm>
              <a:off x="10516124" y="4721655"/>
              <a:ext cx="100050" cy="238796"/>
            </p14:xfrm>
          </p:contentPart>
        </mc:Choice>
        <mc:Fallback xmlns="">
          <p:sp>
            <p:nvSpPr>
              <p:cNvPr id="1051120" name=""/>
              <p:cNvSpPr/>
              <p:nvPr/>
            </p:nvSpPr>
            <p:spPr>
              <a:xfrm>
                <a:off x="10516124" y="4721655"/>
                <a:ext cx="100050" cy="2387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051121" name="Ink 1051120"/>
              <p14:cNvContentPartPr/>
              <p14:nvPr/>
            </p14:nvContentPartPr>
            <p14:xfrm>
              <a:off x="10600378" y="4969703"/>
              <a:ext cx="114424" cy="157534"/>
            </p14:xfrm>
          </p:contentPart>
        </mc:Choice>
        <mc:Fallback xmlns="">
          <p:sp>
            <p:nvSpPr>
              <p:cNvPr id="1051121" name=""/>
              <p:cNvSpPr/>
              <p:nvPr/>
            </p:nvSpPr>
            <p:spPr>
              <a:xfrm>
                <a:off x="10600378" y="4969703"/>
                <a:ext cx="114424" cy="157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051122" name="Ink 1051121"/>
              <p14:cNvContentPartPr/>
              <p14:nvPr/>
            </p14:nvContentPartPr>
            <p14:xfrm>
              <a:off x="10145801" y="4984706"/>
              <a:ext cx="122528" cy="261451"/>
            </p14:xfrm>
          </p:contentPart>
        </mc:Choice>
        <mc:Fallback xmlns="">
          <p:sp>
            <p:nvSpPr>
              <p:cNvPr id="1051122" name=""/>
              <p:cNvSpPr/>
              <p:nvPr/>
            </p:nvSpPr>
            <p:spPr>
              <a:xfrm>
                <a:off x="10145801" y="4984706"/>
                <a:ext cx="122528" cy="2614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051123" name="Ink 1051122"/>
              <p14:cNvContentPartPr/>
              <p14:nvPr/>
            </p14:nvContentPartPr>
            <p14:xfrm>
              <a:off x="9460117" y="5721851"/>
              <a:ext cx="289190" cy="485623"/>
            </p14:xfrm>
          </p:contentPart>
        </mc:Choice>
        <mc:Fallback xmlns="">
          <p:sp>
            <p:nvSpPr>
              <p:cNvPr id="1051123" name=""/>
              <p:cNvSpPr/>
              <p:nvPr/>
            </p:nvSpPr>
            <p:spPr>
              <a:xfrm>
                <a:off x="9460117" y="5721851"/>
                <a:ext cx="289190" cy="485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051124" name="Ink 1051123"/>
              <p14:cNvContentPartPr/>
              <p14:nvPr/>
            </p14:nvContentPartPr>
            <p14:xfrm>
              <a:off x="9771061" y="5962648"/>
              <a:ext cx="138763" cy="34671"/>
            </p14:xfrm>
          </p:contentPart>
        </mc:Choice>
        <mc:Fallback xmlns="">
          <p:sp>
            <p:nvSpPr>
              <p:cNvPr id="1051124" name=""/>
              <p:cNvSpPr/>
              <p:nvPr/>
            </p:nvSpPr>
            <p:spPr>
              <a:xfrm>
                <a:off x="9771061" y="5962648"/>
                <a:ext cx="138763" cy="346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051125" name="Ink 1051124"/>
              <p14:cNvContentPartPr/>
              <p14:nvPr/>
            </p14:nvContentPartPr>
            <p14:xfrm>
              <a:off x="9771061" y="6025553"/>
              <a:ext cx="115169" cy="18686"/>
            </p14:xfrm>
          </p:contentPart>
        </mc:Choice>
        <mc:Fallback xmlns="">
          <p:sp>
            <p:nvSpPr>
              <p:cNvPr id="1051125" name=""/>
              <p:cNvSpPr/>
              <p:nvPr/>
            </p:nvSpPr>
            <p:spPr>
              <a:xfrm>
                <a:off x="9771061" y="6025553"/>
                <a:ext cx="115169" cy="186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051126" name="Ink 1051125"/>
              <p14:cNvContentPartPr/>
              <p14:nvPr/>
            </p14:nvContentPartPr>
            <p14:xfrm>
              <a:off x="9969702" y="5781072"/>
              <a:ext cx="190380" cy="372763"/>
            </p14:xfrm>
          </p:contentPart>
        </mc:Choice>
        <mc:Fallback xmlns="">
          <p:sp>
            <p:nvSpPr>
              <p:cNvPr id="1051126" name=""/>
              <p:cNvSpPr/>
              <p:nvPr/>
            </p:nvSpPr>
            <p:spPr>
              <a:xfrm>
                <a:off x="9969702" y="5781072"/>
                <a:ext cx="190380" cy="372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051127" name="Ink 1051126"/>
              <p14:cNvContentPartPr/>
              <p14:nvPr/>
            </p14:nvContentPartPr>
            <p14:xfrm>
              <a:off x="10187448" y="5809118"/>
              <a:ext cx="8585" cy="63822"/>
            </p14:xfrm>
          </p:contentPart>
        </mc:Choice>
        <mc:Fallback xmlns="">
          <p:sp>
            <p:nvSpPr>
              <p:cNvPr id="1051127" name=""/>
              <p:cNvSpPr/>
              <p:nvPr/>
            </p:nvSpPr>
            <p:spPr>
              <a:xfrm>
                <a:off x="10187448" y="5809118"/>
                <a:ext cx="8585" cy="63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051128" name="Ink 1051127"/>
              <p14:cNvContentPartPr/>
              <p14:nvPr/>
            </p14:nvContentPartPr>
            <p14:xfrm>
              <a:off x="7458163" y="3262119"/>
              <a:ext cx="131676" cy="4136"/>
            </p14:xfrm>
          </p:contentPart>
        </mc:Choice>
        <mc:Fallback xmlns="">
          <p:sp>
            <p:nvSpPr>
              <p:cNvPr id="1051128" name=""/>
              <p:cNvSpPr/>
              <p:nvPr/>
            </p:nvSpPr>
            <p:spPr>
              <a:xfrm>
                <a:off x="7458163" y="3262119"/>
                <a:ext cx="131676" cy="41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051129" name="Ink 1051128"/>
              <p14:cNvContentPartPr/>
              <p14:nvPr/>
            </p14:nvContentPartPr>
            <p14:xfrm>
              <a:off x="7494171" y="3341789"/>
              <a:ext cx="154115" cy="22849"/>
            </p14:xfrm>
          </p:contentPart>
        </mc:Choice>
        <mc:Fallback xmlns="">
          <p:sp>
            <p:nvSpPr>
              <p:cNvPr id="1051129" name=""/>
              <p:cNvSpPr/>
              <p:nvPr/>
            </p:nvSpPr>
            <p:spPr>
              <a:xfrm>
                <a:off x="7494171" y="3341789"/>
                <a:ext cx="154115" cy="22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051130" name="Ink 1051129"/>
              <p14:cNvContentPartPr/>
              <p14:nvPr/>
            </p14:nvContentPartPr>
            <p14:xfrm>
              <a:off x="7731994" y="3099791"/>
              <a:ext cx="183534" cy="204012"/>
            </p14:xfrm>
          </p:contentPart>
        </mc:Choice>
        <mc:Fallback xmlns="">
          <p:sp>
            <p:nvSpPr>
              <p:cNvPr id="1051130" name=""/>
              <p:cNvSpPr/>
              <p:nvPr/>
            </p:nvSpPr>
            <p:spPr>
              <a:xfrm>
                <a:off x="7731994" y="3099791"/>
                <a:ext cx="183534" cy="2040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051131" name="Ink 1051130"/>
              <p14:cNvContentPartPr/>
              <p14:nvPr/>
            </p14:nvContentPartPr>
            <p14:xfrm>
              <a:off x="7970405" y="3149033"/>
              <a:ext cx="150555" cy="207854"/>
            </p14:xfrm>
          </p:contentPart>
        </mc:Choice>
        <mc:Fallback xmlns="">
          <p:sp>
            <p:nvSpPr>
              <p:cNvPr id="1051131" name=""/>
              <p:cNvSpPr/>
              <p:nvPr/>
            </p:nvSpPr>
            <p:spPr>
              <a:xfrm>
                <a:off x="7970405" y="3149033"/>
                <a:ext cx="150555" cy="2078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051132" name="Ink 1051131"/>
              <p14:cNvContentPartPr/>
              <p14:nvPr/>
            </p14:nvContentPartPr>
            <p14:xfrm>
              <a:off x="7688875" y="3364639"/>
              <a:ext cx="469758" cy="49225"/>
            </p14:xfrm>
          </p:contentPart>
        </mc:Choice>
        <mc:Fallback xmlns="">
          <p:sp>
            <p:nvSpPr>
              <p:cNvPr id="1051132" name=""/>
              <p:cNvSpPr/>
              <p:nvPr/>
            </p:nvSpPr>
            <p:spPr>
              <a:xfrm>
                <a:off x="7688875" y="3364639"/>
                <a:ext cx="469758" cy="492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051133" name="Ink 1051132"/>
              <p14:cNvContentPartPr/>
              <p14:nvPr/>
            </p14:nvContentPartPr>
            <p14:xfrm>
              <a:off x="7801296" y="3481768"/>
              <a:ext cx="204388" cy="278347"/>
            </p14:xfrm>
          </p:contentPart>
        </mc:Choice>
        <mc:Fallback xmlns="">
          <p:sp>
            <p:nvSpPr>
              <p:cNvPr id="1051133" name=""/>
              <p:cNvSpPr/>
              <p:nvPr/>
            </p:nvSpPr>
            <p:spPr>
              <a:xfrm>
                <a:off x="7801296" y="3481768"/>
                <a:ext cx="204388" cy="278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051134" name="Ink 1051133"/>
              <p14:cNvContentPartPr/>
              <p14:nvPr/>
            </p14:nvContentPartPr>
            <p14:xfrm>
              <a:off x="5662631" y="3867737"/>
              <a:ext cx="2193855" cy="1227687"/>
            </p14:xfrm>
          </p:contentPart>
        </mc:Choice>
        <mc:Fallback xmlns="">
          <p:sp>
            <p:nvSpPr>
              <p:cNvPr id="1051134" name=""/>
              <p:cNvSpPr/>
              <p:nvPr/>
            </p:nvSpPr>
            <p:spPr>
              <a:xfrm>
                <a:off x="5662631" y="3867737"/>
                <a:ext cx="2193855" cy="1227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051135" name="Ink 1051134"/>
              <p14:cNvContentPartPr/>
              <p14:nvPr/>
            </p14:nvContentPartPr>
            <p14:xfrm>
              <a:off x="7263903" y="3948003"/>
              <a:ext cx="134620" cy="208680"/>
            </p14:xfrm>
          </p:contentPart>
        </mc:Choice>
        <mc:Fallback xmlns="">
          <p:sp>
            <p:nvSpPr>
              <p:cNvPr id="1051135" name=""/>
              <p:cNvSpPr/>
              <p:nvPr/>
            </p:nvSpPr>
            <p:spPr>
              <a:xfrm>
                <a:off x="7263903" y="3948003"/>
                <a:ext cx="134620" cy="208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051136" name="Ink 1051135"/>
              <p14:cNvContentPartPr/>
              <p14:nvPr/>
            </p14:nvContentPartPr>
            <p14:xfrm>
              <a:off x="6903388" y="4298322"/>
              <a:ext cx="126251" cy="163357"/>
            </p14:xfrm>
          </p:contentPart>
        </mc:Choice>
        <mc:Fallback xmlns="">
          <p:sp>
            <p:nvSpPr>
              <p:cNvPr id="1051136" name=""/>
              <p:cNvSpPr/>
              <p:nvPr/>
            </p:nvSpPr>
            <p:spPr>
              <a:xfrm>
                <a:off x="6903388" y="4298322"/>
                <a:ext cx="126251" cy="1633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051137" name="Ink 1051136"/>
              <p14:cNvContentPartPr/>
              <p14:nvPr/>
            </p14:nvContentPartPr>
            <p14:xfrm>
              <a:off x="6745135" y="4510363"/>
              <a:ext cx="69222" cy="120210"/>
            </p14:xfrm>
          </p:contentPart>
        </mc:Choice>
        <mc:Fallback xmlns="">
          <p:sp>
            <p:nvSpPr>
              <p:cNvPr id="1051137" name=""/>
              <p:cNvSpPr/>
              <p:nvPr/>
            </p:nvSpPr>
            <p:spPr>
              <a:xfrm>
                <a:off x="6745135" y="4510363"/>
                <a:ext cx="69222" cy="120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051138" name="Ink 1051137"/>
              <p14:cNvContentPartPr/>
              <p14:nvPr/>
            </p14:nvContentPartPr>
            <p14:xfrm>
              <a:off x="6611835" y="4568375"/>
              <a:ext cx="66337" cy="73993"/>
            </p14:xfrm>
          </p:contentPart>
        </mc:Choice>
        <mc:Fallback xmlns="">
          <p:sp>
            <p:nvSpPr>
              <p:cNvPr id="1051138" name=""/>
              <p:cNvSpPr/>
              <p:nvPr/>
            </p:nvSpPr>
            <p:spPr>
              <a:xfrm>
                <a:off x="6611835" y="4568375"/>
                <a:ext cx="66337" cy="73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051139" name="Ink 1051138"/>
              <p14:cNvContentPartPr/>
              <p14:nvPr/>
            </p14:nvContentPartPr>
            <p14:xfrm>
              <a:off x="6593550" y="4681290"/>
              <a:ext cx="32492" cy="18860"/>
            </p14:xfrm>
          </p:contentPart>
        </mc:Choice>
        <mc:Fallback xmlns="">
          <p:sp>
            <p:nvSpPr>
              <p:cNvPr id="1051139" name=""/>
              <p:cNvSpPr/>
              <p:nvPr/>
            </p:nvSpPr>
            <p:spPr>
              <a:xfrm>
                <a:off x="6593550" y="4681290"/>
                <a:ext cx="32492" cy="18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051140" name="Ink 1051139"/>
              <p14:cNvContentPartPr/>
              <p14:nvPr/>
            </p14:nvContentPartPr>
            <p14:xfrm>
              <a:off x="5452978" y="676891"/>
              <a:ext cx="653238" cy="1097551"/>
            </p14:xfrm>
          </p:contentPart>
        </mc:Choice>
        <mc:Fallback xmlns="">
          <p:sp>
            <p:nvSpPr>
              <p:cNvPr id="1051140" name=""/>
              <p:cNvSpPr/>
              <p:nvPr/>
            </p:nvSpPr>
            <p:spPr>
              <a:xfrm>
                <a:off x="5452978" y="676891"/>
                <a:ext cx="653238" cy="1097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051141" name="Ink 1051140"/>
              <p14:cNvContentPartPr/>
              <p14:nvPr/>
            </p14:nvContentPartPr>
            <p14:xfrm>
              <a:off x="7213227" y="2861040"/>
              <a:ext cx="21782" cy="73014"/>
            </p14:xfrm>
          </p:contentPart>
        </mc:Choice>
        <mc:Fallback xmlns="">
          <p:sp>
            <p:nvSpPr>
              <p:cNvPr id="1051141" name=""/>
              <p:cNvSpPr/>
              <p:nvPr/>
            </p:nvSpPr>
            <p:spPr>
              <a:xfrm>
                <a:off x="7213227" y="2861040"/>
                <a:ext cx="21782" cy="73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051142" name="Ink 1051141"/>
              <p14:cNvContentPartPr/>
              <p14:nvPr/>
            </p14:nvContentPartPr>
            <p14:xfrm>
              <a:off x="7197993" y="2872756"/>
              <a:ext cx="64122" cy="71559"/>
            </p14:xfrm>
          </p:contentPart>
        </mc:Choice>
        <mc:Fallback xmlns="">
          <p:sp>
            <p:nvSpPr>
              <p:cNvPr id="1051142" name=""/>
              <p:cNvSpPr/>
              <p:nvPr/>
            </p:nvSpPr>
            <p:spPr>
              <a:xfrm>
                <a:off x="7197993" y="2872756"/>
                <a:ext cx="64122" cy="715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051143" name="Ink 1051142"/>
              <p14:cNvContentPartPr/>
              <p14:nvPr/>
            </p14:nvContentPartPr>
            <p14:xfrm>
              <a:off x="6436939" y="3780220"/>
              <a:ext cx="192618" cy="165231"/>
            </p14:xfrm>
          </p:contentPart>
        </mc:Choice>
        <mc:Fallback xmlns="">
          <p:sp>
            <p:nvSpPr>
              <p:cNvPr id="1051143" name=""/>
              <p:cNvSpPr/>
              <p:nvPr/>
            </p:nvSpPr>
            <p:spPr>
              <a:xfrm>
                <a:off x="6436939" y="3780220"/>
                <a:ext cx="192618" cy="165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051144" name="Ink 1051143"/>
              <p14:cNvContentPartPr/>
              <p14:nvPr/>
            </p14:nvContentPartPr>
            <p14:xfrm>
              <a:off x="6413514" y="3809726"/>
              <a:ext cx="217610" cy="132627"/>
            </p14:xfrm>
          </p:contentPart>
        </mc:Choice>
        <mc:Fallback xmlns="">
          <p:sp>
            <p:nvSpPr>
              <p:cNvPr id="1051144" name=""/>
              <p:cNvSpPr/>
              <p:nvPr/>
            </p:nvSpPr>
            <p:spPr>
              <a:xfrm>
                <a:off x="6413514" y="3809726"/>
                <a:ext cx="217610" cy="132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051145" name="Ink 1051144"/>
              <p14:cNvContentPartPr/>
              <p14:nvPr/>
            </p14:nvContentPartPr>
            <p14:xfrm>
              <a:off x="10959738" y="4259814"/>
              <a:ext cx="33340" cy="16754"/>
            </p14:xfrm>
          </p:contentPart>
        </mc:Choice>
        <mc:Fallback xmlns="">
          <p:sp>
            <p:nvSpPr>
              <p:cNvPr id="1051145" name=""/>
              <p:cNvSpPr/>
              <p:nvPr/>
            </p:nvSpPr>
            <p:spPr>
              <a:xfrm>
                <a:off x="10959738" y="4259814"/>
                <a:ext cx="33340" cy="16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1051146" name="Ink 1051145"/>
              <p14:cNvContentPartPr/>
              <p14:nvPr/>
            </p14:nvContentPartPr>
            <p14:xfrm>
              <a:off x="10864280" y="4105383"/>
              <a:ext cx="71041" cy="76416"/>
            </p14:xfrm>
          </p:contentPart>
        </mc:Choice>
        <mc:Fallback xmlns="">
          <p:sp>
            <p:nvSpPr>
              <p:cNvPr id="1051146" name=""/>
              <p:cNvSpPr/>
              <p:nvPr/>
            </p:nvSpPr>
            <p:spPr>
              <a:xfrm>
                <a:off x="10864280" y="4105383"/>
                <a:ext cx="71041" cy="76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051147" name="Ink 1051146"/>
              <p14:cNvContentPartPr/>
              <p14:nvPr/>
            </p14:nvContentPartPr>
            <p14:xfrm>
              <a:off x="10886368" y="4086780"/>
              <a:ext cx="59145" cy="76177"/>
            </p14:xfrm>
          </p:contentPart>
        </mc:Choice>
        <mc:Fallback xmlns="">
          <p:sp>
            <p:nvSpPr>
              <p:cNvPr id="1051147" name=""/>
              <p:cNvSpPr/>
              <p:nvPr/>
            </p:nvSpPr>
            <p:spPr>
              <a:xfrm>
                <a:off x="10886368" y="4086780"/>
                <a:ext cx="59145" cy="761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1051148" name="Ink 1051147"/>
              <p14:cNvContentPartPr/>
              <p14:nvPr/>
            </p14:nvContentPartPr>
            <p14:xfrm>
              <a:off x="10884290" y="4086780"/>
              <a:ext cx="90118" cy="104454"/>
            </p14:xfrm>
          </p:contentPart>
        </mc:Choice>
        <mc:Fallback xmlns="">
          <p:sp>
            <p:nvSpPr>
              <p:cNvPr id="1051148" name=""/>
              <p:cNvSpPr/>
              <p:nvPr/>
            </p:nvSpPr>
            <p:spPr>
              <a:xfrm>
                <a:off x="10884290" y="4086780"/>
                <a:ext cx="90118" cy="1044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051149" name="Ink 1051148"/>
              <p14:cNvContentPartPr/>
              <p14:nvPr/>
            </p14:nvContentPartPr>
            <p14:xfrm>
              <a:off x="10880612" y="4109034"/>
              <a:ext cx="100909" cy="101770"/>
            </p14:xfrm>
          </p:contentPart>
        </mc:Choice>
        <mc:Fallback xmlns="">
          <p:sp>
            <p:nvSpPr>
              <p:cNvPr id="1051149" name=""/>
              <p:cNvSpPr/>
              <p:nvPr/>
            </p:nvSpPr>
            <p:spPr>
              <a:xfrm>
                <a:off x="10880612" y="4109034"/>
                <a:ext cx="100909" cy="101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1051150" name="Ink 1051149"/>
              <p14:cNvContentPartPr/>
              <p14:nvPr/>
            </p14:nvContentPartPr>
            <p14:xfrm>
              <a:off x="11039310" y="4108752"/>
              <a:ext cx="509906" cy="135835"/>
            </p14:xfrm>
          </p:contentPart>
        </mc:Choice>
        <mc:Fallback xmlns="">
          <p:sp>
            <p:nvSpPr>
              <p:cNvPr id="1051150" name=""/>
              <p:cNvSpPr/>
              <p:nvPr/>
            </p:nvSpPr>
            <p:spPr>
              <a:xfrm>
                <a:off x="11039310" y="4108752"/>
                <a:ext cx="509906" cy="135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051151" name="Ink 1051150"/>
              <p14:cNvContentPartPr/>
              <p14:nvPr/>
            </p14:nvContentPartPr>
            <p14:xfrm>
              <a:off x="11522071" y="4273592"/>
              <a:ext cx="275884" cy="475396"/>
            </p14:xfrm>
          </p:contentPart>
        </mc:Choice>
        <mc:Fallback xmlns="">
          <p:sp>
            <p:nvSpPr>
              <p:cNvPr id="1051151" name=""/>
              <p:cNvSpPr/>
              <p:nvPr/>
            </p:nvSpPr>
            <p:spPr>
              <a:xfrm>
                <a:off x="11522071" y="4273592"/>
                <a:ext cx="275884" cy="4753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051152" name="Ink 1051151"/>
              <p14:cNvContentPartPr/>
              <p14:nvPr/>
            </p14:nvContentPartPr>
            <p14:xfrm>
              <a:off x="11577444" y="4763672"/>
              <a:ext cx="353781" cy="452643"/>
            </p14:xfrm>
          </p:contentPart>
        </mc:Choice>
        <mc:Fallback xmlns="">
          <p:sp>
            <p:nvSpPr>
              <p:cNvPr id="1051152" name=""/>
              <p:cNvSpPr/>
              <p:nvPr/>
            </p:nvSpPr>
            <p:spPr>
              <a:xfrm>
                <a:off x="11577444" y="4763672"/>
                <a:ext cx="353781" cy="452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051153" name="Ink 1051152"/>
              <p14:cNvContentPartPr/>
              <p14:nvPr/>
            </p14:nvContentPartPr>
            <p14:xfrm>
              <a:off x="11739539" y="4867683"/>
              <a:ext cx="5687" cy="262730"/>
            </p14:xfrm>
          </p:contentPart>
        </mc:Choice>
        <mc:Fallback xmlns="">
          <p:sp>
            <p:nvSpPr>
              <p:cNvPr id="1051153" name=""/>
              <p:cNvSpPr/>
              <p:nvPr/>
            </p:nvSpPr>
            <p:spPr>
              <a:xfrm>
                <a:off x="11739539" y="4867683"/>
                <a:ext cx="5687" cy="2627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051154" name="Ink 1051153"/>
              <p14:cNvContentPartPr/>
              <p14:nvPr/>
            </p14:nvContentPartPr>
            <p14:xfrm>
              <a:off x="11723444" y="4875185"/>
              <a:ext cx="132013" cy="130419"/>
            </p14:xfrm>
          </p:contentPart>
        </mc:Choice>
        <mc:Fallback xmlns="">
          <p:sp>
            <p:nvSpPr>
              <p:cNvPr id="1051154" name=""/>
              <p:cNvSpPr/>
              <p:nvPr/>
            </p:nvSpPr>
            <p:spPr>
              <a:xfrm>
                <a:off x="11723444" y="4875185"/>
                <a:ext cx="132013" cy="1304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051155" name="Ink 1051154"/>
              <p14:cNvContentPartPr/>
              <p14:nvPr/>
            </p14:nvContentPartPr>
            <p14:xfrm>
              <a:off x="11658987" y="4824175"/>
              <a:ext cx="86239" cy="109522"/>
            </p14:xfrm>
          </p:contentPart>
        </mc:Choice>
        <mc:Fallback xmlns="">
          <p:sp>
            <p:nvSpPr>
              <p:cNvPr id="1051155" name=""/>
              <p:cNvSpPr/>
              <p:nvPr/>
            </p:nvSpPr>
            <p:spPr>
              <a:xfrm>
                <a:off x="11658987" y="4824175"/>
                <a:ext cx="86239" cy="109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051156" name="Ink 1051155"/>
              <p14:cNvContentPartPr/>
              <p14:nvPr/>
            </p14:nvContentPartPr>
            <p14:xfrm>
              <a:off x="11095993" y="5174493"/>
              <a:ext cx="699130" cy="388519"/>
            </p14:xfrm>
          </p:contentPart>
        </mc:Choice>
        <mc:Fallback xmlns="">
          <p:sp>
            <p:nvSpPr>
              <p:cNvPr id="1051156" name=""/>
              <p:cNvSpPr/>
              <p:nvPr/>
            </p:nvSpPr>
            <p:spPr>
              <a:xfrm>
                <a:off x="11095993" y="5174493"/>
                <a:ext cx="699130" cy="388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051157" name="Ink 1051156"/>
              <p14:cNvContentPartPr/>
              <p14:nvPr/>
            </p14:nvContentPartPr>
            <p14:xfrm>
              <a:off x="11522071" y="4016541"/>
              <a:ext cx="53830" cy="267277"/>
            </p14:xfrm>
          </p:contentPart>
        </mc:Choice>
        <mc:Fallback xmlns="">
          <p:sp>
            <p:nvSpPr>
              <p:cNvPr id="1051157" name=""/>
              <p:cNvSpPr/>
              <p:nvPr/>
            </p:nvSpPr>
            <p:spPr>
              <a:xfrm>
                <a:off x="11522071" y="4016541"/>
                <a:ext cx="53830" cy="2672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051158" name="Ink 1051157"/>
              <p14:cNvContentPartPr/>
              <p14:nvPr/>
            </p14:nvContentPartPr>
            <p14:xfrm>
              <a:off x="10938401" y="4116286"/>
              <a:ext cx="21353" cy="101044"/>
            </p14:xfrm>
          </p:contentPart>
        </mc:Choice>
        <mc:Fallback xmlns="">
          <p:sp>
            <p:nvSpPr>
              <p:cNvPr id="1051158" name=""/>
              <p:cNvSpPr/>
              <p:nvPr/>
            </p:nvSpPr>
            <p:spPr>
              <a:xfrm>
                <a:off x="10938401" y="4116286"/>
                <a:ext cx="21353" cy="101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051159" name="Ink 1051158"/>
              <p14:cNvContentPartPr/>
              <p14:nvPr/>
            </p14:nvContentPartPr>
            <p14:xfrm>
              <a:off x="10952626" y="4174298"/>
              <a:ext cx="67486" cy="42755"/>
            </p14:xfrm>
          </p:contentPart>
        </mc:Choice>
        <mc:Fallback xmlns="">
          <p:sp>
            <p:nvSpPr>
              <p:cNvPr id="1051159" name=""/>
              <p:cNvSpPr/>
              <p:nvPr/>
            </p:nvSpPr>
            <p:spPr>
              <a:xfrm>
                <a:off x="10952626" y="4174298"/>
                <a:ext cx="67486" cy="42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1051160" name="Ink 1051159"/>
              <p14:cNvContentPartPr/>
              <p14:nvPr/>
            </p14:nvContentPartPr>
            <p14:xfrm>
              <a:off x="385206" y="686228"/>
              <a:ext cx="4476322" cy="5937472"/>
            </p14:xfrm>
          </p:contentPart>
        </mc:Choice>
        <mc:Fallback xmlns="">
          <p:sp>
            <p:nvSpPr>
              <p:cNvPr id="1051160" name=""/>
              <p:cNvSpPr/>
              <p:nvPr/>
            </p:nvSpPr>
            <p:spPr>
              <a:xfrm>
                <a:off x="385206" y="686228"/>
                <a:ext cx="4476322" cy="5937472"/>
              </a:xfrm>
            </p:spPr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0419" name="Ink 1050418"/>
              <p14:cNvContentPartPr/>
              <p14:nvPr/>
            </p14:nvContentPartPr>
            <p14:xfrm>
              <a:off x="543782" y="343297"/>
              <a:ext cx="33922" cy="385110"/>
            </p14:xfrm>
          </p:contentPart>
        </mc:Choice>
        <mc:Fallback xmlns="">
          <p:sp>
            <p:nvSpPr>
              <p:cNvPr id="1050419" name=""/>
              <p:cNvSpPr/>
              <p:nvPr/>
            </p:nvSpPr>
            <p:spPr>
              <a:xfrm>
                <a:off x="543782" y="343297"/>
                <a:ext cx="33922" cy="385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0420" name="Ink 1050419"/>
              <p14:cNvContentPartPr/>
              <p14:nvPr/>
            </p14:nvContentPartPr>
            <p14:xfrm>
              <a:off x="512803" y="242481"/>
              <a:ext cx="324063" cy="465387"/>
            </p14:xfrm>
          </p:contentPart>
        </mc:Choice>
        <mc:Fallback xmlns="">
          <p:sp>
            <p:nvSpPr>
              <p:cNvPr id="1050420" name=""/>
              <p:cNvSpPr/>
              <p:nvPr/>
            </p:nvSpPr>
            <p:spPr>
              <a:xfrm>
                <a:off x="512803" y="242481"/>
                <a:ext cx="324063" cy="465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0421" name="Ink 1050420"/>
              <p14:cNvContentPartPr/>
              <p14:nvPr/>
            </p14:nvContentPartPr>
            <p14:xfrm>
              <a:off x="1095171" y="488825"/>
              <a:ext cx="123548" cy="149481"/>
            </p14:xfrm>
          </p:contentPart>
        </mc:Choice>
        <mc:Fallback xmlns="">
          <p:sp>
            <p:nvSpPr>
              <p:cNvPr id="1050421" name=""/>
              <p:cNvSpPr/>
              <p:nvPr/>
            </p:nvSpPr>
            <p:spPr>
              <a:xfrm>
                <a:off x="1095171" y="488825"/>
                <a:ext cx="123548" cy="1494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0422" name="Ink 1050421"/>
              <p14:cNvContentPartPr/>
              <p14:nvPr/>
            </p14:nvContentPartPr>
            <p14:xfrm>
              <a:off x="1169769" y="297288"/>
              <a:ext cx="182187" cy="358361"/>
            </p14:xfrm>
          </p:contentPart>
        </mc:Choice>
        <mc:Fallback xmlns="">
          <p:sp>
            <p:nvSpPr>
              <p:cNvPr id="1050422" name=""/>
              <p:cNvSpPr/>
              <p:nvPr/>
            </p:nvSpPr>
            <p:spPr>
              <a:xfrm>
                <a:off x="1169769" y="297288"/>
                <a:ext cx="182187" cy="3583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423" name="Ink 1050422"/>
              <p14:cNvContentPartPr/>
              <p14:nvPr/>
            </p14:nvContentPartPr>
            <p14:xfrm>
              <a:off x="1509968" y="313291"/>
              <a:ext cx="73266" cy="241196"/>
            </p14:xfrm>
          </p:contentPart>
        </mc:Choice>
        <mc:Fallback xmlns="">
          <p:sp>
            <p:nvSpPr>
              <p:cNvPr id="1050423" name=""/>
              <p:cNvSpPr/>
              <p:nvPr/>
            </p:nvSpPr>
            <p:spPr>
              <a:xfrm>
                <a:off x="1509968" y="313291"/>
                <a:ext cx="73266" cy="241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424" name="Ink 1050423"/>
              <p14:cNvContentPartPr/>
              <p14:nvPr/>
            </p14:nvContentPartPr>
            <p14:xfrm>
              <a:off x="1722211" y="220523"/>
              <a:ext cx="48171" cy="95097"/>
            </p14:xfrm>
          </p:contentPart>
        </mc:Choice>
        <mc:Fallback xmlns="">
          <p:sp>
            <p:nvSpPr>
              <p:cNvPr id="1050424" name=""/>
              <p:cNvSpPr/>
              <p:nvPr/>
            </p:nvSpPr>
            <p:spPr>
              <a:xfrm>
                <a:off x="1722211" y="220523"/>
                <a:ext cx="48171" cy="950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425" name="Ink 1050424"/>
              <p14:cNvContentPartPr/>
              <p14:nvPr/>
            </p14:nvContentPartPr>
            <p14:xfrm>
              <a:off x="1783940" y="233525"/>
              <a:ext cx="198484" cy="317273"/>
            </p14:xfrm>
          </p:contentPart>
        </mc:Choice>
        <mc:Fallback xmlns="">
          <p:sp>
            <p:nvSpPr>
              <p:cNvPr id="1050425" name=""/>
              <p:cNvSpPr/>
              <p:nvPr/>
            </p:nvSpPr>
            <p:spPr>
              <a:xfrm>
                <a:off x="1783940" y="233525"/>
                <a:ext cx="198484" cy="3172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426" name="Ink 1050425"/>
              <p14:cNvContentPartPr/>
              <p14:nvPr/>
            </p14:nvContentPartPr>
            <p14:xfrm>
              <a:off x="1773494" y="414604"/>
              <a:ext cx="150793" cy="74221"/>
            </p14:xfrm>
          </p:contentPart>
        </mc:Choice>
        <mc:Fallback xmlns="">
          <p:sp>
            <p:nvSpPr>
              <p:cNvPr id="1050426" name=""/>
              <p:cNvSpPr/>
              <p:nvPr/>
            </p:nvSpPr>
            <p:spPr>
              <a:xfrm>
                <a:off x="1773494" y="414604"/>
                <a:ext cx="150793" cy="742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427" name="Ink 1050426"/>
              <p14:cNvContentPartPr/>
              <p14:nvPr/>
            </p14:nvContentPartPr>
            <p14:xfrm>
              <a:off x="1941123" y="460681"/>
              <a:ext cx="257787" cy="126145"/>
            </p14:xfrm>
          </p:contentPart>
        </mc:Choice>
        <mc:Fallback xmlns="">
          <p:sp>
            <p:nvSpPr>
              <p:cNvPr id="1050427" name=""/>
              <p:cNvSpPr/>
              <p:nvPr/>
            </p:nvSpPr>
            <p:spPr>
              <a:xfrm>
                <a:off x="1941123" y="460681"/>
                <a:ext cx="257787" cy="1261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428" name="Ink 1050427"/>
              <p14:cNvContentPartPr/>
              <p14:nvPr/>
            </p14:nvContentPartPr>
            <p14:xfrm>
              <a:off x="807972" y="715120"/>
              <a:ext cx="1263803" cy="87517"/>
            </p14:xfrm>
          </p:contentPart>
        </mc:Choice>
        <mc:Fallback xmlns="">
          <p:sp>
            <p:nvSpPr>
              <p:cNvPr id="1050428" name=""/>
              <p:cNvSpPr/>
              <p:nvPr/>
            </p:nvSpPr>
            <p:spPr>
              <a:xfrm>
                <a:off x="807972" y="715120"/>
                <a:ext cx="1263803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429" name="Ink 1050428"/>
              <p14:cNvContentPartPr/>
              <p14:nvPr/>
            </p14:nvContentPartPr>
            <p14:xfrm>
              <a:off x="1103585" y="1070953"/>
              <a:ext cx="273382" cy="418068"/>
            </p14:xfrm>
          </p:contentPart>
        </mc:Choice>
        <mc:Fallback xmlns="">
          <p:sp>
            <p:nvSpPr>
              <p:cNvPr id="1050429" name=""/>
              <p:cNvSpPr/>
              <p:nvPr/>
            </p:nvSpPr>
            <p:spPr>
              <a:xfrm>
                <a:off x="1103585" y="1070953"/>
                <a:ext cx="273382" cy="4180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430" name="Ink 1050429"/>
              <p14:cNvContentPartPr/>
              <p14:nvPr/>
            </p14:nvContentPartPr>
            <p14:xfrm>
              <a:off x="1463656" y="1116448"/>
              <a:ext cx="187592" cy="271184"/>
            </p14:xfrm>
          </p:contentPart>
        </mc:Choice>
        <mc:Fallback xmlns="">
          <p:sp>
            <p:nvSpPr>
              <p:cNvPr id="1050430" name=""/>
              <p:cNvSpPr/>
              <p:nvPr/>
            </p:nvSpPr>
            <p:spPr>
              <a:xfrm>
                <a:off x="1463656" y="1116448"/>
                <a:ext cx="187592" cy="2711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431" name="Ink 1050430"/>
              <p14:cNvContentPartPr/>
              <p14:nvPr/>
            </p14:nvContentPartPr>
            <p14:xfrm>
              <a:off x="1420536" y="1058187"/>
              <a:ext cx="180035" cy="58261"/>
            </p14:xfrm>
          </p:contentPart>
        </mc:Choice>
        <mc:Fallback xmlns="">
          <p:sp>
            <p:nvSpPr>
              <p:cNvPr id="1050431" name=""/>
              <p:cNvSpPr/>
              <p:nvPr/>
            </p:nvSpPr>
            <p:spPr>
              <a:xfrm>
                <a:off x="1420536" y="1058187"/>
                <a:ext cx="180035" cy="5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432" name="Ink 1050431"/>
              <p14:cNvContentPartPr/>
              <p14:nvPr/>
            </p14:nvContentPartPr>
            <p14:xfrm>
              <a:off x="1478325" y="1218718"/>
              <a:ext cx="180035" cy="43758"/>
            </p14:xfrm>
          </p:contentPart>
        </mc:Choice>
        <mc:Fallback xmlns="">
          <p:sp>
            <p:nvSpPr>
              <p:cNvPr id="1050432" name=""/>
              <p:cNvSpPr/>
              <p:nvPr/>
            </p:nvSpPr>
            <p:spPr>
              <a:xfrm>
                <a:off x="1478325" y="1218718"/>
                <a:ext cx="180035" cy="43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433" name="Ink 1050432"/>
              <p14:cNvContentPartPr/>
              <p14:nvPr/>
            </p14:nvContentPartPr>
            <p14:xfrm>
              <a:off x="1710371" y="1386012"/>
              <a:ext cx="209991" cy="157144"/>
            </p14:xfrm>
          </p:contentPart>
        </mc:Choice>
        <mc:Fallback xmlns="">
          <p:sp>
            <p:nvSpPr>
              <p:cNvPr id="1050433" name=""/>
              <p:cNvSpPr/>
              <p:nvPr/>
            </p:nvSpPr>
            <p:spPr>
              <a:xfrm>
                <a:off x="1710371" y="1386012"/>
                <a:ext cx="209991" cy="157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434" name="Ink 1050433"/>
              <p14:cNvContentPartPr/>
              <p14:nvPr/>
            </p14:nvContentPartPr>
            <p14:xfrm>
              <a:off x="2126452" y="1247974"/>
              <a:ext cx="147935" cy="2417"/>
            </p14:xfrm>
          </p:contentPart>
        </mc:Choice>
        <mc:Fallback xmlns="">
          <p:sp>
            <p:nvSpPr>
              <p:cNvPr id="1050434" name=""/>
              <p:cNvSpPr/>
              <p:nvPr/>
            </p:nvSpPr>
            <p:spPr>
              <a:xfrm>
                <a:off x="2126452" y="1247974"/>
                <a:ext cx="147935" cy="2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435" name="Ink 1050434"/>
              <p14:cNvContentPartPr/>
              <p14:nvPr/>
            </p14:nvContentPartPr>
            <p14:xfrm>
              <a:off x="2112227" y="1342808"/>
              <a:ext cx="140295" cy="14687"/>
            </p14:xfrm>
          </p:contentPart>
        </mc:Choice>
        <mc:Fallback xmlns="">
          <p:sp>
            <p:nvSpPr>
              <p:cNvPr id="1050435" name=""/>
              <p:cNvSpPr/>
              <p:nvPr/>
            </p:nvSpPr>
            <p:spPr>
              <a:xfrm>
                <a:off x="2112227" y="1342808"/>
                <a:ext cx="140295" cy="14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436" name="Ink 1050435"/>
              <p14:cNvContentPartPr/>
              <p14:nvPr/>
            </p14:nvContentPartPr>
            <p14:xfrm>
              <a:off x="2494080" y="977921"/>
              <a:ext cx="330477" cy="366740"/>
            </p14:xfrm>
          </p:contentPart>
        </mc:Choice>
        <mc:Fallback xmlns="">
          <p:sp>
            <p:nvSpPr>
              <p:cNvPr id="1050436" name=""/>
              <p:cNvSpPr/>
              <p:nvPr/>
            </p:nvSpPr>
            <p:spPr>
              <a:xfrm>
                <a:off x="2494080" y="977921"/>
                <a:ext cx="330477" cy="3667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437" name="Ink 1050436"/>
              <p14:cNvContentPartPr/>
              <p14:nvPr/>
            </p14:nvContentPartPr>
            <p14:xfrm>
              <a:off x="2796909" y="963418"/>
              <a:ext cx="187044" cy="591115"/>
            </p14:xfrm>
          </p:contentPart>
        </mc:Choice>
        <mc:Fallback xmlns="">
          <p:sp>
            <p:nvSpPr>
              <p:cNvPr id="1050437" name=""/>
              <p:cNvSpPr/>
              <p:nvPr/>
            </p:nvSpPr>
            <p:spPr>
              <a:xfrm>
                <a:off x="2796909" y="963418"/>
                <a:ext cx="187044" cy="5911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438" name="Ink 1050437"/>
              <p14:cNvContentPartPr/>
              <p14:nvPr/>
            </p14:nvContentPartPr>
            <p14:xfrm>
              <a:off x="2994622" y="1247974"/>
              <a:ext cx="47120" cy="288056"/>
            </p14:xfrm>
          </p:contentPart>
        </mc:Choice>
        <mc:Fallback xmlns="">
          <p:sp>
            <p:nvSpPr>
              <p:cNvPr id="1050438" name=""/>
              <p:cNvSpPr/>
              <p:nvPr/>
            </p:nvSpPr>
            <p:spPr>
              <a:xfrm>
                <a:off x="2994622" y="1247974"/>
                <a:ext cx="47120" cy="288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439" name="Ink 1050438"/>
              <p14:cNvContentPartPr/>
              <p14:nvPr/>
            </p14:nvContentPartPr>
            <p14:xfrm>
              <a:off x="3034630" y="1178563"/>
              <a:ext cx="201372" cy="18151"/>
            </p14:xfrm>
          </p:contentPart>
        </mc:Choice>
        <mc:Fallback xmlns="">
          <p:sp>
            <p:nvSpPr>
              <p:cNvPr id="1050439" name=""/>
              <p:cNvSpPr/>
              <p:nvPr/>
            </p:nvSpPr>
            <p:spPr>
              <a:xfrm>
                <a:off x="3034630" y="1178563"/>
                <a:ext cx="201372" cy="181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440" name="Ink 1050439"/>
              <p14:cNvContentPartPr/>
              <p14:nvPr/>
            </p14:nvContentPartPr>
            <p14:xfrm>
              <a:off x="3027073" y="1312505"/>
              <a:ext cx="207663" cy="37489"/>
            </p14:xfrm>
          </p:contentPart>
        </mc:Choice>
        <mc:Fallback xmlns="">
          <p:sp>
            <p:nvSpPr>
              <p:cNvPr id="1050440" name=""/>
              <p:cNvSpPr/>
              <p:nvPr/>
            </p:nvSpPr>
            <p:spPr>
              <a:xfrm>
                <a:off x="3027073" y="1312505"/>
                <a:ext cx="207663" cy="37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441" name="Ink 1050440"/>
              <p14:cNvContentPartPr/>
              <p14:nvPr/>
            </p14:nvContentPartPr>
            <p14:xfrm>
              <a:off x="3034630" y="1036794"/>
              <a:ext cx="238131" cy="43147"/>
            </p14:xfrm>
          </p:contentPart>
        </mc:Choice>
        <mc:Fallback xmlns="">
          <p:sp>
            <p:nvSpPr>
              <p:cNvPr id="1050441" name=""/>
              <p:cNvSpPr/>
              <p:nvPr/>
            </p:nvSpPr>
            <p:spPr>
              <a:xfrm>
                <a:off x="3034630" y="1036794"/>
                <a:ext cx="238131" cy="431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442" name="Ink 1050441"/>
              <p14:cNvContentPartPr/>
              <p14:nvPr/>
            </p14:nvContentPartPr>
            <p14:xfrm>
              <a:off x="3194290" y="955917"/>
              <a:ext cx="93340" cy="181443"/>
            </p14:xfrm>
          </p:contentPart>
        </mc:Choice>
        <mc:Fallback xmlns="">
          <p:sp>
            <p:nvSpPr>
              <p:cNvPr id="1050442" name=""/>
              <p:cNvSpPr/>
              <p:nvPr/>
            </p:nvSpPr>
            <p:spPr>
              <a:xfrm>
                <a:off x="3194290" y="955917"/>
                <a:ext cx="93340" cy="1814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443" name="Ink 1050442"/>
              <p14:cNvContentPartPr/>
              <p14:nvPr/>
            </p14:nvContentPartPr>
            <p14:xfrm>
              <a:off x="3243560" y="1379745"/>
              <a:ext cx="149757" cy="158332"/>
            </p14:xfrm>
          </p:contentPart>
        </mc:Choice>
        <mc:Fallback xmlns="">
          <p:sp>
            <p:nvSpPr>
              <p:cNvPr id="1050443" name=""/>
              <p:cNvSpPr/>
              <p:nvPr/>
            </p:nvSpPr>
            <p:spPr>
              <a:xfrm>
                <a:off x="3243560" y="1379745"/>
                <a:ext cx="149757" cy="158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444" name="Ink 1050443"/>
              <p14:cNvContentPartPr/>
              <p14:nvPr/>
            </p14:nvContentPartPr>
            <p14:xfrm>
              <a:off x="3448729" y="1459516"/>
              <a:ext cx="10873" cy="32742"/>
            </p14:xfrm>
          </p:contentPart>
        </mc:Choice>
        <mc:Fallback xmlns="">
          <p:sp>
            <p:nvSpPr>
              <p:cNvPr id="1050444" name=""/>
              <p:cNvSpPr/>
              <p:nvPr/>
            </p:nvSpPr>
            <p:spPr>
              <a:xfrm>
                <a:off x="3448729" y="1459516"/>
                <a:ext cx="10873" cy="327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445" name="Ink 1050444"/>
              <p14:cNvContentPartPr/>
              <p14:nvPr/>
            </p14:nvContentPartPr>
            <p14:xfrm>
              <a:off x="3554673" y="1321238"/>
              <a:ext cx="120971" cy="139348"/>
            </p14:xfrm>
          </p:contentPart>
        </mc:Choice>
        <mc:Fallback xmlns="">
          <p:sp>
            <p:nvSpPr>
              <p:cNvPr id="1050445" name=""/>
              <p:cNvSpPr/>
              <p:nvPr/>
            </p:nvSpPr>
            <p:spPr>
              <a:xfrm>
                <a:off x="3554673" y="1321238"/>
                <a:ext cx="120971" cy="139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446" name="Ink 1050445"/>
              <p14:cNvContentPartPr/>
              <p14:nvPr/>
            </p14:nvContentPartPr>
            <p14:xfrm>
              <a:off x="3743793" y="882903"/>
              <a:ext cx="104786" cy="588426"/>
            </p14:xfrm>
          </p:contentPart>
        </mc:Choice>
        <mc:Fallback xmlns="">
          <p:sp>
            <p:nvSpPr>
              <p:cNvPr id="1050446" name=""/>
              <p:cNvSpPr/>
              <p:nvPr/>
            </p:nvSpPr>
            <p:spPr>
              <a:xfrm>
                <a:off x="3743793" y="882903"/>
                <a:ext cx="104786" cy="588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447" name="Ink 1050446"/>
              <p14:cNvContentPartPr/>
              <p14:nvPr/>
            </p14:nvContentPartPr>
            <p14:xfrm>
              <a:off x="1067578" y="1659960"/>
              <a:ext cx="2723200" cy="76860"/>
            </p14:xfrm>
          </p:contentPart>
        </mc:Choice>
        <mc:Fallback xmlns="">
          <p:sp>
            <p:nvSpPr>
              <p:cNvPr id="1050447" name=""/>
              <p:cNvSpPr/>
              <p:nvPr/>
            </p:nvSpPr>
            <p:spPr>
              <a:xfrm>
                <a:off x="1067578" y="1659960"/>
                <a:ext cx="2723200" cy="76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448" name="Ink 1050447"/>
              <p14:cNvContentPartPr/>
              <p14:nvPr/>
            </p14:nvContentPartPr>
            <p14:xfrm>
              <a:off x="1071769" y="2197949"/>
              <a:ext cx="199718" cy="362977"/>
            </p14:xfrm>
          </p:contentPart>
        </mc:Choice>
        <mc:Fallback xmlns="">
          <p:sp>
            <p:nvSpPr>
              <p:cNvPr id="1050448" name=""/>
              <p:cNvSpPr/>
              <p:nvPr/>
            </p:nvSpPr>
            <p:spPr>
              <a:xfrm>
                <a:off x="1071769" y="2197949"/>
                <a:ext cx="199718" cy="362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449" name="Ink 1050448"/>
              <p14:cNvContentPartPr/>
              <p14:nvPr/>
            </p14:nvContentPartPr>
            <p14:xfrm>
              <a:off x="1378474" y="2189659"/>
              <a:ext cx="142970" cy="323843"/>
            </p14:xfrm>
          </p:contentPart>
        </mc:Choice>
        <mc:Fallback xmlns="">
          <p:sp>
            <p:nvSpPr>
              <p:cNvPr id="1050449" name=""/>
              <p:cNvSpPr/>
              <p:nvPr/>
            </p:nvSpPr>
            <p:spPr>
              <a:xfrm>
                <a:off x="1378474" y="2189659"/>
                <a:ext cx="142970" cy="3238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450" name="Ink 1050449"/>
              <p14:cNvContentPartPr/>
              <p14:nvPr/>
            </p14:nvContentPartPr>
            <p14:xfrm>
              <a:off x="1377417" y="2363552"/>
              <a:ext cx="172816" cy="44649"/>
            </p14:xfrm>
          </p:contentPart>
        </mc:Choice>
        <mc:Fallback xmlns="">
          <p:sp>
            <p:nvSpPr>
              <p:cNvPr id="1050450" name=""/>
              <p:cNvSpPr/>
              <p:nvPr/>
            </p:nvSpPr>
            <p:spPr>
              <a:xfrm>
                <a:off x="1377417" y="2363552"/>
                <a:ext cx="172816" cy="44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451" name="Ink 1050450"/>
              <p14:cNvContentPartPr/>
              <p14:nvPr/>
            </p14:nvContentPartPr>
            <p14:xfrm>
              <a:off x="1575920" y="2451960"/>
              <a:ext cx="207958" cy="160281"/>
            </p14:xfrm>
          </p:contentPart>
        </mc:Choice>
        <mc:Fallback xmlns="">
          <p:sp>
            <p:nvSpPr>
              <p:cNvPr id="1050451" name=""/>
              <p:cNvSpPr/>
              <p:nvPr/>
            </p:nvSpPr>
            <p:spPr>
              <a:xfrm>
                <a:off x="1575920" y="2451960"/>
                <a:ext cx="207958" cy="1602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452" name="Ink 1050451"/>
              <p14:cNvContentPartPr/>
              <p14:nvPr/>
            </p14:nvContentPartPr>
            <p14:xfrm>
              <a:off x="2047326" y="2401491"/>
              <a:ext cx="108480" cy="6710"/>
            </p14:xfrm>
          </p:contentPart>
        </mc:Choice>
        <mc:Fallback xmlns="">
          <p:sp>
            <p:nvSpPr>
              <p:cNvPr id="1050452" name=""/>
              <p:cNvSpPr/>
              <p:nvPr/>
            </p:nvSpPr>
            <p:spPr>
              <a:xfrm>
                <a:off x="2047326" y="2401491"/>
                <a:ext cx="108480" cy="6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453" name="Ink 1050452"/>
              <p14:cNvContentPartPr/>
              <p14:nvPr/>
            </p14:nvContentPartPr>
            <p14:xfrm>
              <a:off x="2047326" y="2480820"/>
              <a:ext cx="160532" cy="22399"/>
            </p14:xfrm>
          </p:contentPart>
        </mc:Choice>
        <mc:Fallback xmlns="">
          <p:sp>
            <p:nvSpPr>
              <p:cNvPr id="1050453" name=""/>
              <p:cNvSpPr/>
              <p:nvPr/>
            </p:nvSpPr>
            <p:spPr>
              <a:xfrm>
                <a:off x="2047326" y="2480820"/>
                <a:ext cx="160532" cy="223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454" name="Ink 1050453"/>
              <p14:cNvContentPartPr/>
              <p14:nvPr/>
            </p14:nvContentPartPr>
            <p14:xfrm>
              <a:off x="2414094" y="1940860"/>
              <a:ext cx="288916" cy="978696"/>
            </p14:xfrm>
          </p:contentPart>
        </mc:Choice>
        <mc:Fallback xmlns="">
          <p:sp>
            <p:nvSpPr>
              <p:cNvPr id="1050454" name=""/>
              <p:cNvSpPr/>
              <p:nvPr/>
            </p:nvSpPr>
            <p:spPr>
              <a:xfrm>
                <a:off x="2414094" y="1940860"/>
                <a:ext cx="288916" cy="9786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455" name="Ink 1050454"/>
              <p14:cNvContentPartPr/>
              <p14:nvPr/>
            </p14:nvContentPartPr>
            <p14:xfrm>
              <a:off x="2895517" y="2284177"/>
              <a:ext cx="9309" cy="296266"/>
            </p14:xfrm>
          </p:contentPart>
        </mc:Choice>
        <mc:Fallback xmlns="">
          <p:sp>
            <p:nvSpPr>
              <p:cNvPr id="1050455" name=""/>
              <p:cNvSpPr/>
              <p:nvPr/>
            </p:nvSpPr>
            <p:spPr>
              <a:xfrm>
                <a:off x="2895517" y="2284177"/>
                <a:ext cx="9309" cy="2962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456" name="Ink 1050455"/>
              <p14:cNvContentPartPr/>
              <p14:nvPr/>
            </p14:nvContentPartPr>
            <p14:xfrm>
              <a:off x="2883045" y="2248181"/>
              <a:ext cx="284500" cy="17992"/>
            </p14:xfrm>
          </p:contentPart>
        </mc:Choice>
        <mc:Fallback xmlns="">
          <p:sp>
            <p:nvSpPr>
              <p:cNvPr id="1050456" name=""/>
              <p:cNvSpPr/>
              <p:nvPr/>
            </p:nvSpPr>
            <p:spPr>
              <a:xfrm>
                <a:off x="2883045" y="2248181"/>
                <a:ext cx="284500" cy="179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457" name="Ink 1050456"/>
              <p14:cNvContentPartPr/>
              <p14:nvPr/>
            </p14:nvContentPartPr>
            <p14:xfrm>
              <a:off x="2883045" y="2400950"/>
              <a:ext cx="216486" cy="14502"/>
            </p14:xfrm>
          </p:contentPart>
        </mc:Choice>
        <mc:Fallback xmlns="">
          <p:sp>
            <p:nvSpPr>
              <p:cNvPr id="1050457" name=""/>
              <p:cNvSpPr/>
              <p:nvPr/>
            </p:nvSpPr>
            <p:spPr>
              <a:xfrm>
                <a:off x="2883045" y="2400950"/>
                <a:ext cx="216486" cy="145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458" name="Ink 1050457"/>
              <p14:cNvContentPartPr/>
              <p14:nvPr/>
            </p14:nvContentPartPr>
            <p14:xfrm>
              <a:off x="2857591" y="2088615"/>
              <a:ext cx="349961" cy="21691"/>
            </p14:xfrm>
          </p:contentPart>
        </mc:Choice>
        <mc:Fallback xmlns="">
          <p:sp>
            <p:nvSpPr>
              <p:cNvPr id="1050458" name=""/>
              <p:cNvSpPr/>
              <p:nvPr/>
            </p:nvSpPr>
            <p:spPr>
              <a:xfrm>
                <a:off x="2857591" y="2088615"/>
                <a:ext cx="349961" cy="21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459" name="Ink 1050458"/>
              <p14:cNvContentPartPr/>
              <p14:nvPr/>
            </p14:nvContentPartPr>
            <p14:xfrm>
              <a:off x="3096420" y="2012874"/>
              <a:ext cx="167610" cy="145989"/>
            </p14:xfrm>
          </p:contentPart>
        </mc:Choice>
        <mc:Fallback xmlns="">
          <p:sp>
            <p:nvSpPr>
              <p:cNvPr id="1050459" name=""/>
              <p:cNvSpPr/>
              <p:nvPr/>
            </p:nvSpPr>
            <p:spPr>
              <a:xfrm>
                <a:off x="3096420" y="2012874"/>
                <a:ext cx="167610" cy="145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460" name="Ink 1050459"/>
              <p14:cNvContentPartPr/>
              <p14:nvPr/>
            </p14:nvContentPartPr>
            <p14:xfrm>
              <a:off x="3050700" y="2535976"/>
              <a:ext cx="95145" cy="136802"/>
            </p14:xfrm>
          </p:contentPart>
        </mc:Choice>
        <mc:Fallback xmlns="">
          <p:sp>
            <p:nvSpPr>
              <p:cNvPr id="1050460" name=""/>
              <p:cNvSpPr/>
              <p:nvPr/>
            </p:nvSpPr>
            <p:spPr>
              <a:xfrm>
                <a:off x="3050700" y="2535976"/>
                <a:ext cx="95145" cy="136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461" name="Ink 1050460"/>
              <p14:cNvContentPartPr/>
              <p14:nvPr/>
            </p14:nvContentPartPr>
            <p14:xfrm>
              <a:off x="3258468" y="2568733"/>
              <a:ext cx="68928" cy="105460"/>
            </p14:xfrm>
          </p:contentPart>
        </mc:Choice>
        <mc:Fallback xmlns="">
          <p:sp>
            <p:nvSpPr>
              <p:cNvPr id="1050461" name=""/>
              <p:cNvSpPr/>
              <p:nvPr/>
            </p:nvSpPr>
            <p:spPr>
              <a:xfrm>
                <a:off x="3258468" y="2568733"/>
                <a:ext cx="68928" cy="1054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462" name="Ink 1050461"/>
              <p14:cNvContentPartPr/>
              <p14:nvPr/>
            </p14:nvContentPartPr>
            <p14:xfrm>
              <a:off x="3214665" y="2641747"/>
              <a:ext cx="8836" cy="31906"/>
            </p14:xfrm>
          </p:contentPart>
        </mc:Choice>
        <mc:Fallback xmlns="">
          <p:sp>
            <p:nvSpPr>
              <p:cNvPr id="1050462" name=""/>
              <p:cNvSpPr/>
              <p:nvPr/>
            </p:nvSpPr>
            <p:spPr>
              <a:xfrm>
                <a:off x="3214665" y="2641747"/>
                <a:ext cx="8836" cy="319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463" name="Ink 1050462"/>
              <p14:cNvContentPartPr/>
              <p14:nvPr/>
            </p14:nvContentPartPr>
            <p14:xfrm>
              <a:off x="3436348" y="2473964"/>
              <a:ext cx="8584" cy="63826"/>
            </p14:xfrm>
          </p:contentPart>
        </mc:Choice>
        <mc:Fallback xmlns="">
          <p:sp>
            <p:nvSpPr>
              <p:cNvPr id="1050463" name=""/>
              <p:cNvSpPr/>
              <p:nvPr/>
            </p:nvSpPr>
            <p:spPr>
              <a:xfrm>
                <a:off x="3436348" y="2473964"/>
                <a:ext cx="8584" cy="638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464" name="Ink 1050463"/>
              <p14:cNvContentPartPr/>
              <p14:nvPr/>
            </p14:nvContentPartPr>
            <p14:xfrm>
              <a:off x="3603630" y="2308421"/>
              <a:ext cx="265129" cy="234758"/>
            </p14:xfrm>
          </p:contentPart>
        </mc:Choice>
        <mc:Fallback xmlns="">
          <p:sp>
            <p:nvSpPr>
              <p:cNvPr id="1050464" name=""/>
              <p:cNvSpPr/>
              <p:nvPr/>
            </p:nvSpPr>
            <p:spPr>
              <a:xfrm>
                <a:off x="3603630" y="2308421"/>
                <a:ext cx="265129" cy="234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465" name="Ink 1050464"/>
              <p14:cNvContentPartPr/>
              <p14:nvPr/>
            </p14:nvContentPartPr>
            <p14:xfrm>
              <a:off x="3609891" y="2189659"/>
              <a:ext cx="245788" cy="13534"/>
            </p14:xfrm>
          </p:contentPart>
        </mc:Choice>
        <mc:Fallback xmlns="">
          <p:sp>
            <p:nvSpPr>
              <p:cNvPr id="1050465" name=""/>
              <p:cNvSpPr/>
              <p:nvPr/>
            </p:nvSpPr>
            <p:spPr>
              <a:xfrm>
                <a:off x="3609891" y="2189659"/>
                <a:ext cx="245788" cy="135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466" name="Ink 1050465"/>
              <p14:cNvContentPartPr/>
              <p14:nvPr/>
            </p14:nvContentPartPr>
            <p14:xfrm>
              <a:off x="3726321" y="2123010"/>
              <a:ext cx="154889" cy="119059"/>
            </p14:xfrm>
          </p:contentPart>
        </mc:Choice>
        <mc:Fallback xmlns="">
          <p:sp>
            <p:nvSpPr>
              <p:cNvPr id="1050466" name=""/>
              <p:cNvSpPr/>
              <p:nvPr/>
            </p:nvSpPr>
            <p:spPr>
              <a:xfrm>
                <a:off x="3726321" y="2123010"/>
                <a:ext cx="154889" cy="119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467" name="Ink 1050466"/>
              <p14:cNvContentPartPr/>
              <p14:nvPr/>
            </p14:nvContentPartPr>
            <p14:xfrm>
              <a:off x="3891014" y="2430206"/>
              <a:ext cx="15342" cy="67802"/>
            </p14:xfrm>
          </p:contentPart>
        </mc:Choice>
        <mc:Fallback xmlns="">
          <p:sp>
            <p:nvSpPr>
              <p:cNvPr id="1050467" name=""/>
              <p:cNvSpPr/>
              <p:nvPr/>
            </p:nvSpPr>
            <p:spPr>
              <a:xfrm>
                <a:off x="3891014" y="2430206"/>
                <a:ext cx="15342" cy="678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468" name="Ink 1050467"/>
              <p14:cNvContentPartPr/>
              <p14:nvPr/>
            </p14:nvContentPartPr>
            <p14:xfrm>
              <a:off x="3993936" y="2176093"/>
              <a:ext cx="171906" cy="326420"/>
            </p14:xfrm>
          </p:contentPart>
        </mc:Choice>
        <mc:Fallback xmlns="">
          <p:sp>
            <p:nvSpPr>
              <p:cNvPr id="1050468" name=""/>
              <p:cNvSpPr/>
              <p:nvPr/>
            </p:nvSpPr>
            <p:spPr>
              <a:xfrm>
                <a:off x="3993936" y="2176093"/>
                <a:ext cx="171906" cy="326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469" name="Ink 1050468"/>
              <p14:cNvContentPartPr/>
              <p14:nvPr/>
            </p14:nvContentPartPr>
            <p14:xfrm>
              <a:off x="4201526" y="2174656"/>
              <a:ext cx="28894" cy="285056"/>
            </p14:xfrm>
          </p:contentPart>
        </mc:Choice>
        <mc:Fallback xmlns="">
          <p:sp>
            <p:nvSpPr>
              <p:cNvPr id="1050469" name=""/>
              <p:cNvSpPr/>
              <p:nvPr/>
            </p:nvSpPr>
            <p:spPr>
              <a:xfrm>
                <a:off x="4201526" y="2174656"/>
                <a:ext cx="28894" cy="2850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470" name="Ink 1050469"/>
              <p14:cNvContentPartPr/>
              <p14:nvPr/>
            </p14:nvContentPartPr>
            <p14:xfrm>
              <a:off x="4173076" y="2335187"/>
              <a:ext cx="164855" cy="24655"/>
            </p14:xfrm>
          </p:contentPart>
        </mc:Choice>
        <mc:Fallback xmlns="">
          <p:sp>
            <p:nvSpPr>
              <p:cNvPr id="1050470" name=""/>
              <p:cNvSpPr/>
              <p:nvPr/>
            </p:nvSpPr>
            <p:spPr>
              <a:xfrm>
                <a:off x="4173076" y="2335187"/>
                <a:ext cx="164855" cy="246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471" name="Ink 1050470"/>
              <p14:cNvContentPartPr/>
              <p14:nvPr/>
            </p14:nvContentPartPr>
            <p14:xfrm>
              <a:off x="3473828" y="2450397"/>
              <a:ext cx="855117" cy="233262"/>
            </p14:xfrm>
          </p:contentPart>
        </mc:Choice>
        <mc:Fallback xmlns="">
          <p:sp>
            <p:nvSpPr>
              <p:cNvPr id="1050471" name=""/>
              <p:cNvSpPr/>
              <p:nvPr/>
            </p:nvSpPr>
            <p:spPr>
              <a:xfrm>
                <a:off x="3473828" y="2450397"/>
                <a:ext cx="855117" cy="2332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472" name="Ink 1050471"/>
              <p14:cNvContentPartPr/>
              <p14:nvPr/>
            </p14:nvContentPartPr>
            <p14:xfrm>
              <a:off x="2105115" y="3356887"/>
              <a:ext cx="208929" cy="7751"/>
            </p14:xfrm>
          </p:contentPart>
        </mc:Choice>
        <mc:Fallback xmlns="">
          <p:sp>
            <p:nvSpPr>
              <p:cNvPr id="1050472" name=""/>
              <p:cNvSpPr/>
              <p:nvPr/>
            </p:nvSpPr>
            <p:spPr>
              <a:xfrm>
                <a:off x="2105115" y="3356887"/>
                <a:ext cx="208929" cy="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473" name="Ink 1050472"/>
              <p14:cNvContentPartPr/>
              <p14:nvPr/>
            </p14:nvContentPartPr>
            <p14:xfrm>
              <a:off x="2112227" y="3495665"/>
              <a:ext cx="187147" cy="22507"/>
            </p14:xfrm>
          </p:contentPart>
        </mc:Choice>
        <mc:Fallback xmlns="">
          <p:sp>
            <p:nvSpPr>
              <p:cNvPr id="1050473" name=""/>
              <p:cNvSpPr/>
              <p:nvPr/>
            </p:nvSpPr>
            <p:spPr>
              <a:xfrm>
                <a:off x="2112227" y="3495665"/>
                <a:ext cx="187147" cy="22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474" name="Ink 1050473"/>
              <p14:cNvContentPartPr/>
              <p14:nvPr/>
            </p14:nvContentPartPr>
            <p14:xfrm>
              <a:off x="2436291" y="3399506"/>
              <a:ext cx="208223" cy="45398"/>
            </p14:xfrm>
          </p:contentPart>
        </mc:Choice>
        <mc:Fallback xmlns="">
          <p:sp>
            <p:nvSpPr>
              <p:cNvPr id="1050474" name=""/>
              <p:cNvSpPr/>
              <p:nvPr/>
            </p:nvSpPr>
            <p:spPr>
              <a:xfrm>
                <a:off x="2436291" y="3399506"/>
                <a:ext cx="208223" cy="453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475" name="Ink 1050474"/>
              <p14:cNvContentPartPr/>
              <p14:nvPr/>
            </p14:nvContentPartPr>
            <p14:xfrm>
              <a:off x="2691319" y="2992066"/>
              <a:ext cx="164712" cy="929330"/>
            </p14:xfrm>
          </p:contentPart>
        </mc:Choice>
        <mc:Fallback xmlns="">
          <p:sp>
            <p:nvSpPr>
              <p:cNvPr id="1050475" name=""/>
              <p:cNvSpPr/>
              <p:nvPr/>
            </p:nvSpPr>
            <p:spPr>
              <a:xfrm>
                <a:off x="2691319" y="2992066"/>
                <a:ext cx="164712" cy="9293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476" name="Ink 1050475"/>
              <p14:cNvContentPartPr/>
              <p14:nvPr/>
            </p14:nvContentPartPr>
            <p14:xfrm>
              <a:off x="2951503" y="3234863"/>
              <a:ext cx="141892" cy="336059"/>
            </p14:xfrm>
          </p:contentPart>
        </mc:Choice>
        <mc:Fallback xmlns="">
          <p:sp>
            <p:nvSpPr>
              <p:cNvPr id="1050476" name=""/>
              <p:cNvSpPr/>
              <p:nvPr/>
            </p:nvSpPr>
            <p:spPr>
              <a:xfrm>
                <a:off x="2951503" y="3234863"/>
                <a:ext cx="141892" cy="3360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477" name="Ink 1050476"/>
              <p14:cNvContentPartPr/>
              <p14:nvPr/>
            </p14:nvContentPartPr>
            <p14:xfrm>
              <a:off x="2989755" y="3437153"/>
              <a:ext cx="51987" cy="128062"/>
            </p14:xfrm>
          </p:contentPart>
        </mc:Choice>
        <mc:Fallback xmlns="">
          <p:sp>
            <p:nvSpPr>
              <p:cNvPr id="1050477" name=""/>
              <p:cNvSpPr/>
              <p:nvPr/>
            </p:nvSpPr>
            <p:spPr>
              <a:xfrm>
                <a:off x="2989755" y="3437153"/>
                <a:ext cx="51987" cy="128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478" name="Ink 1050477"/>
              <p14:cNvContentPartPr/>
              <p14:nvPr/>
            </p14:nvContentPartPr>
            <p14:xfrm>
              <a:off x="3307062" y="3221808"/>
              <a:ext cx="243666" cy="344927"/>
            </p14:xfrm>
          </p:contentPart>
        </mc:Choice>
        <mc:Fallback xmlns="">
          <p:sp>
            <p:nvSpPr>
              <p:cNvPr id="1050478" name=""/>
              <p:cNvSpPr/>
              <p:nvPr/>
            </p:nvSpPr>
            <p:spPr>
              <a:xfrm>
                <a:off x="3307062" y="3221808"/>
                <a:ext cx="243666" cy="3449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479" name="Ink 1050478"/>
              <p14:cNvContentPartPr/>
              <p14:nvPr/>
            </p14:nvContentPartPr>
            <p14:xfrm>
              <a:off x="3603630" y="3106398"/>
              <a:ext cx="180468" cy="159010"/>
            </p14:xfrm>
          </p:contentPart>
        </mc:Choice>
        <mc:Fallback xmlns="">
          <p:sp>
            <p:nvSpPr>
              <p:cNvPr id="1050479" name=""/>
              <p:cNvSpPr/>
              <p:nvPr/>
            </p:nvSpPr>
            <p:spPr>
              <a:xfrm>
                <a:off x="3603630" y="3106398"/>
                <a:ext cx="180468" cy="159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480" name="Ink 1050479"/>
              <p14:cNvContentPartPr/>
              <p14:nvPr/>
            </p14:nvContentPartPr>
            <p14:xfrm>
              <a:off x="3236003" y="3145596"/>
              <a:ext cx="230712" cy="36257"/>
            </p14:xfrm>
          </p:contentPart>
        </mc:Choice>
        <mc:Fallback xmlns="">
          <p:sp>
            <p:nvSpPr>
              <p:cNvPr id="1050480" name=""/>
              <p:cNvSpPr/>
              <p:nvPr/>
            </p:nvSpPr>
            <p:spPr>
              <a:xfrm>
                <a:off x="3236003" y="3145596"/>
                <a:ext cx="230712" cy="362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481" name="Ink 1050480"/>
              <p14:cNvContentPartPr/>
              <p14:nvPr/>
            </p14:nvContentPartPr>
            <p14:xfrm>
              <a:off x="3387588" y="3065080"/>
              <a:ext cx="111583" cy="159379"/>
            </p14:xfrm>
          </p:contentPart>
        </mc:Choice>
        <mc:Fallback xmlns="">
          <p:sp>
            <p:nvSpPr>
              <p:cNvPr id="1050481" name=""/>
              <p:cNvSpPr/>
              <p:nvPr/>
            </p:nvSpPr>
            <p:spPr>
              <a:xfrm>
                <a:off x="3387588" y="3065080"/>
                <a:ext cx="111583" cy="1593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482" name="Ink 1050481"/>
              <p14:cNvContentPartPr/>
              <p14:nvPr/>
            </p14:nvContentPartPr>
            <p14:xfrm>
              <a:off x="3862684" y="3102509"/>
              <a:ext cx="314662" cy="345185"/>
            </p14:xfrm>
          </p:contentPart>
        </mc:Choice>
        <mc:Fallback xmlns="">
          <p:sp>
            <p:nvSpPr>
              <p:cNvPr id="1050482" name=""/>
              <p:cNvSpPr/>
              <p:nvPr/>
            </p:nvSpPr>
            <p:spPr>
              <a:xfrm>
                <a:off x="3862684" y="3102509"/>
                <a:ext cx="314662" cy="345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483" name="Ink 1050482"/>
              <p14:cNvContentPartPr/>
              <p14:nvPr/>
            </p14:nvContentPartPr>
            <p14:xfrm>
              <a:off x="4122399" y="3255117"/>
              <a:ext cx="187147" cy="29256"/>
            </p14:xfrm>
          </p:contentPart>
        </mc:Choice>
        <mc:Fallback xmlns="">
          <p:sp>
            <p:nvSpPr>
              <p:cNvPr id="1050483" name=""/>
              <p:cNvSpPr/>
              <p:nvPr/>
            </p:nvSpPr>
            <p:spPr>
              <a:xfrm>
                <a:off x="4122399" y="3255117"/>
                <a:ext cx="187147" cy="292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484" name="Ink 1050483"/>
              <p14:cNvContentPartPr/>
              <p14:nvPr/>
            </p14:nvContentPartPr>
            <p14:xfrm>
              <a:off x="2401499" y="3396773"/>
              <a:ext cx="244121" cy="54816"/>
            </p14:xfrm>
          </p:contentPart>
        </mc:Choice>
        <mc:Fallback xmlns="">
          <p:sp>
            <p:nvSpPr>
              <p:cNvPr id="1050484" name=""/>
              <p:cNvSpPr/>
              <p:nvPr/>
            </p:nvSpPr>
            <p:spPr>
              <a:xfrm>
                <a:off x="2401499" y="3396773"/>
                <a:ext cx="244121" cy="54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485" name="Ink 1050484"/>
              <p14:cNvContentPartPr/>
              <p14:nvPr/>
            </p14:nvContentPartPr>
            <p14:xfrm>
              <a:off x="4521039" y="3043076"/>
              <a:ext cx="308648" cy="605456"/>
            </p14:xfrm>
          </p:contentPart>
        </mc:Choice>
        <mc:Fallback xmlns="">
          <p:sp>
            <p:nvSpPr>
              <p:cNvPr id="1050485" name=""/>
              <p:cNvSpPr/>
              <p:nvPr/>
            </p:nvSpPr>
            <p:spPr>
              <a:xfrm>
                <a:off x="4521039" y="3043076"/>
                <a:ext cx="308648" cy="605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486" name="Ink 1050485"/>
              <p14:cNvContentPartPr/>
              <p14:nvPr/>
            </p14:nvContentPartPr>
            <p14:xfrm>
              <a:off x="4821622" y="3232863"/>
              <a:ext cx="204768" cy="223381"/>
            </p14:xfrm>
          </p:contentPart>
        </mc:Choice>
        <mc:Fallback xmlns="">
          <p:sp>
            <p:nvSpPr>
              <p:cNvPr id="1050486" name=""/>
              <p:cNvSpPr/>
              <p:nvPr/>
            </p:nvSpPr>
            <p:spPr>
              <a:xfrm>
                <a:off x="4821622" y="3232863"/>
                <a:ext cx="204768" cy="223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487" name="Ink 1050486"/>
              <p14:cNvContentPartPr/>
              <p14:nvPr/>
            </p14:nvContentPartPr>
            <p14:xfrm>
              <a:off x="2177129" y="4251061"/>
              <a:ext cx="170425" cy="32758"/>
            </p14:xfrm>
          </p:contentPart>
        </mc:Choice>
        <mc:Fallback xmlns="">
          <p:sp>
            <p:nvSpPr>
              <p:cNvPr id="1050487" name=""/>
              <p:cNvSpPr/>
              <p:nvPr/>
            </p:nvSpPr>
            <p:spPr>
              <a:xfrm>
                <a:off x="2177129" y="4251061"/>
                <a:ext cx="170425" cy="32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488" name="Ink 1050487"/>
              <p14:cNvContentPartPr/>
              <p14:nvPr/>
            </p14:nvContentPartPr>
            <p14:xfrm>
              <a:off x="2126452" y="4356833"/>
              <a:ext cx="216486" cy="58261"/>
            </p14:xfrm>
          </p:contentPart>
        </mc:Choice>
        <mc:Fallback xmlns="">
          <p:sp>
            <p:nvSpPr>
              <p:cNvPr id="1050488" name=""/>
              <p:cNvSpPr/>
              <p:nvPr/>
            </p:nvSpPr>
            <p:spPr>
              <a:xfrm>
                <a:off x="2126452" y="4356833"/>
                <a:ext cx="216486" cy="5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489" name="Ink 1050488"/>
              <p14:cNvContentPartPr/>
              <p14:nvPr/>
            </p14:nvContentPartPr>
            <p14:xfrm>
              <a:off x="2486967" y="4306073"/>
              <a:ext cx="187147" cy="14503"/>
            </p14:xfrm>
          </p:contentPart>
        </mc:Choice>
        <mc:Fallback xmlns="">
          <p:sp>
            <p:nvSpPr>
              <p:cNvPr id="1050489" name=""/>
              <p:cNvSpPr/>
              <p:nvPr/>
            </p:nvSpPr>
            <p:spPr>
              <a:xfrm>
                <a:off x="2486967" y="4306073"/>
                <a:ext cx="187147" cy="14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490" name="Ink 1050489"/>
              <p14:cNvContentPartPr/>
              <p14:nvPr/>
            </p14:nvContentPartPr>
            <p14:xfrm>
              <a:off x="3126204" y="3986511"/>
              <a:ext cx="155839" cy="368353"/>
            </p14:xfrm>
          </p:contentPart>
        </mc:Choice>
        <mc:Fallback xmlns="">
          <p:sp>
            <p:nvSpPr>
              <p:cNvPr id="1050490" name=""/>
              <p:cNvSpPr/>
              <p:nvPr/>
            </p:nvSpPr>
            <p:spPr>
              <a:xfrm>
                <a:off x="3126204" y="3986511"/>
                <a:ext cx="155839" cy="368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491" name="Ink 1050490"/>
              <p14:cNvContentPartPr/>
              <p14:nvPr/>
            </p14:nvContentPartPr>
            <p14:xfrm>
              <a:off x="3112350" y="4203803"/>
              <a:ext cx="123652" cy="200246"/>
            </p14:xfrm>
          </p:contentPart>
        </mc:Choice>
        <mc:Fallback xmlns="">
          <p:sp>
            <p:nvSpPr>
              <p:cNvPr id="1050491" name=""/>
              <p:cNvSpPr/>
              <p:nvPr/>
            </p:nvSpPr>
            <p:spPr>
              <a:xfrm>
                <a:off x="3112350" y="4203803"/>
                <a:ext cx="123652" cy="2002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492" name="Ink 1050491"/>
              <p14:cNvContentPartPr/>
              <p14:nvPr/>
            </p14:nvContentPartPr>
            <p14:xfrm>
              <a:off x="3394701" y="4123537"/>
              <a:ext cx="159475" cy="227843"/>
            </p14:xfrm>
          </p:contentPart>
        </mc:Choice>
        <mc:Fallback xmlns="">
          <p:sp>
            <p:nvSpPr>
              <p:cNvPr id="1050492" name=""/>
              <p:cNvSpPr/>
              <p:nvPr/>
            </p:nvSpPr>
            <p:spPr>
              <a:xfrm>
                <a:off x="3394701" y="4123537"/>
                <a:ext cx="159475" cy="2278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493" name="Ink 1050492"/>
              <p14:cNvContentPartPr/>
              <p14:nvPr/>
            </p14:nvContentPartPr>
            <p14:xfrm>
              <a:off x="3507993" y="4137790"/>
              <a:ext cx="133683" cy="179463"/>
            </p14:xfrm>
          </p:contentPart>
        </mc:Choice>
        <mc:Fallback xmlns="">
          <p:sp>
            <p:nvSpPr>
              <p:cNvPr id="1050493" name=""/>
              <p:cNvSpPr/>
              <p:nvPr/>
            </p:nvSpPr>
            <p:spPr>
              <a:xfrm>
                <a:off x="3507993" y="4137790"/>
                <a:ext cx="133683" cy="179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0494" name="Ink 1050493"/>
              <p14:cNvContentPartPr/>
              <p14:nvPr/>
            </p14:nvContentPartPr>
            <p14:xfrm>
              <a:off x="3502721" y="3948003"/>
              <a:ext cx="7112" cy="95018"/>
            </p14:xfrm>
          </p:contentPart>
        </mc:Choice>
        <mc:Fallback xmlns="">
          <p:sp>
            <p:nvSpPr>
              <p:cNvPr id="1050494" name=""/>
              <p:cNvSpPr/>
              <p:nvPr/>
            </p:nvSpPr>
            <p:spPr>
              <a:xfrm>
                <a:off x="3502721" y="3948003"/>
                <a:ext cx="7112" cy="95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0495" name="Ink 1050494"/>
              <p14:cNvContentPartPr/>
              <p14:nvPr/>
            </p14:nvContentPartPr>
            <p14:xfrm>
              <a:off x="3646750" y="3829593"/>
              <a:ext cx="203700" cy="198462"/>
            </p14:xfrm>
          </p:contentPart>
        </mc:Choice>
        <mc:Fallback xmlns="">
          <p:sp>
            <p:nvSpPr>
              <p:cNvPr id="1050495" name=""/>
              <p:cNvSpPr/>
              <p:nvPr/>
            </p:nvSpPr>
            <p:spPr>
              <a:xfrm>
                <a:off x="3646750" y="3829593"/>
                <a:ext cx="203700" cy="198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0496" name="Ink 1050495"/>
              <p14:cNvContentPartPr/>
              <p14:nvPr/>
            </p14:nvContentPartPr>
            <p14:xfrm>
              <a:off x="2782381" y="3750964"/>
              <a:ext cx="200093" cy="1000315"/>
            </p14:xfrm>
          </p:contentPart>
        </mc:Choice>
        <mc:Fallback xmlns="">
          <p:sp>
            <p:nvSpPr>
              <p:cNvPr id="1050496" name=""/>
              <p:cNvSpPr/>
              <p:nvPr/>
            </p:nvSpPr>
            <p:spPr>
              <a:xfrm>
                <a:off x="2782381" y="3750964"/>
                <a:ext cx="200093" cy="10003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0497" name="Ink 1050496"/>
              <p14:cNvContentPartPr/>
              <p14:nvPr/>
            </p14:nvContentPartPr>
            <p14:xfrm>
              <a:off x="3837057" y="3898029"/>
              <a:ext cx="380399" cy="411792"/>
            </p14:xfrm>
          </p:contentPart>
        </mc:Choice>
        <mc:Fallback xmlns="">
          <p:sp>
            <p:nvSpPr>
              <p:cNvPr id="1050497" name=""/>
              <p:cNvSpPr/>
              <p:nvPr/>
            </p:nvSpPr>
            <p:spPr>
              <a:xfrm>
                <a:off x="3837057" y="3898029"/>
                <a:ext cx="380399" cy="411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0498" name="Ink 1050497"/>
              <p14:cNvContentPartPr/>
              <p14:nvPr/>
            </p14:nvContentPartPr>
            <p14:xfrm>
              <a:off x="4115286" y="4094281"/>
              <a:ext cx="187147" cy="22004"/>
            </p14:xfrm>
          </p:contentPart>
        </mc:Choice>
        <mc:Fallback xmlns="">
          <p:sp>
            <p:nvSpPr>
              <p:cNvPr id="1050498" name=""/>
              <p:cNvSpPr/>
              <p:nvPr/>
            </p:nvSpPr>
            <p:spPr>
              <a:xfrm>
                <a:off x="4115286" y="4094281"/>
                <a:ext cx="187147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0499" name="Ink 1050498"/>
              <p14:cNvContentPartPr/>
              <p14:nvPr/>
            </p14:nvContentPartPr>
            <p14:xfrm>
              <a:off x="689671" y="4874451"/>
              <a:ext cx="282264" cy="431244"/>
            </p14:xfrm>
          </p:contentPart>
        </mc:Choice>
        <mc:Fallback xmlns="">
          <p:sp>
            <p:nvSpPr>
              <p:cNvPr id="1050499" name=""/>
              <p:cNvSpPr/>
              <p:nvPr/>
            </p:nvSpPr>
            <p:spPr>
              <a:xfrm>
                <a:off x="689671" y="4874451"/>
                <a:ext cx="282264" cy="431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0500" name="Ink 1050499"/>
              <p14:cNvContentPartPr/>
              <p14:nvPr/>
            </p14:nvContentPartPr>
            <p14:xfrm>
              <a:off x="1080664" y="4969703"/>
              <a:ext cx="145259" cy="362805"/>
            </p14:xfrm>
          </p:contentPart>
        </mc:Choice>
        <mc:Fallback xmlns="">
          <p:sp>
            <p:nvSpPr>
              <p:cNvPr id="1050500" name=""/>
              <p:cNvSpPr/>
              <p:nvPr/>
            </p:nvSpPr>
            <p:spPr>
              <a:xfrm>
                <a:off x="1080664" y="4969703"/>
                <a:ext cx="145259" cy="362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0501" name="Ink 1050500"/>
              <p14:cNvContentPartPr/>
              <p14:nvPr/>
            </p14:nvContentPartPr>
            <p14:xfrm>
              <a:off x="1088916" y="4969703"/>
              <a:ext cx="259606" cy="22254"/>
            </p14:xfrm>
          </p:contentPart>
        </mc:Choice>
        <mc:Fallback xmlns="">
          <p:sp>
            <p:nvSpPr>
              <p:cNvPr id="1050501" name=""/>
              <p:cNvSpPr/>
              <p:nvPr/>
            </p:nvSpPr>
            <p:spPr>
              <a:xfrm>
                <a:off x="1088916" y="4969703"/>
                <a:ext cx="259606" cy="222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0502" name="Ink 1050501"/>
              <p14:cNvContentPartPr/>
              <p14:nvPr/>
            </p14:nvContentPartPr>
            <p14:xfrm>
              <a:off x="1088916" y="5086476"/>
              <a:ext cx="243066" cy="45916"/>
            </p14:xfrm>
          </p:contentPart>
        </mc:Choice>
        <mc:Fallback xmlns="">
          <p:sp>
            <p:nvSpPr>
              <p:cNvPr id="1050502" name=""/>
              <p:cNvSpPr/>
              <p:nvPr/>
            </p:nvSpPr>
            <p:spPr>
              <a:xfrm>
                <a:off x="1088916" y="5086476"/>
                <a:ext cx="243066" cy="45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0503" name="Ink 1050502"/>
              <p14:cNvContentPartPr/>
              <p14:nvPr/>
            </p14:nvContentPartPr>
            <p14:xfrm>
              <a:off x="1265687" y="5216095"/>
              <a:ext cx="235148" cy="184192"/>
            </p14:xfrm>
          </p:contentPart>
        </mc:Choice>
        <mc:Fallback xmlns="">
          <p:sp>
            <p:nvSpPr>
              <p:cNvPr id="1050503" name=""/>
              <p:cNvSpPr/>
              <p:nvPr/>
            </p:nvSpPr>
            <p:spPr>
              <a:xfrm>
                <a:off x="1265687" y="5216095"/>
                <a:ext cx="235148" cy="1841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0504" name="Ink 1050503"/>
              <p14:cNvContentPartPr/>
              <p14:nvPr/>
            </p14:nvContentPartPr>
            <p14:xfrm>
              <a:off x="812705" y="5488758"/>
              <a:ext cx="666509" cy="28302"/>
            </p14:xfrm>
          </p:contentPart>
        </mc:Choice>
        <mc:Fallback xmlns="">
          <p:sp>
            <p:nvSpPr>
              <p:cNvPr id="1050504" name=""/>
              <p:cNvSpPr/>
              <p:nvPr/>
            </p:nvSpPr>
            <p:spPr>
              <a:xfrm>
                <a:off x="812705" y="5488758"/>
                <a:ext cx="666509" cy="283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0505" name="Ink 1050504"/>
              <p14:cNvContentPartPr/>
              <p14:nvPr/>
            </p14:nvContentPartPr>
            <p14:xfrm>
              <a:off x="887822" y="5626582"/>
              <a:ext cx="489594" cy="448455"/>
            </p14:xfrm>
          </p:contentPart>
        </mc:Choice>
        <mc:Fallback xmlns="">
          <p:sp>
            <p:nvSpPr>
              <p:cNvPr id="1050505" name=""/>
              <p:cNvSpPr/>
              <p:nvPr/>
            </p:nvSpPr>
            <p:spPr>
              <a:xfrm>
                <a:off x="887822" y="5626582"/>
                <a:ext cx="489594" cy="448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0506" name="Ink 1050505"/>
              <p14:cNvContentPartPr/>
              <p14:nvPr/>
            </p14:nvContentPartPr>
            <p14:xfrm>
              <a:off x="1607684" y="5539065"/>
              <a:ext cx="163397" cy="34182"/>
            </p14:xfrm>
          </p:contentPart>
        </mc:Choice>
        <mc:Fallback xmlns="">
          <p:sp>
            <p:nvSpPr>
              <p:cNvPr id="1050506" name=""/>
              <p:cNvSpPr/>
              <p:nvPr/>
            </p:nvSpPr>
            <p:spPr>
              <a:xfrm>
                <a:off x="1607684" y="5539065"/>
                <a:ext cx="163397" cy="341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0507" name="Ink 1050506"/>
              <p14:cNvContentPartPr/>
              <p14:nvPr/>
            </p14:nvContentPartPr>
            <p14:xfrm>
              <a:off x="1607684" y="5663339"/>
              <a:ext cx="180479" cy="7917"/>
            </p14:xfrm>
          </p:contentPart>
        </mc:Choice>
        <mc:Fallback xmlns="">
          <p:sp>
            <p:nvSpPr>
              <p:cNvPr id="1050507" name=""/>
              <p:cNvSpPr/>
              <p:nvPr/>
            </p:nvSpPr>
            <p:spPr>
              <a:xfrm>
                <a:off x="1607684" y="5663339"/>
                <a:ext cx="180479" cy="79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0508" name="Ink 1050507"/>
              <p14:cNvContentPartPr/>
              <p14:nvPr/>
            </p14:nvContentPartPr>
            <p14:xfrm>
              <a:off x="1932070" y="5283515"/>
              <a:ext cx="194382" cy="465122"/>
            </p14:xfrm>
          </p:contentPart>
        </mc:Choice>
        <mc:Fallback xmlns="">
          <p:sp>
            <p:nvSpPr>
              <p:cNvPr id="1050508" name=""/>
              <p:cNvSpPr/>
              <p:nvPr/>
            </p:nvSpPr>
            <p:spPr>
              <a:xfrm>
                <a:off x="1932070" y="5283515"/>
                <a:ext cx="194382" cy="4651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0509" name="Ink 1050508"/>
              <p14:cNvContentPartPr/>
              <p14:nvPr/>
            </p14:nvContentPartPr>
            <p14:xfrm>
              <a:off x="1878754" y="5125127"/>
              <a:ext cx="382710" cy="399685"/>
            </p14:xfrm>
          </p:contentPart>
        </mc:Choice>
        <mc:Fallback xmlns="">
          <p:sp>
            <p:nvSpPr>
              <p:cNvPr id="1050509" name=""/>
              <p:cNvSpPr/>
              <p:nvPr/>
            </p:nvSpPr>
            <p:spPr>
              <a:xfrm>
                <a:off x="1878754" y="5125127"/>
                <a:ext cx="382710" cy="399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0510" name="Ink 1050509"/>
              <p14:cNvContentPartPr/>
              <p14:nvPr/>
            </p14:nvContentPartPr>
            <p14:xfrm>
              <a:off x="2130903" y="5386035"/>
              <a:ext cx="276938" cy="652603"/>
            </p14:xfrm>
          </p:contentPart>
        </mc:Choice>
        <mc:Fallback xmlns="">
          <p:sp>
            <p:nvSpPr>
              <p:cNvPr id="1050510" name=""/>
              <p:cNvSpPr/>
              <p:nvPr/>
            </p:nvSpPr>
            <p:spPr>
              <a:xfrm>
                <a:off x="2130903" y="5386035"/>
                <a:ext cx="276938" cy="652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0511" name="Ink 1050510"/>
              <p14:cNvContentPartPr/>
              <p14:nvPr/>
            </p14:nvContentPartPr>
            <p14:xfrm>
              <a:off x="2307362" y="5721851"/>
              <a:ext cx="13794" cy="158041"/>
            </p14:xfrm>
          </p:contentPart>
        </mc:Choice>
        <mc:Fallback xmlns="">
          <p:sp>
            <p:nvSpPr>
              <p:cNvPr id="1050511" name=""/>
              <p:cNvSpPr/>
              <p:nvPr/>
            </p:nvSpPr>
            <p:spPr>
              <a:xfrm>
                <a:off x="2307362" y="5721851"/>
                <a:ext cx="13794" cy="158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0512" name="Ink 1050511"/>
              <p14:cNvContentPartPr/>
              <p14:nvPr/>
            </p14:nvContentPartPr>
            <p14:xfrm>
              <a:off x="2314045" y="5648586"/>
              <a:ext cx="213618" cy="58703"/>
            </p14:xfrm>
          </p:contentPart>
        </mc:Choice>
        <mc:Fallback xmlns="">
          <p:sp>
            <p:nvSpPr>
              <p:cNvPr id="1050512" name=""/>
              <p:cNvSpPr/>
              <p:nvPr/>
            </p:nvSpPr>
            <p:spPr>
              <a:xfrm>
                <a:off x="2314045" y="5648586"/>
                <a:ext cx="213618" cy="587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0513" name="Ink 1050512"/>
              <p14:cNvContentPartPr/>
              <p14:nvPr/>
            </p14:nvContentPartPr>
            <p14:xfrm>
              <a:off x="2314045" y="5750856"/>
              <a:ext cx="180035" cy="51260"/>
            </p14:xfrm>
          </p:contentPart>
        </mc:Choice>
        <mc:Fallback xmlns="">
          <p:sp>
            <p:nvSpPr>
              <p:cNvPr id="1050513" name=""/>
              <p:cNvSpPr/>
              <p:nvPr/>
            </p:nvSpPr>
            <p:spPr>
              <a:xfrm>
                <a:off x="2314045" y="5750856"/>
                <a:ext cx="180035" cy="51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0514" name="Ink 1050513"/>
              <p14:cNvContentPartPr/>
              <p14:nvPr/>
            </p14:nvContentPartPr>
            <p14:xfrm>
              <a:off x="2312790" y="5555074"/>
              <a:ext cx="217296" cy="22501"/>
            </p14:xfrm>
          </p:contentPart>
        </mc:Choice>
        <mc:Fallback xmlns="">
          <p:sp>
            <p:nvSpPr>
              <p:cNvPr id="1050514" name=""/>
              <p:cNvSpPr/>
              <p:nvPr/>
            </p:nvSpPr>
            <p:spPr>
              <a:xfrm>
                <a:off x="2312790" y="5555074"/>
                <a:ext cx="217296" cy="22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0515" name="Ink 1050514"/>
              <p14:cNvContentPartPr/>
              <p14:nvPr/>
            </p14:nvContentPartPr>
            <p14:xfrm>
              <a:off x="2470075" y="5484304"/>
              <a:ext cx="137521" cy="220563"/>
            </p14:xfrm>
          </p:contentPart>
        </mc:Choice>
        <mc:Fallback xmlns="">
          <p:sp>
            <p:nvSpPr>
              <p:cNvPr id="1050515" name=""/>
              <p:cNvSpPr/>
              <p:nvPr/>
            </p:nvSpPr>
            <p:spPr>
              <a:xfrm>
                <a:off x="2470075" y="5484304"/>
                <a:ext cx="137521" cy="220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0516" name="Ink 1050515"/>
              <p14:cNvContentPartPr/>
              <p14:nvPr/>
            </p14:nvContentPartPr>
            <p14:xfrm>
              <a:off x="2538896" y="5832055"/>
              <a:ext cx="120257" cy="164568"/>
            </p14:xfrm>
          </p:contentPart>
        </mc:Choice>
        <mc:Fallback xmlns="">
          <p:sp>
            <p:nvSpPr>
              <p:cNvPr id="1050516" name=""/>
              <p:cNvSpPr/>
              <p:nvPr/>
            </p:nvSpPr>
            <p:spPr>
              <a:xfrm>
                <a:off x="2538896" y="5832055"/>
                <a:ext cx="120257" cy="164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0517" name="Ink 1050516"/>
              <p14:cNvContentPartPr/>
              <p14:nvPr/>
            </p14:nvContentPartPr>
            <p14:xfrm>
              <a:off x="2678593" y="5896635"/>
              <a:ext cx="67535" cy="98854"/>
            </p14:xfrm>
          </p:contentPart>
        </mc:Choice>
        <mc:Fallback xmlns="">
          <p:sp>
            <p:nvSpPr>
              <p:cNvPr id="1050517" name=""/>
              <p:cNvSpPr/>
              <p:nvPr/>
            </p:nvSpPr>
            <p:spPr>
              <a:xfrm>
                <a:off x="2678593" y="5896635"/>
                <a:ext cx="67535" cy="988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0518" name="Ink 1050517"/>
              <p14:cNvContentPartPr/>
              <p14:nvPr/>
            </p14:nvContentPartPr>
            <p14:xfrm>
              <a:off x="2764957" y="5853126"/>
              <a:ext cx="118100" cy="114884"/>
            </p14:xfrm>
          </p:contentPart>
        </mc:Choice>
        <mc:Fallback xmlns="">
          <p:sp>
            <p:nvSpPr>
              <p:cNvPr id="1050518" name=""/>
              <p:cNvSpPr/>
              <p:nvPr/>
            </p:nvSpPr>
            <p:spPr>
              <a:xfrm>
                <a:off x="2764957" y="5853126"/>
                <a:ext cx="118100" cy="1148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0519" name="Ink 1050518"/>
              <p14:cNvContentPartPr/>
              <p14:nvPr/>
            </p14:nvContentPartPr>
            <p14:xfrm>
              <a:off x="2861707" y="5526062"/>
              <a:ext cx="137169" cy="786904"/>
            </p14:xfrm>
          </p:contentPart>
        </mc:Choice>
        <mc:Fallback xmlns="">
          <p:sp>
            <p:nvSpPr>
              <p:cNvPr id="1050519" name=""/>
              <p:cNvSpPr/>
              <p:nvPr/>
            </p:nvSpPr>
            <p:spPr>
              <a:xfrm>
                <a:off x="2861707" y="5526062"/>
                <a:ext cx="137169" cy="7869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0520" name="Ink 1050519"/>
              <p14:cNvContentPartPr/>
              <p14:nvPr/>
            </p14:nvContentPartPr>
            <p14:xfrm>
              <a:off x="3669261" y="5132351"/>
              <a:ext cx="436638" cy="418757"/>
            </p14:xfrm>
          </p:contentPart>
        </mc:Choice>
        <mc:Fallback xmlns="">
          <p:sp>
            <p:nvSpPr>
              <p:cNvPr id="1050520" name=""/>
              <p:cNvSpPr/>
              <p:nvPr/>
            </p:nvSpPr>
            <p:spPr>
              <a:xfrm>
                <a:off x="3669261" y="5132351"/>
                <a:ext cx="436638" cy="418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0521" name="Ink 1050520"/>
              <p14:cNvContentPartPr/>
              <p14:nvPr/>
            </p14:nvContentPartPr>
            <p14:xfrm>
              <a:off x="3927694" y="5203249"/>
              <a:ext cx="180480" cy="1763"/>
            </p14:xfrm>
          </p:contentPart>
        </mc:Choice>
        <mc:Fallback xmlns="">
          <p:sp>
            <p:nvSpPr>
              <p:cNvPr id="1050521" name=""/>
              <p:cNvSpPr/>
              <p:nvPr/>
            </p:nvSpPr>
            <p:spPr>
              <a:xfrm>
                <a:off x="3927694" y="5203249"/>
                <a:ext cx="180480" cy="1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0522" name="Ink 1050521"/>
              <p14:cNvContentPartPr/>
              <p14:nvPr/>
            </p14:nvContentPartPr>
            <p14:xfrm>
              <a:off x="3956589" y="5327773"/>
              <a:ext cx="160609" cy="29439"/>
            </p14:xfrm>
          </p:contentPart>
        </mc:Choice>
        <mc:Fallback xmlns="">
          <p:sp>
            <p:nvSpPr>
              <p:cNvPr id="1050522" name=""/>
              <p:cNvSpPr/>
              <p:nvPr/>
            </p:nvSpPr>
            <p:spPr>
              <a:xfrm>
                <a:off x="3956589" y="5327773"/>
                <a:ext cx="160609" cy="294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0523" name="Ink 1050522"/>
              <p14:cNvContentPartPr/>
              <p14:nvPr/>
            </p14:nvContentPartPr>
            <p14:xfrm>
              <a:off x="4096945" y="5461633"/>
              <a:ext cx="251120" cy="227211"/>
            </p14:xfrm>
          </p:contentPart>
        </mc:Choice>
        <mc:Fallback xmlns="">
          <p:sp>
            <p:nvSpPr>
              <p:cNvPr id="1050523" name=""/>
              <p:cNvSpPr/>
              <p:nvPr/>
            </p:nvSpPr>
            <p:spPr>
              <a:xfrm>
                <a:off x="4096945" y="5461633"/>
                <a:ext cx="251120" cy="227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0524" name="Ink 1050523"/>
              <p14:cNvContentPartPr/>
              <p14:nvPr/>
            </p14:nvContentPartPr>
            <p14:xfrm>
              <a:off x="3827936" y="5714506"/>
              <a:ext cx="489168" cy="51103"/>
            </p14:xfrm>
          </p:contentPart>
        </mc:Choice>
        <mc:Fallback xmlns="">
          <p:sp>
            <p:nvSpPr>
              <p:cNvPr id="1050524" name=""/>
              <p:cNvSpPr/>
              <p:nvPr/>
            </p:nvSpPr>
            <p:spPr>
              <a:xfrm>
                <a:off x="3827936" y="5714506"/>
                <a:ext cx="489168" cy="511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0525" name="Ink 1050524"/>
              <p14:cNvContentPartPr/>
              <p14:nvPr/>
            </p14:nvContentPartPr>
            <p14:xfrm>
              <a:off x="3850149" y="5845875"/>
              <a:ext cx="379678" cy="419037"/>
            </p14:xfrm>
          </p:contentPart>
        </mc:Choice>
        <mc:Fallback xmlns="">
          <p:sp>
            <p:nvSpPr>
              <p:cNvPr id="1050525" name=""/>
              <p:cNvSpPr/>
              <p:nvPr/>
            </p:nvSpPr>
            <p:spPr>
              <a:xfrm>
                <a:off x="3850149" y="5845875"/>
                <a:ext cx="379678" cy="419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0526" name="Ink 1050525"/>
              <p14:cNvContentPartPr/>
              <p14:nvPr/>
            </p14:nvContentPartPr>
            <p14:xfrm>
              <a:off x="4461132" y="5721851"/>
              <a:ext cx="113580" cy="15741"/>
            </p14:xfrm>
          </p:contentPart>
        </mc:Choice>
        <mc:Fallback xmlns="">
          <p:sp>
            <p:nvSpPr>
              <p:cNvPr id="1050526" name=""/>
              <p:cNvSpPr/>
              <p:nvPr/>
            </p:nvSpPr>
            <p:spPr>
              <a:xfrm>
                <a:off x="4461132" y="5721851"/>
                <a:ext cx="113580" cy="157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0527" name="Ink 1050526"/>
              <p14:cNvContentPartPr/>
              <p14:nvPr/>
            </p14:nvContentPartPr>
            <p14:xfrm>
              <a:off x="4504252" y="5853126"/>
              <a:ext cx="124743" cy="10872"/>
            </p14:xfrm>
          </p:contentPart>
        </mc:Choice>
        <mc:Fallback xmlns="">
          <p:sp>
            <p:nvSpPr>
              <p:cNvPr id="1050527" name=""/>
              <p:cNvSpPr/>
              <p:nvPr/>
            </p:nvSpPr>
            <p:spPr>
              <a:xfrm>
                <a:off x="4504252" y="5853126"/>
                <a:ext cx="124743" cy="108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0528" name="Ink 1050527"/>
              <p14:cNvContentPartPr/>
              <p14:nvPr/>
            </p14:nvContentPartPr>
            <p14:xfrm>
              <a:off x="4828315" y="5524812"/>
              <a:ext cx="12043" cy="412605"/>
            </p14:xfrm>
          </p:contentPart>
        </mc:Choice>
        <mc:Fallback xmlns="">
          <p:sp>
            <p:nvSpPr>
              <p:cNvPr id="1050528" name=""/>
              <p:cNvSpPr/>
              <p:nvPr/>
            </p:nvSpPr>
            <p:spPr>
              <a:xfrm>
                <a:off x="4828315" y="5524812"/>
                <a:ext cx="12043" cy="4126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0529" name="Ink 1050528"/>
              <p14:cNvContentPartPr/>
              <p14:nvPr/>
            </p14:nvContentPartPr>
            <p14:xfrm>
              <a:off x="4785195" y="5495556"/>
              <a:ext cx="218301" cy="27399"/>
            </p14:xfrm>
          </p:contentPart>
        </mc:Choice>
        <mc:Fallback xmlns="">
          <p:sp>
            <p:nvSpPr>
              <p:cNvPr id="1050529" name=""/>
              <p:cNvSpPr/>
              <p:nvPr/>
            </p:nvSpPr>
            <p:spPr>
              <a:xfrm>
                <a:off x="4785195" y="5495556"/>
                <a:ext cx="218301" cy="273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0530" name="Ink 1050529"/>
              <p14:cNvContentPartPr/>
              <p14:nvPr/>
            </p14:nvContentPartPr>
            <p14:xfrm>
              <a:off x="4792308" y="5648586"/>
              <a:ext cx="220082" cy="38871"/>
            </p14:xfrm>
          </p:contentPart>
        </mc:Choice>
        <mc:Fallback xmlns="">
          <p:sp>
            <p:nvSpPr>
              <p:cNvPr id="1050530" name=""/>
              <p:cNvSpPr/>
              <p:nvPr/>
            </p:nvSpPr>
            <p:spPr>
              <a:xfrm>
                <a:off x="4792308" y="5648586"/>
                <a:ext cx="220082" cy="38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0531" name="Ink 1050530"/>
              <p14:cNvContentPartPr/>
              <p14:nvPr/>
            </p14:nvContentPartPr>
            <p14:xfrm>
              <a:off x="4734963" y="5305519"/>
              <a:ext cx="268347" cy="32023"/>
            </p14:xfrm>
          </p:contentPart>
        </mc:Choice>
        <mc:Fallback xmlns="">
          <p:sp>
            <p:nvSpPr>
              <p:cNvPr id="1050531" name=""/>
              <p:cNvSpPr/>
              <p:nvPr/>
            </p:nvSpPr>
            <p:spPr>
              <a:xfrm>
                <a:off x="4734963" y="5305519"/>
                <a:ext cx="268347" cy="32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0532" name="Ink 1050531"/>
              <p14:cNvContentPartPr/>
              <p14:nvPr/>
            </p14:nvContentPartPr>
            <p14:xfrm>
              <a:off x="4900774" y="5195998"/>
              <a:ext cx="164089" cy="287821"/>
            </p14:xfrm>
          </p:contentPart>
        </mc:Choice>
        <mc:Fallback xmlns="">
          <p:sp>
            <p:nvSpPr>
              <p:cNvPr id="1050532" name=""/>
              <p:cNvSpPr/>
              <p:nvPr/>
            </p:nvSpPr>
            <p:spPr>
              <a:xfrm>
                <a:off x="4900774" y="5195998"/>
                <a:ext cx="164089" cy="2878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0533" name="Ink 1050532"/>
              <p14:cNvContentPartPr/>
              <p14:nvPr/>
            </p14:nvContentPartPr>
            <p14:xfrm>
              <a:off x="4951005" y="5845875"/>
              <a:ext cx="106722" cy="182941"/>
            </p14:xfrm>
          </p:contentPart>
        </mc:Choice>
        <mc:Fallback xmlns="">
          <p:sp>
            <p:nvSpPr>
              <p:cNvPr id="1050533" name=""/>
              <p:cNvSpPr/>
              <p:nvPr/>
            </p:nvSpPr>
            <p:spPr>
              <a:xfrm>
                <a:off x="4951005" y="5845875"/>
                <a:ext cx="106722" cy="1829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0534" name="Ink 1050533"/>
              <p14:cNvContentPartPr/>
              <p14:nvPr/>
            </p14:nvContentPartPr>
            <p14:xfrm>
              <a:off x="5115518" y="5962648"/>
              <a:ext cx="15523" cy="74915"/>
            </p14:xfrm>
          </p:contentPart>
        </mc:Choice>
        <mc:Fallback xmlns="">
          <p:sp>
            <p:nvSpPr>
              <p:cNvPr id="1050534" name=""/>
              <p:cNvSpPr/>
              <p:nvPr/>
            </p:nvSpPr>
            <p:spPr>
              <a:xfrm>
                <a:off x="5115518" y="5962648"/>
                <a:ext cx="15523" cy="749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0535" name="Ink 1050534"/>
              <p14:cNvContentPartPr/>
              <p14:nvPr/>
            </p14:nvContentPartPr>
            <p14:xfrm>
              <a:off x="5157958" y="5896635"/>
              <a:ext cx="94941" cy="146448"/>
            </p14:xfrm>
          </p:contentPart>
        </mc:Choice>
        <mc:Fallback xmlns="">
          <p:sp>
            <p:nvSpPr>
              <p:cNvPr id="1050535" name=""/>
              <p:cNvSpPr/>
              <p:nvPr/>
            </p:nvSpPr>
            <p:spPr>
              <a:xfrm>
                <a:off x="5157958" y="5896635"/>
                <a:ext cx="94941" cy="1464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0536" name="Ink 1050535"/>
              <p14:cNvContentPartPr/>
              <p14:nvPr/>
            </p14:nvContentPartPr>
            <p14:xfrm>
              <a:off x="5339564" y="5860378"/>
              <a:ext cx="7519" cy="74640"/>
            </p14:xfrm>
          </p:contentPart>
        </mc:Choice>
        <mc:Fallback xmlns="">
          <p:sp>
            <p:nvSpPr>
              <p:cNvPr id="1050536" name=""/>
              <p:cNvSpPr/>
              <p:nvPr/>
            </p:nvSpPr>
            <p:spPr>
              <a:xfrm>
                <a:off x="5339564" y="5860378"/>
                <a:ext cx="7519" cy="746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0537" name="Ink 1050536"/>
              <p14:cNvContentPartPr/>
              <p14:nvPr/>
            </p14:nvContentPartPr>
            <p14:xfrm>
              <a:off x="5433767" y="5736103"/>
              <a:ext cx="290179" cy="207039"/>
            </p14:xfrm>
          </p:contentPart>
        </mc:Choice>
        <mc:Fallback xmlns="">
          <p:sp>
            <p:nvSpPr>
              <p:cNvPr id="1050537" name=""/>
              <p:cNvSpPr/>
              <p:nvPr/>
            </p:nvSpPr>
            <p:spPr>
              <a:xfrm>
                <a:off x="5433767" y="5736103"/>
                <a:ext cx="290179" cy="2070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0538" name="Ink 1050537"/>
              <p14:cNvContentPartPr/>
              <p14:nvPr/>
            </p14:nvContentPartPr>
            <p14:xfrm>
              <a:off x="5403053" y="5567038"/>
              <a:ext cx="239644" cy="8682"/>
            </p14:xfrm>
          </p:contentPart>
        </mc:Choice>
        <mc:Fallback xmlns="">
          <p:sp>
            <p:nvSpPr>
              <p:cNvPr id="1050538" name=""/>
              <p:cNvSpPr/>
              <p:nvPr/>
            </p:nvSpPr>
            <p:spPr>
              <a:xfrm>
                <a:off x="5403053" y="5567038"/>
                <a:ext cx="239644" cy="86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0539" name="Ink 1050538"/>
              <p14:cNvContentPartPr/>
              <p14:nvPr/>
            </p14:nvContentPartPr>
            <p14:xfrm>
              <a:off x="5592020" y="5495556"/>
              <a:ext cx="122468" cy="153030"/>
            </p14:xfrm>
          </p:contentPart>
        </mc:Choice>
        <mc:Fallback xmlns="">
          <p:sp>
            <p:nvSpPr>
              <p:cNvPr id="1050539" name=""/>
              <p:cNvSpPr/>
              <p:nvPr/>
            </p:nvSpPr>
            <p:spPr>
              <a:xfrm>
                <a:off x="5592020" y="5495556"/>
                <a:ext cx="122468" cy="1530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0540" name="Ink 1050539"/>
              <p14:cNvContentPartPr/>
              <p14:nvPr/>
            </p14:nvContentPartPr>
            <p14:xfrm>
              <a:off x="5810679" y="5832861"/>
              <a:ext cx="170751" cy="20265"/>
            </p14:xfrm>
          </p:contentPart>
        </mc:Choice>
        <mc:Fallback xmlns="">
          <p:sp>
            <p:nvSpPr>
              <p:cNvPr id="1050540" name=""/>
              <p:cNvSpPr/>
              <p:nvPr/>
            </p:nvSpPr>
            <p:spPr>
              <a:xfrm>
                <a:off x="5810679" y="5832861"/>
                <a:ext cx="170751" cy="2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0541" name="Ink 1050540"/>
              <p14:cNvContentPartPr/>
              <p14:nvPr/>
            </p14:nvContentPartPr>
            <p14:xfrm>
              <a:off x="5826464" y="5974480"/>
              <a:ext cx="140296" cy="16923"/>
            </p14:xfrm>
          </p:contentPart>
        </mc:Choice>
        <mc:Fallback xmlns="">
          <p:sp>
            <p:nvSpPr>
              <p:cNvPr id="1050541" name=""/>
              <p:cNvSpPr/>
              <p:nvPr/>
            </p:nvSpPr>
            <p:spPr>
              <a:xfrm>
                <a:off x="5826464" y="5974480"/>
                <a:ext cx="140296" cy="169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0542" name="Ink 1050541"/>
              <p14:cNvContentPartPr/>
              <p14:nvPr/>
            </p14:nvContentPartPr>
            <p14:xfrm>
              <a:off x="6074781" y="5955396"/>
              <a:ext cx="244937" cy="14577"/>
            </p14:xfrm>
          </p:contentPart>
        </mc:Choice>
        <mc:Fallback xmlns="">
          <p:sp>
            <p:nvSpPr>
              <p:cNvPr id="1050542" name=""/>
              <p:cNvSpPr/>
              <p:nvPr/>
            </p:nvSpPr>
            <p:spPr>
              <a:xfrm>
                <a:off x="6074781" y="5955396"/>
                <a:ext cx="244937" cy="14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0543" name="Ink 1050542"/>
              <p14:cNvContentPartPr/>
              <p14:nvPr/>
            </p14:nvContentPartPr>
            <p14:xfrm>
              <a:off x="6305493" y="5633833"/>
              <a:ext cx="245886" cy="414435"/>
            </p14:xfrm>
          </p:contentPart>
        </mc:Choice>
        <mc:Fallback xmlns="">
          <p:sp>
            <p:nvSpPr>
              <p:cNvPr id="1050543" name=""/>
              <p:cNvSpPr/>
              <p:nvPr/>
            </p:nvSpPr>
            <p:spPr>
              <a:xfrm>
                <a:off x="6305493" y="5633833"/>
                <a:ext cx="245886" cy="4144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0544" name="Ink 1050543"/>
              <p14:cNvContentPartPr/>
              <p14:nvPr/>
            </p14:nvContentPartPr>
            <p14:xfrm>
              <a:off x="6413514" y="5889634"/>
              <a:ext cx="72014" cy="211291"/>
            </p14:xfrm>
          </p:contentPart>
        </mc:Choice>
        <mc:Fallback xmlns="">
          <p:sp>
            <p:nvSpPr>
              <p:cNvPr id="1050544" name=""/>
              <p:cNvSpPr/>
              <p:nvPr/>
            </p:nvSpPr>
            <p:spPr>
              <a:xfrm>
                <a:off x="6413514" y="5889634"/>
                <a:ext cx="72014" cy="211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0545" name="Ink 1050544"/>
              <p14:cNvContentPartPr/>
              <p14:nvPr/>
            </p14:nvContentPartPr>
            <p14:xfrm>
              <a:off x="6615332" y="5769428"/>
              <a:ext cx="302280" cy="269261"/>
            </p14:xfrm>
          </p:contentPart>
        </mc:Choice>
        <mc:Fallback xmlns="">
          <p:sp>
            <p:nvSpPr>
              <p:cNvPr id="1050545" name=""/>
              <p:cNvSpPr/>
              <p:nvPr/>
            </p:nvSpPr>
            <p:spPr>
              <a:xfrm>
                <a:off x="6615332" y="5769428"/>
                <a:ext cx="302280" cy="269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0546" name="Ink 1050545"/>
              <p14:cNvContentPartPr/>
              <p14:nvPr/>
            </p14:nvContentPartPr>
            <p14:xfrm>
              <a:off x="6896276" y="5625782"/>
              <a:ext cx="150309" cy="212770"/>
            </p14:xfrm>
          </p:contentPart>
        </mc:Choice>
        <mc:Fallback xmlns="">
          <p:sp>
            <p:nvSpPr>
              <p:cNvPr id="1050546" name=""/>
              <p:cNvSpPr/>
              <p:nvPr/>
            </p:nvSpPr>
            <p:spPr>
              <a:xfrm>
                <a:off x="6896276" y="5625782"/>
                <a:ext cx="150309" cy="212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0547" name="Ink 1050546"/>
              <p14:cNvContentPartPr/>
              <p14:nvPr/>
            </p14:nvContentPartPr>
            <p14:xfrm>
              <a:off x="6485960" y="5591289"/>
              <a:ext cx="259175" cy="6037"/>
            </p14:xfrm>
          </p:contentPart>
        </mc:Choice>
        <mc:Fallback xmlns="">
          <p:sp>
            <p:nvSpPr>
              <p:cNvPr id="1050547" name=""/>
              <p:cNvSpPr/>
              <p:nvPr/>
            </p:nvSpPr>
            <p:spPr>
              <a:xfrm>
                <a:off x="6485960" y="5591289"/>
                <a:ext cx="259175" cy="6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0548" name="Ink 1050547"/>
              <p14:cNvContentPartPr/>
              <p14:nvPr/>
            </p14:nvContentPartPr>
            <p14:xfrm>
              <a:off x="6629557" y="5502558"/>
              <a:ext cx="133691" cy="193609"/>
            </p14:xfrm>
          </p:contentPart>
        </mc:Choice>
        <mc:Fallback xmlns="">
          <p:sp>
            <p:nvSpPr>
              <p:cNvPr id="1050548" name=""/>
              <p:cNvSpPr/>
              <p:nvPr/>
            </p:nvSpPr>
            <p:spPr>
              <a:xfrm>
                <a:off x="6629557" y="5502558"/>
                <a:ext cx="133691" cy="1936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0549" name="Ink 1050548"/>
              <p14:cNvContentPartPr/>
              <p14:nvPr/>
            </p14:nvContentPartPr>
            <p14:xfrm>
              <a:off x="7025983" y="5765609"/>
              <a:ext cx="230808" cy="363887"/>
            </p14:xfrm>
          </p:contentPart>
        </mc:Choice>
        <mc:Fallback xmlns="">
          <p:sp>
            <p:nvSpPr>
              <p:cNvPr id="1050549" name=""/>
              <p:cNvSpPr/>
              <p:nvPr/>
            </p:nvSpPr>
            <p:spPr>
              <a:xfrm>
                <a:off x="7025983" y="5765609"/>
                <a:ext cx="230808" cy="363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0550" name="Ink 1050549"/>
              <p14:cNvContentPartPr/>
              <p14:nvPr/>
            </p14:nvContentPartPr>
            <p14:xfrm>
              <a:off x="7261472" y="5882382"/>
              <a:ext cx="124497" cy="183035"/>
            </p14:xfrm>
          </p:contentPart>
        </mc:Choice>
        <mc:Fallback xmlns="">
          <p:sp>
            <p:nvSpPr>
              <p:cNvPr id="1050550" name=""/>
              <p:cNvSpPr/>
              <p:nvPr/>
            </p:nvSpPr>
            <p:spPr>
              <a:xfrm>
                <a:off x="7261472" y="5882382"/>
                <a:ext cx="124497" cy="1830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0551" name="Ink 1050550"/>
              <p14:cNvContentPartPr/>
              <p14:nvPr/>
            </p14:nvContentPartPr>
            <p14:xfrm>
              <a:off x="3492840" y="4993208"/>
              <a:ext cx="6404" cy="1421519"/>
            </p14:xfrm>
          </p:contentPart>
        </mc:Choice>
        <mc:Fallback xmlns="">
          <p:sp>
            <p:nvSpPr>
              <p:cNvPr id="1050551" name=""/>
              <p:cNvSpPr/>
              <p:nvPr/>
            </p:nvSpPr>
            <p:spPr>
              <a:xfrm>
                <a:off x="3492840" y="4993208"/>
                <a:ext cx="6404" cy="1421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0552" name="Ink 1050551"/>
              <p14:cNvContentPartPr/>
              <p14:nvPr/>
            </p14:nvContentPartPr>
            <p14:xfrm>
              <a:off x="3444933" y="4962702"/>
              <a:ext cx="4163708" cy="1548194"/>
            </p14:xfrm>
          </p:contentPart>
        </mc:Choice>
        <mc:Fallback xmlns="">
          <p:sp>
            <p:nvSpPr>
              <p:cNvPr id="1050552" name=""/>
              <p:cNvSpPr/>
              <p:nvPr/>
            </p:nvSpPr>
            <p:spPr>
              <a:xfrm>
                <a:off x="3444933" y="4962702"/>
                <a:ext cx="4163708" cy="1548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0553" name="Ink 1050552"/>
              <p14:cNvContentPartPr/>
              <p14:nvPr/>
            </p14:nvContentPartPr>
            <p14:xfrm>
              <a:off x="3470585" y="5955396"/>
              <a:ext cx="428658" cy="394077"/>
            </p14:xfrm>
          </p:contentPart>
        </mc:Choice>
        <mc:Fallback xmlns="">
          <p:sp>
            <p:nvSpPr>
              <p:cNvPr id="1050553" name=""/>
              <p:cNvSpPr/>
              <p:nvPr/>
            </p:nvSpPr>
            <p:spPr>
              <a:xfrm>
                <a:off x="3470585" y="5955396"/>
                <a:ext cx="428658" cy="394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0554" name="Ink 1050553"/>
              <p14:cNvContentPartPr/>
              <p14:nvPr/>
            </p14:nvContentPartPr>
            <p14:xfrm>
              <a:off x="3482360" y="6352409"/>
              <a:ext cx="503123" cy="18569"/>
            </p14:xfrm>
          </p:contentPart>
        </mc:Choice>
        <mc:Fallback xmlns="">
          <p:sp>
            <p:nvSpPr>
              <p:cNvPr id="1050554" name=""/>
              <p:cNvSpPr/>
              <p:nvPr/>
            </p:nvSpPr>
            <p:spPr>
              <a:xfrm>
                <a:off x="3482360" y="6352409"/>
                <a:ext cx="503123" cy="18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0555" name="Ink 1050554"/>
              <p14:cNvContentPartPr/>
              <p14:nvPr/>
            </p14:nvContentPartPr>
            <p14:xfrm>
              <a:off x="3440399" y="4983897"/>
              <a:ext cx="228133" cy="1416336"/>
            </p14:xfrm>
          </p:contentPart>
        </mc:Choice>
        <mc:Fallback xmlns="">
          <p:sp>
            <p:nvSpPr>
              <p:cNvPr id="1050555" name=""/>
              <p:cNvSpPr/>
              <p:nvPr/>
            </p:nvSpPr>
            <p:spPr>
              <a:xfrm>
                <a:off x="3440399" y="4983897"/>
                <a:ext cx="228133" cy="1416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0556" name="Ink 1050555"/>
              <p14:cNvContentPartPr/>
              <p14:nvPr/>
            </p14:nvContentPartPr>
            <p14:xfrm>
              <a:off x="438153" y="1452264"/>
              <a:ext cx="78095" cy="4904461"/>
            </p14:xfrm>
          </p:contentPart>
        </mc:Choice>
        <mc:Fallback xmlns="">
          <p:sp>
            <p:nvSpPr>
              <p:cNvPr id="1050556" name=""/>
              <p:cNvSpPr/>
              <p:nvPr/>
            </p:nvSpPr>
            <p:spPr>
              <a:xfrm>
                <a:off x="438153" y="1452264"/>
                <a:ext cx="78095" cy="4904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0557" name="Ink 1050556"/>
              <p14:cNvContentPartPr/>
              <p14:nvPr/>
            </p14:nvContentPartPr>
            <p14:xfrm>
              <a:off x="498133" y="6444242"/>
              <a:ext cx="1376269" cy="109522"/>
            </p14:xfrm>
          </p:contentPart>
        </mc:Choice>
        <mc:Fallback xmlns="">
          <p:sp>
            <p:nvSpPr>
              <p:cNvPr id="1050557" name=""/>
              <p:cNvSpPr/>
              <p:nvPr/>
            </p:nvSpPr>
            <p:spPr>
              <a:xfrm>
                <a:off x="498133" y="6444242"/>
                <a:ext cx="1376269" cy="109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0558" name="Ink 1050557"/>
              <p14:cNvContentPartPr/>
              <p14:nvPr/>
            </p14:nvContentPartPr>
            <p14:xfrm>
              <a:off x="474221" y="4021017"/>
              <a:ext cx="110595" cy="2437476"/>
            </p14:xfrm>
          </p:contentPart>
        </mc:Choice>
        <mc:Fallback xmlns="">
          <p:sp>
            <p:nvSpPr>
              <p:cNvPr id="1050558" name=""/>
              <p:cNvSpPr/>
              <p:nvPr/>
            </p:nvSpPr>
            <p:spPr>
              <a:xfrm>
                <a:off x="474221" y="4021017"/>
                <a:ext cx="110595" cy="2437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0559" name="Ink 1050558"/>
              <p14:cNvContentPartPr/>
              <p14:nvPr/>
            </p14:nvContentPartPr>
            <p14:xfrm>
              <a:off x="543031" y="6384731"/>
              <a:ext cx="1367379" cy="139776"/>
            </p14:xfrm>
          </p:contentPart>
        </mc:Choice>
        <mc:Fallback xmlns="">
          <p:sp>
            <p:nvSpPr>
              <p:cNvPr id="1050559" name=""/>
              <p:cNvSpPr/>
              <p:nvPr/>
            </p:nvSpPr>
            <p:spPr>
              <a:xfrm>
                <a:off x="543031" y="6384731"/>
                <a:ext cx="1367379" cy="139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0560" name="Ink 1050559"/>
              <p14:cNvContentPartPr/>
              <p14:nvPr/>
            </p14:nvContentPartPr>
            <p14:xfrm>
              <a:off x="468192" y="3780220"/>
              <a:ext cx="159743" cy="2664022"/>
            </p14:xfrm>
          </p:contentPart>
        </mc:Choice>
        <mc:Fallback xmlns="">
          <p:sp>
            <p:nvSpPr>
              <p:cNvPr id="1050560" name=""/>
              <p:cNvSpPr/>
              <p:nvPr/>
            </p:nvSpPr>
            <p:spPr>
              <a:xfrm>
                <a:off x="468192" y="3780220"/>
                <a:ext cx="159743" cy="2664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0561" name="Ink 1050560"/>
              <p14:cNvContentPartPr/>
              <p14:nvPr/>
            </p14:nvContentPartPr>
            <p14:xfrm>
              <a:off x="433676" y="6407485"/>
              <a:ext cx="1810562" cy="227965"/>
            </p14:xfrm>
          </p:contentPart>
        </mc:Choice>
        <mc:Fallback xmlns="">
          <p:sp>
            <p:nvSpPr>
              <p:cNvPr id="1050561" name=""/>
              <p:cNvSpPr/>
              <p:nvPr/>
            </p:nvSpPr>
            <p:spPr>
              <a:xfrm>
                <a:off x="433676" y="6407485"/>
                <a:ext cx="1810562" cy="227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0562" name="Ink 1050561"/>
              <p14:cNvContentPartPr/>
              <p14:nvPr/>
            </p14:nvContentPartPr>
            <p14:xfrm>
              <a:off x="413572" y="1226984"/>
              <a:ext cx="157020" cy="5180500"/>
            </p14:xfrm>
          </p:contentPart>
        </mc:Choice>
        <mc:Fallback xmlns="">
          <p:sp>
            <p:nvSpPr>
              <p:cNvPr id="1050562" name=""/>
              <p:cNvSpPr/>
              <p:nvPr/>
            </p:nvSpPr>
            <p:spPr>
              <a:xfrm>
                <a:off x="413572" y="1226984"/>
                <a:ext cx="157020" cy="51805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0563" name="Ink 1050562"/>
              <p14:cNvContentPartPr/>
              <p14:nvPr/>
            </p14:nvContentPartPr>
            <p14:xfrm>
              <a:off x="440789" y="5234755"/>
              <a:ext cx="1819044" cy="1291489"/>
            </p14:xfrm>
          </p:contentPart>
        </mc:Choice>
        <mc:Fallback xmlns="">
          <p:sp>
            <p:nvSpPr>
              <p:cNvPr id="1050563" name=""/>
              <p:cNvSpPr/>
              <p:nvPr/>
            </p:nvSpPr>
            <p:spPr>
              <a:xfrm>
                <a:off x="440789" y="5234755"/>
                <a:ext cx="1819044" cy="1291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0566" name="Ink 1050565"/>
              <p14:cNvContentPartPr/>
              <p14:nvPr/>
            </p14:nvContentPartPr>
            <p14:xfrm>
              <a:off x="7257882" y="146258"/>
              <a:ext cx="394986" cy="6589541"/>
            </p14:xfrm>
          </p:contentPart>
        </mc:Choice>
        <mc:Fallback xmlns="">
          <p:sp>
            <p:nvSpPr>
              <p:cNvPr id="1050566" name=""/>
              <p:cNvSpPr/>
              <p:nvPr/>
            </p:nvSpPr>
            <p:spPr>
              <a:xfrm>
                <a:off x="7257882" y="146258"/>
                <a:ext cx="394986" cy="6589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0567" name="Ink 1050566"/>
              <p14:cNvContentPartPr/>
              <p14:nvPr/>
            </p14:nvContentPartPr>
            <p14:xfrm>
              <a:off x="7842993" y="605151"/>
              <a:ext cx="166355" cy="226820"/>
            </p14:xfrm>
          </p:contentPart>
        </mc:Choice>
        <mc:Fallback xmlns="">
          <p:sp>
            <p:nvSpPr>
              <p:cNvPr id="1050567" name=""/>
              <p:cNvSpPr/>
              <p:nvPr/>
            </p:nvSpPr>
            <p:spPr>
              <a:xfrm>
                <a:off x="7842993" y="605151"/>
                <a:ext cx="166355" cy="226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0568" name="Ink 1050567"/>
              <p14:cNvContentPartPr/>
              <p14:nvPr/>
            </p14:nvContentPartPr>
            <p14:xfrm>
              <a:off x="7969801" y="540085"/>
              <a:ext cx="158716" cy="246109"/>
            </p14:xfrm>
          </p:contentPart>
        </mc:Choice>
        <mc:Fallback xmlns="">
          <p:sp>
            <p:nvSpPr>
              <p:cNvPr id="1050568" name=""/>
              <p:cNvSpPr/>
              <p:nvPr/>
            </p:nvSpPr>
            <p:spPr>
              <a:xfrm>
                <a:off x="7969801" y="540085"/>
                <a:ext cx="158716" cy="246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0569" name="Ink 1050568"/>
              <p14:cNvContentPartPr/>
              <p14:nvPr/>
            </p14:nvContentPartPr>
            <p14:xfrm>
              <a:off x="8189834" y="545086"/>
              <a:ext cx="61374" cy="295300"/>
            </p14:xfrm>
          </p:contentPart>
        </mc:Choice>
        <mc:Fallback xmlns="">
          <p:sp>
            <p:nvSpPr>
              <p:cNvPr id="1050569" name=""/>
              <p:cNvSpPr/>
              <p:nvPr/>
            </p:nvSpPr>
            <p:spPr>
              <a:xfrm>
                <a:off x="8189834" y="545086"/>
                <a:ext cx="61374" cy="2953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0570" name="Ink 1050569"/>
              <p14:cNvContentPartPr/>
              <p14:nvPr/>
            </p14:nvContentPartPr>
            <p14:xfrm>
              <a:off x="8293128" y="547337"/>
              <a:ext cx="58543" cy="239434"/>
            </p14:xfrm>
          </p:contentPart>
        </mc:Choice>
        <mc:Fallback xmlns="">
          <p:sp>
            <p:nvSpPr>
              <p:cNvPr id="1050570" name=""/>
              <p:cNvSpPr/>
              <p:nvPr/>
            </p:nvSpPr>
            <p:spPr>
              <a:xfrm>
                <a:off x="8293128" y="547337"/>
                <a:ext cx="58543" cy="239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0571" name="Ink 1050570"/>
              <p14:cNvContentPartPr/>
              <p14:nvPr/>
            </p14:nvContentPartPr>
            <p14:xfrm>
              <a:off x="8257876" y="596538"/>
              <a:ext cx="168899" cy="96827"/>
            </p14:xfrm>
          </p:contentPart>
        </mc:Choice>
        <mc:Fallback xmlns="">
          <p:sp>
            <p:nvSpPr>
              <p:cNvPr id="1050571" name=""/>
              <p:cNvSpPr/>
              <p:nvPr/>
            </p:nvSpPr>
            <p:spPr>
              <a:xfrm>
                <a:off x="8257876" y="596538"/>
                <a:ext cx="168899" cy="968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0572" name="Ink 1050571"/>
              <p14:cNvContentPartPr/>
              <p14:nvPr/>
            </p14:nvContentPartPr>
            <p14:xfrm>
              <a:off x="8395558" y="525333"/>
              <a:ext cx="83155" cy="340181"/>
            </p14:xfrm>
          </p:contentPart>
        </mc:Choice>
        <mc:Fallback xmlns="">
          <p:sp>
            <p:nvSpPr>
              <p:cNvPr id="1050572" name=""/>
              <p:cNvSpPr/>
              <p:nvPr/>
            </p:nvSpPr>
            <p:spPr>
              <a:xfrm>
                <a:off x="8395558" y="525333"/>
                <a:ext cx="83155" cy="3401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0573" name="Ink 1050572"/>
              <p14:cNvContentPartPr/>
              <p14:nvPr/>
            </p14:nvContentPartPr>
            <p14:xfrm>
              <a:off x="8611278" y="663786"/>
              <a:ext cx="108502" cy="5944"/>
            </p14:xfrm>
          </p:contentPart>
        </mc:Choice>
        <mc:Fallback xmlns="">
          <p:sp>
            <p:nvSpPr>
              <p:cNvPr id="1050573" name=""/>
              <p:cNvSpPr/>
              <p:nvPr/>
            </p:nvSpPr>
            <p:spPr>
              <a:xfrm>
                <a:off x="8611278" y="663786"/>
                <a:ext cx="108502" cy="5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0574" name="Ink 1050573"/>
              <p14:cNvContentPartPr/>
              <p14:nvPr/>
            </p14:nvContentPartPr>
            <p14:xfrm>
              <a:off x="8589496" y="743195"/>
              <a:ext cx="169248" cy="59441"/>
            </p14:xfrm>
          </p:contentPart>
        </mc:Choice>
        <mc:Fallback xmlns="">
          <p:sp>
            <p:nvSpPr>
              <p:cNvPr id="1050574" name=""/>
              <p:cNvSpPr/>
              <p:nvPr/>
            </p:nvSpPr>
            <p:spPr>
              <a:xfrm>
                <a:off x="8589496" y="743195"/>
                <a:ext cx="169248" cy="59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0575" name="Ink 1050574"/>
              <p14:cNvContentPartPr/>
              <p14:nvPr/>
            </p14:nvContentPartPr>
            <p14:xfrm>
              <a:off x="8848461" y="459820"/>
              <a:ext cx="187790" cy="376455"/>
            </p14:xfrm>
          </p:contentPart>
        </mc:Choice>
        <mc:Fallback xmlns="">
          <p:sp>
            <p:nvSpPr>
              <p:cNvPr id="1050575" name=""/>
              <p:cNvSpPr/>
              <p:nvPr/>
            </p:nvSpPr>
            <p:spPr>
              <a:xfrm>
                <a:off x="8848461" y="459820"/>
                <a:ext cx="187790" cy="3764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0576" name="Ink 1050575"/>
              <p14:cNvContentPartPr/>
              <p14:nvPr/>
            </p14:nvContentPartPr>
            <p14:xfrm>
              <a:off x="8885110" y="533084"/>
              <a:ext cx="170925" cy="280139"/>
            </p14:xfrm>
          </p:contentPart>
        </mc:Choice>
        <mc:Fallback xmlns="">
          <p:sp>
            <p:nvSpPr>
              <p:cNvPr id="1050576" name=""/>
              <p:cNvSpPr/>
              <p:nvPr/>
            </p:nvSpPr>
            <p:spPr>
              <a:xfrm>
                <a:off x="8885110" y="533084"/>
                <a:ext cx="170925" cy="2801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0577" name="Ink 1050576"/>
              <p14:cNvContentPartPr/>
              <p14:nvPr/>
            </p14:nvContentPartPr>
            <p14:xfrm>
              <a:off x="9108839" y="580435"/>
              <a:ext cx="202802" cy="182914"/>
            </p14:xfrm>
          </p:contentPart>
        </mc:Choice>
        <mc:Fallback xmlns="">
          <p:sp>
            <p:nvSpPr>
              <p:cNvPr id="1050577" name=""/>
              <p:cNvSpPr/>
              <p:nvPr/>
            </p:nvSpPr>
            <p:spPr>
              <a:xfrm>
                <a:off x="9108839" y="580435"/>
                <a:ext cx="202802" cy="1829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0578" name="Ink 1050577"/>
              <p14:cNvContentPartPr/>
              <p14:nvPr/>
            </p14:nvContentPartPr>
            <p14:xfrm>
              <a:off x="9194504" y="428132"/>
              <a:ext cx="157048" cy="31687"/>
            </p14:xfrm>
          </p:contentPart>
        </mc:Choice>
        <mc:Fallback xmlns="">
          <p:sp>
            <p:nvSpPr>
              <p:cNvPr id="1050578" name=""/>
              <p:cNvSpPr/>
              <p:nvPr/>
            </p:nvSpPr>
            <p:spPr>
              <a:xfrm>
                <a:off x="9194504" y="428132"/>
                <a:ext cx="157048" cy="31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0579" name="Ink 1050578"/>
              <p14:cNvContentPartPr/>
              <p14:nvPr/>
            </p14:nvContentPartPr>
            <p14:xfrm>
              <a:off x="9421019" y="189767"/>
              <a:ext cx="119676" cy="335548"/>
            </p14:xfrm>
          </p:contentPart>
        </mc:Choice>
        <mc:Fallback xmlns="">
          <p:sp>
            <p:nvSpPr>
              <p:cNvPr id="1050579" name=""/>
              <p:cNvSpPr/>
              <p:nvPr/>
            </p:nvSpPr>
            <p:spPr>
              <a:xfrm>
                <a:off x="9421019" y="189767"/>
                <a:ext cx="119676" cy="3355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0580" name="Ink 1050579"/>
              <p14:cNvContentPartPr/>
              <p14:nvPr/>
            </p14:nvContentPartPr>
            <p14:xfrm>
              <a:off x="9570495" y="189767"/>
              <a:ext cx="20531" cy="243839"/>
            </p14:xfrm>
          </p:contentPart>
        </mc:Choice>
        <mc:Fallback xmlns="">
          <p:sp>
            <p:nvSpPr>
              <p:cNvPr id="1050580" name=""/>
              <p:cNvSpPr/>
              <p:nvPr/>
            </p:nvSpPr>
            <p:spPr>
              <a:xfrm>
                <a:off x="9570495" y="189767"/>
                <a:ext cx="20531" cy="2438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0581" name="Ink 1050580"/>
              <p14:cNvContentPartPr/>
              <p14:nvPr/>
            </p14:nvContentPartPr>
            <p14:xfrm>
              <a:off x="9555019" y="299230"/>
              <a:ext cx="115134" cy="14811"/>
            </p14:xfrm>
          </p:contentPart>
        </mc:Choice>
        <mc:Fallback xmlns="">
          <p:sp>
            <p:nvSpPr>
              <p:cNvPr id="1050581" name=""/>
              <p:cNvSpPr/>
              <p:nvPr/>
            </p:nvSpPr>
            <p:spPr>
              <a:xfrm>
                <a:off x="9555019" y="299230"/>
                <a:ext cx="115134" cy="14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0582" name="Ink 1050581"/>
              <p14:cNvContentPartPr/>
              <p14:nvPr/>
            </p14:nvContentPartPr>
            <p14:xfrm>
              <a:off x="9537735" y="520247"/>
              <a:ext cx="467564" cy="251989"/>
            </p14:xfrm>
          </p:contentPart>
        </mc:Choice>
        <mc:Fallback xmlns="">
          <p:sp>
            <p:nvSpPr>
              <p:cNvPr id="1050582" name=""/>
              <p:cNvSpPr/>
              <p:nvPr/>
            </p:nvSpPr>
            <p:spPr>
              <a:xfrm>
                <a:off x="9537735" y="520247"/>
                <a:ext cx="467564" cy="251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0583" name="Ink 1050582"/>
              <p14:cNvContentPartPr/>
              <p14:nvPr/>
            </p14:nvContentPartPr>
            <p14:xfrm>
              <a:off x="10144377" y="452818"/>
              <a:ext cx="249212" cy="213337"/>
            </p14:xfrm>
          </p:contentPart>
        </mc:Choice>
        <mc:Fallback xmlns="">
          <p:sp>
            <p:nvSpPr>
              <p:cNvPr id="1050583" name=""/>
              <p:cNvSpPr/>
              <p:nvPr/>
            </p:nvSpPr>
            <p:spPr>
              <a:xfrm>
                <a:off x="10144377" y="452818"/>
                <a:ext cx="249212" cy="213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0584" name="Ink 1050583"/>
              <p14:cNvContentPartPr/>
              <p14:nvPr/>
            </p14:nvContentPartPr>
            <p14:xfrm>
              <a:off x="10325161" y="690643"/>
              <a:ext cx="143533" cy="93227"/>
            </p14:xfrm>
          </p:contentPart>
        </mc:Choice>
        <mc:Fallback xmlns="">
          <p:sp>
            <p:nvSpPr>
              <p:cNvPr id="1050584" name=""/>
              <p:cNvSpPr/>
              <p:nvPr/>
            </p:nvSpPr>
            <p:spPr>
              <a:xfrm>
                <a:off x="10325161" y="690643"/>
                <a:ext cx="143533" cy="932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0585" name="Ink 1050584"/>
              <p14:cNvContentPartPr/>
              <p14:nvPr/>
            </p14:nvContentPartPr>
            <p14:xfrm>
              <a:off x="10516302" y="460820"/>
              <a:ext cx="47803" cy="216123"/>
            </p14:xfrm>
          </p:contentPart>
        </mc:Choice>
        <mc:Fallback xmlns="">
          <p:sp>
            <p:nvSpPr>
              <p:cNvPr id="1050585" name=""/>
              <p:cNvSpPr/>
              <p:nvPr/>
            </p:nvSpPr>
            <p:spPr>
              <a:xfrm>
                <a:off x="10516302" y="460820"/>
                <a:ext cx="47803" cy="2161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0586" name="Ink 1050585"/>
              <p14:cNvContentPartPr/>
              <p14:nvPr/>
            </p14:nvContentPartPr>
            <p14:xfrm>
              <a:off x="10477422" y="555324"/>
              <a:ext cx="178176" cy="21268"/>
            </p14:xfrm>
          </p:contentPart>
        </mc:Choice>
        <mc:Fallback xmlns="">
          <p:sp>
            <p:nvSpPr>
              <p:cNvPr id="1050586" name=""/>
              <p:cNvSpPr/>
              <p:nvPr/>
            </p:nvSpPr>
            <p:spPr>
              <a:xfrm>
                <a:off x="10477422" y="555324"/>
                <a:ext cx="178176" cy="21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0587" name="Ink 1050586"/>
              <p14:cNvContentPartPr/>
              <p14:nvPr/>
            </p14:nvContentPartPr>
            <p14:xfrm>
              <a:off x="10693464" y="581751"/>
              <a:ext cx="180489" cy="31598"/>
            </p14:xfrm>
          </p:contentPart>
        </mc:Choice>
        <mc:Fallback xmlns="">
          <p:sp>
            <p:nvSpPr>
              <p:cNvPr id="1050587" name=""/>
              <p:cNvSpPr/>
              <p:nvPr/>
            </p:nvSpPr>
            <p:spPr>
              <a:xfrm>
                <a:off x="10693464" y="581751"/>
                <a:ext cx="180489" cy="31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0588" name="Ink 1050587"/>
              <p14:cNvContentPartPr/>
              <p14:nvPr/>
            </p14:nvContentPartPr>
            <p14:xfrm>
              <a:off x="10749443" y="503828"/>
              <a:ext cx="30260" cy="170276"/>
            </p14:xfrm>
          </p:contentPart>
        </mc:Choice>
        <mc:Fallback xmlns="">
          <p:sp>
            <p:nvSpPr>
              <p:cNvPr id="1050588" name=""/>
              <p:cNvSpPr/>
              <p:nvPr/>
            </p:nvSpPr>
            <p:spPr>
              <a:xfrm>
                <a:off x="10749443" y="503828"/>
                <a:ext cx="30260" cy="170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0589" name="Ink 1050588"/>
              <p14:cNvContentPartPr/>
              <p14:nvPr/>
            </p14:nvContentPartPr>
            <p14:xfrm>
              <a:off x="10927559" y="481574"/>
              <a:ext cx="203425" cy="155792"/>
            </p14:xfrm>
          </p:contentPart>
        </mc:Choice>
        <mc:Fallback xmlns="">
          <p:sp>
            <p:nvSpPr>
              <p:cNvPr id="1050589" name=""/>
              <p:cNvSpPr/>
              <p:nvPr/>
            </p:nvSpPr>
            <p:spPr>
              <a:xfrm>
                <a:off x="10927559" y="481574"/>
                <a:ext cx="203425" cy="1557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0590" name="Ink 1050589"/>
              <p14:cNvContentPartPr/>
              <p14:nvPr/>
            </p14:nvContentPartPr>
            <p14:xfrm>
              <a:off x="11100949" y="408560"/>
              <a:ext cx="165708" cy="394817"/>
            </p14:xfrm>
          </p:contentPart>
        </mc:Choice>
        <mc:Fallback xmlns="">
          <p:sp>
            <p:nvSpPr>
              <p:cNvPr id="1050590" name=""/>
              <p:cNvSpPr/>
              <p:nvPr/>
            </p:nvSpPr>
            <p:spPr>
              <a:xfrm>
                <a:off x="11100949" y="408560"/>
                <a:ext cx="165708" cy="3948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0591" name="Ink 1050590"/>
              <p14:cNvContentPartPr/>
              <p14:nvPr/>
            </p14:nvContentPartPr>
            <p14:xfrm>
              <a:off x="10960101" y="525333"/>
              <a:ext cx="100546" cy="228626"/>
            </p14:xfrm>
          </p:contentPart>
        </mc:Choice>
        <mc:Fallback xmlns="">
          <p:sp>
            <p:nvSpPr>
              <p:cNvPr id="1050591" name=""/>
              <p:cNvSpPr/>
              <p:nvPr/>
            </p:nvSpPr>
            <p:spPr>
              <a:xfrm>
                <a:off x="10960101" y="525333"/>
                <a:ext cx="100546" cy="228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0592" name="Ink 1050591"/>
              <p14:cNvContentPartPr/>
              <p14:nvPr/>
            </p14:nvContentPartPr>
            <p14:xfrm>
              <a:off x="10050745" y="371802"/>
              <a:ext cx="80831" cy="475649"/>
            </p14:xfrm>
          </p:contentPart>
        </mc:Choice>
        <mc:Fallback xmlns="">
          <p:sp>
            <p:nvSpPr>
              <p:cNvPr id="1050592" name=""/>
              <p:cNvSpPr/>
              <p:nvPr/>
            </p:nvSpPr>
            <p:spPr>
              <a:xfrm>
                <a:off x="10050745" y="371802"/>
                <a:ext cx="80831" cy="4756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0593" name="Ink 1050592"/>
              <p14:cNvContentPartPr/>
              <p14:nvPr/>
            </p14:nvContentPartPr>
            <p14:xfrm>
              <a:off x="7904918" y="1362963"/>
              <a:ext cx="162744" cy="225916"/>
            </p14:xfrm>
          </p:contentPart>
        </mc:Choice>
        <mc:Fallback xmlns="">
          <p:sp>
            <p:nvSpPr>
              <p:cNvPr id="1050593" name=""/>
              <p:cNvSpPr/>
              <p:nvPr/>
            </p:nvSpPr>
            <p:spPr>
              <a:xfrm>
                <a:off x="7904918" y="1362963"/>
                <a:ext cx="162744" cy="225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0594" name="Ink 1050593"/>
              <p14:cNvContentPartPr/>
              <p14:nvPr/>
            </p14:nvContentPartPr>
            <p14:xfrm>
              <a:off x="8048305" y="1334991"/>
              <a:ext cx="120797" cy="228966"/>
            </p14:xfrm>
          </p:contentPart>
        </mc:Choice>
        <mc:Fallback xmlns="">
          <p:sp>
            <p:nvSpPr>
              <p:cNvPr id="1050594" name=""/>
              <p:cNvSpPr/>
              <p:nvPr/>
            </p:nvSpPr>
            <p:spPr>
              <a:xfrm>
                <a:off x="8048305" y="1334991"/>
                <a:ext cx="120797" cy="228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0595" name="Ink 1050594"/>
              <p14:cNvContentPartPr/>
              <p14:nvPr/>
            </p14:nvContentPartPr>
            <p14:xfrm>
              <a:off x="8041833" y="1152955"/>
              <a:ext cx="12947" cy="91565"/>
            </p14:xfrm>
          </p:contentPart>
        </mc:Choice>
        <mc:Fallback xmlns="">
          <p:sp>
            <p:nvSpPr>
              <p:cNvPr id="1050595" name=""/>
              <p:cNvSpPr/>
              <p:nvPr/>
            </p:nvSpPr>
            <p:spPr>
              <a:xfrm>
                <a:off x="8041833" y="1152955"/>
                <a:ext cx="12947" cy="91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0596" name="Ink 1050595"/>
              <p14:cNvContentPartPr/>
              <p14:nvPr/>
            </p14:nvContentPartPr>
            <p14:xfrm>
              <a:off x="8279658" y="1407200"/>
              <a:ext cx="134128" cy="10268"/>
            </p14:xfrm>
          </p:contentPart>
        </mc:Choice>
        <mc:Fallback xmlns="">
          <p:sp>
            <p:nvSpPr>
              <p:cNvPr id="1050596" name=""/>
              <p:cNvSpPr/>
              <p:nvPr/>
            </p:nvSpPr>
            <p:spPr>
              <a:xfrm>
                <a:off x="8279658" y="1407200"/>
                <a:ext cx="134128" cy="102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0597" name="Ink 1050596"/>
              <p14:cNvContentPartPr/>
              <p14:nvPr/>
            </p14:nvContentPartPr>
            <p14:xfrm>
              <a:off x="8293883" y="1531520"/>
              <a:ext cx="151465" cy="37766"/>
            </p14:xfrm>
          </p:contentPart>
        </mc:Choice>
        <mc:Fallback xmlns="">
          <p:sp>
            <p:nvSpPr>
              <p:cNvPr id="1050597" name=""/>
              <p:cNvSpPr/>
              <p:nvPr/>
            </p:nvSpPr>
            <p:spPr>
              <a:xfrm>
                <a:off x="8293883" y="1531520"/>
                <a:ext cx="151465" cy="37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0598" name="Ink 1050597"/>
              <p14:cNvContentPartPr/>
              <p14:nvPr/>
            </p14:nvContentPartPr>
            <p14:xfrm>
              <a:off x="8567714" y="1466767"/>
              <a:ext cx="180480" cy="36507"/>
            </p14:xfrm>
          </p:contentPart>
        </mc:Choice>
        <mc:Fallback xmlns="">
          <p:sp>
            <p:nvSpPr>
              <p:cNvPr id="1050598" name=""/>
              <p:cNvSpPr/>
              <p:nvPr/>
            </p:nvSpPr>
            <p:spPr>
              <a:xfrm>
                <a:off x="8567714" y="1466767"/>
                <a:ext cx="180480" cy="36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0599" name="Ink 1050598"/>
              <p14:cNvContentPartPr/>
              <p14:nvPr/>
            </p14:nvContentPartPr>
            <p14:xfrm>
              <a:off x="8888100" y="1211717"/>
              <a:ext cx="169933" cy="357434"/>
            </p14:xfrm>
          </p:contentPart>
        </mc:Choice>
        <mc:Fallback xmlns="">
          <p:sp>
            <p:nvSpPr>
              <p:cNvPr id="1050599" name=""/>
              <p:cNvSpPr/>
              <p:nvPr/>
            </p:nvSpPr>
            <p:spPr>
              <a:xfrm>
                <a:off x="8888100" y="1211717"/>
                <a:ext cx="169933" cy="357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0600" name="Ink 1050599"/>
              <p14:cNvContentPartPr/>
              <p14:nvPr/>
            </p14:nvContentPartPr>
            <p14:xfrm>
              <a:off x="8906447" y="1269728"/>
              <a:ext cx="119248" cy="265770"/>
            </p14:xfrm>
          </p:contentPart>
        </mc:Choice>
        <mc:Fallback xmlns="">
          <p:sp>
            <p:nvSpPr>
              <p:cNvPr id="1050600" name=""/>
              <p:cNvSpPr/>
              <p:nvPr/>
            </p:nvSpPr>
            <p:spPr>
              <a:xfrm>
                <a:off x="8906447" y="1269728"/>
                <a:ext cx="119248" cy="265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0601" name="Ink 1050600"/>
              <p14:cNvContentPartPr/>
              <p14:nvPr/>
            </p14:nvContentPartPr>
            <p14:xfrm>
              <a:off x="9173166" y="1276975"/>
              <a:ext cx="314762" cy="224945"/>
            </p14:xfrm>
          </p:contentPart>
        </mc:Choice>
        <mc:Fallback xmlns="">
          <p:sp>
            <p:nvSpPr>
              <p:cNvPr id="1050601" name=""/>
              <p:cNvSpPr/>
              <p:nvPr/>
            </p:nvSpPr>
            <p:spPr>
              <a:xfrm>
                <a:off x="9173166" y="1276975"/>
                <a:ext cx="314762" cy="2249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0602" name="Ink 1050601"/>
              <p14:cNvContentPartPr/>
              <p14:nvPr/>
            </p14:nvContentPartPr>
            <p14:xfrm>
              <a:off x="9490117" y="1504792"/>
              <a:ext cx="95624" cy="81761"/>
            </p14:xfrm>
          </p:contentPart>
        </mc:Choice>
        <mc:Fallback xmlns="">
          <p:sp>
            <p:nvSpPr>
              <p:cNvPr id="1050602" name=""/>
              <p:cNvSpPr/>
              <p:nvPr/>
            </p:nvSpPr>
            <p:spPr>
              <a:xfrm>
                <a:off x="9490117" y="1504792"/>
                <a:ext cx="95624" cy="817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0603" name="Ink 1050602"/>
              <p14:cNvContentPartPr/>
              <p14:nvPr/>
            </p14:nvContentPartPr>
            <p14:xfrm>
              <a:off x="9662665" y="1285138"/>
              <a:ext cx="159073" cy="187635"/>
            </p14:xfrm>
          </p:contentPart>
        </mc:Choice>
        <mc:Fallback xmlns="">
          <p:sp>
            <p:nvSpPr>
              <p:cNvPr id="1050603" name=""/>
              <p:cNvSpPr/>
              <p:nvPr/>
            </p:nvSpPr>
            <p:spPr>
              <a:xfrm>
                <a:off x="9662665" y="1285138"/>
                <a:ext cx="159073" cy="187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0604" name="Ink 1050603"/>
              <p14:cNvContentPartPr/>
              <p14:nvPr/>
            </p14:nvContentPartPr>
            <p14:xfrm>
              <a:off x="9735054" y="1181970"/>
              <a:ext cx="145981" cy="14743"/>
            </p14:xfrm>
          </p:contentPart>
        </mc:Choice>
        <mc:Fallback xmlns="">
          <p:sp>
            <p:nvSpPr>
              <p:cNvPr id="1050604" name=""/>
              <p:cNvSpPr/>
              <p:nvPr/>
            </p:nvSpPr>
            <p:spPr>
              <a:xfrm>
                <a:off x="9735054" y="1181970"/>
                <a:ext cx="145981" cy="147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0605" name="Ink 1050604"/>
              <p14:cNvContentPartPr/>
              <p14:nvPr/>
            </p14:nvContentPartPr>
            <p14:xfrm>
              <a:off x="9877530" y="985423"/>
              <a:ext cx="123571" cy="359210"/>
            </p14:xfrm>
          </p:contentPart>
        </mc:Choice>
        <mc:Fallback xmlns="">
          <p:sp>
            <p:nvSpPr>
              <p:cNvPr id="1050605" name=""/>
              <p:cNvSpPr/>
              <p:nvPr/>
            </p:nvSpPr>
            <p:spPr>
              <a:xfrm>
                <a:off x="9877530" y="985423"/>
                <a:ext cx="123571" cy="3592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0606" name="Ink 1050605"/>
              <p14:cNvContentPartPr/>
              <p14:nvPr/>
            </p14:nvContentPartPr>
            <p14:xfrm>
              <a:off x="10053400" y="999675"/>
              <a:ext cx="28747" cy="264966"/>
            </p14:xfrm>
          </p:contentPart>
        </mc:Choice>
        <mc:Fallback xmlns="">
          <p:sp>
            <p:nvSpPr>
              <p:cNvPr id="1050606" name=""/>
              <p:cNvSpPr/>
              <p:nvPr/>
            </p:nvSpPr>
            <p:spPr>
              <a:xfrm>
                <a:off x="10053400" y="999675"/>
                <a:ext cx="28747" cy="2649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0607" name="Ink 1050606"/>
              <p14:cNvContentPartPr/>
              <p14:nvPr/>
            </p14:nvContentPartPr>
            <p14:xfrm>
              <a:off x="10037780" y="1131201"/>
              <a:ext cx="115134" cy="7251"/>
            </p14:xfrm>
          </p:contentPart>
        </mc:Choice>
        <mc:Fallback xmlns="">
          <p:sp>
            <p:nvSpPr>
              <p:cNvPr id="1050607" name=""/>
              <p:cNvSpPr/>
              <p:nvPr/>
            </p:nvSpPr>
            <p:spPr>
              <a:xfrm>
                <a:off x="10037780" y="1131201"/>
                <a:ext cx="115134" cy="72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0608" name="Ink 1050607"/>
              <p14:cNvContentPartPr/>
              <p14:nvPr/>
            </p14:nvContentPartPr>
            <p14:xfrm>
              <a:off x="10113698" y="1306236"/>
              <a:ext cx="431630" cy="189787"/>
            </p14:xfrm>
          </p:contentPart>
        </mc:Choice>
        <mc:Fallback xmlns="">
          <p:sp>
            <p:nvSpPr>
              <p:cNvPr id="1050608" name=""/>
              <p:cNvSpPr/>
              <p:nvPr/>
            </p:nvSpPr>
            <p:spPr>
              <a:xfrm>
                <a:off x="10113698" y="1306236"/>
                <a:ext cx="431630" cy="189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0609" name="Ink 1050608"/>
              <p14:cNvContentPartPr/>
              <p14:nvPr/>
            </p14:nvContentPartPr>
            <p14:xfrm>
              <a:off x="10582897" y="1141953"/>
              <a:ext cx="87451" cy="405402"/>
            </p14:xfrm>
          </p:contentPart>
        </mc:Choice>
        <mc:Fallback xmlns="">
          <p:sp>
            <p:nvSpPr>
              <p:cNvPr id="1050609" name=""/>
              <p:cNvSpPr/>
              <p:nvPr/>
            </p:nvSpPr>
            <p:spPr>
              <a:xfrm>
                <a:off x="10582897" y="1141953"/>
                <a:ext cx="87451" cy="405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0610" name="Ink 1050609"/>
              <p14:cNvContentPartPr/>
              <p14:nvPr/>
            </p14:nvContentPartPr>
            <p14:xfrm>
              <a:off x="10060023" y="1182461"/>
              <a:ext cx="442111" cy="400321"/>
            </p14:xfrm>
          </p:contentPart>
        </mc:Choice>
        <mc:Fallback xmlns="">
          <p:sp>
            <p:nvSpPr>
              <p:cNvPr id="1050610" name=""/>
              <p:cNvSpPr/>
              <p:nvPr/>
            </p:nvSpPr>
            <p:spPr>
              <a:xfrm>
                <a:off x="10060023" y="1182461"/>
                <a:ext cx="442111" cy="4003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0611" name="Ink 1050610"/>
              <p14:cNvContentPartPr/>
              <p14:nvPr/>
            </p14:nvContentPartPr>
            <p14:xfrm>
              <a:off x="10354731" y="1211717"/>
              <a:ext cx="7113" cy="73014"/>
            </p14:xfrm>
          </p:contentPart>
        </mc:Choice>
        <mc:Fallback xmlns="">
          <p:sp>
            <p:nvSpPr>
              <p:cNvPr id="1050611" name=""/>
              <p:cNvSpPr/>
              <p:nvPr/>
            </p:nvSpPr>
            <p:spPr>
              <a:xfrm>
                <a:off x="10354731" y="1211717"/>
                <a:ext cx="7113" cy="73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0612" name="Ink 1050611"/>
              <p14:cNvContentPartPr/>
              <p14:nvPr/>
            </p14:nvContentPartPr>
            <p14:xfrm>
              <a:off x="10738250" y="1303705"/>
              <a:ext cx="189909" cy="99964"/>
            </p14:xfrm>
          </p:contentPart>
        </mc:Choice>
        <mc:Fallback xmlns="">
          <p:sp>
            <p:nvSpPr>
              <p:cNvPr id="1050612" name=""/>
              <p:cNvSpPr/>
              <p:nvPr/>
            </p:nvSpPr>
            <p:spPr>
              <a:xfrm>
                <a:off x="10738250" y="1303705"/>
                <a:ext cx="189909" cy="99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0613" name="Ink 1050612"/>
              <p14:cNvContentPartPr/>
              <p14:nvPr/>
            </p14:nvContentPartPr>
            <p14:xfrm>
              <a:off x="10944722" y="1395918"/>
              <a:ext cx="81209" cy="59224"/>
            </p14:xfrm>
          </p:contentPart>
        </mc:Choice>
        <mc:Fallback xmlns="">
          <p:sp>
            <p:nvSpPr>
              <p:cNvPr id="1050613" name=""/>
              <p:cNvSpPr/>
              <p:nvPr/>
            </p:nvSpPr>
            <p:spPr>
              <a:xfrm>
                <a:off x="10944722" y="1395918"/>
                <a:ext cx="81209" cy="59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0614" name="Ink 1050613"/>
              <p14:cNvContentPartPr/>
              <p14:nvPr/>
            </p14:nvContentPartPr>
            <p14:xfrm>
              <a:off x="11084988" y="1156456"/>
              <a:ext cx="39227" cy="265414"/>
            </p14:xfrm>
          </p:contentPart>
        </mc:Choice>
        <mc:Fallback xmlns="">
          <p:sp>
            <p:nvSpPr>
              <p:cNvPr id="1050614" name=""/>
              <p:cNvSpPr/>
              <p:nvPr/>
            </p:nvSpPr>
            <p:spPr>
              <a:xfrm>
                <a:off x="11084988" y="1156456"/>
                <a:ext cx="39227" cy="2654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0615" name="Ink 1050614"/>
              <p14:cNvContentPartPr/>
              <p14:nvPr/>
            </p14:nvContentPartPr>
            <p14:xfrm>
              <a:off x="11118436" y="1291899"/>
              <a:ext cx="210672" cy="5148"/>
            </p14:xfrm>
          </p:contentPart>
        </mc:Choice>
        <mc:Fallback xmlns="">
          <p:sp>
            <p:nvSpPr>
              <p:cNvPr id="1050615" name=""/>
              <p:cNvSpPr/>
              <p:nvPr/>
            </p:nvSpPr>
            <p:spPr>
              <a:xfrm>
                <a:off x="11118436" y="1291899"/>
                <a:ext cx="210672" cy="51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0616" name="Ink 1050615"/>
              <p14:cNvContentPartPr/>
              <p14:nvPr/>
            </p14:nvContentPartPr>
            <p14:xfrm>
              <a:off x="11180708" y="1269728"/>
              <a:ext cx="45749" cy="121822"/>
            </p14:xfrm>
          </p:contentPart>
        </mc:Choice>
        <mc:Fallback xmlns="">
          <p:sp>
            <p:nvSpPr>
              <p:cNvPr id="1050616" name=""/>
              <p:cNvSpPr/>
              <p:nvPr/>
            </p:nvSpPr>
            <p:spPr>
              <a:xfrm>
                <a:off x="11180708" y="1269728"/>
                <a:ext cx="45749" cy="121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0617" name="Ink 1050616"/>
              <p14:cNvContentPartPr/>
              <p14:nvPr/>
            </p14:nvContentPartPr>
            <p14:xfrm>
              <a:off x="11336908" y="1175705"/>
              <a:ext cx="147652" cy="283385"/>
            </p14:xfrm>
          </p:contentPart>
        </mc:Choice>
        <mc:Fallback xmlns="">
          <p:sp>
            <p:nvSpPr>
              <p:cNvPr id="1050617" name=""/>
              <p:cNvSpPr/>
              <p:nvPr/>
            </p:nvSpPr>
            <p:spPr>
              <a:xfrm>
                <a:off x="11336908" y="1175705"/>
                <a:ext cx="147652" cy="283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0618" name="Ink 1050617"/>
              <p14:cNvContentPartPr/>
              <p14:nvPr/>
            </p14:nvContentPartPr>
            <p14:xfrm>
              <a:off x="11420903" y="1094444"/>
              <a:ext cx="201773" cy="538338"/>
            </p14:xfrm>
          </p:contentPart>
        </mc:Choice>
        <mc:Fallback xmlns="">
          <p:sp>
            <p:nvSpPr>
              <p:cNvPr id="1050618" name=""/>
              <p:cNvSpPr/>
              <p:nvPr/>
            </p:nvSpPr>
            <p:spPr>
              <a:xfrm>
                <a:off x="11420903" y="1094444"/>
                <a:ext cx="201773" cy="538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0619" name="Ink 1050618"/>
              <p14:cNvContentPartPr/>
              <p14:nvPr/>
            </p14:nvContentPartPr>
            <p14:xfrm>
              <a:off x="7955594" y="2199383"/>
              <a:ext cx="242760" cy="216070"/>
            </p14:xfrm>
          </p:contentPart>
        </mc:Choice>
        <mc:Fallback xmlns="">
          <p:sp>
            <p:nvSpPr>
              <p:cNvPr id="1050619" name=""/>
              <p:cNvSpPr/>
              <p:nvPr/>
            </p:nvSpPr>
            <p:spPr>
              <a:xfrm>
                <a:off x="7955594" y="2199383"/>
                <a:ext cx="242760" cy="2160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0620" name="Ink 1050619"/>
              <p14:cNvContentPartPr/>
              <p14:nvPr/>
            </p14:nvContentPartPr>
            <p14:xfrm>
              <a:off x="8192883" y="2167404"/>
              <a:ext cx="151676" cy="227409"/>
            </p14:xfrm>
          </p:contentPart>
        </mc:Choice>
        <mc:Fallback xmlns="">
          <p:sp>
            <p:nvSpPr>
              <p:cNvPr id="1050620" name=""/>
              <p:cNvSpPr/>
              <p:nvPr/>
            </p:nvSpPr>
            <p:spPr>
              <a:xfrm>
                <a:off x="8192883" y="2167404"/>
                <a:ext cx="151676" cy="227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0621" name="Ink 1050620"/>
              <p14:cNvContentPartPr/>
              <p14:nvPr/>
            </p14:nvContentPartPr>
            <p14:xfrm>
              <a:off x="7710657" y="2512651"/>
              <a:ext cx="1001834" cy="48830"/>
            </p14:xfrm>
          </p:contentPart>
        </mc:Choice>
        <mc:Fallback xmlns="">
          <p:sp>
            <p:nvSpPr>
              <p:cNvPr id="1050621" name=""/>
              <p:cNvSpPr/>
              <p:nvPr/>
            </p:nvSpPr>
            <p:spPr>
              <a:xfrm>
                <a:off x="7710657" y="2512651"/>
                <a:ext cx="1001834" cy="488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0622" name="Ink 1050621"/>
              <p14:cNvContentPartPr/>
              <p14:nvPr/>
            </p14:nvContentPartPr>
            <p14:xfrm>
              <a:off x="7872756" y="2753269"/>
              <a:ext cx="259762" cy="352804"/>
            </p14:xfrm>
          </p:contentPart>
        </mc:Choice>
        <mc:Fallback xmlns="">
          <p:sp>
            <p:nvSpPr>
              <p:cNvPr id="1050622" name=""/>
              <p:cNvSpPr/>
              <p:nvPr/>
            </p:nvSpPr>
            <p:spPr>
              <a:xfrm>
                <a:off x="7872756" y="2753269"/>
                <a:ext cx="259762" cy="352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0623" name="Ink 1050622"/>
              <p14:cNvContentPartPr/>
              <p14:nvPr/>
            </p14:nvContentPartPr>
            <p14:xfrm>
              <a:off x="7948037" y="2787776"/>
              <a:ext cx="153327" cy="318836"/>
            </p14:xfrm>
          </p:contentPart>
        </mc:Choice>
        <mc:Fallback xmlns="">
          <p:sp>
            <p:nvSpPr>
              <p:cNvPr id="1050623" name=""/>
              <p:cNvSpPr/>
              <p:nvPr/>
            </p:nvSpPr>
            <p:spPr>
              <a:xfrm>
                <a:off x="7948037" y="2787776"/>
                <a:ext cx="153327" cy="3188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0624" name="Ink 1050623"/>
              <p14:cNvContentPartPr/>
              <p14:nvPr/>
            </p14:nvContentPartPr>
            <p14:xfrm>
              <a:off x="8218807" y="2913293"/>
              <a:ext cx="216628" cy="206301"/>
            </p14:xfrm>
          </p:contentPart>
        </mc:Choice>
        <mc:Fallback xmlns="">
          <p:sp>
            <p:nvSpPr>
              <p:cNvPr id="1050624" name=""/>
              <p:cNvSpPr/>
              <p:nvPr/>
            </p:nvSpPr>
            <p:spPr>
              <a:xfrm>
                <a:off x="8218807" y="2913293"/>
                <a:ext cx="216628" cy="2063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0625" name="Ink 1050624"/>
              <p14:cNvContentPartPr/>
              <p14:nvPr/>
            </p14:nvContentPartPr>
            <p14:xfrm>
              <a:off x="8373454" y="2814737"/>
              <a:ext cx="180019" cy="17047"/>
            </p14:xfrm>
          </p:contentPart>
        </mc:Choice>
        <mc:Fallback xmlns="">
          <p:sp>
            <p:nvSpPr>
              <p:cNvPr id="1050625" name=""/>
              <p:cNvSpPr/>
              <p:nvPr/>
            </p:nvSpPr>
            <p:spPr>
              <a:xfrm>
                <a:off x="8373454" y="2814737"/>
                <a:ext cx="180019" cy="17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0626" name="Ink 1050625"/>
              <p14:cNvContentPartPr/>
              <p14:nvPr/>
            </p14:nvContentPartPr>
            <p14:xfrm>
              <a:off x="8562587" y="2634746"/>
              <a:ext cx="110757" cy="326253"/>
            </p14:xfrm>
          </p:contentPart>
        </mc:Choice>
        <mc:Fallback xmlns="">
          <p:sp>
            <p:nvSpPr>
              <p:cNvPr id="1050626" name=""/>
              <p:cNvSpPr/>
              <p:nvPr/>
            </p:nvSpPr>
            <p:spPr>
              <a:xfrm>
                <a:off x="8562587" y="2634746"/>
                <a:ext cx="110757" cy="3262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0627" name="Ink 1050626"/>
              <p14:cNvContentPartPr/>
              <p14:nvPr/>
            </p14:nvContentPartPr>
            <p14:xfrm>
              <a:off x="8731308" y="2664002"/>
              <a:ext cx="9329" cy="228422"/>
            </p14:xfrm>
          </p:contentPart>
        </mc:Choice>
        <mc:Fallback xmlns="">
          <p:sp>
            <p:nvSpPr>
              <p:cNvPr id="1050627" name=""/>
              <p:cNvSpPr/>
              <p:nvPr/>
            </p:nvSpPr>
            <p:spPr>
              <a:xfrm>
                <a:off x="8731308" y="2664002"/>
                <a:ext cx="9329" cy="228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0628" name="Ink 1050627"/>
              <p14:cNvContentPartPr/>
              <p14:nvPr/>
            </p14:nvContentPartPr>
            <p14:xfrm>
              <a:off x="8690405" y="2728428"/>
              <a:ext cx="163212" cy="52346"/>
            </p14:xfrm>
          </p:contentPart>
        </mc:Choice>
        <mc:Fallback xmlns="">
          <p:sp>
            <p:nvSpPr>
              <p:cNvPr id="1050628" name=""/>
              <p:cNvSpPr/>
              <p:nvPr/>
            </p:nvSpPr>
            <p:spPr>
              <a:xfrm>
                <a:off x="8690405" y="2728428"/>
                <a:ext cx="163212" cy="523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0629" name="Ink 1050628"/>
              <p14:cNvContentPartPr/>
              <p14:nvPr/>
            </p14:nvContentPartPr>
            <p14:xfrm>
              <a:off x="8816096" y="2014124"/>
              <a:ext cx="287408" cy="1180149"/>
            </p14:xfrm>
          </p:contentPart>
        </mc:Choice>
        <mc:Fallback xmlns="">
          <p:sp>
            <p:nvSpPr>
              <p:cNvPr id="1050629" name=""/>
              <p:cNvSpPr/>
              <p:nvPr/>
            </p:nvSpPr>
            <p:spPr>
              <a:xfrm>
                <a:off x="8816096" y="2014124"/>
                <a:ext cx="287408" cy="11801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0630" name="Ink 1050629"/>
              <p14:cNvContentPartPr/>
              <p14:nvPr/>
            </p14:nvContentPartPr>
            <p14:xfrm>
              <a:off x="7421061" y="2211663"/>
              <a:ext cx="274927" cy="1027381"/>
            </p14:xfrm>
          </p:contentPart>
        </mc:Choice>
        <mc:Fallback xmlns="">
          <p:sp>
            <p:nvSpPr>
              <p:cNvPr id="1050630" name=""/>
              <p:cNvSpPr/>
              <p:nvPr/>
            </p:nvSpPr>
            <p:spPr>
              <a:xfrm>
                <a:off x="7421061" y="2211663"/>
                <a:ext cx="274927" cy="10273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0631" name="Ink 1050630"/>
              <p14:cNvContentPartPr/>
              <p14:nvPr/>
            </p14:nvContentPartPr>
            <p14:xfrm>
              <a:off x="9021581" y="1896005"/>
              <a:ext cx="259606" cy="249644"/>
            </p14:xfrm>
          </p:contentPart>
        </mc:Choice>
        <mc:Fallback xmlns="">
          <p:sp>
            <p:nvSpPr>
              <p:cNvPr id="1050631" name=""/>
              <p:cNvSpPr/>
              <p:nvPr/>
            </p:nvSpPr>
            <p:spPr>
              <a:xfrm>
                <a:off x="9021581" y="1896005"/>
                <a:ext cx="259606" cy="2496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0632" name="Ink 1050631"/>
              <p14:cNvContentPartPr/>
              <p14:nvPr/>
            </p14:nvContentPartPr>
            <p14:xfrm>
              <a:off x="9209173" y="2590737"/>
              <a:ext cx="230712" cy="25662"/>
            </p14:xfrm>
          </p:contentPart>
        </mc:Choice>
        <mc:Fallback xmlns="">
          <p:sp>
            <p:nvSpPr>
              <p:cNvPr id="1050632" name=""/>
              <p:cNvSpPr/>
              <p:nvPr/>
            </p:nvSpPr>
            <p:spPr>
              <a:xfrm>
                <a:off x="9209173" y="2590737"/>
                <a:ext cx="230712" cy="25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50633" name="Ink 1050632"/>
              <p14:cNvContentPartPr/>
              <p14:nvPr/>
            </p14:nvContentPartPr>
            <p14:xfrm>
              <a:off x="9314947" y="2481216"/>
              <a:ext cx="4064" cy="265691"/>
            </p14:xfrm>
          </p:contentPart>
        </mc:Choice>
        <mc:Fallback xmlns="">
          <p:sp>
            <p:nvSpPr>
              <p:cNvPr id="1050633" name=""/>
              <p:cNvSpPr/>
              <p:nvPr/>
            </p:nvSpPr>
            <p:spPr>
              <a:xfrm>
                <a:off x="9314947" y="2481216"/>
                <a:ext cx="4064" cy="265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050634" name="Ink 1050633"/>
              <p14:cNvContentPartPr/>
              <p14:nvPr/>
            </p14:nvContentPartPr>
            <p14:xfrm>
              <a:off x="9724680" y="2247920"/>
              <a:ext cx="149987" cy="267418"/>
            </p14:xfrm>
          </p:contentPart>
        </mc:Choice>
        <mc:Fallback xmlns="">
          <p:sp>
            <p:nvSpPr>
              <p:cNvPr id="1050634" name=""/>
              <p:cNvSpPr/>
              <p:nvPr/>
            </p:nvSpPr>
            <p:spPr>
              <a:xfrm>
                <a:off x="9724680" y="2247920"/>
                <a:ext cx="149987" cy="267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50635" name="Ink 1050634"/>
              <p14:cNvContentPartPr/>
              <p14:nvPr/>
            </p14:nvContentPartPr>
            <p14:xfrm>
              <a:off x="9862199" y="2284177"/>
              <a:ext cx="130883" cy="189029"/>
            </p14:xfrm>
          </p:contentPart>
        </mc:Choice>
        <mc:Fallback xmlns="">
          <p:sp>
            <p:nvSpPr>
              <p:cNvPr id="1050635" name=""/>
              <p:cNvSpPr/>
              <p:nvPr/>
            </p:nvSpPr>
            <p:spPr>
              <a:xfrm>
                <a:off x="9862199" y="2284177"/>
                <a:ext cx="130883" cy="189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050636" name="Ink 1050635"/>
              <p14:cNvContentPartPr/>
              <p14:nvPr/>
            </p14:nvContentPartPr>
            <p14:xfrm>
              <a:off x="9892073" y="2057883"/>
              <a:ext cx="23016" cy="122155"/>
            </p14:xfrm>
          </p:contentPart>
        </mc:Choice>
        <mc:Fallback xmlns="">
          <p:sp>
            <p:nvSpPr>
              <p:cNvPr id="1050636" name=""/>
              <p:cNvSpPr/>
              <p:nvPr/>
            </p:nvSpPr>
            <p:spPr>
              <a:xfrm>
                <a:off x="9892073" y="2057883"/>
                <a:ext cx="23016" cy="1221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50637" name="Ink 1050636"/>
              <p14:cNvContentPartPr/>
              <p14:nvPr/>
            </p14:nvContentPartPr>
            <p14:xfrm>
              <a:off x="9612808" y="2600688"/>
              <a:ext cx="684134" cy="34057"/>
            </p14:xfrm>
          </p:contentPart>
        </mc:Choice>
        <mc:Fallback xmlns="">
          <p:sp>
            <p:nvSpPr>
              <p:cNvPr id="1050637" name=""/>
              <p:cNvSpPr/>
              <p:nvPr/>
            </p:nvSpPr>
            <p:spPr>
              <a:xfrm>
                <a:off x="9612808" y="2600688"/>
                <a:ext cx="684134" cy="340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050638" name="Ink 1050637"/>
              <p14:cNvContentPartPr/>
              <p14:nvPr/>
            </p14:nvContentPartPr>
            <p14:xfrm>
              <a:off x="9699047" y="2807280"/>
              <a:ext cx="214709" cy="367322"/>
            </p14:xfrm>
          </p:contentPart>
        </mc:Choice>
        <mc:Fallback xmlns="">
          <p:sp>
            <p:nvSpPr>
              <p:cNvPr id="1050638" name=""/>
              <p:cNvSpPr/>
              <p:nvPr/>
            </p:nvSpPr>
            <p:spPr>
              <a:xfrm>
                <a:off x="9699047" y="2807280"/>
                <a:ext cx="214709" cy="3673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50639" name="Ink 1050638"/>
              <p14:cNvContentPartPr/>
              <p14:nvPr/>
            </p14:nvContentPartPr>
            <p14:xfrm>
              <a:off x="9699047" y="2904549"/>
              <a:ext cx="168761" cy="234919"/>
            </p14:xfrm>
          </p:contentPart>
        </mc:Choice>
        <mc:Fallback xmlns="">
          <p:sp>
            <p:nvSpPr>
              <p:cNvPr id="1050639" name=""/>
              <p:cNvSpPr/>
              <p:nvPr/>
            </p:nvSpPr>
            <p:spPr>
              <a:xfrm>
                <a:off x="9699047" y="2904549"/>
                <a:ext cx="168761" cy="2349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050640" name="Ink 1050639"/>
              <p14:cNvContentPartPr/>
              <p14:nvPr/>
            </p14:nvContentPartPr>
            <p14:xfrm>
              <a:off x="9963056" y="2904549"/>
              <a:ext cx="185525" cy="183567"/>
            </p14:xfrm>
          </p:contentPart>
        </mc:Choice>
        <mc:Fallback xmlns="">
          <p:sp>
            <p:nvSpPr>
              <p:cNvPr id="1050640" name=""/>
              <p:cNvSpPr/>
              <p:nvPr/>
            </p:nvSpPr>
            <p:spPr>
              <a:xfrm>
                <a:off x="9963056" y="2904549"/>
                <a:ext cx="185525" cy="183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050641" name="Ink 1050640"/>
              <p14:cNvContentPartPr/>
              <p14:nvPr/>
            </p14:nvContentPartPr>
            <p14:xfrm>
              <a:off x="10126722" y="3101905"/>
              <a:ext cx="64970" cy="81387"/>
            </p14:xfrm>
          </p:contentPart>
        </mc:Choice>
        <mc:Fallback xmlns="">
          <p:sp>
            <p:nvSpPr>
              <p:cNvPr id="1050641" name=""/>
              <p:cNvSpPr/>
              <p:nvPr/>
            </p:nvSpPr>
            <p:spPr>
              <a:xfrm>
                <a:off x="10126722" y="3101905"/>
                <a:ext cx="64970" cy="81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050642" name="Ink 1050641"/>
              <p14:cNvContentPartPr/>
              <p14:nvPr/>
            </p14:nvContentPartPr>
            <p14:xfrm>
              <a:off x="10232469" y="2869666"/>
              <a:ext cx="165382" cy="217337"/>
            </p14:xfrm>
          </p:contentPart>
        </mc:Choice>
        <mc:Fallback xmlns="">
          <p:sp>
            <p:nvSpPr>
              <p:cNvPr id="1050642" name=""/>
              <p:cNvSpPr/>
              <p:nvPr/>
            </p:nvSpPr>
            <p:spPr>
              <a:xfrm>
                <a:off x="10232469" y="2869666"/>
                <a:ext cx="165382" cy="217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050643" name="Ink 1050642"/>
              <p14:cNvContentPartPr/>
              <p14:nvPr/>
            </p14:nvContentPartPr>
            <p14:xfrm>
              <a:off x="10311612" y="2831784"/>
              <a:ext cx="111824" cy="13539"/>
            </p14:xfrm>
          </p:contentPart>
        </mc:Choice>
        <mc:Fallback xmlns="">
          <p:sp>
            <p:nvSpPr>
              <p:cNvPr id="1050643" name=""/>
              <p:cNvSpPr/>
              <p:nvPr/>
            </p:nvSpPr>
            <p:spPr>
              <a:xfrm>
                <a:off x="10311612" y="2831784"/>
                <a:ext cx="111824" cy="13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050644" name="Ink 1050643"/>
              <p14:cNvContentPartPr/>
              <p14:nvPr/>
            </p14:nvContentPartPr>
            <p14:xfrm>
              <a:off x="10535054" y="2612241"/>
              <a:ext cx="103407" cy="372581"/>
            </p14:xfrm>
          </p:contentPart>
        </mc:Choice>
        <mc:Fallback xmlns="">
          <p:sp>
            <p:nvSpPr>
              <p:cNvPr id="1050644" name=""/>
              <p:cNvSpPr/>
              <p:nvPr/>
            </p:nvSpPr>
            <p:spPr>
              <a:xfrm>
                <a:off x="10535054" y="2612241"/>
                <a:ext cx="103407" cy="372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050645" name="Ink 1050644"/>
              <p14:cNvContentPartPr/>
              <p14:nvPr/>
            </p14:nvContentPartPr>
            <p14:xfrm>
              <a:off x="10681459" y="2605240"/>
              <a:ext cx="26230" cy="285055"/>
            </p14:xfrm>
          </p:contentPart>
        </mc:Choice>
        <mc:Fallback xmlns="">
          <p:sp>
            <p:nvSpPr>
              <p:cNvPr id="1050645" name=""/>
              <p:cNvSpPr/>
              <p:nvPr/>
            </p:nvSpPr>
            <p:spPr>
              <a:xfrm>
                <a:off x="10681459" y="2605240"/>
                <a:ext cx="26230" cy="285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050646" name="Ink 1050645"/>
              <p14:cNvContentPartPr/>
              <p14:nvPr/>
            </p14:nvContentPartPr>
            <p14:xfrm>
              <a:off x="10642788" y="2744267"/>
              <a:ext cx="144028" cy="0"/>
            </p14:xfrm>
          </p:contentPart>
        </mc:Choice>
        <mc:Fallback xmlns="">
          <p:sp>
            <p:nvSpPr>
              <p:cNvPr id="1050646" name=""/>
              <p:cNvSpPr/>
              <p:nvPr/>
            </p:nvSpPr>
            <p:spPr>
              <a:xfrm>
                <a:off x="10642788" y="2744267"/>
                <a:ext cx="144028" cy="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050647" name="Ink 1050646"/>
              <p14:cNvContentPartPr/>
              <p14:nvPr/>
            </p14:nvContentPartPr>
            <p14:xfrm>
              <a:off x="10635675" y="2673015"/>
              <a:ext cx="159767" cy="41746"/>
            </p14:xfrm>
          </p:contentPart>
        </mc:Choice>
        <mc:Fallback xmlns="">
          <p:sp>
            <p:nvSpPr>
              <p:cNvPr id="1050647" name=""/>
              <p:cNvSpPr/>
              <p:nvPr/>
            </p:nvSpPr>
            <p:spPr>
              <a:xfrm>
                <a:off x="10635675" y="2673015"/>
                <a:ext cx="159767" cy="417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050648" name="Ink 1050647"/>
              <p14:cNvContentPartPr/>
              <p14:nvPr/>
            </p14:nvContentPartPr>
            <p14:xfrm>
              <a:off x="10678795" y="2011874"/>
              <a:ext cx="249915" cy="1140723"/>
            </p14:xfrm>
          </p:contentPart>
        </mc:Choice>
        <mc:Fallback xmlns="">
          <p:sp>
            <p:nvSpPr>
              <p:cNvPr id="1050648" name=""/>
              <p:cNvSpPr/>
              <p:nvPr/>
            </p:nvSpPr>
            <p:spPr>
              <a:xfrm>
                <a:off x="10678795" y="2011874"/>
                <a:ext cx="249915" cy="11407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050649" name="Ink 1050648"/>
              <p14:cNvContentPartPr/>
              <p14:nvPr/>
            </p14:nvContentPartPr>
            <p14:xfrm>
              <a:off x="9446403" y="2181407"/>
              <a:ext cx="132621" cy="965124"/>
            </p14:xfrm>
          </p:contentPart>
        </mc:Choice>
        <mc:Fallback xmlns="">
          <p:sp>
            <p:nvSpPr>
              <p:cNvPr id="1050649" name=""/>
              <p:cNvSpPr/>
              <p:nvPr/>
            </p:nvSpPr>
            <p:spPr>
              <a:xfrm>
                <a:off x="9446403" y="2181407"/>
                <a:ext cx="132621" cy="965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050650" name="Ink 1050649"/>
              <p14:cNvContentPartPr/>
              <p14:nvPr/>
            </p14:nvContentPartPr>
            <p14:xfrm>
              <a:off x="10786816" y="1836691"/>
              <a:ext cx="281388" cy="236194"/>
            </p14:xfrm>
          </p:contentPart>
        </mc:Choice>
        <mc:Fallback xmlns="">
          <p:sp>
            <p:nvSpPr>
              <p:cNvPr id="1050650" name=""/>
              <p:cNvSpPr/>
              <p:nvPr/>
            </p:nvSpPr>
            <p:spPr>
              <a:xfrm>
                <a:off x="10786816" y="1836691"/>
                <a:ext cx="281388" cy="236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050651" name="Ink 1050650"/>
              <p14:cNvContentPartPr/>
              <p14:nvPr/>
            </p14:nvContentPartPr>
            <p14:xfrm>
              <a:off x="11039310" y="2525263"/>
              <a:ext cx="167325" cy="6962"/>
            </p14:xfrm>
          </p:contentPart>
        </mc:Choice>
        <mc:Fallback xmlns="">
          <p:sp>
            <p:nvSpPr>
              <p:cNvPr id="1050651" name=""/>
              <p:cNvSpPr/>
              <p:nvPr/>
            </p:nvSpPr>
            <p:spPr>
              <a:xfrm>
                <a:off x="11039310" y="2525263"/>
                <a:ext cx="167325" cy="69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050652" name="Ink 1050651"/>
              <p14:cNvContentPartPr/>
              <p14:nvPr/>
            </p14:nvContentPartPr>
            <p14:xfrm>
              <a:off x="11046422" y="2648999"/>
              <a:ext cx="180035" cy="29255"/>
            </p14:xfrm>
          </p:contentPart>
        </mc:Choice>
        <mc:Fallback xmlns="">
          <p:sp>
            <p:nvSpPr>
              <p:cNvPr id="1050652" name=""/>
              <p:cNvSpPr/>
              <p:nvPr/>
            </p:nvSpPr>
            <p:spPr>
              <a:xfrm>
                <a:off x="11046422" y="2648999"/>
                <a:ext cx="180035" cy="29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50653" name="Ink 1050652"/>
              <p14:cNvContentPartPr/>
              <p14:nvPr/>
            </p14:nvContentPartPr>
            <p14:xfrm>
              <a:off x="11378043" y="2326277"/>
              <a:ext cx="163387" cy="354478"/>
            </p14:xfrm>
          </p:contentPart>
        </mc:Choice>
        <mc:Fallback xmlns="">
          <p:sp>
            <p:nvSpPr>
              <p:cNvPr id="1050653" name=""/>
              <p:cNvSpPr/>
              <p:nvPr/>
            </p:nvSpPr>
            <p:spPr>
              <a:xfrm>
                <a:off x="11378043" y="2326277"/>
                <a:ext cx="163387" cy="3544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050654" name="Ink 1050653"/>
              <p14:cNvContentPartPr/>
              <p14:nvPr/>
            </p14:nvContentPartPr>
            <p14:xfrm>
              <a:off x="11414050" y="2726115"/>
              <a:ext cx="196134" cy="10651"/>
            </p14:xfrm>
          </p:contentPart>
        </mc:Choice>
        <mc:Fallback xmlns="">
          <p:sp>
            <p:nvSpPr>
              <p:cNvPr id="1050654" name=""/>
              <p:cNvSpPr/>
              <p:nvPr/>
            </p:nvSpPr>
            <p:spPr>
              <a:xfrm>
                <a:off x="11414050" y="2726115"/>
                <a:ext cx="196134" cy="106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50655" name="Ink 1050654"/>
              <p14:cNvContentPartPr/>
              <p14:nvPr/>
            </p14:nvContentPartPr>
            <p14:xfrm>
              <a:off x="7807649" y="3028823"/>
              <a:ext cx="889869" cy="227751"/>
            </p14:xfrm>
          </p:contentPart>
        </mc:Choice>
        <mc:Fallback xmlns="">
          <p:sp>
            <p:nvSpPr>
              <p:cNvPr id="1050655" name=""/>
              <p:cNvSpPr/>
              <p:nvPr/>
            </p:nvSpPr>
            <p:spPr>
              <a:xfrm>
                <a:off x="7807649" y="3028823"/>
                <a:ext cx="889869" cy="227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050656" name="Ink 1050655"/>
              <p14:cNvContentPartPr/>
              <p14:nvPr/>
            </p14:nvContentPartPr>
            <p14:xfrm>
              <a:off x="9700577" y="3094336"/>
              <a:ext cx="798182" cy="240539"/>
            </p14:xfrm>
          </p:contentPart>
        </mc:Choice>
        <mc:Fallback xmlns="">
          <p:sp>
            <p:nvSpPr>
              <p:cNvPr id="1050656" name=""/>
              <p:cNvSpPr/>
              <p:nvPr/>
            </p:nvSpPr>
            <p:spPr>
              <a:xfrm>
                <a:off x="9700577" y="3094336"/>
                <a:ext cx="798182" cy="240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050657" name="Ink 1050656"/>
              <p14:cNvContentPartPr/>
              <p14:nvPr/>
            </p14:nvContentPartPr>
            <p14:xfrm>
              <a:off x="8375299" y="3880490"/>
              <a:ext cx="144041" cy="221635"/>
            </p14:xfrm>
          </p:contentPart>
        </mc:Choice>
        <mc:Fallback xmlns="">
          <p:sp>
            <p:nvSpPr>
              <p:cNvPr id="1050657" name=""/>
              <p:cNvSpPr/>
              <p:nvPr/>
            </p:nvSpPr>
            <p:spPr>
              <a:xfrm>
                <a:off x="8375299" y="3880490"/>
                <a:ext cx="144041" cy="221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050658" name="Ink 1050657"/>
              <p14:cNvContentPartPr/>
              <p14:nvPr/>
            </p14:nvContentPartPr>
            <p14:xfrm>
              <a:off x="8537833" y="3940752"/>
              <a:ext cx="130790" cy="168282"/>
            </p14:xfrm>
          </p:contentPart>
        </mc:Choice>
        <mc:Fallback xmlns="">
          <p:sp>
            <p:nvSpPr>
              <p:cNvPr id="1050658" name=""/>
              <p:cNvSpPr/>
              <p:nvPr/>
            </p:nvSpPr>
            <p:spPr>
              <a:xfrm>
                <a:off x="8537833" y="3940752"/>
                <a:ext cx="130790" cy="168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050659" name="Ink 1050658"/>
              <p14:cNvContentPartPr/>
              <p14:nvPr/>
            </p14:nvContentPartPr>
            <p14:xfrm>
              <a:off x="8373454" y="4247312"/>
              <a:ext cx="528548" cy="22004"/>
            </p14:xfrm>
          </p:contentPart>
        </mc:Choice>
        <mc:Fallback xmlns="">
          <p:sp>
            <p:nvSpPr>
              <p:cNvPr id="1050659" name=""/>
              <p:cNvSpPr/>
              <p:nvPr/>
            </p:nvSpPr>
            <p:spPr>
              <a:xfrm>
                <a:off x="8373454" y="4247312"/>
                <a:ext cx="528548" cy="220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050660" name="Ink 1050659"/>
              <p14:cNvContentPartPr/>
              <p14:nvPr/>
            </p14:nvContentPartPr>
            <p14:xfrm>
              <a:off x="8495834" y="4421438"/>
              <a:ext cx="244803" cy="196573"/>
            </p14:xfrm>
          </p:contentPart>
        </mc:Choice>
        <mc:Fallback xmlns="">
          <p:sp>
            <p:nvSpPr>
              <p:cNvPr id="1050660" name=""/>
              <p:cNvSpPr/>
              <p:nvPr/>
            </p:nvSpPr>
            <p:spPr>
              <a:xfrm>
                <a:off x="8495834" y="4421438"/>
                <a:ext cx="244803" cy="1965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050661" name="Ink 1050660"/>
              <p14:cNvContentPartPr/>
              <p14:nvPr/>
            </p14:nvContentPartPr>
            <p14:xfrm>
              <a:off x="8070770" y="3750964"/>
              <a:ext cx="201775" cy="737394"/>
            </p14:xfrm>
          </p:contentPart>
        </mc:Choice>
        <mc:Fallback xmlns="">
          <p:sp>
            <p:nvSpPr>
              <p:cNvPr id="1050661" name=""/>
              <p:cNvSpPr/>
              <p:nvPr/>
            </p:nvSpPr>
            <p:spPr>
              <a:xfrm>
                <a:off x="8070770" y="3750964"/>
                <a:ext cx="201775" cy="7373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050662" name="Ink 1050661"/>
              <p14:cNvContentPartPr/>
              <p14:nvPr/>
            </p14:nvContentPartPr>
            <p14:xfrm>
              <a:off x="8922895" y="3863987"/>
              <a:ext cx="117665" cy="734271"/>
            </p14:xfrm>
          </p:contentPart>
        </mc:Choice>
        <mc:Fallback xmlns="">
          <p:sp>
            <p:nvSpPr>
              <p:cNvPr id="1050662" name=""/>
              <p:cNvSpPr/>
              <p:nvPr/>
            </p:nvSpPr>
            <p:spPr>
              <a:xfrm>
                <a:off x="8922895" y="3863987"/>
                <a:ext cx="117665" cy="734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050663" name="Ink 1050662"/>
              <p14:cNvContentPartPr/>
              <p14:nvPr/>
            </p14:nvContentPartPr>
            <p14:xfrm>
              <a:off x="9023804" y="3710006"/>
              <a:ext cx="264496" cy="296759"/>
            </p14:xfrm>
          </p:contentPart>
        </mc:Choice>
        <mc:Fallback xmlns="">
          <p:sp>
            <p:nvSpPr>
              <p:cNvPr id="1050663" name=""/>
              <p:cNvSpPr/>
              <p:nvPr/>
            </p:nvSpPr>
            <p:spPr>
              <a:xfrm>
                <a:off x="9023804" y="3710006"/>
                <a:ext cx="264496" cy="296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050664" name="Ink 1050663"/>
              <p14:cNvContentPartPr/>
              <p14:nvPr/>
            </p14:nvContentPartPr>
            <p14:xfrm>
              <a:off x="9245180" y="4174298"/>
              <a:ext cx="290724" cy="29505"/>
            </p14:xfrm>
          </p:contentPart>
        </mc:Choice>
        <mc:Fallback xmlns="">
          <p:sp>
            <p:nvSpPr>
              <p:cNvPr id="1050664" name=""/>
              <p:cNvSpPr/>
              <p:nvPr/>
            </p:nvSpPr>
            <p:spPr>
              <a:xfrm>
                <a:off x="9245180" y="4174298"/>
                <a:ext cx="290724" cy="29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050665" name="Ink 1050664"/>
              <p14:cNvContentPartPr/>
              <p14:nvPr/>
            </p14:nvContentPartPr>
            <p14:xfrm>
              <a:off x="9432328" y="4079529"/>
              <a:ext cx="29540" cy="249687"/>
            </p14:xfrm>
          </p:contentPart>
        </mc:Choice>
        <mc:Fallback xmlns="">
          <p:sp>
            <p:nvSpPr>
              <p:cNvPr id="1050665" name=""/>
              <p:cNvSpPr/>
              <p:nvPr/>
            </p:nvSpPr>
            <p:spPr>
              <a:xfrm>
                <a:off x="9432328" y="4079529"/>
                <a:ext cx="29540" cy="249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050666" name="Ink 1050665"/>
              <p14:cNvContentPartPr/>
              <p14:nvPr/>
            </p14:nvContentPartPr>
            <p14:xfrm>
              <a:off x="9861615" y="3758716"/>
              <a:ext cx="251318" cy="298519"/>
            </p14:xfrm>
          </p:contentPart>
        </mc:Choice>
        <mc:Fallback xmlns="">
          <p:sp>
            <p:nvSpPr>
              <p:cNvPr id="1050666" name=""/>
              <p:cNvSpPr/>
              <p:nvPr/>
            </p:nvSpPr>
            <p:spPr>
              <a:xfrm>
                <a:off x="9861615" y="3758716"/>
                <a:ext cx="251318" cy="2985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050667" name="Ink 1050666"/>
              <p14:cNvContentPartPr/>
              <p14:nvPr/>
            </p14:nvContentPartPr>
            <p14:xfrm>
              <a:off x="9810217" y="4130539"/>
              <a:ext cx="412044" cy="37354"/>
            </p14:xfrm>
          </p:contentPart>
        </mc:Choice>
        <mc:Fallback xmlns="">
          <p:sp>
            <p:nvSpPr>
              <p:cNvPr id="1050667" name=""/>
              <p:cNvSpPr/>
              <p:nvPr/>
            </p:nvSpPr>
            <p:spPr>
              <a:xfrm>
                <a:off x="9810217" y="4130539"/>
                <a:ext cx="412044" cy="37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050668" name="Ink 1050667"/>
              <p14:cNvContentPartPr/>
              <p14:nvPr/>
            </p14:nvContentPartPr>
            <p14:xfrm>
              <a:off x="9984214" y="4240060"/>
              <a:ext cx="160493" cy="277294"/>
            </p14:xfrm>
          </p:contentPart>
        </mc:Choice>
        <mc:Fallback xmlns="">
          <p:sp>
            <p:nvSpPr>
              <p:cNvPr id="1050668" name=""/>
              <p:cNvSpPr/>
              <p:nvPr/>
            </p:nvSpPr>
            <p:spPr>
              <a:xfrm>
                <a:off x="9984214" y="4240060"/>
                <a:ext cx="160493" cy="2772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050669" name="Ink 1050668"/>
              <p14:cNvContentPartPr/>
              <p14:nvPr/>
            </p14:nvContentPartPr>
            <p14:xfrm>
              <a:off x="9576388" y="3652695"/>
              <a:ext cx="209343" cy="791654"/>
            </p14:xfrm>
          </p:contentPart>
        </mc:Choice>
        <mc:Fallback xmlns="">
          <p:sp>
            <p:nvSpPr>
              <p:cNvPr id="1050669" name=""/>
              <p:cNvSpPr/>
              <p:nvPr/>
            </p:nvSpPr>
            <p:spPr>
              <a:xfrm>
                <a:off x="9576388" y="3652695"/>
                <a:ext cx="209343" cy="7916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050670" name="Ink 1050669"/>
              <p14:cNvContentPartPr/>
              <p14:nvPr/>
            </p14:nvContentPartPr>
            <p14:xfrm>
              <a:off x="10298720" y="3779970"/>
              <a:ext cx="73174" cy="601282"/>
            </p14:xfrm>
          </p:contentPart>
        </mc:Choice>
        <mc:Fallback xmlns="">
          <p:sp>
            <p:nvSpPr>
              <p:cNvPr id="1050670" name=""/>
              <p:cNvSpPr/>
              <p:nvPr/>
            </p:nvSpPr>
            <p:spPr>
              <a:xfrm>
                <a:off x="10298720" y="3779970"/>
                <a:ext cx="73174" cy="6012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050671" name="Ink 1050670"/>
              <p14:cNvContentPartPr/>
              <p14:nvPr/>
            </p14:nvContentPartPr>
            <p14:xfrm>
              <a:off x="10368956" y="3612687"/>
              <a:ext cx="230712" cy="277054"/>
            </p14:xfrm>
          </p:contentPart>
        </mc:Choice>
        <mc:Fallback xmlns="">
          <p:sp>
            <p:nvSpPr>
              <p:cNvPr id="1050671" name=""/>
              <p:cNvSpPr/>
              <p:nvPr/>
            </p:nvSpPr>
            <p:spPr>
              <a:xfrm>
                <a:off x="10368956" y="3612687"/>
                <a:ext cx="230712" cy="2770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050672" name="Ink 1050671"/>
              <p14:cNvContentPartPr/>
              <p14:nvPr/>
            </p14:nvContentPartPr>
            <p14:xfrm>
              <a:off x="10520541" y="4064776"/>
              <a:ext cx="187148" cy="15982"/>
            </p14:xfrm>
          </p:contentPart>
        </mc:Choice>
        <mc:Fallback xmlns="">
          <p:sp>
            <p:nvSpPr>
              <p:cNvPr id="1050672" name=""/>
              <p:cNvSpPr/>
              <p:nvPr/>
            </p:nvSpPr>
            <p:spPr>
              <a:xfrm>
                <a:off x="10520541" y="4064776"/>
                <a:ext cx="187148" cy="159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050673" name="Ink 1050672"/>
              <p14:cNvContentPartPr/>
              <p14:nvPr/>
            </p14:nvContentPartPr>
            <p14:xfrm>
              <a:off x="10541879" y="4159795"/>
              <a:ext cx="180480" cy="18734"/>
            </p14:xfrm>
          </p:contentPart>
        </mc:Choice>
        <mc:Fallback xmlns="">
          <p:sp>
            <p:nvSpPr>
              <p:cNvPr id="1050673" name=""/>
              <p:cNvSpPr/>
              <p:nvPr/>
            </p:nvSpPr>
            <p:spPr>
              <a:xfrm>
                <a:off x="10541879" y="4159795"/>
                <a:ext cx="180480" cy="18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050674" name="Ink 1050673"/>
              <p14:cNvContentPartPr/>
              <p14:nvPr/>
            </p14:nvContentPartPr>
            <p14:xfrm>
              <a:off x="10923731" y="3940752"/>
              <a:ext cx="13501" cy="334044"/>
            </p14:xfrm>
          </p:contentPart>
        </mc:Choice>
        <mc:Fallback xmlns="">
          <p:sp>
            <p:nvSpPr>
              <p:cNvPr id="1050674" name=""/>
              <p:cNvSpPr/>
              <p:nvPr/>
            </p:nvSpPr>
            <p:spPr>
              <a:xfrm>
                <a:off x="10923731" y="3940752"/>
                <a:ext cx="13501" cy="334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050675" name="Ink 1050674"/>
              <p14:cNvContentPartPr/>
              <p14:nvPr/>
            </p14:nvContentPartPr>
            <p14:xfrm>
              <a:off x="8611278" y="4685398"/>
              <a:ext cx="40926" cy="317748"/>
            </p14:xfrm>
          </p:contentPart>
        </mc:Choice>
        <mc:Fallback xmlns="">
          <p:sp>
            <p:nvSpPr>
              <p:cNvPr id="1050675" name=""/>
              <p:cNvSpPr/>
              <p:nvPr/>
            </p:nvSpPr>
            <p:spPr>
              <a:xfrm>
                <a:off x="8611278" y="4685398"/>
                <a:ext cx="40926" cy="317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050676" name="Ink 1050675"/>
              <p14:cNvContentPartPr/>
              <p14:nvPr/>
            </p14:nvContentPartPr>
            <p14:xfrm>
              <a:off x="8575271" y="4655892"/>
              <a:ext cx="159332" cy="125958"/>
            </p14:xfrm>
          </p:contentPart>
        </mc:Choice>
        <mc:Fallback xmlns="">
          <p:sp>
            <p:nvSpPr>
              <p:cNvPr id="1050676" name=""/>
              <p:cNvSpPr/>
              <p:nvPr/>
            </p:nvSpPr>
            <p:spPr>
              <a:xfrm>
                <a:off x="8575271" y="4655892"/>
                <a:ext cx="159332" cy="1259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050677" name="Ink 1050676"/>
              <p14:cNvContentPartPr/>
              <p14:nvPr/>
            </p14:nvContentPartPr>
            <p14:xfrm>
              <a:off x="8502291" y="4655892"/>
              <a:ext cx="51198" cy="206217"/>
            </p14:xfrm>
          </p:contentPart>
        </mc:Choice>
        <mc:Fallback xmlns="">
          <p:sp>
            <p:nvSpPr>
              <p:cNvPr id="1050677" name=""/>
              <p:cNvSpPr/>
              <p:nvPr/>
            </p:nvSpPr>
            <p:spPr>
              <a:xfrm>
                <a:off x="8502291" y="4655892"/>
                <a:ext cx="51198" cy="206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050678" name="Ink 1050677"/>
              <p14:cNvContentPartPr/>
              <p14:nvPr/>
            </p14:nvContentPartPr>
            <p14:xfrm>
              <a:off x="8653327" y="5034914"/>
              <a:ext cx="181106" cy="128738"/>
            </p14:xfrm>
          </p:contentPart>
        </mc:Choice>
        <mc:Fallback xmlns="">
          <p:sp>
            <p:nvSpPr>
              <p:cNvPr id="1050678" name=""/>
              <p:cNvSpPr/>
              <p:nvPr/>
            </p:nvSpPr>
            <p:spPr>
              <a:xfrm>
                <a:off x="8653327" y="5034914"/>
                <a:ext cx="181106" cy="128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050679" name="Ink 1050678"/>
              <p14:cNvContentPartPr/>
              <p14:nvPr/>
            </p14:nvContentPartPr>
            <p14:xfrm>
              <a:off x="8904506" y="4911442"/>
              <a:ext cx="68880" cy="294245"/>
            </p14:xfrm>
          </p:contentPart>
        </mc:Choice>
        <mc:Fallback xmlns="">
          <p:sp>
            <p:nvSpPr>
              <p:cNvPr id="1050679" name=""/>
              <p:cNvSpPr/>
              <p:nvPr/>
            </p:nvSpPr>
            <p:spPr>
              <a:xfrm>
                <a:off x="8904506" y="4911442"/>
                <a:ext cx="68880" cy="2942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050680" name="Ink 1050679"/>
              <p14:cNvContentPartPr/>
              <p14:nvPr/>
            </p14:nvContentPartPr>
            <p14:xfrm>
              <a:off x="9031093" y="4925945"/>
              <a:ext cx="74982" cy="290358"/>
            </p14:xfrm>
          </p:contentPart>
        </mc:Choice>
        <mc:Fallback xmlns="">
          <p:sp>
            <p:nvSpPr>
              <p:cNvPr id="1050680" name=""/>
              <p:cNvSpPr/>
              <p:nvPr/>
            </p:nvSpPr>
            <p:spPr>
              <a:xfrm>
                <a:off x="9031093" y="4925945"/>
                <a:ext cx="74982" cy="290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050681" name="Ink 1050680"/>
              <p14:cNvContentPartPr/>
              <p14:nvPr/>
            </p14:nvContentPartPr>
            <p14:xfrm>
              <a:off x="8985717" y="5021213"/>
              <a:ext cx="108323" cy="31051"/>
            </p14:xfrm>
          </p:contentPart>
        </mc:Choice>
        <mc:Fallback xmlns="">
          <p:sp>
            <p:nvSpPr>
              <p:cNvPr id="1050681" name=""/>
              <p:cNvSpPr/>
              <p:nvPr/>
            </p:nvSpPr>
            <p:spPr>
              <a:xfrm>
                <a:off x="8985717" y="5021213"/>
                <a:ext cx="108323" cy="31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050682" name="Ink 1050681"/>
              <p14:cNvContentPartPr/>
              <p14:nvPr/>
            </p14:nvContentPartPr>
            <p14:xfrm>
              <a:off x="9180279" y="4882436"/>
              <a:ext cx="83142" cy="434369"/>
            </p14:xfrm>
          </p:contentPart>
        </mc:Choice>
        <mc:Fallback xmlns="">
          <p:sp>
            <p:nvSpPr>
              <p:cNvPr id="1050682" name=""/>
              <p:cNvSpPr/>
              <p:nvPr/>
            </p:nvSpPr>
            <p:spPr>
              <a:xfrm>
                <a:off x="9180279" y="4882436"/>
                <a:ext cx="83142" cy="434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050683" name="Ink 1050682"/>
              <p14:cNvContentPartPr/>
              <p14:nvPr/>
            </p14:nvContentPartPr>
            <p14:xfrm>
              <a:off x="10015998" y="4590629"/>
              <a:ext cx="44997" cy="419354"/>
            </p14:xfrm>
          </p:contentPart>
        </mc:Choice>
        <mc:Fallback xmlns="">
          <p:sp>
            <p:nvSpPr>
              <p:cNvPr id="1050683" name=""/>
              <p:cNvSpPr/>
              <p:nvPr/>
            </p:nvSpPr>
            <p:spPr>
              <a:xfrm>
                <a:off x="10015998" y="4590629"/>
                <a:ext cx="44997" cy="4193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050684" name="Ink 1050683"/>
              <p14:cNvContentPartPr/>
              <p14:nvPr/>
            </p14:nvContentPartPr>
            <p14:xfrm>
              <a:off x="10001773" y="4590629"/>
              <a:ext cx="158253" cy="101770"/>
            </p14:xfrm>
          </p:contentPart>
        </mc:Choice>
        <mc:Fallback xmlns="">
          <p:sp>
            <p:nvSpPr>
              <p:cNvPr id="1050684" name=""/>
              <p:cNvSpPr/>
              <p:nvPr/>
            </p:nvSpPr>
            <p:spPr>
              <a:xfrm>
                <a:off x="10001773" y="4590629"/>
                <a:ext cx="158253" cy="101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050685" name="Ink 1050684"/>
              <p14:cNvContentPartPr/>
              <p14:nvPr/>
            </p14:nvContentPartPr>
            <p14:xfrm>
              <a:off x="9919881" y="4597880"/>
              <a:ext cx="81892" cy="119678"/>
            </p14:xfrm>
          </p:contentPart>
        </mc:Choice>
        <mc:Fallback xmlns="">
          <p:sp>
            <p:nvSpPr>
              <p:cNvPr id="1050685" name=""/>
              <p:cNvSpPr/>
              <p:nvPr/>
            </p:nvSpPr>
            <p:spPr>
              <a:xfrm>
                <a:off x="9919881" y="4597880"/>
                <a:ext cx="81892" cy="119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050686" name="Ink 1050685"/>
              <p14:cNvContentPartPr/>
              <p14:nvPr/>
            </p14:nvContentPartPr>
            <p14:xfrm>
              <a:off x="10191251" y="4853431"/>
              <a:ext cx="151304" cy="354807"/>
            </p14:xfrm>
          </p:contentPart>
        </mc:Choice>
        <mc:Fallback xmlns="">
          <p:sp>
            <p:nvSpPr>
              <p:cNvPr id="1050686" name=""/>
              <p:cNvSpPr/>
              <p:nvPr/>
            </p:nvSpPr>
            <p:spPr>
              <a:xfrm>
                <a:off x="10191251" y="4853431"/>
                <a:ext cx="151304" cy="354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050687" name="Ink 1050686"/>
              <p14:cNvContentPartPr/>
              <p14:nvPr/>
            </p14:nvContentPartPr>
            <p14:xfrm>
              <a:off x="10416785" y="4904441"/>
              <a:ext cx="45967" cy="317262"/>
            </p14:xfrm>
          </p:contentPart>
        </mc:Choice>
        <mc:Fallback xmlns="">
          <p:sp>
            <p:nvSpPr>
              <p:cNvPr id="1050687" name=""/>
              <p:cNvSpPr/>
              <p:nvPr/>
            </p:nvSpPr>
            <p:spPr>
              <a:xfrm>
                <a:off x="10416785" y="4904441"/>
                <a:ext cx="45967" cy="3172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050688" name="Ink 1050687"/>
              <p14:cNvContentPartPr/>
              <p14:nvPr/>
            </p14:nvContentPartPr>
            <p14:xfrm>
              <a:off x="10502899" y="4925945"/>
              <a:ext cx="41642" cy="242440"/>
            </p14:xfrm>
          </p:contentPart>
        </mc:Choice>
        <mc:Fallback xmlns="">
          <p:sp>
            <p:nvSpPr>
              <p:cNvPr id="1050688" name=""/>
              <p:cNvSpPr/>
              <p:nvPr/>
            </p:nvSpPr>
            <p:spPr>
              <a:xfrm>
                <a:off x="10502899" y="4925945"/>
                <a:ext cx="41642" cy="24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050689" name="Ink 1050688"/>
              <p14:cNvContentPartPr/>
              <p14:nvPr/>
            </p14:nvContentPartPr>
            <p14:xfrm>
              <a:off x="10448456" y="5042486"/>
              <a:ext cx="108092" cy="22236"/>
            </p14:xfrm>
          </p:contentPart>
        </mc:Choice>
        <mc:Fallback xmlns="">
          <p:sp>
            <p:nvSpPr>
              <p:cNvPr id="1050689" name=""/>
              <p:cNvSpPr/>
              <p:nvPr/>
            </p:nvSpPr>
            <p:spPr>
              <a:xfrm>
                <a:off x="10448456" y="5042486"/>
                <a:ext cx="108092" cy="222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050690" name="Ink 1050689"/>
              <p14:cNvContentPartPr/>
              <p14:nvPr/>
            </p14:nvContentPartPr>
            <p14:xfrm>
              <a:off x="10570668" y="4904441"/>
              <a:ext cx="107686" cy="371194"/>
            </p14:xfrm>
          </p:contentPart>
        </mc:Choice>
        <mc:Fallback xmlns="">
          <p:sp>
            <p:nvSpPr>
              <p:cNvPr id="1050690" name=""/>
              <p:cNvSpPr/>
              <p:nvPr/>
            </p:nvSpPr>
            <p:spPr>
              <a:xfrm>
                <a:off x="10570668" y="4904441"/>
                <a:ext cx="107686" cy="371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050691" name="Ink 1050690"/>
              <p14:cNvContentPartPr/>
              <p14:nvPr/>
            </p14:nvContentPartPr>
            <p14:xfrm>
              <a:off x="8834433" y="5283515"/>
              <a:ext cx="100909" cy="445337"/>
            </p14:xfrm>
          </p:contentPart>
        </mc:Choice>
        <mc:Fallback xmlns="">
          <p:sp>
            <p:nvSpPr>
              <p:cNvPr id="1050691" name=""/>
              <p:cNvSpPr/>
              <p:nvPr/>
            </p:nvSpPr>
            <p:spPr>
              <a:xfrm>
                <a:off x="8834433" y="5283515"/>
                <a:ext cx="100909" cy="445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050692" name="Ink 1050691"/>
              <p14:cNvContentPartPr/>
              <p14:nvPr/>
            </p14:nvContentPartPr>
            <p14:xfrm>
              <a:off x="8805539" y="5648586"/>
              <a:ext cx="182094" cy="113302"/>
            </p14:xfrm>
          </p:contentPart>
        </mc:Choice>
        <mc:Fallback xmlns="">
          <p:sp>
            <p:nvSpPr>
              <p:cNvPr id="1050692" name=""/>
              <p:cNvSpPr/>
              <p:nvPr/>
            </p:nvSpPr>
            <p:spPr>
              <a:xfrm>
                <a:off x="8805539" y="5648586"/>
                <a:ext cx="182094" cy="1133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050693" name="Ink 1050692"/>
              <p14:cNvContentPartPr/>
              <p14:nvPr/>
            </p14:nvContentPartPr>
            <p14:xfrm>
              <a:off x="8925258" y="5914065"/>
              <a:ext cx="118561" cy="234777"/>
            </p14:xfrm>
          </p:contentPart>
        </mc:Choice>
        <mc:Fallback xmlns="">
          <p:sp>
            <p:nvSpPr>
              <p:cNvPr id="1050693" name=""/>
              <p:cNvSpPr/>
              <p:nvPr/>
            </p:nvSpPr>
            <p:spPr>
              <a:xfrm>
                <a:off x="8925258" y="5914065"/>
                <a:ext cx="118561" cy="2347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050694" name="Ink 1050693"/>
              <p14:cNvContentPartPr/>
              <p14:nvPr/>
            </p14:nvContentPartPr>
            <p14:xfrm>
              <a:off x="8116244" y="5148738"/>
              <a:ext cx="98552" cy="328544"/>
            </p14:xfrm>
          </p:contentPart>
        </mc:Choice>
        <mc:Fallback xmlns="">
          <p:sp>
            <p:nvSpPr>
              <p:cNvPr id="1050694" name=""/>
              <p:cNvSpPr/>
              <p:nvPr/>
            </p:nvSpPr>
            <p:spPr>
              <a:xfrm>
                <a:off x="8116244" y="5148738"/>
                <a:ext cx="98552" cy="3285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050695" name="Ink 1050694"/>
              <p14:cNvContentPartPr/>
              <p14:nvPr/>
            </p14:nvContentPartPr>
            <p14:xfrm>
              <a:off x="8077840" y="5320022"/>
              <a:ext cx="163712" cy="45627"/>
            </p14:xfrm>
          </p:contentPart>
        </mc:Choice>
        <mc:Fallback xmlns="">
          <p:sp>
            <p:nvSpPr>
              <p:cNvPr id="1050695" name=""/>
              <p:cNvSpPr/>
              <p:nvPr/>
            </p:nvSpPr>
            <p:spPr>
              <a:xfrm>
                <a:off x="8077840" y="5320022"/>
                <a:ext cx="163712" cy="45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050696" name="Ink 1050695"/>
              <p14:cNvContentPartPr/>
              <p14:nvPr/>
            </p14:nvContentPartPr>
            <p14:xfrm>
              <a:off x="8279658" y="5378783"/>
              <a:ext cx="167403" cy="38918"/>
            </p14:xfrm>
          </p:contentPart>
        </mc:Choice>
        <mc:Fallback xmlns="">
          <p:sp>
            <p:nvSpPr>
              <p:cNvPr id="1050696" name=""/>
              <p:cNvSpPr/>
              <p:nvPr/>
            </p:nvSpPr>
            <p:spPr>
              <a:xfrm>
                <a:off x="8279658" y="5378783"/>
                <a:ext cx="167403" cy="389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050697" name="Ink 1050696"/>
              <p14:cNvContentPartPr/>
              <p14:nvPr/>
            </p14:nvContentPartPr>
            <p14:xfrm>
              <a:off x="8409461" y="5305519"/>
              <a:ext cx="54676" cy="211442"/>
            </p14:xfrm>
          </p:contentPart>
        </mc:Choice>
        <mc:Fallback xmlns="">
          <p:sp>
            <p:nvSpPr>
              <p:cNvPr id="1050697" name=""/>
              <p:cNvSpPr/>
              <p:nvPr/>
            </p:nvSpPr>
            <p:spPr>
              <a:xfrm>
                <a:off x="8409461" y="5305519"/>
                <a:ext cx="54676" cy="2114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050698" name="Ink 1050697"/>
              <p14:cNvContentPartPr/>
              <p14:nvPr/>
            </p14:nvContentPartPr>
            <p14:xfrm>
              <a:off x="8526311" y="5349653"/>
              <a:ext cx="189939" cy="154578"/>
            </p14:xfrm>
          </p:contentPart>
        </mc:Choice>
        <mc:Fallback xmlns="">
          <p:sp>
            <p:nvSpPr>
              <p:cNvPr id="1050698" name=""/>
              <p:cNvSpPr/>
              <p:nvPr/>
            </p:nvSpPr>
            <p:spPr>
              <a:xfrm>
                <a:off x="8526311" y="5349653"/>
                <a:ext cx="189939" cy="1545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050699" name="Ink 1050698"/>
              <p14:cNvContentPartPr/>
              <p14:nvPr/>
            </p14:nvContentPartPr>
            <p14:xfrm>
              <a:off x="10152914" y="5218252"/>
              <a:ext cx="28441" cy="343115"/>
            </p14:xfrm>
          </p:contentPart>
        </mc:Choice>
        <mc:Fallback xmlns="">
          <p:sp>
            <p:nvSpPr>
              <p:cNvPr id="1050699" name=""/>
              <p:cNvSpPr/>
              <p:nvPr/>
            </p:nvSpPr>
            <p:spPr>
              <a:xfrm>
                <a:off x="10152914" y="5218252"/>
                <a:ext cx="28441" cy="3431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050700" name="Ink 1050699"/>
              <p14:cNvContentPartPr/>
              <p14:nvPr/>
            </p14:nvContentPartPr>
            <p14:xfrm>
              <a:off x="10066675" y="5437294"/>
              <a:ext cx="187147" cy="152341"/>
            </p14:xfrm>
          </p:contentPart>
        </mc:Choice>
        <mc:Fallback xmlns="">
          <p:sp>
            <p:nvSpPr>
              <p:cNvPr id="1050700" name=""/>
              <p:cNvSpPr/>
              <p:nvPr/>
            </p:nvSpPr>
            <p:spPr>
              <a:xfrm>
                <a:off x="10066675" y="5437294"/>
                <a:ext cx="187147" cy="152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050701" name="Ink 1050700"/>
              <p14:cNvContentPartPr/>
              <p14:nvPr/>
            </p14:nvContentPartPr>
            <p14:xfrm>
              <a:off x="10092408" y="5794365"/>
              <a:ext cx="128953" cy="236930"/>
            </p14:xfrm>
          </p:contentPart>
        </mc:Choice>
        <mc:Fallback xmlns="">
          <p:sp>
            <p:nvSpPr>
              <p:cNvPr id="1050701" name=""/>
              <p:cNvSpPr/>
              <p:nvPr/>
            </p:nvSpPr>
            <p:spPr>
              <a:xfrm>
                <a:off x="10092408" y="5794365"/>
                <a:ext cx="128953" cy="236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050702" name="Ink 1050701"/>
              <p14:cNvContentPartPr/>
              <p14:nvPr/>
            </p14:nvContentPartPr>
            <p14:xfrm>
              <a:off x="10376513" y="5393036"/>
              <a:ext cx="54285" cy="276386"/>
            </p14:xfrm>
          </p:contentPart>
        </mc:Choice>
        <mc:Fallback xmlns="">
          <p:sp>
            <p:nvSpPr>
              <p:cNvPr id="1050702" name=""/>
              <p:cNvSpPr/>
              <p:nvPr/>
            </p:nvSpPr>
            <p:spPr>
              <a:xfrm>
                <a:off x="10376513" y="5393036"/>
                <a:ext cx="54285" cy="2763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050703" name="Ink 1050702"/>
              <p14:cNvContentPartPr/>
              <p14:nvPr/>
            </p14:nvContentPartPr>
            <p14:xfrm>
              <a:off x="10340506" y="5524812"/>
              <a:ext cx="89317" cy="20072"/>
            </p14:xfrm>
          </p:contentPart>
        </mc:Choice>
        <mc:Fallback xmlns="">
          <p:sp>
            <p:nvSpPr>
              <p:cNvPr id="1050703" name=""/>
              <p:cNvSpPr/>
              <p:nvPr/>
            </p:nvSpPr>
            <p:spPr>
              <a:xfrm>
                <a:off x="10340506" y="5524812"/>
                <a:ext cx="89317" cy="20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050704" name="Ink 1050703"/>
              <p14:cNvContentPartPr/>
              <p14:nvPr/>
            </p14:nvContentPartPr>
            <p14:xfrm>
              <a:off x="10498759" y="5575822"/>
              <a:ext cx="187593" cy="11620"/>
            </p14:xfrm>
          </p:contentPart>
        </mc:Choice>
        <mc:Fallback xmlns="">
          <p:sp>
            <p:nvSpPr>
              <p:cNvPr id="1050704" name=""/>
              <p:cNvSpPr/>
              <p:nvPr/>
            </p:nvSpPr>
            <p:spPr>
              <a:xfrm>
                <a:off x="10498759" y="5575822"/>
                <a:ext cx="187593" cy="116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050705" name="Ink 1050704"/>
              <p14:cNvContentPartPr/>
              <p14:nvPr/>
            </p14:nvContentPartPr>
            <p14:xfrm>
              <a:off x="10613893" y="5480553"/>
              <a:ext cx="60801" cy="179561"/>
            </p14:xfrm>
          </p:contentPart>
        </mc:Choice>
        <mc:Fallback xmlns="">
          <p:sp>
            <p:nvSpPr>
              <p:cNvPr id="1050705" name=""/>
              <p:cNvSpPr/>
              <p:nvPr/>
            </p:nvSpPr>
            <p:spPr>
              <a:xfrm>
                <a:off x="10613893" y="5480553"/>
                <a:ext cx="60801" cy="1795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050706" name="Ink 1050705"/>
              <p14:cNvContentPartPr/>
              <p14:nvPr/>
            </p14:nvContentPartPr>
            <p14:xfrm>
              <a:off x="10765478" y="5517061"/>
              <a:ext cx="157334" cy="149109"/>
            </p14:xfrm>
          </p:contentPart>
        </mc:Choice>
        <mc:Fallback xmlns="">
          <p:sp>
            <p:nvSpPr>
              <p:cNvPr id="1050706" name=""/>
              <p:cNvSpPr/>
              <p:nvPr/>
            </p:nvSpPr>
            <p:spPr>
              <a:xfrm>
                <a:off x="10765478" y="5517061"/>
                <a:ext cx="157334" cy="1491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050707" name="Ink 1050706"/>
              <p14:cNvContentPartPr/>
              <p14:nvPr/>
            </p14:nvContentPartPr>
            <p14:xfrm>
              <a:off x="10916202" y="5506879"/>
              <a:ext cx="138337" cy="184737"/>
            </p14:xfrm>
          </p:contentPart>
        </mc:Choice>
        <mc:Fallback xmlns="">
          <p:sp>
            <p:nvSpPr>
              <p:cNvPr id="1050707" name=""/>
              <p:cNvSpPr/>
              <p:nvPr/>
            </p:nvSpPr>
            <p:spPr>
              <a:xfrm>
                <a:off x="10916202" y="5506879"/>
                <a:ext cx="138337" cy="184737"/>
              </a:xfrm>
            </p:spPr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Rectangle 3"/>
          <p:cNvSpPr/>
          <p:nvPr/>
        </p:nvSpPr>
        <p:spPr>
          <a:xfrm>
            <a:off x="822750" y="186303"/>
            <a:ext cx="7040880" cy="51054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latin typeface="AR BLANCA" panose="02000000000000000000" pitchFamily="2" charset="0"/>
              </a:rPr>
              <a:t>II.5. Portrait de phase de l’oscillateur amorti</a:t>
            </a:r>
            <a:endParaRPr lang="fr-MA" sz="2800" b="1" dirty="0">
              <a:latin typeface="AR BLANCA" panose="02000000000000000000" pitchFamily="2" charset="0"/>
            </a:endParaRPr>
          </a:p>
        </p:txBody>
      </p:sp>
      <p:pic>
        <p:nvPicPr>
          <p:cNvPr id="2097158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50" y="1056068"/>
            <a:ext cx="10768236" cy="2756077"/>
          </a:xfrm>
          <a:prstGeom prst="rect">
            <a:avLst/>
          </a:prstGeom>
        </p:spPr>
      </p:pic>
      <p:sp>
        <p:nvSpPr>
          <p:cNvPr id="1048757" name="Rectangle 5"/>
          <p:cNvSpPr/>
          <p:nvPr/>
        </p:nvSpPr>
        <p:spPr>
          <a:xfrm>
            <a:off x="822750" y="3812145"/>
            <a:ext cx="4170680" cy="3962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000" b="1" dirty="0">
                <a:latin typeface="OfficinaSans-Bold"/>
              </a:rPr>
              <a:t>1. Cas du régime pseudopériodique</a:t>
            </a:r>
            <a:endParaRPr lang="fr-MA" sz="2000" dirty="0"/>
          </a:p>
        </p:txBody>
      </p:sp>
      <p:pic>
        <p:nvPicPr>
          <p:cNvPr id="2097159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50" y="4366800"/>
            <a:ext cx="4251526" cy="617322"/>
          </a:xfrm>
          <a:prstGeom prst="rect">
            <a:avLst/>
          </a:prstGeom>
        </p:spPr>
      </p:pic>
      <p:sp>
        <p:nvSpPr>
          <p:cNvPr id="104875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15187" y="4366800"/>
            <a:ext cx="3297890" cy="549574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59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8864" y="5086244"/>
            <a:ext cx="5296002" cy="654025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0" name="ZoneTexte 9"/>
          <p:cNvSpPr txBox="1"/>
          <p:nvPr/>
        </p:nvSpPr>
        <p:spPr>
          <a:xfrm>
            <a:off x="925781" y="5975797"/>
            <a:ext cx="18465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MA" sz="2000" i="1" dirty="0"/>
              <a:t>Q&gt;&gt;1 </a:t>
            </a:r>
            <a:r>
              <a:rPr lang="fr-MA" sz="2000" dirty="0"/>
              <a:t> alors </a:t>
            </a:r>
            <a:endParaRPr lang="fr-MA" sz="2000" i="1" dirty="0"/>
          </a:p>
        </p:txBody>
      </p:sp>
      <p:sp>
        <p:nvSpPr>
          <p:cNvPr id="1048761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73806" y="5842043"/>
            <a:ext cx="3324564" cy="54957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2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76312" y="5808846"/>
            <a:ext cx="3916137" cy="549574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3" name="ZoneTexte 12"/>
          <p:cNvSpPr txBox="1"/>
          <p:nvPr/>
        </p:nvSpPr>
        <p:spPr>
          <a:xfrm>
            <a:off x="6402060" y="5989088"/>
            <a:ext cx="375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564" name="Ink 1050563"/>
              <p14:cNvContentPartPr/>
              <p14:nvPr/>
            </p14:nvContentPartPr>
            <p14:xfrm>
              <a:off x="952444" y="3785141"/>
              <a:ext cx="4067839" cy="504597"/>
            </p14:xfrm>
          </p:contentPart>
        </mc:Choice>
        <mc:Fallback xmlns="">
          <p:sp>
            <p:nvSpPr>
              <p:cNvPr id="1050564" name=""/>
              <p:cNvSpPr/>
              <p:nvPr/>
            </p:nvSpPr>
            <p:spPr>
              <a:xfrm>
                <a:off x="952444" y="3785141"/>
                <a:ext cx="4067839" cy="5045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565" name="Ink 1050564"/>
              <p14:cNvContentPartPr/>
              <p14:nvPr/>
            </p14:nvContentPartPr>
            <p14:xfrm>
              <a:off x="5573622" y="4362511"/>
              <a:ext cx="3280755" cy="664662"/>
            </p14:xfrm>
          </p:contentPart>
        </mc:Choice>
        <mc:Fallback xmlns="">
          <p:sp>
            <p:nvSpPr>
              <p:cNvPr id="1050565" name=""/>
              <p:cNvSpPr/>
              <p:nvPr/>
            </p:nvSpPr>
            <p:spPr>
              <a:xfrm>
                <a:off x="5573622" y="4362511"/>
                <a:ext cx="3280755" cy="664662"/>
              </a:xfrm>
            </p:spPr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Imag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7443991" y="206063"/>
            <a:ext cx="2945713" cy="1927894"/>
          </a:xfrm>
          <a:prstGeom prst="rect">
            <a:avLst/>
          </a:prstGeom>
        </p:spPr>
      </p:pic>
      <p:sp>
        <p:nvSpPr>
          <p:cNvPr id="1048764" name="Rectangle 4"/>
          <p:cNvSpPr/>
          <p:nvPr/>
        </p:nvSpPr>
        <p:spPr>
          <a:xfrm>
            <a:off x="579550" y="525239"/>
            <a:ext cx="68644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 portrait de phase de l’oscillateur amorti est donc une ellipse dont la taille diminue exponentiellement au cours du temps. On </a:t>
            </a:r>
            <a:r>
              <a:rPr lang="fr-MA" sz="2000" dirty="0">
                <a:latin typeface="Bembo"/>
              </a:rPr>
              <a:t>observe donc une spirale.</a:t>
            </a:r>
            <a:endParaRPr lang="fr-MA" sz="2000" dirty="0"/>
          </a:p>
        </p:txBody>
      </p:sp>
      <p:sp>
        <p:nvSpPr>
          <p:cNvPr id="1048765" name="Rectangle 5"/>
          <p:cNvSpPr/>
          <p:nvPr/>
        </p:nvSpPr>
        <p:spPr>
          <a:xfrm>
            <a:off x="579550" y="2491630"/>
            <a:ext cx="3002280" cy="3962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000" b="1" dirty="0">
                <a:latin typeface="OfficinaSans-Bold"/>
              </a:rPr>
              <a:t>2. Cas du régime critique</a:t>
            </a:r>
            <a:endParaRPr lang="fr-MA" sz="2000" dirty="0"/>
          </a:p>
        </p:txBody>
      </p:sp>
      <p:sp>
        <p:nvSpPr>
          <p:cNvPr id="1048766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8034" y="3060502"/>
            <a:ext cx="7585656" cy="763863"/>
          </a:xfrm>
          <a:prstGeom prst="rect">
            <a:avLst/>
          </a:prstGeom>
          <a:blipFill rotWithShape="0">
            <a:blip r:embed="rId3"/>
            <a:stretch>
              <a:fillRect l="-723" b="-136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67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60711" y="4193182"/>
            <a:ext cx="3360151" cy="369332"/>
          </a:xfrm>
          <a:prstGeom prst="rect">
            <a:avLst/>
          </a:prstGeom>
          <a:blipFill rotWithShape="0">
            <a:blip r:embed="rId4"/>
            <a:stretch>
              <a:fillRect b="-1333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1" name="Image 9"/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6761453" y="3623528"/>
            <a:ext cx="5241535" cy="2622726"/>
          </a:xfrm>
          <a:prstGeom prst="rect">
            <a:avLst/>
          </a:prstGeom>
        </p:spPr>
      </p:pic>
      <p:sp>
        <p:nvSpPr>
          <p:cNvPr id="1048768" name="Rectangle 10"/>
          <p:cNvSpPr/>
          <p:nvPr/>
        </p:nvSpPr>
        <p:spPr>
          <a:xfrm>
            <a:off x="483081" y="4772991"/>
            <a:ext cx="62783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constate que la trajectoire de phase tend très rapidement vers la position d’équilibre à l’origine des axes et ne fait pas plusieurs rotations </a:t>
            </a:r>
            <a:r>
              <a:rPr lang="fr-MA" sz="2000" dirty="0">
                <a:latin typeface="Bembo"/>
              </a:rPr>
              <a:t>autour de l’origine conformément à l’absence d’oscillations dans ce régime.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0708" name="Ink 1050707"/>
              <p14:cNvContentPartPr/>
              <p14:nvPr/>
            </p14:nvContentPartPr>
            <p14:xfrm>
              <a:off x="9511899" y="1374555"/>
              <a:ext cx="130631" cy="85099"/>
            </p14:xfrm>
          </p:contentPart>
        </mc:Choice>
        <mc:Fallback xmlns="">
          <p:sp>
            <p:nvSpPr>
              <p:cNvPr id="1050708" name=""/>
              <p:cNvSpPr/>
              <p:nvPr/>
            </p:nvSpPr>
            <p:spPr>
              <a:xfrm>
                <a:off x="9511899" y="1374555"/>
                <a:ext cx="130631" cy="850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709" name="Ink 1050708"/>
              <p14:cNvContentPartPr/>
              <p14:nvPr/>
            </p14:nvContentPartPr>
            <p14:xfrm>
              <a:off x="8896651" y="1663806"/>
              <a:ext cx="17168" cy="63586"/>
            </p14:xfrm>
          </p:contentPart>
        </mc:Choice>
        <mc:Fallback xmlns="">
          <p:sp>
            <p:nvSpPr>
              <p:cNvPr id="1050709" name=""/>
              <p:cNvSpPr/>
              <p:nvPr/>
            </p:nvSpPr>
            <p:spPr>
              <a:xfrm>
                <a:off x="8896651" y="1663806"/>
                <a:ext cx="17168" cy="635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710" name="Ink 1050709"/>
              <p14:cNvContentPartPr/>
              <p14:nvPr/>
            </p14:nvContentPartPr>
            <p14:xfrm>
              <a:off x="7100314" y="4711820"/>
              <a:ext cx="112913" cy="4411"/>
            </p14:xfrm>
          </p:contentPart>
        </mc:Choice>
        <mc:Fallback xmlns="">
          <p:sp>
            <p:nvSpPr>
              <p:cNvPr id="1050710" name=""/>
              <p:cNvSpPr/>
              <p:nvPr/>
            </p:nvSpPr>
            <p:spPr>
              <a:xfrm>
                <a:off x="7100314" y="4711820"/>
                <a:ext cx="112913" cy="44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711" name="Ink 1050710"/>
              <p14:cNvContentPartPr/>
              <p14:nvPr/>
            </p14:nvContentPartPr>
            <p14:xfrm>
              <a:off x="7126987" y="4678146"/>
              <a:ext cx="108021" cy="131526"/>
            </p14:xfrm>
          </p:contentPart>
        </mc:Choice>
        <mc:Fallback xmlns="">
          <p:sp>
            <p:nvSpPr>
              <p:cNvPr id="1050711" name=""/>
              <p:cNvSpPr/>
              <p:nvPr/>
            </p:nvSpPr>
            <p:spPr>
              <a:xfrm>
                <a:off x="7126987" y="4678146"/>
                <a:ext cx="108021" cy="1315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712" name="Ink 1050711"/>
              <p14:cNvContentPartPr/>
              <p14:nvPr/>
            </p14:nvContentPartPr>
            <p14:xfrm>
              <a:off x="6687346" y="4644681"/>
              <a:ext cx="137156" cy="107476"/>
            </p14:xfrm>
          </p:contentPart>
        </mc:Choice>
        <mc:Fallback xmlns="">
          <p:sp>
            <p:nvSpPr>
              <p:cNvPr id="1050712" name=""/>
              <p:cNvSpPr/>
              <p:nvPr/>
            </p:nvSpPr>
            <p:spPr>
              <a:xfrm>
                <a:off x="6687346" y="4644681"/>
                <a:ext cx="137156" cy="1074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0713" name="Ink 1050712"/>
              <p14:cNvContentPartPr/>
              <p14:nvPr/>
            </p14:nvContentPartPr>
            <p14:xfrm>
              <a:off x="6824908" y="4627136"/>
              <a:ext cx="50030" cy="160532"/>
            </p14:xfrm>
          </p:contentPart>
        </mc:Choice>
        <mc:Fallback xmlns="">
          <p:sp>
            <p:nvSpPr>
              <p:cNvPr id="1050713" name=""/>
              <p:cNvSpPr/>
              <p:nvPr/>
            </p:nvSpPr>
            <p:spPr>
              <a:xfrm>
                <a:off x="6824908" y="4627136"/>
                <a:ext cx="50030" cy="160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0714" name="Ink 1050713"/>
              <p14:cNvContentPartPr/>
              <p14:nvPr/>
            </p14:nvContentPartPr>
            <p14:xfrm>
              <a:off x="6881952" y="4736658"/>
              <a:ext cx="43667" cy="108713"/>
            </p14:xfrm>
          </p:contentPart>
        </mc:Choice>
        <mc:Fallback xmlns="">
          <p:sp>
            <p:nvSpPr>
              <p:cNvPr id="1050714" name=""/>
              <p:cNvSpPr/>
              <p:nvPr/>
            </p:nvSpPr>
            <p:spPr>
              <a:xfrm>
                <a:off x="6881952" y="4736658"/>
                <a:ext cx="43667" cy="1087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0715" name="Ink 1050714"/>
              <p14:cNvContentPartPr/>
              <p14:nvPr/>
            </p14:nvContentPartPr>
            <p14:xfrm>
              <a:off x="6874938" y="4750910"/>
              <a:ext cx="49463" cy="64790"/>
            </p14:xfrm>
          </p:contentPart>
        </mc:Choice>
        <mc:Fallback xmlns="">
          <p:sp>
            <p:nvSpPr>
              <p:cNvPr id="1050715" name=""/>
              <p:cNvSpPr/>
              <p:nvPr/>
            </p:nvSpPr>
            <p:spPr>
              <a:xfrm>
                <a:off x="6874938" y="4750910"/>
                <a:ext cx="49463" cy="64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0716" name="Ink 1050715"/>
              <p14:cNvContentPartPr/>
              <p14:nvPr/>
            </p14:nvContentPartPr>
            <p14:xfrm>
              <a:off x="6738023" y="4318575"/>
              <a:ext cx="112585" cy="138871"/>
            </p14:xfrm>
          </p:contentPart>
        </mc:Choice>
        <mc:Fallback xmlns="">
          <p:sp>
            <p:nvSpPr>
              <p:cNvPr id="1050716" name=""/>
              <p:cNvSpPr/>
              <p:nvPr/>
            </p:nvSpPr>
            <p:spPr>
              <a:xfrm>
                <a:off x="6738023" y="4318575"/>
                <a:ext cx="112585" cy="1388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0717" name="Ink 1050716"/>
              <p14:cNvContentPartPr/>
              <p14:nvPr/>
            </p14:nvContentPartPr>
            <p14:xfrm>
              <a:off x="6889163" y="4466355"/>
              <a:ext cx="36681" cy="34215"/>
            </p14:xfrm>
          </p:contentPart>
        </mc:Choice>
        <mc:Fallback xmlns="">
          <p:sp>
            <p:nvSpPr>
              <p:cNvPr id="1050717" name=""/>
              <p:cNvSpPr/>
              <p:nvPr/>
            </p:nvSpPr>
            <p:spPr>
              <a:xfrm>
                <a:off x="6889163" y="4466355"/>
                <a:ext cx="36681" cy="342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0718" name="Ink 1050717"/>
              <p14:cNvContentPartPr/>
              <p14:nvPr/>
            </p14:nvContentPartPr>
            <p14:xfrm>
              <a:off x="6925170" y="4327578"/>
              <a:ext cx="89865" cy="199809"/>
            </p14:xfrm>
          </p:contentPart>
        </mc:Choice>
        <mc:Fallback xmlns="">
          <p:sp>
            <p:nvSpPr>
              <p:cNvPr id="1050718" name=""/>
              <p:cNvSpPr/>
              <p:nvPr/>
            </p:nvSpPr>
            <p:spPr>
              <a:xfrm>
                <a:off x="6925170" y="4327578"/>
                <a:ext cx="89865" cy="1998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0719" name="Ink 1050718"/>
              <p14:cNvContentPartPr/>
              <p14:nvPr/>
            </p14:nvContentPartPr>
            <p14:xfrm>
              <a:off x="7053293" y="4367408"/>
              <a:ext cx="68520" cy="86183"/>
            </p14:xfrm>
          </p:contentPart>
        </mc:Choice>
        <mc:Fallback xmlns="">
          <p:sp>
            <p:nvSpPr>
              <p:cNvPr id="1050719" name=""/>
              <p:cNvSpPr/>
              <p:nvPr/>
            </p:nvSpPr>
            <p:spPr>
              <a:xfrm>
                <a:off x="7053293" y="4367408"/>
                <a:ext cx="68520" cy="86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0720" name="Ink 1050719"/>
              <p14:cNvContentPartPr/>
              <p14:nvPr/>
            </p14:nvContentPartPr>
            <p14:xfrm>
              <a:off x="6893175" y="4437099"/>
              <a:ext cx="38131" cy="33778"/>
            </p14:xfrm>
          </p:contentPart>
        </mc:Choice>
        <mc:Fallback xmlns="">
          <p:sp>
            <p:nvSpPr>
              <p:cNvPr id="1050720" name=""/>
              <p:cNvSpPr/>
              <p:nvPr/>
            </p:nvSpPr>
            <p:spPr>
              <a:xfrm>
                <a:off x="6893175" y="4437099"/>
                <a:ext cx="38131" cy="337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0721" name="Ink 1050720"/>
              <p14:cNvContentPartPr/>
              <p14:nvPr/>
            </p14:nvContentPartPr>
            <p14:xfrm>
              <a:off x="6831374" y="4334829"/>
              <a:ext cx="38620" cy="37876"/>
            </p14:xfrm>
          </p:contentPart>
        </mc:Choice>
        <mc:Fallback xmlns="">
          <p:sp>
            <p:nvSpPr>
              <p:cNvPr id="1050721" name=""/>
              <p:cNvSpPr/>
              <p:nvPr/>
            </p:nvSpPr>
            <p:spPr>
              <a:xfrm>
                <a:off x="6831374" y="4334829"/>
                <a:ext cx="38620" cy="378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0722" name="Ink 1050721"/>
              <p14:cNvContentPartPr/>
              <p14:nvPr/>
            </p14:nvContentPartPr>
            <p14:xfrm>
              <a:off x="7263903" y="4539619"/>
              <a:ext cx="377530" cy="21224"/>
            </p14:xfrm>
          </p:contentPart>
        </mc:Choice>
        <mc:Fallback xmlns="">
          <p:sp>
            <p:nvSpPr>
              <p:cNvPr id="1050722" name=""/>
              <p:cNvSpPr/>
              <p:nvPr/>
            </p:nvSpPr>
            <p:spPr>
              <a:xfrm>
                <a:off x="7263903" y="4539619"/>
                <a:ext cx="377530" cy="212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0723" name="Ink 1050722"/>
              <p14:cNvContentPartPr/>
              <p14:nvPr/>
            </p14:nvContentPartPr>
            <p14:xfrm>
              <a:off x="7602636" y="4495360"/>
              <a:ext cx="60442" cy="95269"/>
            </p14:xfrm>
          </p:contentPart>
        </mc:Choice>
        <mc:Fallback xmlns="">
          <p:sp>
            <p:nvSpPr>
              <p:cNvPr id="1050723" name=""/>
              <p:cNvSpPr/>
              <p:nvPr/>
            </p:nvSpPr>
            <p:spPr>
              <a:xfrm>
                <a:off x="7602636" y="4495360"/>
                <a:ext cx="60442" cy="95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0724" name="Ink 1050723"/>
              <p14:cNvContentPartPr/>
              <p14:nvPr/>
            </p14:nvContentPartPr>
            <p14:xfrm>
              <a:off x="7222645" y="4473606"/>
              <a:ext cx="77265" cy="98518"/>
            </p14:xfrm>
          </p:contentPart>
        </mc:Choice>
        <mc:Fallback xmlns="">
          <p:sp>
            <p:nvSpPr>
              <p:cNvPr id="1050724" name=""/>
              <p:cNvSpPr/>
              <p:nvPr/>
            </p:nvSpPr>
            <p:spPr>
              <a:xfrm>
                <a:off x="7222645" y="4473606"/>
                <a:ext cx="77265" cy="98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0725" name="Ink 1050724"/>
              <p14:cNvContentPartPr/>
              <p14:nvPr/>
            </p14:nvContentPartPr>
            <p14:xfrm>
              <a:off x="8591275" y="5199748"/>
              <a:ext cx="69970" cy="45311"/>
            </p14:xfrm>
          </p:contentPart>
        </mc:Choice>
        <mc:Fallback xmlns="">
          <p:sp>
            <p:nvSpPr>
              <p:cNvPr id="1050725" name=""/>
              <p:cNvSpPr/>
              <p:nvPr/>
            </p:nvSpPr>
            <p:spPr>
              <a:xfrm>
                <a:off x="8591275" y="5199748"/>
                <a:ext cx="69970" cy="45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0726" name="Ink 1050725"/>
              <p14:cNvContentPartPr/>
              <p14:nvPr/>
            </p14:nvContentPartPr>
            <p14:xfrm>
              <a:off x="7455023" y="5101479"/>
              <a:ext cx="24923" cy="110259"/>
            </p14:xfrm>
          </p:contentPart>
        </mc:Choice>
        <mc:Fallback xmlns="">
          <p:sp>
            <p:nvSpPr>
              <p:cNvPr id="1050726" name=""/>
              <p:cNvSpPr/>
              <p:nvPr/>
            </p:nvSpPr>
            <p:spPr>
              <a:xfrm>
                <a:off x="7455023" y="5101479"/>
                <a:ext cx="24923" cy="1102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0727" name="Ink 1050726"/>
              <p14:cNvContentPartPr/>
              <p14:nvPr/>
            </p14:nvContentPartPr>
            <p14:xfrm>
              <a:off x="7371278" y="5262011"/>
              <a:ext cx="216345" cy="333522"/>
            </p14:xfrm>
          </p:contentPart>
        </mc:Choice>
        <mc:Fallback xmlns="">
          <p:sp>
            <p:nvSpPr>
              <p:cNvPr id="1050727" name=""/>
              <p:cNvSpPr/>
              <p:nvPr/>
            </p:nvSpPr>
            <p:spPr>
              <a:xfrm>
                <a:off x="7371278" y="5262011"/>
                <a:ext cx="216345" cy="3335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0728" name="Ink 1050727"/>
              <p14:cNvContentPartPr/>
              <p14:nvPr/>
            </p14:nvContentPartPr>
            <p14:xfrm>
              <a:off x="7357255" y="5411540"/>
              <a:ext cx="86683" cy="18003"/>
            </p14:xfrm>
          </p:contentPart>
        </mc:Choice>
        <mc:Fallback xmlns="">
          <p:sp>
            <p:nvSpPr>
              <p:cNvPr id="1050728" name=""/>
              <p:cNvSpPr/>
              <p:nvPr/>
            </p:nvSpPr>
            <p:spPr>
              <a:xfrm>
                <a:off x="7357255" y="5411540"/>
                <a:ext cx="86683" cy="18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0729" name="Ink 1050728"/>
              <p14:cNvContentPartPr/>
              <p14:nvPr/>
            </p14:nvContentPartPr>
            <p14:xfrm>
              <a:off x="7436826" y="4590629"/>
              <a:ext cx="2921" cy="107944"/>
            </p14:xfrm>
          </p:contentPart>
        </mc:Choice>
        <mc:Fallback xmlns="">
          <p:sp>
            <p:nvSpPr>
              <p:cNvPr id="1050729" name=""/>
              <p:cNvSpPr/>
              <p:nvPr/>
            </p:nvSpPr>
            <p:spPr>
              <a:xfrm>
                <a:off x="7436826" y="4590629"/>
                <a:ext cx="2921" cy="1079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0730" name="Ink 1050729"/>
              <p14:cNvContentPartPr/>
              <p14:nvPr/>
            </p14:nvContentPartPr>
            <p14:xfrm>
              <a:off x="7451050" y="4780416"/>
              <a:ext cx="5995" cy="66083"/>
            </p14:xfrm>
          </p:contentPart>
        </mc:Choice>
        <mc:Fallback xmlns="">
          <p:sp>
            <p:nvSpPr>
              <p:cNvPr id="1050730" name=""/>
              <p:cNvSpPr/>
              <p:nvPr/>
            </p:nvSpPr>
            <p:spPr>
              <a:xfrm>
                <a:off x="7451050" y="4780416"/>
                <a:ext cx="5995" cy="660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0731" name="Ink 1050730"/>
              <p14:cNvContentPartPr/>
              <p14:nvPr/>
            </p14:nvContentPartPr>
            <p14:xfrm>
              <a:off x="7471298" y="4933696"/>
              <a:ext cx="1535" cy="70602"/>
            </p14:xfrm>
          </p:contentPart>
        </mc:Choice>
        <mc:Fallback xmlns="">
          <p:sp>
            <p:nvSpPr>
              <p:cNvPr id="1050731" name=""/>
              <p:cNvSpPr/>
              <p:nvPr/>
            </p:nvSpPr>
            <p:spPr>
              <a:xfrm>
                <a:off x="7471298" y="4933696"/>
                <a:ext cx="1535" cy="706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0732" name="Ink 1050731"/>
              <p14:cNvContentPartPr/>
              <p14:nvPr/>
            </p14:nvContentPartPr>
            <p14:xfrm>
              <a:off x="9001421" y="5006210"/>
              <a:ext cx="142851" cy="224714"/>
            </p14:xfrm>
          </p:contentPart>
        </mc:Choice>
        <mc:Fallback xmlns="">
          <p:sp>
            <p:nvSpPr>
              <p:cNvPr id="1050732" name=""/>
              <p:cNvSpPr/>
              <p:nvPr/>
            </p:nvSpPr>
            <p:spPr>
              <a:xfrm>
                <a:off x="9001421" y="5006210"/>
                <a:ext cx="142851" cy="2247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0733" name="Ink 1050732"/>
              <p14:cNvContentPartPr/>
              <p14:nvPr/>
            </p14:nvContentPartPr>
            <p14:xfrm>
              <a:off x="9021581" y="5094228"/>
              <a:ext cx="111511" cy="148953"/>
            </p14:xfrm>
          </p:contentPart>
        </mc:Choice>
        <mc:Fallback xmlns="">
          <p:sp>
            <p:nvSpPr>
              <p:cNvPr id="1050733" name=""/>
              <p:cNvSpPr/>
              <p:nvPr/>
            </p:nvSpPr>
            <p:spPr>
              <a:xfrm>
                <a:off x="9021581" y="5094228"/>
                <a:ext cx="111511" cy="1489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0734" name="Ink 1050733"/>
              <p14:cNvContentPartPr/>
              <p14:nvPr/>
            </p14:nvContentPartPr>
            <p14:xfrm>
              <a:off x="8923078" y="5254509"/>
              <a:ext cx="121548" cy="273073"/>
            </p14:xfrm>
          </p:contentPart>
        </mc:Choice>
        <mc:Fallback xmlns="">
          <p:sp>
            <p:nvSpPr>
              <p:cNvPr id="1050734" name=""/>
              <p:cNvSpPr/>
              <p:nvPr/>
            </p:nvSpPr>
            <p:spPr>
              <a:xfrm>
                <a:off x="8923078" y="5254509"/>
                <a:ext cx="121548" cy="273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0735" name="Ink 1050734"/>
              <p14:cNvContentPartPr/>
              <p14:nvPr/>
            </p14:nvContentPartPr>
            <p14:xfrm>
              <a:off x="8928229" y="5349278"/>
              <a:ext cx="69186" cy="77072"/>
            </p14:xfrm>
          </p:contentPart>
        </mc:Choice>
        <mc:Fallback xmlns="">
          <p:sp>
            <p:nvSpPr>
              <p:cNvPr id="1050735" name=""/>
              <p:cNvSpPr/>
              <p:nvPr/>
            </p:nvSpPr>
            <p:spPr>
              <a:xfrm>
                <a:off x="8928229" y="5349278"/>
                <a:ext cx="69186" cy="77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0736" name="Ink 1050735"/>
              <p14:cNvContentPartPr/>
              <p14:nvPr/>
            </p14:nvContentPartPr>
            <p14:xfrm>
              <a:off x="7494171" y="4546870"/>
              <a:ext cx="34065" cy="5237"/>
            </p14:xfrm>
          </p:contentPart>
        </mc:Choice>
        <mc:Fallback xmlns="">
          <p:sp>
            <p:nvSpPr>
              <p:cNvPr id="1050736" name=""/>
              <p:cNvSpPr/>
              <p:nvPr/>
            </p:nvSpPr>
            <p:spPr>
              <a:xfrm>
                <a:off x="7494171" y="4546870"/>
                <a:ext cx="34065" cy="52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0737" name="Ink 1050736"/>
              <p14:cNvContentPartPr/>
              <p14:nvPr/>
            </p14:nvContentPartPr>
            <p14:xfrm>
              <a:off x="7890693" y="4809172"/>
              <a:ext cx="35644" cy="359424"/>
            </p14:xfrm>
          </p:contentPart>
        </mc:Choice>
        <mc:Fallback xmlns="">
          <p:sp>
            <p:nvSpPr>
              <p:cNvPr id="1050737" name=""/>
              <p:cNvSpPr/>
              <p:nvPr/>
            </p:nvSpPr>
            <p:spPr>
              <a:xfrm>
                <a:off x="7890693" y="4809172"/>
                <a:ext cx="35644" cy="3594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0738" name="Ink 1050737"/>
              <p14:cNvContentPartPr/>
              <p14:nvPr/>
            </p14:nvContentPartPr>
            <p14:xfrm>
              <a:off x="7854717" y="5291266"/>
              <a:ext cx="61313" cy="291807"/>
            </p14:xfrm>
          </p:contentPart>
        </mc:Choice>
        <mc:Fallback xmlns="">
          <p:sp>
            <p:nvSpPr>
              <p:cNvPr id="1050738" name=""/>
              <p:cNvSpPr/>
              <p:nvPr/>
            </p:nvSpPr>
            <p:spPr>
              <a:xfrm>
                <a:off x="7854717" y="5291266"/>
                <a:ext cx="61313" cy="2918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0739" name="Ink 1050738"/>
              <p14:cNvContentPartPr/>
              <p14:nvPr/>
            </p14:nvContentPartPr>
            <p14:xfrm>
              <a:off x="7818679" y="5447443"/>
              <a:ext cx="72332" cy="18858"/>
            </p14:xfrm>
          </p:contentPart>
        </mc:Choice>
        <mc:Fallback xmlns="">
          <p:sp>
            <p:nvSpPr>
              <p:cNvPr id="1050739" name=""/>
              <p:cNvSpPr/>
              <p:nvPr/>
            </p:nvSpPr>
            <p:spPr>
              <a:xfrm>
                <a:off x="7818679" y="5447443"/>
                <a:ext cx="72332" cy="18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0740" name="Ink 1050739"/>
              <p14:cNvContentPartPr/>
              <p14:nvPr/>
            </p14:nvContentPartPr>
            <p14:xfrm>
              <a:off x="8027608" y="5546566"/>
              <a:ext cx="32268" cy="103733"/>
            </p14:xfrm>
          </p:contentPart>
        </mc:Choice>
        <mc:Fallback xmlns="">
          <p:sp>
            <p:nvSpPr>
              <p:cNvPr id="1050740" name=""/>
              <p:cNvSpPr/>
              <p:nvPr/>
            </p:nvSpPr>
            <p:spPr>
              <a:xfrm>
                <a:off x="8027608" y="5546566"/>
                <a:ext cx="32268" cy="1037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0741" name="Ink 1050740"/>
              <p14:cNvContentPartPr/>
              <p14:nvPr/>
            </p14:nvContentPartPr>
            <p14:xfrm>
              <a:off x="7796896" y="4692399"/>
              <a:ext cx="276390" cy="269020"/>
            </p14:xfrm>
          </p:contentPart>
        </mc:Choice>
        <mc:Fallback xmlns="">
          <p:sp>
            <p:nvSpPr>
              <p:cNvPr id="1050741" name=""/>
              <p:cNvSpPr/>
              <p:nvPr/>
            </p:nvSpPr>
            <p:spPr>
              <a:xfrm>
                <a:off x="7796896" y="4692399"/>
                <a:ext cx="276390" cy="269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0742" name="Ink 1050741"/>
              <p14:cNvContentPartPr/>
              <p14:nvPr/>
            </p14:nvContentPartPr>
            <p14:xfrm>
              <a:off x="8027608" y="4901801"/>
              <a:ext cx="57339" cy="62505"/>
            </p14:xfrm>
          </p:contentPart>
        </mc:Choice>
        <mc:Fallback xmlns="">
          <p:sp>
            <p:nvSpPr>
              <p:cNvPr id="1050742" name=""/>
              <p:cNvSpPr/>
              <p:nvPr/>
            </p:nvSpPr>
            <p:spPr>
              <a:xfrm>
                <a:off x="8027608" y="4901801"/>
                <a:ext cx="57339" cy="62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0743" name="Ink 1050742"/>
              <p14:cNvContentPartPr/>
              <p14:nvPr/>
            </p14:nvContentPartPr>
            <p14:xfrm>
              <a:off x="7818679" y="4692516"/>
              <a:ext cx="72991" cy="7635"/>
            </p14:xfrm>
          </p:contentPart>
        </mc:Choice>
        <mc:Fallback xmlns="">
          <p:sp>
            <p:nvSpPr>
              <p:cNvPr id="1050743" name=""/>
              <p:cNvSpPr/>
              <p:nvPr/>
            </p:nvSpPr>
            <p:spPr>
              <a:xfrm>
                <a:off x="7818679" y="4692516"/>
                <a:ext cx="72991" cy="76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0744" name="Ink 1050743"/>
              <p14:cNvContentPartPr/>
              <p14:nvPr/>
            </p14:nvContentPartPr>
            <p14:xfrm>
              <a:off x="9166054" y="5552068"/>
              <a:ext cx="250341" cy="16623"/>
            </p14:xfrm>
          </p:contentPart>
        </mc:Choice>
        <mc:Fallback xmlns="">
          <p:sp>
            <p:nvSpPr>
              <p:cNvPr id="1050744" name=""/>
              <p:cNvSpPr/>
              <p:nvPr/>
            </p:nvSpPr>
            <p:spPr>
              <a:xfrm>
                <a:off x="9166054" y="5552068"/>
                <a:ext cx="250341" cy="166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0745" name="Ink 1050744"/>
              <p14:cNvContentPartPr/>
              <p14:nvPr/>
            </p14:nvContentPartPr>
            <p14:xfrm>
              <a:off x="9396321" y="5561319"/>
              <a:ext cx="35377" cy="85220"/>
            </p14:xfrm>
          </p:contentPart>
        </mc:Choice>
        <mc:Fallback xmlns="">
          <p:sp>
            <p:nvSpPr>
              <p:cNvPr id="1050745" name=""/>
              <p:cNvSpPr/>
              <p:nvPr/>
            </p:nvSpPr>
            <p:spPr>
              <a:xfrm>
                <a:off x="9396321" y="5561319"/>
                <a:ext cx="35377" cy="852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0746" name="Ink 1050745"/>
              <p14:cNvContentPartPr/>
              <p14:nvPr/>
            </p14:nvContentPartPr>
            <p14:xfrm>
              <a:off x="9282400" y="5174493"/>
              <a:ext cx="13012" cy="72862"/>
            </p14:xfrm>
          </p:contentPart>
        </mc:Choice>
        <mc:Fallback xmlns="">
          <p:sp>
            <p:nvSpPr>
              <p:cNvPr id="1050746" name=""/>
              <p:cNvSpPr/>
              <p:nvPr/>
            </p:nvSpPr>
            <p:spPr>
              <a:xfrm>
                <a:off x="9282400" y="5174493"/>
                <a:ext cx="13012" cy="728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0747" name="Ink 1050746"/>
              <p14:cNvContentPartPr/>
              <p14:nvPr/>
            </p14:nvContentPartPr>
            <p14:xfrm>
              <a:off x="9260422" y="5312771"/>
              <a:ext cx="6540" cy="69408"/>
            </p14:xfrm>
          </p:contentPart>
        </mc:Choice>
        <mc:Fallback xmlns="">
          <p:sp>
            <p:nvSpPr>
              <p:cNvPr id="1050747" name=""/>
              <p:cNvSpPr/>
              <p:nvPr/>
            </p:nvSpPr>
            <p:spPr>
              <a:xfrm>
                <a:off x="9260422" y="5312771"/>
                <a:ext cx="6540" cy="694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0748" name="Ink 1050747"/>
              <p14:cNvContentPartPr/>
              <p14:nvPr/>
            </p14:nvContentPartPr>
            <p14:xfrm>
              <a:off x="9266962" y="5488305"/>
              <a:ext cx="3584" cy="31638"/>
            </p14:xfrm>
          </p:contentPart>
        </mc:Choice>
        <mc:Fallback xmlns="">
          <p:sp>
            <p:nvSpPr>
              <p:cNvPr id="1050748" name=""/>
              <p:cNvSpPr/>
              <p:nvPr/>
            </p:nvSpPr>
            <p:spPr>
              <a:xfrm>
                <a:off x="9266962" y="5488305"/>
                <a:ext cx="3584" cy="316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0749" name="Ink 1050748"/>
              <p14:cNvContentPartPr/>
              <p14:nvPr/>
            </p14:nvContentPartPr>
            <p14:xfrm>
              <a:off x="9326363" y="4750910"/>
              <a:ext cx="71652" cy="255194"/>
            </p14:xfrm>
          </p:contentPart>
        </mc:Choice>
        <mc:Fallback xmlns="">
          <p:sp>
            <p:nvSpPr>
              <p:cNvPr id="1050749" name=""/>
              <p:cNvSpPr/>
              <p:nvPr/>
            </p:nvSpPr>
            <p:spPr>
              <a:xfrm>
                <a:off x="9326363" y="4750910"/>
                <a:ext cx="71652" cy="255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0750" name="Ink 1050749"/>
              <p14:cNvContentPartPr/>
              <p14:nvPr/>
            </p14:nvContentPartPr>
            <p14:xfrm>
              <a:off x="9295412" y="4896525"/>
              <a:ext cx="70747" cy="14916"/>
            </p14:xfrm>
          </p:contentPart>
        </mc:Choice>
        <mc:Fallback xmlns="">
          <p:sp>
            <p:nvSpPr>
              <p:cNvPr id="1050750" name=""/>
              <p:cNvSpPr/>
              <p:nvPr/>
            </p:nvSpPr>
            <p:spPr>
              <a:xfrm>
                <a:off x="9295412" y="4896525"/>
                <a:ext cx="70747" cy="149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0751" name="Ink 1050750"/>
              <p14:cNvContentPartPr/>
              <p14:nvPr/>
            </p14:nvContentPartPr>
            <p14:xfrm>
              <a:off x="9454110" y="4940698"/>
              <a:ext cx="20241" cy="177668"/>
            </p14:xfrm>
          </p:contentPart>
        </mc:Choice>
        <mc:Fallback xmlns="">
          <p:sp>
            <p:nvSpPr>
              <p:cNvPr id="1050751" name=""/>
              <p:cNvSpPr/>
              <p:nvPr/>
            </p:nvSpPr>
            <p:spPr>
              <a:xfrm>
                <a:off x="9454110" y="4940698"/>
                <a:ext cx="20241" cy="177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0752" name="Ink 1050751"/>
              <p14:cNvContentPartPr/>
              <p14:nvPr/>
            </p14:nvContentPartPr>
            <p14:xfrm>
              <a:off x="11265095" y="4784023"/>
              <a:ext cx="40489" cy="31513"/>
            </p14:xfrm>
          </p:contentPart>
        </mc:Choice>
        <mc:Fallback xmlns="">
          <p:sp>
            <p:nvSpPr>
              <p:cNvPr id="1050752" name=""/>
              <p:cNvSpPr/>
              <p:nvPr/>
            </p:nvSpPr>
            <p:spPr>
              <a:xfrm>
                <a:off x="11265095" y="4784023"/>
                <a:ext cx="40489" cy="31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0753" name="Ink 1050752"/>
              <p14:cNvContentPartPr/>
              <p14:nvPr/>
            </p14:nvContentPartPr>
            <p14:xfrm>
              <a:off x="11219345" y="4774857"/>
              <a:ext cx="99385" cy="20062"/>
            </p14:xfrm>
          </p:contentPart>
        </mc:Choice>
        <mc:Fallback xmlns="">
          <p:sp>
            <p:nvSpPr>
              <p:cNvPr id="1050753" name=""/>
              <p:cNvSpPr/>
              <p:nvPr/>
            </p:nvSpPr>
            <p:spPr>
              <a:xfrm>
                <a:off x="11219345" y="4774857"/>
                <a:ext cx="99385" cy="200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0754" name="Ink 1050753"/>
              <p14:cNvContentPartPr/>
              <p14:nvPr/>
            </p14:nvContentPartPr>
            <p14:xfrm>
              <a:off x="11238363" y="5122983"/>
              <a:ext cx="2764" cy="33532"/>
            </p14:xfrm>
          </p:contentPart>
        </mc:Choice>
        <mc:Fallback xmlns="">
          <p:sp>
            <p:nvSpPr>
              <p:cNvPr id="1050754" name=""/>
              <p:cNvSpPr/>
              <p:nvPr/>
            </p:nvSpPr>
            <p:spPr>
              <a:xfrm>
                <a:off x="11238363" y="5122983"/>
                <a:ext cx="2764" cy="335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0755" name="Ink 1050754"/>
              <p14:cNvContentPartPr/>
              <p14:nvPr/>
            </p14:nvContentPartPr>
            <p14:xfrm>
              <a:off x="11248239" y="5122983"/>
              <a:ext cx="3979" cy="31501"/>
            </p14:xfrm>
          </p:contentPart>
        </mc:Choice>
        <mc:Fallback xmlns="">
          <p:sp>
            <p:nvSpPr>
              <p:cNvPr id="1050755" name=""/>
              <p:cNvSpPr/>
              <p:nvPr/>
            </p:nvSpPr>
            <p:spPr>
              <a:xfrm>
                <a:off x="11248239" y="5122983"/>
                <a:ext cx="3979" cy="31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0756" name="Ink 1050755"/>
              <p14:cNvContentPartPr/>
              <p14:nvPr/>
            </p14:nvContentPartPr>
            <p14:xfrm>
              <a:off x="10981521" y="4787223"/>
              <a:ext cx="31658" cy="29700"/>
            </p14:xfrm>
          </p:contentPart>
        </mc:Choice>
        <mc:Fallback xmlns="">
          <p:sp>
            <p:nvSpPr>
              <p:cNvPr id="1050756" name=""/>
              <p:cNvSpPr/>
              <p:nvPr/>
            </p:nvSpPr>
            <p:spPr>
              <a:xfrm>
                <a:off x="10981521" y="4787223"/>
                <a:ext cx="31658" cy="297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0757" name="Ink 1050756"/>
              <p14:cNvContentPartPr/>
              <p14:nvPr/>
            </p14:nvContentPartPr>
            <p14:xfrm>
              <a:off x="10891919" y="4794039"/>
              <a:ext cx="154029" cy="7881"/>
            </p14:xfrm>
          </p:contentPart>
        </mc:Choice>
        <mc:Fallback xmlns="">
          <p:sp>
            <p:nvSpPr>
              <p:cNvPr id="1050757" name=""/>
              <p:cNvSpPr/>
              <p:nvPr/>
            </p:nvSpPr>
            <p:spPr>
              <a:xfrm>
                <a:off x="10891919" y="4794039"/>
                <a:ext cx="154029" cy="78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0758" name="Ink 1050757"/>
              <p14:cNvContentPartPr/>
              <p14:nvPr/>
            </p14:nvContentPartPr>
            <p14:xfrm>
              <a:off x="10620976" y="4627136"/>
              <a:ext cx="181884" cy="202120"/>
            </p14:xfrm>
          </p:contentPart>
        </mc:Choice>
        <mc:Fallback xmlns="">
          <p:sp>
            <p:nvSpPr>
              <p:cNvPr id="1050758" name=""/>
              <p:cNvSpPr/>
              <p:nvPr/>
            </p:nvSpPr>
            <p:spPr>
              <a:xfrm>
                <a:off x="10620976" y="4627136"/>
                <a:ext cx="181884" cy="2021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0759" name="Ink 1050758"/>
              <p14:cNvContentPartPr/>
              <p14:nvPr/>
            </p14:nvContentPartPr>
            <p14:xfrm>
              <a:off x="10723347" y="4780416"/>
              <a:ext cx="79701" cy="74336"/>
            </p14:xfrm>
          </p:contentPart>
        </mc:Choice>
        <mc:Fallback xmlns="">
          <p:sp>
            <p:nvSpPr>
              <p:cNvPr id="1050759" name=""/>
              <p:cNvSpPr/>
              <p:nvPr/>
            </p:nvSpPr>
            <p:spPr>
              <a:xfrm>
                <a:off x="10723347" y="4780416"/>
                <a:ext cx="79701" cy="74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0760" name="Ink 1050759"/>
              <p14:cNvContentPartPr/>
              <p14:nvPr/>
            </p14:nvContentPartPr>
            <p14:xfrm>
              <a:off x="10772117" y="4583128"/>
              <a:ext cx="83527" cy="211200"/>
            </p14:xfrm>
          </p:contentPart>
        </mc:Choice>
        <mc:Fallback xmlns="">
          <p:sp>
            <p:nvSpPr>
              <p:cNvPr id="1050760" name=""/>
              <p:cNvSpPr/>
              <p:nvPr/>
            </p:nvSpPr>
            <p:spPr>
              <a:xfrm>
                <a:off x="10772117" y="4583128"/>
                <a:ext cx="83527" cy="2112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0761" name="Ink 1050760"/>
              <p14:cNvContentPartPr/>
              <p14:nvPr/>
            </p14:nvContentPartPr>
            <p14:xfrm>
              <a:off x="10877594" y="4568498"/>
              <a:ext cx="56226" cy="106415"/>
            </p14:xfrm>
          </p:contentPart>
        </mc:Choice>
        <mc:Fallback xmlns="">
          <p:sp>
            <p:nvSpPr>
              <p:cNvPr id="1050761" name=""/>
              <p:cNvSpPr/>
              <p:nvPr/>
            </p:nvSpPr>
            <p:spPr>
              <a:xfrm>
                <a:off x="10877594" y="4568498"/>
                <a:ext cx="56226" cy="1064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0762" name="Ink 1050761"/>
              <p14:cNvContentPartPr/>
              <p14:nvPr/>
            </p14:nvContentPartPr>
            <p14:xfrm>
              <a:off x="10705154" y="4770448"/>
              <a:ext cx="16730" cy="31472"/>
            </p14:xfrm>
          </p:contentPart>
        </mc:Choice>
        <mc:Fallback xmlns="">
          <p:sp>
            <p:nvSpPr>
              <p:cNvPr id="1050762" name=""/>
              <p:cNvSpPr/>
              <p:nvPr/>
            </p:nvSpPr>
            <p:spPr>
              <a:xfrm>
                <a:off x="10705154" y="4770448"/>
                <a:ext cx="16730" cy="314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0763" name="Ink 1050762"/>
              <p14:cNvContentPartPr/>
              <p14:nvPr/>
            </p14:nvContentPartPr>
            <p14:xfrm>
              <a:off x="11218871" y="4831176"/>
              <a:ext cx="468" cy="37494"/>
            </p14:xfrm>
          </p:contentPart>
        </mc:Choice>
        <mc:Fallback xmlns="">
          <p:sp>
            <p:nvSpPr>
              <p:cNvPr id="1050763" name=""/>
              <p:cNvSpPr/>
              <p:nvPr/>
            </p:nvSpPr>
            <p:spPr>
              <a:xfrm>
                <a:off x="11218871" y="4831176"/>
                <a:ext cx="468" cy="374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0764" name="Ink 1050763"/>
              <p14:cNvContentPartPr/>
              <p14:nvPr/>
            </p14:nvContentPartPr>
            <p14:xfrm>
              <a:off x="11228960" y="4831176"/>
              <a:ext cx="4580" cy="31066"/>
            </p14:xfrm>
          </p:contentPart>
        </mc:Choice>
        <mc:Fallback xmlns="">
          <p:sp>
            <p:nvSpPr>
              <p:cNvPr id="1050764" name=""/>
              <p:cNvSpPr/>
              <p:nvPr/>
            </p:nvSpPr>
            <p:spPr>
              <a:xfrm>
                <a:off x="11228960" y="4831176"/>
                <a:ext cx="4580" cy="310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0765" name="Ink 1050764"/>
              <p14:cNvContentPartPr/>
              <p14:nvPr/>
            </p14:nvContentPartPr>
            <p14:xfrm>
              <a:off x="11211758" y="5035466"/>
              <a:ext cx="2500" cy="36999"/>
            </p14:xfrm>
          </p:contentPart>
        </mc:Choice>
        <mc:Fallback xmlns="">
          <p:sp>
            <p:nvSpPr>
              <p:cNvPr id="1050765" name=""/>
              <p:cNvSpPr/>
              <p:nvPr/>
            </p:nvSpPr>
            <p:spPr>
              <a:xfrm>
                <a:off x="11211758" y="5035466"/>
                <a:ext cx="2500" cy="369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0766" name="Ink 1050765"/>
              <p14:cNvContentPartPr/>
              <p14:nvPr/>
            </p14:nvContentPartPr>
            <p14:xfrm>
              <a:off x="11074843" y="4989189"/>
              <a:ext cx="72253" cy="74993"/>
            </p14:xfrm>
          </p:contentPart>
        </mc:Choice>
        <mc:Fallback xmlns="">
          <p:sp>
            <p:nvSpPr>
              <p:cNvPr id="1050766" name=""/>
              <p:cNvSpPr/>
              <p:nvPr/>
            </p:nvSpPr>
            <p:spPr>
              <a:xfrm>
                <a:off x="11074843" y="4989189"/>
                <a:ext cx="72253" cy="74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0767" name="Ink 1050766"/>
              <p14:cNvContentPartPr/>
              <p14:nvPr/>
            </p14:nvContentPartPr>
            <p14:xfrm>
              <a:off x="11149868" y="5006210"/>
              <a:ext cx="76497" cy="93076"/>
            </p14:xfrm>
          </p:contentPart>
        </mc:Choice>
        <mc:Fallback xmlns="">
          <p:sp>
            <p:nvSpPr>
              <p:cNvPr id="1050767" name=""/>
              <p:cNvSpPr/>
              <p:nvPr/>
            </p:nvSpPr>
            <p:spPr>
              <a:xfrm>
                <a:off x="11149868" y="5006210"/>
                <a:ext cx="76497" cy="930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0768" name="Ink 1050767"/>
              <p14:cNvContentPartPr/>
              <p14:nvPr/>
            </p14:nvContentPartPr>
            <p14:xfrm>
              <a:off x="11233540" y="5057471"/>
              <a:ext cx="14771" cy="37430"/>
            </p14:xfrm>
          </p:contentPart>
        </mc:Choice>
        <mc:Fallback xmlns="">
          <p:sp>
            <p:nvSpPr>
              <p:cNvPr id="1050768" name=""/>
              <p:cNvSpPr/>
              <p:nvPr/>
            </p:nvSpPr>
            <p:spPr>
              <a:xfrm>
                <a:off x="11233540" y="5057471"/>
                <a:ext cx="14771" cy="374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0769" name="Ink 1050768"/>
              <p14:cNvContentPartPr/>
              <p14:nvPr/>
            </p14:nvContentPartPr>
            <p14:xfrm>
              <a:off x="11339721" y="5130735"/>
              <a:ext cx="23178" cy="35710"/>
            </p14:xfrm>
          </p:contentPart>
        </mc:Choice>
        <mc:Fallback xmlns="">
          <p:sp>
            <p:nvSpPr>
              <p:cNvPr id="1050769" name=""/>
              <p:cNvSpPr/>
              <p:nvPr/>
            </p:nvSpPr>
            <p:spPr>
              <a:xfrm>
                <a:off x="11339721" y="5130735"/>
                <a:ext cx="23178" cy="35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0770" name="Ink 1050769"/>
              <p14:cNvContentPartPr/>
              <p14:nvPr/>
            </p14:nvContentPartPr>
            <p14:xfrm>
              <a:off x="11348674" y="5122983"/>
              <a:ext cx="97424" cy="31710"/>
            </p14:xfrm>
          </p:contentPart>
        </mc:Choice>
        <mc:Fallback xmlns="">
          <p:sp>
            <p:nvSpPr>
              <p:cNvPr id="1050770" name=""/>
              <p:cNvSpPr/>
              <p:nvPr/>
            </p:nvSpPr>
            <p:spPr>
              <a:xfrm>
                <a:off x="11348674" y="5122983"/>
                <a:ext cx="97424" cy="31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0771" name="Ink 1050770"/>
              <p14:cNvContentPartPr/>
              <p14:nvPr/>
            </p14:nvContentPartPr>
            <p14:xfrm>
              <a:off x="11146857" y="5466301"/>
              <a:ext cx="43136" cy="69580"/>
            </p14:xfrm>
          </p:contentPart>
        </mc:Choice>
        <mc:Fallback xmlns="">
          <p:sp>
            <p:nvSpPr>
              <p:cNvPr id="1050771" name=""/>
              <p:cNvSpPr/>
              <p:nvPr/>
            </p:nvSpPr>
            <p:spPr>
              <a:xfrm>
                <a:off x="11146857" y="5466301"/>
                <a:ext cx="43136" cy="69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0772" name="Ink 1050771"/>
              <p14:cNvContentPartPr/>
              <p14:nvPr/>
            </p14:nvContentPartPr>
            <p14:xfrm>
              <a:off x="11174401" y="5515593"/>
              <a:ext cx="115119" cy="13507"/>
            </p14:xfrm>
          </p:contentPart>
        </mc:Choice>
        <mc:Fallback xmlns="">
          <p:sp>
            <p:nvSpPr>
              <p:cNvPr id="1050772" name=""/>
              <p:cNvSpPr/>
              <p:nvPr/>
            </p:nvSpPr>
            <p:spPr>
              <a:xfrm>
                <a:off x="11174401" y="5515593"/>
                <a:ext cx="115119" cy="13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0773" name="Ink 1050772"/>
              <p14:cNvContentPartPr/>
              <p14:nvPr/>
            </p14:nvContentPartPr>
            <p14:xfrm>
              <a:off x="11182864" y="5466301"/>
              <a:ext cx="6906" cy="102864"/>
            </p14:xfrm>
          </p:contentPart>
        </mc:Choice>
        <mc:Fallback xmlns="">
          <p:sp>
            <p:nvSpPr>
              <p:cNvPr id="1050773" name=""/>
              <p:cNvSpPr/>
              <p:nvPr/>
            </p:nvSpPr>
            <p:spPr>
              <a:xfrm>
                <a:off x="11182864" y="5466301"/>
                <a:ext cx="6906" cy="1028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0774" name="Ink 1050773"/>
              <p14:cNvContentPartPr/>
              <p14:nvPr/>
            </p14:nvContentPartPr>
            <p14:xfrm>
              <a:off x="11189976" y="5502558"/>
              <a:ext cx="16272" cy="31365"/>
            </p14:xfrm>
          </p:contentPart>
        </mc:Choice>
        <mc:Fallback xmlns="">
          <p:sp>
            <p:nvSpPr>
              <p:cNvPr id="1050774" name=""/>
              <p:cNvSpPr/>
              <p:nvPr/>
            </p:nvSpPr>
            <p:spPr>
              <a:xfrm>
                <a:off x="11189976" y="5502558"/>
                <a:ext cx="16272" cy="313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0775" name="Ink 1050774"/>
              <p14:cNvContentPartPr/>
              <p14:nvPr/>
            </p14:nvContentPartPr>
            <p14:xfrm>
              <a:off x="8728883" y="5509809"/>
              <a:ext cx="126858" cy="14226"/>
            </p14:xfrm>
          </p:contentPart>
        </mc:Choice>
        <mc:Fallback xmlns="">
          <p:sp>
            <p:nvSpPr>
              <p:cNvPr id="1050775" name=""/>
              <p:cNvSpPr/>
              <p:nvPr/>
            </p:nvSpPr>
            <p:spPr>
              <a:xfrm>
                <a:off x="8728883" y="5509809"/>
                <a:ext cx="126858" cy="142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0776" name="Ink 1050775"/>
              <p14:cNvContentPartPr/>
              <p14:nvPr/>
            </p14:nvContentPartPr>
            <p14:xfrm>
              <a:off x="8371157" y="5130208"/>
              <a:ext cx="73836" cy="7528"/>
            </p14:xfrm>
          </p:contentPart>
        </mc:Choice>
        <mc:Fallback xmlns="">
          <p:sp>
            <p:nvSpPr>
              <p:cNvPr id="1050776" name=""/>
              <p:cNvSpPr/>
              <p:nvPr/>
            </p:nvSpPr>
            <p:spPr>
              <a:xfrm>
                <a:off x="8371157" y="5130208"/>
                <a:ext cx="73836" cy="7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0781" name="Ink 1050780"/>
              <p14:cNvContentPartPr/>
              <p14:nvPr/>
            </p14:nvContentPartPr>
            <p14:xfrm>
              <a:off x="7182639" y="5647827"/>
              <a:ext cx="30588" cy="759"/>
            </p14:xfrm>
          </p:contentPart>
        </mc:Choice>
        <mc:Fallback xmlns="">
          <p:sp>
            <p:nvSpPr>
              <p:cNvPr id="1050781" name=""/>
              <p:cNvSpPr/>
              <p:nvPr/>
            </p:nvSpPr>
            <p:spPr>
              <a:xfrm>
                <a:off x="7182639" y="5647827"/>
                <a:ext cx="30588" cy="7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0782" name="Ink 1050781"/>
              <p14:cNvContentPartPr/>
              <p14:nvPr/>
            </p14:nvContentPartPr>
            <p14:xfrm>
              <a:off x="7121653" y="5637584"/>
              <a:ext cx="52198" cy="68419"/>
            </p14:xfrm>
          </p:contentPart>
        </mc:Choice>
        <mc:Fallback xmlns="">
          <p:sp>
            <p:nvSpPr>
              <p:cNvPr id="1050782" name=""/>
              <p:cNvSpPr/>
              <p:nvPr/>
            </p:nvSpPr>
            <p:spPr>
              <a:xfrm>
                <a:off x="7121653" y="5637584"/>
                <a:ext cx="52198" cy="68419"/>
              </a:xfrm>
            </p:spPr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Rectangle 3"/>
          <p:cNvSpPr/>
          <p:nvPr/>
        </p:nvSpPr>
        <p:spPr>
          <a:xfrm>
            <a:off x="695459" y="289343"/>
            <a:ext cx="3484881" cy="3962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000" b="1" dirty="0">
                <a:latin typeface="OfficinaSans-Bold"/>
              </a:rPr>
              <a:t>3. Cas du régime apériodique</a:t>
            </a:r>
            <a:endParaRPr lang="fr-MA" sz="2000" dirty="0"/>
          </a:p>
        </p:txBody>
      </p:sp>
      <p:pic>
        <p:nvPicPr>
          <p:cNvPr id="2097162" name="Image 4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7134897" y="689453"/>
            <a:ext cx="3696236" cy="2865710"/>
          </a:xfrm>
          <a:prstGeom prst="rect">
            <a:avLst/>
          </a:prstGeom>
        </p:spPr>
      </p:pic>
      <p:sp>
        <p:nvSpPr>
          <p:cNvPr id="1048770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7192" y="919784"/>
            <a:ext cx="3421898" cy="461665"/>
          </a:xfrm>
          <a:prstGeom prst="rect">
            <a:avLst/>
          </a:prstGeom>
          <a:blipFill rotWithShape="0">
            <a:blip r:embed="rId3"/>
            <a:stretch>
              <a:fillRect r="-178"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71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17370" y="2304453"/>
            <a:ext cx="2740237" cy="400110"/>
          </a:xfrm>
          <a:prstGeom prst="rect">
            <a:avLst/>
          </a:prstGeom>
          <a:blipFill rotWithShape="0">
            <a:blip r:embed="rId4"/>
            <a:stretch>
              <a:fillRect t="-7576" r="-2000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72" name="Rectangle 8"/>
          <p:cNvSpPr/>
          <p:nvPr/>
        </p:nvSpPr>
        <p:spPr>
          <a:xfrm>
            <a:off x="806246" y="2928404"/>
            <a:ext cx="6225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les trajectoires de phase convergent </a:t>
            </a:r>
            <a:r>
              <a:rPr lang="fr-MA" sz="2000" dirty="0">
                <a:latin typeface="Bembo"/>
              </a:rPr>
              <a:t>vers l’origine.</a:t>
            </a:r>
            <a:endParaRPr lang="fr-MA" sz="2000" dirty="0"/>
          </a:p>
        </p:txBody>
      </p:sp>
      <p:sp>
        <p:nvSpPr>
          <p:cNvPr id="104877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4660" y="1532204"/>
            <a:ext cx="4222566" cy="461665"/>
          </a:xfrm>
          <a:prstGeom prst="rect">
            <a:avLst/>
          </a:prstGeom>
          <a:blipFill rotWithShape="0">
            <a:blip r:embed="rId5"/>
            <a:stretch>
              <a:fillRect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74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17370" y="3555163"/>
            <a:ext cx="10152686" cy="707886"/>
          </a:xfrm>
          <a:prstGeom prst="rect">
            <a:avLst/>
          </a:prstGeom>
          <a:blipFill rotWithShape="0">
            <a:blip r:embed="rId6"/>
            <a:stretch>
              <a:fillRect l="-540" t="-5172" r="-600" b="-1379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0777" name="Ink 1050776"/>
              <p14:cNvContentPartPr/>
              <p14:nvPr/>
            </p14:nvContentPartPr>
            <p14:xfrm>
              <a:off x="8156973" y="1101946"/>
              <a:ext cx="79565" cy="190738"/>
            </p14:xfrm>
          </p:contentPart>
        </mc:Choice>
        <mc:Fallback xmlns="">
          <p:sp>
            <p:nvSpPr>
              <p:cNvPr id="1050777" name=""/>
              <p:cNvSpPr/>
              <p:nvPr/>
            </p:nvSpPr>
            <p:spPr>
              <a:xfrm>
                <a:off x="8156973" y="1101946"/>
                <a:ext cx="79565" cy="190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0778" name="Ink 1050777"/>
              <p14:cNvContentPartPr/>
              <p14:nvPr/>
            </p14:nvContentPartPr>
            <p14:xfrm>
              <a:off x="8128517" y="1167708"/>
              <a:ext cx="173089" cy="155020"/>
            </p14:xfrm>
          </p:contentPart>
        </mc:Choice>
        <mc:Fallback xmlns="">
          <p:sp>
            <p:nvSpPr>
              <p:cNvPr id="1050778" name=""/>
              <p:cNvSpPr/>
              <p:nvPr/>
            </p:nvSpPr>
            <p:spPr>
              <a:xfrm>
                <a:off x="8128517" y="1167708"/>
                <a:ext cx="173089" cy="1550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0779" name="Ink 1050778"/>
              <p14:cNvContentPartPr/>
              <p14:nvPr/>
            </p14:nvContentPartPr>
            <p14:xfrm>
              <a:off x="8890074" y="2262673"/>
              <a:ext cx="67050" cy="79513"/>
            </p14:xfrm>
          </p:contentPart>
        </mc:Choice>
        <mc:Fallback xmlns="">
          <p:sp>
            <p:nvSpPr>
              <p:cNvPr id="1050779" name=""/>
              <p:cNvSpPr/>
              <p:nvPr/>
            </p:nvSpPr>
            <p:spPr>
              <a:xfrm>
                <a:off x="8890074" y="2262673"/>
                <a:ext cx="67050" cy="795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0780" name="Ink 1050779"/>
              <p14:cNvContentPartPr/>
              <p14:nvPr/>
            </p14:nvContentPartPr>
            <p14:xfrm>
              <a:off x="8863328" y="2276926"/>
              <a:ext cx="149601" cy="78291"/>
            </p14:xfrm>
          </p:contentPart>
        </mc:Choice>
        <mc:Fallback xmlns="">
          <p:sp>
            <p:nvSpPr>
              <p:cNvPr id="1050780" name=""/>
              <p:cNvSpPr/>
              <p:nvPr/>
            </p:nvSpPr>
            <p:spPr>
              <a:xfrm>
                <a:off x="8863328" y="2276926"/>
                <a:ext cx="149601" cy="782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161" name="Ink 1051160"/>
              <p14:cNvContentPartPr/>
              <p14:nvPr/>
            </p14:nvContentPartPr>
            <p14:xfrm>
              <a:off x="8423686" y="1788330"/>
              <a:ext cx="17800" cy="30662"/>
            </p14:xfrm>
          </p:contentPart>
        </mc:Choice>
        <mc:Fallback xmlns="">
          <p:sp>
            <p:nvSpPr>
              <p:cNvPr id="1051161" name=""/>
              <p:cNvSpPr/>
              <p:nvPr/>
            </p:nvSpPr>
            <p:spPr>
              <a:xfrm>
                <a:off x="8423686" y="1788330"/>
                <a:ext cx="17800" cy="306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162" name="Ink 1051161"/>
              <p14:cNvContentPartPr/>
              <p14:nvPr/>
            </p14:nvContentPartPr>
            <p14:xfrm>
              <a:off x="8730837" y="1754067"/>
              <a:ext cx="474393" cy="286072"/>
            </p14:xfrm>
          </p:contentPart>
        </mc:Choice>
        <mc:Fallback xmlns="">
          <p:sp>
            <p:nvSpPr>
              <p:cNvPr id="1051162" name=""/>
              <p:cNvSpPr/>
              <p:nvPr/>
            </p:nvSpPr>
            <p:spPr>
              <a:xfrm>
                <a:off x="8730837" y="1754067"/>
                <a:ext cx="474393" cy="2860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163" name="Ink 1051162"/>
              <p14:cNvContentPartPr/>
              <p14:nvPr/>
            </p14:nvContentPartPr>
            <p14:xfrm>
              <a:off x="8634283" y="1588513"/>
              <a:ext cx="740389" cy="612948"/>
            </p14:xfrm>
          </p:contentPart>
        </mc:Choice>
        <mc:Fallback xmlns="">
          <p:sp>
            <p:nvSpPr>
              <p:cNvPr id="1051163" name=""/>
              <p:cNvSpPr/>
              <p:nvPr/>
            </p:nvSpPr>
            <p:spPr>
              <a:xfrm>
                <a:off x="8634283" y="1588513"/>
                <a:ext cx="740389" cy="612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164" name="Ink 1051163"/>
              <p14:cNvContentPartPr/>
              <p14:nvPr/>
            </p14:nvContentPartPr>
            <p14:xfrm>
              <a:off x="8517707" y="3141845"/>
              <a:ext cx="236236" cy="202150"/>
            </p14:xfrm>
          </p:contentPart>
        </mc:Choice>
        <mc:Fallback xmlns="">
          <p:sp>
            <p:nvSpPr>
              <p:cNvPr id="1051164" name=""/>
              <p:cNvSpPr/>
              <p:nvPr/>
            </p:nvSpPr>
            <p:spPr>
              <a:xfrm>
                <a:off x="8517707" y="3141845"/>
                <a:ext cx="236236" cy="202150"/>
              </a:xfrm>
            </p:spPr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ZoneTexte 3"/>
          <p:cNvSpPr txBox="1"/>
          <p:nvPr/>
        </p:nvSpPr>
        <p:spPr>
          <a:xfrm>
            <a:off x="708339" y="154546"/>
            <a:ext cx="4335780" cy="57404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fr-MA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III. Oscillations forcées</a:t>
            </a:r>
          </a:p>
        </p:txBody>
      </p:sp>
      <p:sp>
        <p:nvSpPr>
          <p:cNvPr id="1048776" name="Rectangle 4"/>
          <p:cNvSpPr/>
          <p:nvPr/>
        </p:nvSpPr>
        <p:spPr>
          <a:xfrm>
            <a:off x="605308" y="1554394"/>
            <a:ext cx="10457644" cy="701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établit l’équation différentielle du mouvement sur l’exemple d’un oscillateur à </a:t>
            </a:r>
            <a:r>
              <a:rPr lang="fr-MA" sz="2000" dirty="0">
                <a:latin typeface="Bembo"/>
              </a:rPr>
              <a:t>ressort.</a:t>
            </a:r>
            <a:endParaRPr lang="fr-MA" sz="2000" dirty="0"/>
          </a:p>
        </p:txBody>
      </p:sp>
      <p:sp>
        <p:nvSpPr>
          <p:cNvPr id="1048777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5308" y="1981372"/>
            <a:ext cx="11007145" cy="3851567"/>
          </a:xfrm>
          <a:prstGeom prst="rect">
            <a:avLst/>
          </a:prstGeom>
          <a:blipFill>
            <a:blip r:embed="rId2"/>
            <a:stretch>
              <a:fillRect l="-554" t="-791" r="-609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78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5308" y="5832939"/>
            <a:ext cx="10908405" cy="830997"/>
          </a:xfrm>
          <a:prstGeom prst="rect">
            <a:avLst/>
          </a:prstGeom>
          <a:blipFill>
            <a:blip r:embed="rId3"/>
            <a:stretch>
              <a:fillRect l="-559" t="-4412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79" name="Rectangle 7"/>
          <p:cNvSpPr/>
          <p:nvPr/>
        </p:nvSpPr>
        <p:spPr>
          <a:xfrm>
            <a:off x="708339" y="848463"/>
            <a:ext cx="67995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III.1 Équation différentielle du mouvement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165" name="Ink 1051164"/>
              <p14:cNvContentPartPr/>
              <p14:nvPr/>
            </p14:nvContentPartPr>
            <p14:xfrm>
              <a:off x="4967920" y="5750111"/>
              <a:ext cx="825917" cy="38849"/>
            </p14:xfrm>
          </p:contentPart>
        </mc:Choice>
        <mc:Fallback xmlns="">
          <p:sp>
            <p:nvSpPr>
              <p:cNvPr id="1051165" name=""/>
              <p:cNvSpPr/>
              <p:nvPr/>
            </p:nvSpPr>
            <p:spPr>
              <a:xfrm>
                <a:off x="4967920" y="5750111"/>
                <a:ext cx="825917" cy="38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166" name="Ink 1051165"/>
              <p14:cNvContentPartPr/>
              <p14:nvPr/>
            </p14:nvContentPartPr>
            <p14:xfrm>
              <a:off x="4929079" y="5372563"/>
              <a:ext cx="973121" cy="400594"/>
            </p14:xfrm>
          </p:contentPart>
        </mc:Choice>
        <mc:Fallback xmlns="">
          <p:sp>
            <p:nvSpPr>
              <p:cNvPr id="1051166" name=""/>
              <p:cNvSpPr/>
              <p:nvPr/>
            </p:nvSpPr>
            <p:spPr>
              <a:xfrm>
                <a:off x="4929079" y="5372563"/>
                <a:ext cx="973121" cy="4005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167" name="Ink 1051166"/>
              <p14:cNvContentPartPr/>
              <p14:nvPr/>
            </p14:nvContentPartPr>
            <p14:xfrm>
              <a:off x="6608219" y="6782058"/>
              <a:ext cx="31477" cy="2566"/>
            </p14:xfrm>
          </p:contentPart>
        </mc:Choice>
        <mc:Fallback xmlns="">
          <p:sp>
            <p:nvSpPr>
              <p:cNvPr id="1051167" name=""/>
              <p:cNvSpPr/>
              <p:nvPr/>
            </p:nvSpPr>
            <p:spPr>
              <a:xfrm>
                <a:off x="6608219" y="6782058"/>
                <a:ext cx="31477" cy="25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168" name="Ink 1051167"/>
              <p14:cNvContentPartPr/>
              <p14:nvPr/>
            </p14:nvContentPartPr>
            <p14:xfrm>
              <a:off x="6633365" y="6728798"/>
              <a:ext cx="3749" cy="36221"/>
            </p14:xfrm>
          </p:contentPart>
        </mc:Choice>
        <mc:Fallback xmlns="">
          <p:sp>
            <p:nvSpPr>
              <p:cNvPr id="1051168" name=""/>
              <p:cNvSpPr/>
              <p:nvPr/>
            </p:nvSpPr>
            <p:spPr>
              <a:xfrm>
                <a:off x="6633365" y="6728798"/>
                <a:ext cx="3749" cy="36221"/>
              </a:xfrm>
            </p:spPr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Rectangle 3"/>
          <p:cNvSpPr/>
          <p:nvPr/>
        </p:nvSpPr>
        <p:spPr>
          <a:xfrm>
            <a:off x="716921" y="420640"/>
            <a:ext cx="93672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a l’habitude de mettre cette équation sous une forme dite canonique :</a:t>
            </a:r>
            <a:endParaRPr lang="fr-MA" sz="2000" dirty="0"/>
          </a:p>
        </p:txBody>
      </p:sp>
      <p:sp>
        <p:nvSpPr>
          <p:cNvPr id="1048781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20703" y="829197"/>
            <a:ext cx="3216458" cy="793422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82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7127" y="1631066"/>
            <a:ext cx="3698513" cy="635046"/>
          </a:xfrm>
          <a:prstGeom prst="rect">
            <a:avLst/>
          </a:prstGeom>
          <a:blipFill rotWithShape="0">
            <a:blip r:embed="rId3"/>
            <a:stretch>
              <a:fillRect l="-2471" b="-961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83" name="Rectangle 6"/>
          <p:cNvSpPr/>
          <p:nvPr/>
        </p:nvSpPr>
        <p:spPr>
          <a:xfrm>
            <a:off x="528035" y="2432935"/>
            <a:ext cx="5923280" cy="510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BLANCA" panose="02000000000000000000" pitchFamily="2" charset="0"/>
              </a:rPr>
              <a:t>III.2 Cas d’une excitation sinusoïdale</a:t>
            </a:r>
            <a:endParaRPr lang="fr-M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BLANCA" panose="02000000000000000000" pitchFamily="2" charset="0"/>
            </a:endParaRPr>
          </a:p>
        </p:txBody>
      </p:sp>
      <p:sp>
        <p:nvSpPr>
          <p:cNvPr id="1048784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37161" y="2943474"/>
            <a:ext cx="2393219" cy="430887"/>
          </a:xfrm>
          <a:prstGeom prst="rect">
            <a:avLst/>
          </a:prstGeom>
          <a:blipFill>
            <a:blip r:embed="rId4"/>
            <a:stretch>
              <a:fillRect b="-15493"/>
            </a:stretch>
          </a:blipFill>
        </p:spPr>
        <p:txBody>
          <a:bodyPr/>
          <a:lstStyle/>
          <a:p>
            <a:r>
              <a:rPr lang="fr-FR">
                <a:noFill/>
              </a:rPr>
              <a:t> </a:t>
            </a:r>
          </a:p>
        </p:txBody>
      </p:sp>
      <p:sp>
        <p:nvSpPr>
          <p:cNvPr id="1048785" name="Rectangle 8"/>
          <p:cNvSpPr/>
          <p:nvPr/>
        </p:nvSpPr>
        <p:spPr>
          <a:xfrm>
            <a:off x="528035" y="3061423"/>
            <a:ext cx="6901181" cy="396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Dans la suite, on se limitera aux excitations sinusoïdales.</a:t>
            </a:r>
            <a:endParaRPr lang="fr-MA" sz="2000" dirty="0"/>
          </a:p>
        </p:txBody>
      </p:sp>
      <p:sp>
        <p:nvSpPr>
          <p:cNvPr id="1048786" name="Rectangle 9"/>
          <p:cNvSpPr/>
          <p:nvPr/>
        </p:nvSpPr>
        <p:spPr>
          <a:xfrm>
            <a:off x="528035" y="3713844"/>
            <a:ext cx="11307650" cy="2834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MA" sz="2000" u="sng" dirty="0">
                <a:latin typeface="Bembo"/>
              </a:rPr>
              <a:t>intérêt théorique </a:t>
            </a:r>
            <a:r>
              <a:rPr lang="fr-MA" sz="2000" dirty="0">
                <a:latin typeface="Bembo"/>
              </a:rPr>
              <a:t>: Quelque soit la fonction </a:t>
            </a:r>
            <a:r>
              <a:rPr lang="fr-MA" sz="2000" b="1" dirty="0">
                <a:latin typeface="Bembo"/>
              </a:rPr>
              <a:t>f(t)</a:t>
            </a:r>
            <a:r>
              <a:rPr lang="fr-MA" sz="2000" dirty="0">
                <a:latin typeface="Bembo"/>
              </a:rPr>
              <a:t>, </a:t>
            </a:r>
            <a:r>
              <a:rPr lang="fr-MA" sz="2000" u="sng" dirty="0">
                <a:latin typeface="Bembo"/>
              </a:rPr>
              <a:t>elle peut s’écrire comme une  superposition de fonctions sinusoïdales</a:t>
            </a:r>
            <a:r>
              <a:rPr lang="fr-MA" sz="2000" dirty="0">
                <a:latin typeface="Bembo"/>
              </a:rPr>
              <a:t> </a:t>
            </a:r>
            <a:r>
              <a:rPr lang="fr-FR" sz="2000" dirty="0">
                <a:latin typeface="Bembo"/>
              </a:rPr>
              <a:t>(discrète ou continue selon que </a:t>
            </a:r>
            <a:r>
              <a:rPr lang="fr-FR" sz="2000" i="1" dirty="0">
                <a:latin typeface="Bembo"/>
              </a:rPr>
              <a:t>f </a:t>
            </a:r>
            <a:r>
              <a:rPr lang="fr-FR" sz="2000" dirty="0">
                <a:latin typeface="Bembo"/>
              </a:rPr>
              <a:t>(</a:t>
            </a:r>
            <a:r>
              <a:rPr lang="fr-FR" sz="2000" i="1" dirty="0">
                <a:latin typeface="Bembo"/>
              </a:rPr>
              <a:t>t</a:t>
            </a:r>
            <a:r>
              <a:rPr lang="fr-FR" sz="2000" dirty="0">
                <a:latin typeface="Bembo"/>
              </a:rPr>
              <a:t>) est périodique ou non).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2000" dirty="0">
              <a:latin typeface="Bembo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 </a:t>
            </a:r>
            <a:r>
              <a:rPr lang="fr-MA" sz="2000" dirty="0">
                <a:latin typeface="Bembo"/>
              </a:rPr>
              <a:t>Le fait que l’équation </a:t>
            </a:r>
            <a:r>
              <a:rPr lang="fr-FR" sz="2000" dirty="0">
                <a:latin typeface="Bembo"/>
              </a:rPr>
              <a:t>différentielle soit linéaire, autrement dit que le principe de superposition puisse s’appliquer, permet d’écrire la solution pour </a:t>
            </a:r>
            <a:r>
              <a:rPr lang="fr-FR" sz="2000" b="1" i="1" dirty="0">
                <a:latin typeface="Bembo"/>
              </a:rPr>
              <a:t>f</a:t>
            </a:r>
            <a:r>
              <a:rPr lang="fr-FR" sz="2000" b="1" dirty="0">
                <a:latin typeface="Bembo"/>
              </a:rPr>
              <a:t>(</a:t>
            </a:r>
            <a:r>
              <a:rPr lang="fr-FR" sz="2000" b="1" i="1" dirty="0">
                <a:latin typeface="Bembo"/>
              </a:rPr>
              <a:t>t</a:t>
            </a:r>
            <a:r>
              <a:rPr lang="fr-FR" sz="2000" b="1" dirty="0">
                <a:latin typeface="Bembo"/>
              </a:rPr>
              <a:t>)</a:t>
            </a:r>
            <a:r>
              <a:rPr lang="fr-FR" sz="2000" dirty="0">
                <a:latin typeface="Bembo"/>
              </a:rPr>
              <a:t> comme la somme des solutions obtenues pour chaque terme de la décomposition.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2000" dirty="0">
              <a:latin typeface="Bembo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 Il est alors nécessaire de déterminer la réponse à chaque terme de la décomposition, à savoir à une excitation sinusoïdale.</a:t>
            </a:r>
            <a:endParaRPr lang="fr-MA" sz="2000" dirty="0">
              <a:latin typeface="Bemb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169" name="Ink 1051168"/>
              <p14:cNvContentPartPr/>
              <p14:nvPr/>
            </p14:nvContentPartPr>
            <p14:xfrm>
              <a:off x="4266677" y="775795"/>
              <a:ext cx="3301801" cy="890785"/>
            </p14:xfrm>
          </p:contentPart>
        </mc:Choice>
        <mc:Fallback xmlns="">
          <p:sp>
            <p:nvSpPr>
              <p:cNvPr id="1051169" name=""/>
              <p:cNvSpPr/>
              <p:nvPr/>
            </p:nvSpPr>
            <p:spPr>
              <a:xfrm>
                <a:off x="4266677" y="775795"/>
                <a:ext cx="3301801" cy="8907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170" name="Ink 1051169"/>
              <p14:cNvContentPartPr/>
              <p14:nvPr/>
            </p14:nvContentPartPr>
            <p14:xfrm>
              <a:off x="8425849" y="1125313"/>
              <a:ext cx="182912" cy="677347"/>
            </p14:xfrm>
          </p:contentPart>
        </mc:Choice>
        <mc:Fallback xmlns="">
          <p:sp>
            <p:nvSpPr>
              <p:cNvPr id="1051170" name=""/>
              <p:cNvSpPr/>
              <p:nvPr/>
            </p:nvSpPr>
            <p:spPr>
              <a:xfrm>
                <a:off x="8425849" y="1125313"/>
                <a:ext cx="182912" cy="677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171" name="Ink 1051170"/>
              <p14:cNvContentPartPr/>
              <p14:nvPr/>
            </p14:nvContentPartPr>
            <p14:xfrm>
              <a:off x="8620040" y="1174960"/>
              <a:ext cx="113485" cy="476360"/>
            </p14:xfrm>
          </p:contentPart>
        </mc:Choice>
        <mc:Fallback xmlns="">
          <p:sp>
            <p:nvSpPr>
              <p:cNvPr id="1051171" name=""/>
              <p:cNvSpPr/>
              <p:nvPr/>
            </p:nvSpPr>
            <p:spPr>
              <a:xfrm>
                <a:off x="8620040" y="1174960"/>
                <a:ext cx="113485" cy="4763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172" name="Ink 1051171"/>
              <p14:cNvContentPartPr/>
              <p14:nvPr/>
            </p14:nvContentPartPr>
            <p14:xfrm>
              <a:off x="8743221" y="1240723"/>
              <a:ext cx="62318" cy="337705"/>
            </p14:xfrm>
          </p:contentPart>
        </mc:Choice>
        <mc:Fallback xmlns="">
          <p:sp>
            <p:nvSpPr>
              <p:cNvPr id="1051172" name=""/>
              <p:cNvSpPr/>
              <p:nvPr/>
            </p:nvSpPr>
            <p:spPr>
              <a:xfrm>
                <a:off x="8743221" y="1240723"/>
                <a:ext cx="62318" cy="3377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173" name="Ink 1051172"/>
              <p14:cNvContentPartPr/>
              <p14:nvPr/>
            </p14:nvContentPartPr>
            <p14:xfrm>
              <a:off x="8717254" y="1408506"/>
              <a:ext cx="102954" cy="50263"/>
            </p14:xfrm>
          </p:contentPart>
        </mc:Choice>
        <mc:Fallback xmlns="">
          <p:sp>
            <p:nvSpPr>
              <p:cNvPr id="1051173" name=""/>
              <p:cNvSpPr/>
              <p:nvPr/>
            </p:nvSpPr>
            <p:spPr>
              <a:xfrm>
                <a:off x="8717254" y="1408506"/>
                <a:ext cx="102954" cy="50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174" name="Ink 1051173"/>
              <p14:cNvContentPartPr/>
              <p14:nvPr/>
            </p14:nvContentPartPr>
            <p14:xfrm>
              <a:off x="8920045" y="1218718"/>
              <a:ext cx="45481" cy="366692"/>
            </p14:xfrm>
          </p:contentPart>
        </mc:Choice>
        <mc:Fallback xmlns="">
          <p:sp>
            <p:nvSpPr>
              <p:cNvPr id="1051174" name=""/>
              <p:cNvSpPr/>
              <p:nvPr/>
            </p:nvSpPr>
            <p:spPr>
              <a:xfrm>
                <a:off x="8920045" y="1218718"/>
                <a:ext cx="45481" cy="3666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175" name="Ink 1051174"/>
              <p14:cNvContentPartPr/>
              <p14:nvPr/>
            </p14:nvContentPartPr>
            <p14:xfrm>
              <a:off x="9065145" y="1408506"/>
              <a:ext cx="217933" cy="11347"/>
            </p14:xfrm>
          </p:contentPart>
        </mc:Choice>
        <mc:Fallback xmlns="">
          <p:sp>
            <p:nvSpPr>
              <p:cNvPr id="1051175" name=""/>
              <p:cNvSpPr/>
              <p:nvPr/>
            </p:nvSpPr>
            <p:spPr>
              <a:xfrm>
                <a:off x="9065145" y="1408506"/>
                <a:ext cx="217933" cy="113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176" name="Ink 1051175"/>
              <p14:cNvContentPartPr/>
              <p14:nvPr/>
            </p14:nvContentPartPr>
            <p14:xfrm>
              <a:off x="9065145" y="1554425"/>
              <a:ext cx="214901" cy="21863"/>
            </p14:xfrm>
          </p:contentPart>
        </mc:Choice>
        <mc:Fallback xmlns="">
          <p:sp>
            <p:nvSpPr>
              <p:cNvPr id="1051176" name=""/>
              <p:cNvSpPr/>
              <p:nvPr/>
            </p:nvSpPr>
            <p:spPr>
              <a:xfrm>
                <a:off x="9065145" y="1554425"/>
                <a:ext cx="214901" cy="218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177" name="Ink 1051176"/>
              <p14:cNvContentPartPr/>
              <p14:nvPr/>
            </p14:nvContentPartPr>
            <p14:xfrm>
              <a:off x="9684024" y="604811"/>
              <a:ext cx="505823" cy="442213"/>
            </p14:xfrm>
          </p:contentPart>
        </mc:Choice>
        <mc:Fallback xmlns="">
          <p:sp>
            <p:nvSpPr>
              <p:cNvPr id="1051177" name=""/>
              <p:cNvSpPr/>
              <p:nvPr/>
            </p:nvSpPr>
            <p:spPr>
              <a:xfrm>
                <a:off x="9684024" y="604811"/>
                <a:ext cx="505823" cy="442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178" name="Ink 1051177"/>
              <p14:cNvContentPartPr/>
              <p14:nvPr/>
            </p14:nvContentPartPr>
            <p14:xfrm>
              <a:off x="10326159" y="778259"/>
              <a:ext cx="165563" cy="225417"/>
            </p14:xfrm>
          </p:contentPart>
        </mc:Choice>
        <mc:Fallback xmlns="">
          <p:sp>
            <p:nvSpPr>
              <p:cNvPr id="1051178" name=""/>
              <p:cNvSpPr/>
              <p:nvPr/>
            </p:nvSpPr>
            <p:spPr>
              <a:xfrm>
                <a:off x="10326159" y="778259"/>
                <a:ext cx="165563" cy="2254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179" name="Ink 1051178"/>
              <p14:cNvContentPartPr/>
              <p14:nvPr/>
            </p14:nvContentPartPr>
            <p14:xfrm>
              <a:off x="10487285" y="957644"/>
              <a:ext cx="143002" cy="166616"/>
            </p14:xfrm>
          </p:contentPart>
        </mc:Choice>
        <mc:Fallback xmlns="">
          <p:sp>
            <p:nvSpPr>
              <p:cNvPr id="1051179" name=""/>
              <p:cNvSpPr/>
              <p:nvPr/>
            </p:nvSpPr>
            <p:spPr>
              <a:xfrm>
                <a:off x="10487285" y="957644"/>
                <a:ext cx="143002" cy="166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180" name="Ink 1051179"/>
              <p14:cNvContentPartPr/>
              <p14:nvPr/>
            </p14:nvContentPartPr>
            <p14:xfrm>
              <a:off x="10684754" y="737124"/>
              <a:ext cx="409001" cy="261734"/>
            </p14:xfrm>
          </p:contentPart>
        </mc:Choice>
        <mc:Fallback xmlns="">
          <p:sp>
            <p:nvSpPr>
              <p:cNvPr id="1051180" name=""/>
              <p:cNvSpPr/>
              <p:nvPr/>
            </p:nvSpPr>
            <p:spPr>
              <a:xfrm>
                <a:off x="10684754" y="737124"/>
                <a:ext cx="409001" cy="2617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181" name="Ink 1051180"/>
              <p14:cNvContentPartPr/>
              <p14:nvPr/>
            </p14:nvContentPartPr>
            <p14:xfrm>
              <a:off x="11185083" y="777849"/>
              <a:ext cx="160839" cy="175042"/>
            </p14:xfrm>
          </p:contentPart>
        </mc:Choice>
        <mc:Fallback xmlns="">
          <p:sp>
            <p:nvSpPr>
              <p:cNvPr id="1051181" name=""/>
              <p:cNvSpPr/>
              <p:nvPr/>
            </p:nvSpPr>
            <p:spPr>
              <a:xfrm>
                <a:off x="11185083" y="777849"/>
                <a:ext cx="160839" cy="1750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182" name="Ink 1051181"/>
              <p14:cNvContentPartPr/>
              <p14:nvPr/>
            </p14:nvContentPartPr>
            <p14:xfrm>
              <a:off x="11402762" y="744375"/>
              <a:ext cx="205679" cy="150320"/>
            </p14:xfrm>
          </p:contentPart>
        </mc:Choice>
        <mc:Fallback xmlns="">
          <p:sp>
            <p:nvSpPr>
              <p:cNvPr id="1051182" name=""/>
              <p:cNvSpPr/>
              <p:nvPr/>
            </p:nvSpPr>
            <p:spPr>
              <a:xfrm>
                <a:off x="11402762" y="744375"/>
                <a:ext cx="205679" cy="1503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183" name="Ink 1051182"/>
              <p14:cNvContentPartPr/>
              <p14:nvPr/>
            </p14:nvContentPartPr>
            <p14:xfrm>
              <a:off x="11660869" y="583844"/>
              <a:ext cx="165253" cy="259604"/>
            </p14:xfrm>
          </p:contentPart>
        </mc:Choice>
        <mc:Fallback xmlns="">
          <p:sp>
            <p:nvSpPr>
              <p:cNvPr id="1051183" name=""/>
              <p:cNvSpPr/>
              <p:nvPr/>
            </p:nvSpPr>
            <p:spPr>
              <a:xfrm>
                <a:off x="11660869" y="583844"/>
                <a:ext cx="165253" cy="259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184" name="Ink 1051183"/>
              <p14:cNvContentPartPr/>
              <p14:nvPr/>
            </p14:nvContentPartPr>
            <p14:xfrm>
              <a:off x="11100951" y="568841"/>
              <a:ext cx="150892" cy="453353"/>
            </p14:xfrm>
          </p:contentPart>
        </mc:Choice>
        <mc:Fallback xmlns="">
          <p:sp>
            <p:nvSpPr>
              <p:cNvPr id="1051184" name=""/>
              <p:cNvSpPr/>
              <p:nvPr/>
            </p:nvSpPr>
            <p:spPr>
              <a:xfrm>
                <a:off x="11100951" y="568841"/>
                <a:ext cx="150892" cy="453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185" name="Ink 1051184"/>
              <p14:cNvContentPartPr/>
              <p14:nvPr/>
            </p14:nvContentPartPr>
            <p14:xfrm>
              <a:off x="11738113" y="830872"/>
              <a:ext cx="165516" cy="30276"/>
            </p14:xfrm>
          </p:contentPart>
        </mc:Choice>
        <mc:Fallback xmlns="">
          <p:sp>
            <p:nvSpPr>
              <p:cNvPr id="1051185" name=""/>
              <p:cNvSpPr/>
              <p:nvPr/>
            </p:nvSpPr>
            <p:spPr>
              <a:xfrm>
                <a:off x="11738113" y="830872"/>
                <a:ext cx="165516" cy="302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186" name="Ink 1051185"/>
              <p14:cNvContentPartPr/>
              <p14:nvPr/>
            </p14:nvContentPartPr>
            <p14:xfrm>
              <a:off x="11777443" y="773631"/>
              <a:ext cx="31564" cy="127887"/>
            </p14:xfrm>
          </p:contentPart>
        </mc:Choice>
        <mc:Fallback xmlns="">
          <p:sp>
            <p:nvSpPr>
              <p:cNvPr id="1051186" name=""/>
              <p:cNvSpPr/>
              <p:nvPr/>
            </p:nvSpPr>
            <p:spPr>
              <a:xfrm>
                <a:off x="11777443" y="773631"/>
                <a:ext cx="31564" cy="1278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187" name="Ink 1051186"/>
              <p14:cNvContentPartPr/>
              <p14:nvPr/>
            </p14:nvContentPartPr>
            <p14:xfrm>
              <a:off x="11889510" y="660004"/>
              <a:ext cx="171479" cy="346089"/>
            </p14:xfrm>
          </p:contentPart>
        </mc:Choice>
        <mc:Fallback xmlns="">
          <p:sp>
            <p:nvSpPr>
              <p:cNvPr id="1051187" name=""/>
              <p:cNvSpPr/>
              <p:nvPr/>
            </p:nvSpPr>
            <p:spPr>
              <a:xfrm>
                <a:off x="11889510" y="660004"/>
                <a:ext cx="171479" cy="346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188" name="Ink 1051187"/>
              <p14:cNvContentPartPr/>
              <p14:nvPr/>
            </p14:nvContentPartPr>
            <p14:xfrm>
              <a:off x="11981024" y="889242"/>
              <a:ext cx="102935" cy="113195"/>
            </p14:xfrm>
          </p:contentPart>
        </mc:Choice>
        <mc:Fallback xmlns="">
          <p:sp>
            <p:nvSpPr>
              <p:cNvPr id="1051188" name=""/>
              <p:cNvSpPr/>
              <p:nvPr/>
            </p:nvSpPr>
            <p:spPr>
              <a:xfrm>
                <a:off x="11981024" y="889242"/>
                <a:ext cx="102935" cy="1131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189" name="Ink 1051188"/>
              <p14:cNvContentPartPr/>
              <p14:nvPr/>
            </p14:nvContentPartPr>
            <p14:xfrm>
              <a:off x="12069289" y="693365"/>
              <a:ext cx="92521" cy="452338"/>
            </p14:xfrm>
          </p:contentPart>
        </mc:Choice>
        <mc:Fallback xmlns="">
          <p:sp>
            <p:nvSpPr>
              <p:cNvPr id="1051189" name=""/>
              <p:cNvSpPr/>
              <p:nvPr/>
            </p:nvSpPr>
            <p:spPr>
              <a:xfrm>
                <a:off x="12069289" y="693365"/>
                <a:ext cx="92521" cy="4523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190" name="Ink 1051189"/>
              <p14:cNvContentPartPr/>
              <p14:nvPr/>
            </p14:nvContentPartPr>
            <p14:xfrm>
              <a:off x="9828850" y="1101946"/>
              <a:ext cx="154507" cy="140426"/>
            </p14:xfrm>
          </p:contentPart>
        </mc:Choice>
        <mc:Fallback xmlns="">
          <p:sp>
            <p:nvSpPr>
              <p:cNvPr id="1051190" name=""/>
              <p:cNvSpPr/>
              <p:nvPr/>
            </p:nvSpPr>
            <p:spPr>
              <a:xfrm>
                <a:off x="9828850" y="1101946"/>
                <a:ext cx="154507" cy="140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191" name="Ink 1051190"/>
              <p14:cNvContentPartPr/>
              <p14:nvPr/>
            </p14:nvContentPartPr>
            <p14:xfrm>
              <a:off x="10272043" y="299288"/>
              <a:ext cx="117958" cy="244547"/>
            </p14:xfrm>
          </p:contentPart>
        </mc:Choice>
        <mc:Fallback xmlns="">
          <p:sp>
            <p:nvSpPr>
              <p:cNvPr id="1051191" name=""/>
              <p:cNvSpPr/>
              <p:nvPr/>
            </p:nvSpPr>
            <p:spPr>
              <a:xfrm>
                <a:off x="10272043" y="299288"/>
                <a:ext cx="117958" cy="2445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192" name="Ink 1051191"/>
              <p14:cNvContentPartPr/>
              <p14:nvPr/>
            </p14:nvContentPartPr>
            <p14:xfrm>
              <a:off x="10451559" y="371802"/>
              <a:ext cx="11193" cy="83893"/>
            </p14:xfrm>
          </p:contentPart>
        </mc:Choice>
        <mc:Fallback xmlns="">
          <p:sp>
            <p:nvSpPr>
              <p:cNvPr id="1051192" name=""/>
              <p:cNvSpPr/>
              <p:nvPr/>
            </p:nvSpPr>
            <p:spPr>
              <a:xfrm>
                <a:off x="10451559" y="371802"/>
                <a:ext cx="11193" cy="838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193" name="Ink 1051192"/>
              <p14:cNvContentPartPr/>
              <p14:nvPr/>
            </p14:nvContentPartPr>
            <p14:xfrm>
              <a:off x="10439141" y="233525"/>
              <a:ext cx="38281" cy="63041"/>
            </p14:xfrm>
          </p:contentPart>
        </mc:Choice>
        <mc:Fallback xmlns="">
          <p:sp>
            <p:nvSpPr>
              <p:cNvPr id="1051193" name=""/>
              <p:cNvSpPr/>
              <p:nvPr/>
            </p:nvSpPr>
            <p:spPr>
              <a:xfrm>
                <a:off x="10439141" y="233525"/>
                <a:ext cx="38281" cy="630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194" name="Ink 1051193"/>
              <p14:cNvContentPartPr/>
              <p14:nvPr/>
            </p14:nvContentPartPr>
            <p14:xfrm>
              <a:off x="10566208" y="174017"/>
              <a:ext cx="182452" cy="401967"/>
            </p14:xfrm>
          </p:contentPart>
        </mc:Choice>
        <mc:Fallback xmlns="">
          <p:sp>
            <p:nvSpPr>
              <p:cNvPr id="1051194" name=""/>
              <p:cNvSpPr/>
              <p:nvPr/>
            </p:nvSpPr>
            <p:spPr>
              <a:xfrm>
                <a:off x="10566208" y="174017"/>
                <a:ext cx="182452" cy="4019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195" name="Ink 1051194"/>
              <p14:cNvContentPartPr/>
              <p14:nvPr/>
            </p14:nvContentPartPr>
            <p14:xfrm>
              <a:off x="10808559" y="308526"/>
              <a:ext cx="133759" cy="139583"/>
            </p14:xfrm>
          </p:contentPart>
        </mc:Choice>
        <mc:Fallback xmlns="">
          <p:sp>
            <p:nvSpPr>
              <p:cNvPr id="1051195" name=""/>
              <p:cNvSpPr/>
              <p:nvPr/>
            </p:nvSpPr>
            <p:spPr>
              <a:xfrm>
                <a:off x="10808559" y="308526"/>
                <a:ext cx="133759" cy="1395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196" name="Ink 1051195"/>
              <p14:cNvContentPartPr/>
              <p14:nvPr/>
            </p14:nvContentPartPr>
            <p14:xfrm>
              <a:off x="10965414" y="189767"/>
              <a:ext cx="135134" cy="226037"/>
            </p14:xfrm>
          </p:contentPart>
        </mc:Choice>
        <mc:Fallback xmlns="">
          <p:sp>
            <p:nvSpPr>
              <p:cNvPr id="1051196" name=""/>
              <p:cNvSpPr/>
              <p:nvPr/>
            </p:nvSpPr>
            <p:spPr>
              <a:xfrm>
                <a:off x="10965414" y="189767"/>
                <a:ext cx="135134" cy="226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197" name="Ink 1051196"/>
              <p14:cNvContentPartPr/>
              <p14:nvPr/>
            </p14:nvContentPartPr>
            <p14:xfrm>
              <a:off x="11097649" y="248028"/>
              <a:ext cx="63907" cy="242033"/>
            </p14:xfrm>
          </p:contentPart>
        </mc:Choice>
        <mc:Fallback xmlns="">
          <p:sp>
            <p:nvSpPr>
              <p:cNvPr id="1051197" name=""/>
              <p:cNvSpPr/>
              <p:nvPr/>
            </p:nvSpPr>
            <p:spPr>
              <a:xfrm>
                <a:off x="11097649" y="248028"/>
                <a:ext cx="63907" cy="2420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198" name="Ink 1051197"/>
              <p14:cNvContentPartPr/>
              <p14:nvPr/>
            </p14:nvContentPartPr>
            <p14:xfrm>
              <a:off x="11082429" y="271300"/>
              <a:ext cx="244937" cy="159263"/>
            </p14:xfrm>
          </p:contentPart>
        </mc:Choice>
        <mc:Fallback xmlns="">
          <p:sp>
            <p:nvSpPr>
              <p:cNvPr id="1051198" name=""/>
              <p:cNvSpPr/>
              <p:nvPr/>
            </p:nvSpPr>
            <p:spPr>
              <a:xfrm>
                <a:off x="11082429" y="271300"/>
                <a:ext cx="244937" cy="1592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199" name="Ink 1051198"/>
              <p14:cNvContentPartPr/>
              <p14:nvPr/>
            </p14:nvContentPartPr>
            <p14:xfrm>
              <a:off x="11233570" y="146258"/>
              <a:ext cx="57789" cy="80265"/>
            </p14:xfrm>
          </p:contentPart>
        </mc:Choice>
        <mc:Fallback xmlns="">
          <p:sp>
            <p:nvSpPr>
              <p:cNvPr id="1051199" name=""/>
              <p:cNvSpPr/>
              <p:nvPr/>
            </p:nvSpPr>
            <p:spPr>
              <a:xfrm>
                <a:off x="11233570" y="146258"/>
                <a:ext cx="57789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200" name="Ink 1051199"/>
              <p14:cNvContentPartPr/>
              <p14:nvPr/>
            </p14:nvContentPartPr>
            <p14:xfrm>
              <a:off x="11325316" y="240777"/>
              <a:ext cx="104879" cy="116772"/>
            </p14:xfrm>
          </p:contentPart>
        </mc:Choice>
        <mc:Fallback xmlns="">
          <p:sp>
            <p:nvSpPr>
              <p:cNvPr id="1051200" name=""/>
              <p:cNvSpPr/>
              <p:nvPr/>
            </p:nvSpPr>
            <p:spPr>
              <a:xfrm>
                <a:off x="11325316" y="240777"/>
                <a:ext cx="104879" cy="116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201" name="Ink 1051200"/>
              <p14:cNvContentPartPr/>
              <p14:nvPr/>
            </p14:nvContentPartPr>
            <p14:xfrm>
              <a:off x="11418603" y="174764"/>
              <a:ext cx="2559" cy="63698"/>
            </p14:xfrm>
          </p:contentPart>
        </mc:Choice>
        <mc:Fallback xmlns="">
          <p:sp>
            <p:nvSpPr>
              <p:cNvPr id="1051201" name=""/>
              <p:cNvSpPr/>
              <p:nvPr/>
            </p:nvSpPr>
            <p:spPr>
              <a:xfrm>
                <a:off x="11418603" y="174764"/>
                <a:ext cx="2559" cy="636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202" name="Ink 1051201"/>
              <p14:cNvContentPartPr/>
              <p14:nvPr/>
            </p14:nvContentPartPr>
            <p14:xfrm>
              <a:off x="11442500" y="279708"/>
              <a:ext cx="93849" cy="60185"/>
            </p14:xfrm>
          </p:contentPart>
        </mc:Choice>
        <mc:Fallback xmlns="">
          <p:sp>
            <p:nvSpPr>
              <p:cNvPr id="1051202" name=""/>
              <p:cNvSpPr/>
              <p:nvPr/>
            </p:nvSpPr>
            <p:spPr>
              <a:xfrm>
                <a:off x="11442500" y="279708"/>
                <a:ext cx="93849" cy="601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203" name="Ink 1051202"/>
              <p14:cNvContentPartPr/>
              <p14:nvPr/>
            </p14:nvContentPartPr>
            <p14:xfrm>
              <a:off x="11544246" y="149374"/>
              <a:ext cx="214741" cy="194275"/>
            </p14:xfrm>
          </p:contentPart>
        </mc:Choice>
        <mc:Fallback xmlns="">
          <p:sp>
            <p:nvSpPr>
              <p:cNvPr id="1051203" name=""/>
              <p:cNvSpPr/>
              <p:nvPr/>
            </p:nvSpPr>
            <p:spPr>
              <a:xfrm>
                <a:off x="11544246" y="149374"/>
                <a:ext cx="214741" cy="1942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204" name="Ink 1051203"/>
              <p14:cNvContentPartPr/>
              <p14:nvPr/>
            </p14:nvContentPartPr>
            <p14:xfrm>
              <a:off x="11730865" y="160511"/>
              <a:ext cx="7248" cy="74924"/>
            </p14:xfrm>
          </p:contentPart>
        </mc:Choice>
        <mc:Fallback xmlns="">
          <p:sp>
            <p:nvSpPr>
              <p:cNvPr id="1051204" name=""/>
              <p:cNvSpPr/>
              <p:nvPr/>
            </p:nvSpPr>
            <p:spPr>
              <a:xfrm>
                <a:off x="11730865" y="160511"/>
                <a:ext cx="7248" cy="749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205" name="Ink 1051204"/>
              <p14:cNvContentPartPr/>
              <p14:nvPr/>
            </p14:nvContentPartPr>
            <p14:xfrm>
              <a:off x="11735941" y="237909"/>
              <a:ext cx="40715" cy="244507"/>
            </p14:xfrm>
          </p:contentPart>
        </mc:Choice>
        <mc:Fallback xmlns="">
          <p:sp>
            <p:nvSpPr>
              <p:cNvPr id="1051205" name=""/>
              <p:cNvSpPr/>
              <p:nvPr/>
            </p:nvSpPr>
            <p:spPr>
              <a:xfrm>
                <a:off x="11735941" y="237909"/>
                <a:ext cx="40715" cy="2445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206" name="Ink 1051205"/>
              <p14:cNvContentPartPr/>
              <p14:nvPr/>
            </p14:nvContentPartPr>
            <p14:xfrm>
              <a:off x="11762634" y="321042"/>
              <a:ext cx="127706" cy="264303"/>
            </p14:xfrm>
          </p:contentPart>
        </mc:Choice>
        <mc:Fallback xmlns="">
          <p:sp>
            <p:nvSpPr>
              <p:cNvPr id="1051206" name=""/>
              <p:cNvSpPr/>
              <p:nvPr/>
            </p:nvSpPr>
            <p:spPr>
              <a:xfrm>
                <a:off x="11762634" y="321042"/>
                <a:ext cx="127706" cy="2643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207" name="Ink 1051206"/>
              <p14:cNvContentPartPr/>
              <p14:nvPr/>
            </p14:nvContentPartPr>
            <p14:xfrm>
              <a:off x="10590507" y="1204466"/>
              <a:ext cx="192263" cy="176660"/>
            </p14:xfrm>
          </p:contentPart>
        </mc:Choice>
        <mc:Fallback xmlns="">
          <p:sp>
            <p:nvSpPr>
              <p:cNvPr id="1051207" name=""/>
              <p:cNvSpPr/>
              <p:nvPr/>
            </p:nvSpPr>
            <p:spPr>
              <a:xfrm>
                <a:off x="10590507" y="1204466"/>
                <a:ext cx="192263" cy="1766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208" name="Ink 1051207"/>
              <p14:cNvContentPartPr/>
              <p14:nvPr/>
            </p14:nvContentPartPr>
            <p14:xfrm>
              <a:off x="10880612" y="1281555"/>
              <a:ext cx="110624" cy="10427"/>
            </p14:xfrm>
          </p:contentPart>
        </mc:Choice>
        <mc:Fallback xmlns="">
          <p:sp>
            <p:nvSpPr>
              <p:cNvPr id="1051208" name=""/>
              <p:cNvSpPr/>
              <p:nvPr/>
            </p:nvSpPr>
            <p:spPr>
              <a:xfrm>
                <a:off x="10880612" y="1281555"/>
                <a:ext cx="110624" cy="10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209" name="Ink 1051208"/>
              <p14:cNvContentPartPr/>
              <p14:nvPr/>
            </p14:nvContentPartPr>
            <p14:xfrm>
              <a:off x="10866387" y="1325329"/>
              <a:ext cx="161496" cy="39418"/>
            </p14:xfrm>
          </p:contentPart>
        </mc:Choice>
        <mc:Fallback xmlns="">
          <p:sp>
            <p:nvSpPr>
              <p:cNvPr id="1051209" name=""/>
              <p:cNvSpPr/>
              <p:nvPr/>
            </p:nvSpPr>
            <p:spPr>
              <a:xfrm>
                <a:off x="10866387" y="1325329"/>
                <a:ext cx="161496" cy="39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210" name="Ink 1051209"/>
              <p14:cNvContentPartPr/>
              <p14:nvPr/>
            </p14:nvContentPartPr>
            <p14:xfrm>
              <a:off x="11105896" y="1135541"/>
              <a:ext cx="140621" cy="155751"/>
            </p14:xfrm>
          </p:contentPart>
        </mc:Choice>
        <mc:Fallback xmlns="">
          <p:sp>
            <p:nvSpPr>
              <p:cNvPr id="1051210" name=""/>
              <p:cNvSpPr/>
              <p:nvPr/>
            </p:nvSpPr>
            <p:spPr>
              <a:xfrm>
                <a:off x="11105896" y="1135541"/>
                <a:ext cx="140621" cy="1557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211" name="Ink 1051210"/>
              <p14:cNvContentPartPr/>
              <p14:nvPr/>
            </p14:nvContentPartPr>
            <p14:xfrm>
              <a:off x="11319235" y="1145704"/>
              <a:ext cx="16491" cy="127681"/>
            </p14:xfrm>
          </p:contentPart>
        </mc:Choice>
        <mc:Fallback xmlns="">
          <p:sp>
            <p:nvSpPr>
              <p:cNvPr id="1051211" name=""/>
              <p:cNvSpPr/>
              <p:nvPr/>
            </p:nvSpPr>
            <p:spPr>
              <a:xfrm>
                <a:off x="11319235" y="1145704"/>
                <a:ext cx="16491" cy="127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212" name="Ink 1051211"/>
              <p14:cNvContentPartPr/>
              <p14:nvPr/>
            </p14:nvContentPartPr>
            <p14:xfrm>
              <a:off x="11379346" y="1145704"/>
              <a:ext cx="12922" cy="117875"/>
            </p14:xfrm>
          </p:contentPart>
        </mc:Choice>
        <mc:Fallback xmlns="">
          <p:sp>
            <p:nvSpPr>
              <p:cNvPr id="1051212" name=""/>
              <p:cNvSpPr/>
              <p:nvPr/>
            </p:nvSpPr>
            <p:spPr>
              <a:xfrm>
                <a:off x="11379346" y="1145704"/>
                <a:ext cx="12922" cy="117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213" name="Ink 1051212"/>
              <p14:cNvContentPartPr/>
              <p14:nvPr/>
            </p14:nvContentPartPr>
            <p14:xfrm>
              <a:off x="11233570" y="1117729"/>
              <a:ext cx="280384" cy="10757"/>
            </p14:xfrm>
          </p:contentPart>
        </mc:Choice>
        <mc:Fallback xmlns="">
          <p:sp>
            <p:nvSpPr>
              <p:cNvPr id="1051213" name=""/>
              <p:cNvSpPr/>
              <p:nvPr/>
            </p:nvSpPr>
            <p:spPr>
              <a:xfrm>
                <a:off x="11233570" y="1117729"/>
                <a:ext cx="280384" cy="107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214" name="Ink 1051213"/>
              <p14:cNvContentPartPr/>
              <p14:nvPr/>
            </p14:nvContentPartPr>
            <p14:xfrm>
              <a:off x="11060647" y="1331734"/>
              <a:ext cx="374340" cy="18260"/>
            </p14:xfrm>
          </p:contentPart>
        </mc:Choice>
        <mc:Fallback xmlns="">
          <p:sp>
            <p:nvSpPr>
              <p:cNvPr id="1051214" name=""/>
              <p:cNvSpPr/>
              <p:nvPr/>
            </p:nvSpPr>
            <p:spPr>
              <a:xfrm>
                <a:off x="11060647" y="1331734"/>
                <a:ext cx="374340" cy="182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215" name="Ink 1051214"/>
              <p14:cNvContentPartPr/>
              <p14:nvPr/>
            </p14:nvContentPartPr>
            <p14:xfrm>
              <a:off x="11251520" y="1445013"/>
              <a:ext cx="18057" cy="149857"/>
            </p14:xfrm>
          </p:contentPart>
        </mc:Choice>
        <mc:Fallback xmlns="">
          <p:sp>
            <p:nvSpPr>
              <p:cNvPr id="1051215" name=""/>
              <p:cNvSpPr/>
              <p:nvPr/>
            </p:nvSpPr>
            <p:spPr>
              <a:xfrm>
                <a:off x="11251520" y="1445013"/>
                <a:ext cx="18057" cy="1498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216" name="Ink 1051215"/>
              <p14:cNvContentPartPr/>
              <p14:nvPr/>
            </p14:nvContentPartPr>
            <p14:xfrm>
              <a:off x="11118436" y="1466767"/>
              <a:ext cx="302726" cy="7501"/>
            </p14:xfrm>
          </p:contentPart>
        </mc:Choice>
        <mc:Fallback xmlns="">
          <p:sp>
            <p:nvSpPr>
              <p:cNvPr id="1051216" name=""/>
              <p:cNvSpPr/>
              <p:nvPr/>
            </p:nvSpPr>
            <p:spPr>
              <a:xfrm>
                <a:off x="11118436" y="1466767"/>
                <a:ext cx="302726" cy="7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217" name="Ink 1051216"/>
              <p14:cNvContentPartPr/>
              <p14:nvPr/>
            </p14:nvContentPartPr>
            <p14:xfrm>
              <a:off x="9399714" y="1043934"/>
              <a:ext cx="119553" cy="1466964"/>
            </p14:xfrm>
          </p:contentPart>
        </mc:Choice>
        <mc:Fallback xmlns="">
          <p:sp>
            <p:nvSpPr>
              <p:cNvPr id="1051217" name=""/>
              <p:cNvSpPr/>
              <p:nvPr/>
            </p:nvSpPr>
            <p:spPr>
              <a:xfrm>
                <a:off x="9399714" y="1043934"/>
                <a:ext cx="119553" cy="14669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218" name="Ink 1051217"/>
              <p14:cNvContentPartPr/>
              <p14:nvPr/>
            </p14:nvContentPartPr>
            <p14:xfrm>
              <a:off x="9689128" y="1678809"/>
              <a:ext cx="398884" cy="1069446"/>
            </p14:xfrm>
          </p:contentPart>
        </mc:Choice>
        <mc:Fallback xmlns="">
          <p:sp>
            <p:nvSpPr>
              <p:cNvPr id="1051218" name=""/>
              <p:cNvSpPr/>
              <p:nvPr/>
            </p:nvSpPr>
            <p:spPr>
              <a:xfrm>
                <a:off x="9689128" y="1678809"/>
                <a:ext cx="398884" cy="106944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219" name="Ink 1051218"/>
              <p14:cNvContentPartPr/>
              <p14:nvPr/>
            </p14:nvContentPartPr>
            <p14:xfrm>
              <a:off x="10030668" y="2088932"/>
              <a:ext cx="190533" cy="473414"/>
            </p14:xfrm>
          </p:contentPart>
        </mc:Choice>
        <mc:Fallback xmlns="">
          <p:sp>
            <p:nvSpPr>
              <p:cNvPr id="1051219" name=""/>
              <p:cNvSpPr/>
              <p:nvPr/>
            </p:nvSpPr>
            <p:spPr>
              <a:xfrm>
                <a:off x="10030668" y="2088932"/>
                <a:ext cx="190533" cy="4734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220" name="Ink 1051219"/>
              <p14:cNvContentPartPr/>
              <p14:nvPr/>
            </p14:nvContentPartPr>
            <p14:xfrm>
              <a:off x="10228372" y="2109143"/>
              <a:ext cx="90352" cy="296489"/>
            </p14:xfrm>
          </p:contentPart>
        </mc:Choice>
        <mc:Fallback xmlns="">
          <p:sp>
            <p:nvSpPr>
              <p:cNvPr id="1051220" name=""/>
              <p:cNvSpPr/>
              <p:nvPr/>
            </p:nvSpPr>
            <p:spPr>
              <a:xfrm>
                <a:off x="10228372" y="2109143"/>
                <a:ext cx="90352" cy="2964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221" name="Ink 1051220"/>
              <p14:cNvContentPartPr/>
              <p14:nvPr/>
            </p14:nvContentPartPr>
            <p14:xfrm>
              <a:off x="10346568" y="2160403"/>
              <a:ext cx="67593" cy="205554"/>
            </p14:xfrm>
          </p:contentPart>
        </mc:Choice>
        <mc:Fallback xmlns="">
          <p:sp>
            <p:nvSpPr>
              <p:cNvPr id="1051221" name=""/>
              <p:cNvSpPr/>
              <p:nvPr/>
            </p:nvSpPr>
            <p:spPr>
              <a:xfrm>
                <a:off x="10346568" y="2160403"/>
                <a:ext cx="67593" cy="205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222" name="Ink 1051221"/>
              <p14:cNvContentPartPr/>
              <p14:nvPr/>
            </p14:nvContentPartPr>
            <p14:xfrm>
              <a:off x="10325837" y="2217105"/>
              <a:ext cx="151216" cy="45568"/>
            </p14:xfrm>
          </p:contentPart>
        </mc:Choice>
        <mc:Fallback xmlns="">
          <p:sp>
            <p:nvSpPr>
              <p:cNvPr id="1051222" name=""/>
              <p:cNvSpPr/>
              <p:nvPr/>
            </p:nvSpPr>
            <p:spPr>
              <a:xfrm>
                <a:off x="10325837" y="2217105"/>
                <a:ext cx="151216" cy="45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223" name="Ink 1051222"/>
              <p14:cNvContentPartPr/>
              <p14:nvPr/>
            </p14:nvContentPartPr>
            <p14:xfrm>
              <a:off x="10350727" y="2101641"/>
              <a:ext cx="155942" cy="342908"/>
            </p14:xfrm>
          </p:contentPart>
        </mc:Choice>
        <mc:Fallback xmlns="">
          <p:sp>
            <p:nvSpPr>
              <p:cNvPr id="1051223" name=""/>
              <p:cNvSpPr/>
              <p:nvPr/>
            </p:nvSpPr>
            <p:spPr>
              <a:xfrm>
                <a:off x="10350727" y="2101641"/>
                <a:ext cx="155942" cy="3429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224" name="Ink 1051223"/>
              <p14:cNvContentPartPr/>
              <p14:nvPr/>
            </p14:nvContentPartPr>
            <p14:xfrm>
              <a:off x="10622909" y="2157928"/>
              <a:ext cx="183496" cy="217681"/>
            </p14:xfrm>
          </p:contentPart>
        </mc:Choice>
        <mc:Fallback xmlns="">
          <p:sp>
            <p:nvSpPr>
              <p:cNvPr id="1051224" name=""/>
              <p:cNvSpPr/>
              <p:nvPr/>
            </p:nvSpPr>
            <p:spPr>
              <a:xfrm>
                <a:off x="10622909" y="2157928"/>
                <a:ext cx="183496" cy="217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225" name="Ink 1051224"/>
              <p14:cNvContentPartPr/>
              <p14:nvPr/>
            </p14:nvContentPartPr>
            <p14:xfrm>
              <a:off x="10729471" y="2080137"/>
              <a:ext cx="119878" cy="2529"/>
            </p14:xfrm>
          </p:contentPart>
        </mc:Choice>
        <mc:Fallback xmlns="">
          <p:sp>
            <p:nvSpPr>
              <p:cNvPr id="1051225" name=""/>
              <p:cNvSpPr/>
              <p:nvPr/>
            </p:nvSpPr>
            <p:spPr>
              <a:xfrm>
                <a:off x="10729471" y="2080137"/>
                <a:ext cx="119878" cy="25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226" name="Ink 1051225"/>
              <p14:cNvContentPartPr/>
              <p14:nvPr/>
            </p14:nvContentPartPr>
            <p14:xfrm>
              <a:off x="10886119" y="2014124"/>
              <a:ext cx="23387" cy="98477"/>
            </p14:xfrm>
          </p:contentPart>
        </mc:Choice>
        <mc:Fallback xmlns="">
          <p:sp>
            <p:nvSpPr>
              <p:cNvPr id="1051226" name=""/>
              <p:cNvSpPr/>
              <p:nvPr/>
            </p:nvSpPr>
            <p:spPr>
              <a:xfrm>
                <a:off x="10886119" y="2014124"/>
                <a:ext cx="23387" cy="984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227" name="Ink 1051226"/>
              <p14:cNvContentPartPr/>
              <p14:nvPr/>
            </p14:nvContentPartPr>
            <p14:xfrm>
              <a:off x="10894814" y="1846341"/>
              <a:ext cx="7580" cy="67867"/>
            </p14:xfrm>
          </p:contentPart>
        </mc:Choice>
        <mc:Fallback xmlns="">
          <p:sp>
            <p:nvSpPr>
              <p:cNvPr id="1051227" name=""/>
              <p:cNvSpPr/>
              <p:nvPr/>
            </p:nvSpPr>
            <p:spPr>
              <a:xfrm>
                <a:off x="10894814" y="1846341"/>
                <a:ext cx="7580" cy="678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228" name="Ink 1051227"/>
              <p14:cNvContentPartPr/>
              <p14:nvPr/>
            </p14:nvContentPartPr>
            <p14:xfrm>
              <a:off x="10985466" y="1905001"/>
              <a:ext cx="89179" cy="211089"/>
            </p14:xfrm>
          </p:contentPart>
        </mc:Choice>
        <mc:Fallback xmlns="">
          <p:sp>
            <p:nvSpPr>
              <p:cNvPr id="1051228" name=""/>
              <p:cNvSpPr/>
              <p:nvPr/>
            </p:nvSpPr>
            <p:spPr>
              <a:xfrm>
                <a:off x="10985466" y="1905001"/>
                <a:ext cx="89179" cy="2110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229" name="Ink 1051228"/>
              <p14:cNvContentPartPr/>
              <p14:nvPr/>
            </p14:nvContentPartPr>
            <p14:xfrm>
              <a:off x="11089542" y="1948611"/>
              <a:ext cx="50676" cy="160531"/>
            </p14:xfrm>
          </p:contentPart>
        </mc:Choice>
        <mc:Fallback xmlns="">
          <p:sp>
            <p:nvSpPr>
              <p:cNvPr id="1051229" name=""/>
              <p:cNvSpPr/>
              <p:nvPr/>
            </p:nvSpPr>
            <p:spPr>
              <a:xfrm>
                <a:off x="11089542" y="1948611"/>
                <a:ext cx="50676" cy="1605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230" name="Ink 1051229"/>
              <p14:cNvContentPartPr/>
              <p14:nvPr/>
            </p14:nvContentPartPr>
            <p14:xfrm>
              <a:off x="11162232" y="1963364"/>
              <a:ext cx="28218" cy="141947"/>
            </p14:xfrm>
          </p:contentPart>
        </mc:Choice>
        <mc:Fallback xmlns="">
          <p:sp>
            <p:nvSpPr>
              <p:cNvPr id="1051230" name=""/>
              <p:cNvSpPr/>
              <p:nvPr/>
            </p:nvSpPr>
            <p:spPr>
              <a:xfrm>
                <a:off x="11162232" y="1963364"/>
                <a:ext cx="28218" cy="1419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231" name="Ink 1051230"/>
              <p14:cNvContentPartPr/>
              <p14:nvPr/>
            </p14:nvContentPartPr>
            <p14:xfrm>
              <a:off x="11075317" y="1912354"/>
              <a:ext cx="190652" cy="1539"/>
            </p14:xfrm>
          </p:contentPart>
        </mc:Choice>
        <mc:Fallback xmlns="">
          <p:sp>
            <p:nvSpPr>
              <p:cNvPr id="1051231" name=""/>
              <p:cNvSpPr/>
              <p:nvPr/>
            </p:nvSpPr>
            <p:spPr>
              <a:xfrm>
                <a:off x="11075317" y="1912354"/>
                <a:ext cx="190652" cy="15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232" name="Ink 1051231"/>
              <p14:cNvContentPartPr/>
              <p14:nvPr/>
            </p14:nvContentPartPr>
            <p14:xfrm>
              <a:off x="11190450" y="1978585"/>
              <a:ext cx="203000" cy="159563"/>
            </p14:xfrm>
          </p:contentPart>
        </mc:Choice>
        <mc:Fallback xmlns="">
          <p:sp>
            <p:nvSpPr>
              <p:cNvPr id="1051232" name=""/>
              <p:cNvSpPr/>
              <p:nvPr/>
            </p:nvSpPr>
            <p:spPr>
              <a:xfrm>
                <a:off x="11190450" y="1978585"/>
                <a:ext cx="203000" cy="1595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233" name="Ink 1051232"/>
              <p14:cNvContentPartPr/>
              <p14:nvPr/>
            </p14:nvContentPartPr>
            <p14:xfrm>
              <a:off x="11419912" y="1883099"/>
              <a:ext cx="44370" cy="224860"/>
            </p14:xfrm>
          </p:contentPart>
        </mc:Choice>
        <mc:Fallback xmlns="">
          <p:sp>
            <p:nvSpPr>
              <p:cNvPr id="1051233" name=""/>
              <p:cNvSpPr/>
              <p:nvPr/>
            </p:nvSpPr>
            <p:spPr>
              <a:xfrm>
                <a:off x="11419912" y="1883099"/>
                <a:ext cx="44370" cy="2248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234" name="Ink 1051233"/>
              <p14:cNvContentPartPr/>
              <p14:nvPr/>
            </p14:nvContentPartPr>
            <p14:xfrm>
              <a:off x="11385155" y="1993117"/>
              <a:ext cx="158210" cy="13755"/>
            </p14:xfrm>
          </p:contentPart>
        </mc:Choice>
        <mc:Fallback xmlns="">
          <p:sp>
            <p:nvSpPr>
              <p:cNvPr id="1051234" name=""/>
              <p:cNvSpPr/>
              <p:nvPr/>
            </p:nvSpPr>
            <p:spPr>
              <a:xfrm>
                <a:off x="11385155" y="1993117"/>
                <a:ext cx="158210" cy="137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235" name="Ink 1051234"/>
              <p14:cNvContentPartPr/>
              <p14:nvPr/>
            </p14:nvContentPartPr>
            <p14:xfrm>
              <a:off x="11293133" y="2152757"/>
              <a:ext cx="237698" cy="292440"/>
            </p14:xfrm>
          </p:contentPart>
        </mc:Choice>
        <mc:Fallback xmlns="">
          <p:sp>
            <p:nvSpPr>
              <p:cNvPr id="1051235" name=""/>
              <p:cNvSpPr/>
              <p:nvPr/>
            </p:nvSpPr>
            <p:spPr>
              <a:xfrm>
                <a:off x="11293133" y="2152757"/>
                <a:ext cx="237698" cy="292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236" name="Ink 1051235"/>
              <p14:cNvContentPartPr/>
              <p14:nvPr/>
            </p14:nvContentPartPr>
            <p14:xfrm>
              <a:off x="11566612" y="2167404"/>
              <a:ext cx="56368" cy="238183"/>
            </p14:xfrm>
          </p:contentPart>
        </mc:Choice>
        <mc:Fallback xmlns="">
          <p:sp>
            <p:nvSpPr>
              <p:cNvPr id="1051236" name=""/>
              <p:cNvSpPr/>
              <p:nvPr/>
            </p:nvSpPr>
            <p:spPr>
              <a:xfrm>
                <a:off x="11566612" y="2167404"/>
                <a:ext cx="56368" cy="238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237" name="Ink 1051236"/>
              <p14:cNvContentPartPr/>
              <p14:nvPr/>
            </p14:nvContentPartPr>
            <p14:xfrm>
              <a:off x="11536296" y="2291429"/>
              <a:ext cx="163982" cy="1762"/>
            </p14:xfrm>
          </p:contentPart>
        </mc:Choice>
        <mc:Fallback xmlns="">
          <p:sp>
            <p:nvSpPr>
              <p:cNvPr id="1051237" name=""/>
              <p:cNvSpPr/>
              <p:nvPr/>
            </p:nvSpPr>
            <p:spPr>
              <a:xfrm>
                <a:off x="11536296" y="2291429"/>
                <a:ext cx="163982" cy="17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238" name="Ink 1051237"/>
              <p14:cNvContentPartPr/>
              <p14:nvPr/>
            </p14:nvContentPartPr>
            <p14:xfrm>
              <a:off x="10501073" y="1742088"/>
              <a:ext cx="1092792" cy="830850"/>
            </p14:xfrm>
          </p:contentPart>
        </mc:Choice>
        <mc:Fallback xmlns="">
          <p:sp>
            <p:nvSpPr>
              <p:cNvPr id="1051238" name=""/>
              <p:cNvSpPr/>
              <p:nvPr/>
            </p:nvSpPr>
            <p:spPr>
              <a:xfrm>
                <a:off x="10501073" y="1742088"/>
                <a:ext cx="1092792" cy="8308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239" name="Ink 1051238"/>
              <p14:cNvContentPartPr/>
              <p14:nvPr/>
            </p14:nvContentPartPr>
            <p14:xfrm>
              <a:off x="11418907" y="995380"/>
              <a:ext cx="103164" cy="26299"/>
            </p14:xfrm>
          </p:contentPart>
        </mc:Choice>
        <mc:Fallback xmlns="">
          <p:sp>
            <p:nvSpPr>
              <p:cNvPr id="1051239" name=""/>
              <p:cNvSpPr/>
              <p:nvPr/>
            </p:nvSpPr>
            <p:spPr>
              <a:xfrm>
                <a:off x="11418907" y="995380"/>
                <a:ext cx="103164" cy="26299"/>
              </a:xfrm>
            </p:spPr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51242" name="Ink 1051241"/>
              <p14:cNvContentPartPr/>
              <p14:nvPr/>
            </p14:nvContentPartPr>
            <p14:xfrm>
              <a:off x="460751" y="224057"/>
              <a:ext cx="202256" cy="570811"/>
            </p14:xfrm>
          </p:contentPart>
        </mc:Choice>
        <mc:Fallback xmlns="">
          <p:sp>
            <p:nvSpPr>
              <p:cNvPr id="1051242" name=""/>
              <p:cNvSpPr/>
              <p:nvPr/>
            </p:nvSpPr>
            <p:spPr>
              <a:xfrm>
                <a:off x="460751" y="224057"/>
                <a:ext cx="202256" cy="570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51243" name="Ink 1051242"/>
              <p14:cNvContentPartPr/>
              <p14:nvPr/>
            </p14:nvContentPartPr>
            <p14:xfrm>
              <a:off x="712742" y="262781"/>
              <a:ext cx="66306" cy="325328"/>
            </p14:xfrm>
          </p:contentPart>
        </mc:Choice>
        <mc:Fallback xmlns="">
          <p:sp>
            <p:nvSpPr>
              <p:cNvPr id="1051243" name=""/>
              <p:cNvSpPr/>
              <p:nvPr/>
            </p:nvSpPr>
            <p:spPr>
              <a:xfrm>
                <a:off x="712742" y="262781"/>
                <a:ext cx="66306" cy="325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1244" name="Ink 1051243"/>
              <p14:cNvContentPartPr/>
              <p14:nvPr/>
            </p14:nvContentPartPr>
            <p14:xfrm>
              <a:off x="791832" y="321042"/>
              <a:ext cx="70194" cy="218921"/>
            </p14:xfrm>
          </p:contentPart>
        </mc:Choice>
        <mc:Fallback xmlns="">
          <p:sp>
            <p:nvSpPr>
              <p:cNvPr id="1051244" name=""/>
              <p:cNvSpPr/>
              <p:nvPr/>
            </p:nvSpPr>
            <p:spPr>
              <a:xfrm>
                <a:off x="791832" y="321042"/>
                <a:ext cx="70194" cy="2189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1245" name="Ink 1051244"/>
              <p14:cNvContentPartPr/>
              <p14:nvPr/>
            </p14:nvContentPartPr>
            <p14:xfrm>
              <a:off x="743040" y="401308"/>
              <a:ext cx="129358" cy="73014"/>
            </p14:xfrm>
          </p:contentPart>
        </mc:Choice>
        <mc:Fallback xmlns="">
          <p:sp>
            <p:nvSpPr>
              <p:cNvPr id="1051245" name=""/>
              <p:cNvSpPr/>
              <p:nvPr/>
            </p:nvSpPr>
            <p:spPr>
              <a:xfrm>
                <a:off x="743040" y="401308"/>
                <a:ext cx="129358" cy="730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51246" name="Ink 1051245"/>
              <p14:cNvContentPartPr/>
              <p14:nvPr/>
            </p14:nvContentPartPr>
            <p14:xfrm>
              <a:off x="901294" y="306790"/>
              <a:ext cx="36356" cy="302223"/>
            </p14:xfrm>
          </p:contentPart>
        </mc:Choice>
        <mc:Fallback xmlns="">
          <p:sp>
            <p:nvSpPr>
              <p:cNvPr id="1051246" name=""/>
              <p:cNvSpPr/>
              <p:nvPr/>
            </p:nvSpPr>
            <p:spPr>
              <a:xfrm>
                <a:off x="901294" y="306790"/>
                <a:ext cx="36356" cy="302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247" name="Ink 1051246"/>
              <p14:cNvContentPartPr/>
              <p14:nvPr/>
            </p14:nvContentPartPr>
            <p14:xfrm>
              <a:off x="1088886" y="388706"/>
              <a:ext cx="134762" cy="355668"/>
            </p14:xfrm>
          </p:contentPart>
        </mc:Choice>
        <mc:Fallback xmlns="">
          <p:sp>
            <p:nvSpPr>
              <p:cNvPr id="1051247" name=""/>
              <p:cNvSpPr/>
              <p:nvPr/>
            </p:nvSpPr>
            <p:spPr>
              <a:xfrm>
                <a:off x="1088886" y="388706"/>
                <a:ext cx="134762" cy="3556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248" name="Ink 1051247"/>
              <p14:cNvContentPartPr/>
              <p14:nvPr/>
            </p14:nvContentPartPr>
            <p14:xfrm>
              <a:off x="1189795" y="412709"/>
              <a:ext cx="256539" cy="156131"/>
            </p14:xfrm>
          </p:contentPart>
        </mc:Choice>
        <mc:Fallback xmlns="">
          <p:sp>
            <p:nvSpPr>
              <p:cNvPr id="1051248" name=""/>
              <p:cNvSpPr/>
              <p:nvPr/>
            </p:nvSpPr>
            <p:spPr>
              <a:xfrm>
                <a:off x="1189795" y="412709"/>
                <a:ext cx="256539" cy="156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249" name="Ink 1051248"/>
              <p14:cNvContentPartPr/>
              <p14:nvPr/>
            </p14:nvContentPartPr>
            <p14:xfrm>
              <a:off x="1341345" y="277284"/>
              <a:ext cx="100499" cy="117295"/>
            </p14:xfrm>
          </p:contentPart>
        </mc:Choice>
        <mc:Fallback xmlns="">
          <p:sp>
            <p:nvSpPr>
              <p:cNvPr id="1051249" name=""/>
              <p:cNvSpPr/>
              <p:nvPr/>
            </p:nvSpPr>
            <p:spPr>
              <a:xfrm>
                <a:off x="1341345" y="277284"/>
                <a:ext cx="100499" cy="1172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250" name="Ink 1051249"/>
              <p14:cNvContentPartPr/>
              <p14:nvPr/>
            </p14:nvContentPartPr>
            <p14:xfrm>
              <a:off x="1464885" y="394057"/>
              <a:ext cx="81423" cy="153580"/>
            </p14:xfrm>
          </p:contentPart>
        </mc:Choice>
        <mc:Fallback xmlns="">
          <p:sp>
            <p:nvSpPr>
              <p:cNvPr id="1051250" name=""/>
              <p:cNvSpPr/>
              <p:nvPr/>
            </p:nvSpPr>
            <p:spPr>
              <a:xfrm>
                <a:off x="1464885" y="394057"/>
                <a:ext cx="81423" cy="1535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251" name="Ink 1051250"/>
              <p14:cNvContentPartPr/>
              <p14:nvPr/>
            </p14:nvContentPartPr>
            <p14:xfrm>
              <a:off x="1559082" y="386805"/>
              <a:ext cx="22927" cy="189922"/>
            </p14:xfrm>
          </p:contentPart>
        </mc:Choice>
        <mc:Fallback xmlns="">
          <p:sp>
            <p:nvSpPr>
              <p:cNvPr id="1051251" name=""/>
              <p:cNvSpPr/>
              <p:nvPr/>
            </p:nvSpPr>
            <p:spPr>
              <a:xfrm>
                <a:off x="1559082" y="386805"/>
                <a:ext cx="22927" cy="1899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252" name="Ink 1051251"/>
              <p14:cNvContentPartPr/>
              <p14:nvPr/>
            </p14:nvContentPartPr>
            <p14:xfrm>
              <a:off x="1555374" y="321042"/>
              <a:ext cx="16272" cy="32697"/>
            </p14:xfrm>
          </p:contentPart>
        </mc:Choice>
        <mc:Fallback xmlns="">
          <p:sp>
            <p:nvSpPr>
              <p:cNvPr id="1051252" name=""/>
              <p:cNvSpPr/>
              <p:nvPr/>
            </p:nvSpPr>
            <p:spPr>
              <a:xfrm>
                <a:off x="1555374" y="321042"/>
                <a:ext cx="16272" cy="32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253" name="Ink 1051252"/>
              <p14:cNvContentPartPr/>
              <p14:nvPr/>
            </p14:nvContentPartPr>
            <p14:xfrm>
              <a:off x="1621879" y="425943"/>
              <a:ext cx="153942" cy="116124"/>
            </p14:xfrm>
          </p:contentPart>
        </mc:Choice>
        <mc:Fallback xmlns="">
          <p:sp>
            <p:nvSpPr>
              <p:cNvPr id="1051253" name=""/>
              <p:cNvSpPr/>
              <p:nvPr/>
            </p:nvSpPr>
            <p:spPr>
              <a:xfrm>
                <a:off x="1621879" y="425943"/>
                <a:ext cx="153942" cy="116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254" name="Ink 1051253"/>
              <p14:cNvContentPartPr/>
              <p14:nvPr/>
            </p14:nvContentPartPr>
            <p14:xfrm>
              <a:off x="1790006" y="240809"/>
              <a:ext cx="228543" cy="284082"/>
            </p14:xfrm>
          </p:contentPart>
        </mc:Choice>
        <mc:Fallback xmlns="">
          <p:sp>
            <p:nvSpPr>
              <p:cNvPr id="1051254" name=""/>
              <p:cNvSpPr/>
              <p:nvPr/>
            </p:nvSpPr>
            <p:spPr>
              <a:xfrm>
                <a:off x="1790006" y="240809"/>
                <a:ext cx="228543" cy="2840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255" name="Ink 1051254"/>
              <p14:cNvContentPartPr/>
              <p14:nvPr/>
            </p14:nvContentPartPr>
            <p14:xfrm>
              <a:off x="1981950" y="299288"/>
              <a:ext cx="0" cy="80265"/>
            </p14:xfrm>
          </p:contentPart>
        </mc:Choice>
        <mc:Fallback xmlns="">
          <p:sp>
            <p:nvSpPr>
              <p:cNvPr id="1051255" name=""/>
              <p:cNvSpPr/>
              <p:nvPr/>
            </p:nvSpPr>
            <p:spPr>
              <a:xfrm>
                <a:off x="1981950" y="299288"/>
                <a:ext cx="0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256" name="Ink 1051255"/>
              <p14:cNvContentPartPr/>
              <p14:nvPr/>
            </p14:nvContentPartPr>
            <p14:xfrm>
              <a:off x="2057633" y="330021"/>
              <a:ext cx="129784" cy="300753"/>
            </p14:xfrm>
          </p:contentPart>
        </mc:Choice>
        <mc:Fallback xmlns="">
          <p:sp>
            <p:nvSpPr>
              <p:cNvPr id="1051256" name=""/>
              <p:cNvSpPr/>
              <p:nvPr/>
            </p:nvSpPr>
            <p:spPr>
              <a:xfrm>
                <a:off x="2057633" y="330021"/>
                <a:ext cx="129784" cy="300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257" name="Ink 1051256"/>
              <p14:cNvContentPartPr/>
              <p14:nvPr/>
            </p14:nvContentPartPr>
            <p14:xfrm>
              <a:off x="2198437" y="305591"/>
              <a:ext cx="243504" cy="180124"/>
            </p14:xfrm>
          </p:contentPart>
        </mc:Choice>
        <mc:Fallback xmlns="">
          <p:sp>
            <p:nvSpPr>
              <p:cNvPr id="1051257" name=""/>
              <p:cNvSpPr/>
              <p:nvPr/>
            </p:nvSpPr>
            <p:spPr>
              <a:xfrm>
                <a:off x="2198437" y="305591"/>
                <a:ext cx="243504" cy="1801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258" name="Ink 1051257"/>
              <p14:cNvContentPartPr/>
              <p14:nvPr/>
            </p14:nvContentPartPr>
            <p14:xfrm>
              <a:off x="620350" y="586699"/>
              <a:ext cx="1877322" cy="150425"/>
            </p14:xfrm>
          </p:contentPart>
        </mc:Choice>
        <mc:Fallback xmlns="">
          <p:sp>
            <p:nvSpPr>
              <p:cNvPr id="1051258" name=""/>
              <p:cNvSpPr/>
              <p:nvPr/>
            </p:nvSpPr>
            <p:spPr>
              <a:xfrm>
                <a:off x="620350" y="586699"/>
                <a:ext cx="1877322" cy="1504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259" name="Ink 1051258"/>
              <p14:cNvContentPartPr/>
              <p14:nvPr/>
            </p14:nvContentPartPr>
            <p14:xfrm>
              <a:off x="2931610" y="299288"/>
              <a:ext cx="8750" cy="258855"/>
            </p14:xfrm>
          </p:contentPart>
        </mc:Choice>
        <mc:Fallback xmlns="">
          <p:sp>
            <p:nvSpPr>
              <p:cNvPr id="1051259" name=""/>
              <p:cNvSpPr/>
              <p:nvPr/>
            </p:nvSpPr>
            <p:spPr>
              <a:xfrm>
                <a:off x="2931610" y="299288"/>
                <a:ext cx="8750" cy="2588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260" name="Ink 1051259"/>
              <p14:cNvContentPartPr/>
              <p14:nvPr/>
            </p14:nvContentPartPr>
            <p14:xfrm>
              <a:off x="2810557" y="279292"/>
              <a:ext cx="297697" cy="32327"/>
            </p14:xfrm>
          </p:contentPart>
        </mc:Choice>
        <mc:Fallback xmlns="">
          <p:sp>
            <p:nvSpPr>
              <p:cNvPr id="1051260" name=""/>
              <p:cNvSpPr/>
              <p:nvPr/>
            </p:nvSpPr>
            <p:spPr>
              <a:xfrm>
                <a:off x="2810557" y="279292"/>
                <a:ext cx="297697" cy="32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261" name="Ink 1051260"/>
              <p14:cNvContentPartPr/>
              <p14:nvPr/>
            </p14:nvContentPartPr>
            <p14:xfrm>
              <a:off x="1247139" y="945402"/>
              <a:ext cx="129803" cy="1740104"/>
            </p14:xfrm>
          </p:contentPart>
        </mc:Choice>
        <mc:Fallback xmlns="">
          <p:sp>
            <p:nvSpPr>
              <p:cNvPr id="1051261" name=""/>
              <p:cNvSpPr/>
              <p:nvPr/>
            </p:nvSpPr>
            <p:spPr>
              <a:xfrm>
                <a:off x="1247139" y="945402"/>
                <a:ext cx="129803" cy="1740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262" name="Ink 1051261"/>
              <p14:cNvContentPartPr/>
              <p14:nvPr/>
            </p14:nvContentPartPr>
            <p14:xfrm>
              <a:off x="1247139" y="895907"/>
              <a:ext cx="139488" cy="220541"/>
            </p14:xfrm>
          </p:contentPart>
        </mc:Choice>
        <mc:Fallback xmlns="">
          <p:sp>
            <p:nvSpPr>
              <p:cNvPr id="1051262" name=""/>
              <p:cNvSpPr/>
              <p:nvPr/>
            </p:nvSpPr>
            <p:spPr>
              <a:xfrm>
                <a:off x="1247139" y="895907"/>
                <a:ext cx="139488" cy="2205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263" name="Ink 1051262"/>
              <p14:cNvContentPartPr/>
              <p14:nvPr/>
            </p14:nvContentPartPr>
            <p14:xfrm>
              <a:off x="1474850" y="783144"/>
              <a:ext cx="128414" cy="485450"/>
            </p14:xfrm>
          </p:contentPart>
        </mc:Choice>
        <mc:Fallback xmlns="">
          <p:sp>
            <p:nvSpPr>
              <p:cNvPr id="1051263" name=""/>
              <p:cNvSpPr/>
              <p:nvPr/>
            </p:nvSpPr>
            <p:spPr>
              <a:xfrm>
                <a:off x="1474850" y="783144"/>
                <a:ext cx="128414" cy="4854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264" name="Ink 1051263"/>
              <p14:cNvContentPartPr/>
              <p14:nvPr/>
            </p14:nvContentPartPr>
            <p14:xfrm>
              <a:off x="1626804" y="824641"/>
              <a:ext cx="73427" cy="277930"/>
            </p14:xfrm>
          </p:contentPart>
        </mc:Choice>
        <mc:Fallback xmlns="">
          <p:sp>
            <p:nvSpPr>
              <p:cNvPr id="1051264" name=""/>
              <p:cNvSpPr/>
              <p:nvPr/>
            </p:nvSpPr>
            <p:spPr>
              <a:xfrm>
                <a:off x="1626804" y="824641"/>
                <a:ext cx="73427" cy="2779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265" name="Ink 1051264"/>
              <p14:cNvContentPartPr/>
              <p14:nvPr/>
            </p14:nvContentPartPr>
            <p14:xfrm>
              <a:off x="1729514" y="868400"/>
              <a:ext cx="15055" cy="190747"/>
            </p14:xfrm>
          </p:contentPart>
        </mc:Choice>
        <mc:Fallback xmlns="">
          <p:sp>
            <p:nvSpPr>
              <p:cNvPr id="1051265" name=""/>
              <p:cNvSpPr/>
              <p:nvPr/>
            </p:nvSpPr>
            <p:spPr>
              <a:xfrm>
                <a:off x="1729514" y="868400"/>
                <a:ext cx="15055" cy="1907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266" name="Ink 1051265"/>
              <p14:cNvContentPartPr/>
              <p14:nvPr/>
            </p14:nvContentPartPr>
            <p14:xfrm>
              <a:off x="1672556" y="889122"/>
              <a:ext cx="148424" cy="96300"/>
            </p14:xfrm>
          </p:contentPart>
        </mc:Choice>
        <mc:Fallback xmlns="">
          <p:sp>
            <p:nvSpPr>
              <p:cNvPr id="1051266" name=""/>
              <p:cNvSpPr/>
              <p:nvPr/>
            </p:nvSpPr>
            <p:spPr>
              <a:xfrm>
                <a:off x="1672556" y="889122"/>
                <a:ext cx="148424" cy="963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267" name="Ink 1051266"/>
              <p14:cNvContentPartPr/>
              <p14:nvPr/>
            </p14:nvContentPartPr>
            <p14:xfrm>
              <a:off x="1855924" y="795385"/>
              <a:ext cx="26878" cy="224113"/>
            </p14:xfrm>
          </p:contentPart>
        </mc:Choice>
        <mc:Fallback xmlns="">
          <p:sp>
            <p:nvSpPr>
              <p:cNvPr id="1051267" name=""/>
              <p:cNvSpPr/>
              <p:nvPr/>
            </p:nvSpPr>
            <p:spPr>
              <a:xfrm>
                <a:off x="1855924" y="795385"/>
                <a:ext cx="26878" cy="224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268" name="Ink 1051267"/>
              <p14:cNvContentPartPr/>
              <p14:nvPr/>
            </p14:nvContentPartPr>
            <p14:xfrm>
              <a:off x="1376942" y="1729568"/>
              <a:ext cx="2507158" cy="87517"/>
            </p14:xfrm>
          </p:contentPart>
        </mc:Choice>
        <mc:Fallback xmlns="">
          <p:sp>
            <p:nvSpPr>
              <p:cNvPr id="1051268" name=""/>
              <p:cNvSpPr/>
              <p:nvPr/>
            </p:nvSpPr>
            <p:spPr>
              <a:xfrm>
                <a:off x="1376942" y="1729568"/>
                <a:ext cx="2507158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269" name="Ink 1051268"/>
              <p14:cNvContentPartPr/>
              <p14:nvPr/>
            </p14:nvContentPartPr>
            <p14:xfrm>
              <a:off x="3768966" y="1663806"/>
              <a:ext cx="134501" cy="182910"/>
            </p14:xfrm>
          </p:contentPart>
        </mc:Choice>
        <mc:Fallback xmlns="">
          <p:sp>
            <p:nvSpPr>
              <p:cNvPr id="1051269" name=""/>
              <p:cNvSpPr/>
              <p:nvPr/>
            </p:nvSpPr>
            <p:spPr>
              <a:xfrm>
                <a:off x="3768966" y="1663806"/>
                <a:ext cx="134501" cy="1829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270" name="Ink 1051269"/>
              <p14:cNvContentPartPr/>
              <p14:nvPr/>
            </p14:nvContentPartPr>
            <p14:xfrm>
              <a:off x="1333823" y="1087121"/>
              <a:ext cx="2701264" cy="1405211"/>
            </p14:xfrm>
          </p:contentPart>
        </mc:Choice>
        <mc:Fallback xmlns="">
          <p:sp>
            <p:nvSpPr>
              <p:cNvPr id="1051270" name=""/>
              <p:cNvSpPr/>
              <p:nvPr/>
            </p:nvSpPr>
            <p:spPr>
              <a:xfrm>
                <a:off x="1333823" y="1087121"/>
                <a:ext cx="2701264" cy="1405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271" name="Ink 1051270"/>
              <p14:cNvContentPartPr/>
              <p14:nvPr/>
            </p14:nvContentPartPr>
            <p14:xfrm>
              <a:off x="2551395" y="2526230"/>
              <a:ext cx="893110" cy="42503"/>
            </p14:xfrm>
          </p:contentPart>
        </mc:Choice>
        <mc:Fallback xmlns="">
          <p:sp>
            <p:nvSpPr>
              <p:cNvPr id="1051271" name=""/>
              <p:cNvSpPr/>
              <p:nvPr/>
            </p:nvSpPr>
            <p:spPr>
              <a:xfrm>
                <a:off x="2551395" y="2526230"/>
                <a:ext cx="893110" cy="42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272" name="Ink 1051271"/>
              <p14:cNvContentPartPr/>
              <p14:nvPr/>
            </p14:nvContentPartPr>
            <p14:xfrm>
              <a:off x="3401339" y="2430206"/>
              <a:ext cx="163123" cy="184205"/>
            </p14:xfrm>
          </p:contentPart>
        </mc:Choice>
        <mc:Fallback xmlns="">
          <p:sp>
            <p:nvSpPr>
              <p:cNvPr id="1051272" name=""/>
              <p:cNvSpPr/>
              <p:nvPr/>
            </p:nvSpPr>
            <p:spPr>
              <a:xfrm>
                <a:off x="3401339" y="2430206"/>
                <a:ext cx="163123" cy="1842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273" name="Ink 1051272"/>
              <p14:cNvContentPartPr/>
              <p14:nvPr/>
            </p14:nvContentPartPr>
            <p14:xfrm>
              <a:off x="2501464" y="2481216"/>
              <a:ext cx="155878" cy="170567"/>
            </p14:xfrm>
          </p:contentPart>
        </mc:Choice>
        <mc:Fallback xmlns="">
          <p:sp>
            <p:nvSpPr>
              <p:cNvPr id="1051273" name=""/>
              <p:cNvSpPr/>
              <p:nvPr/>
            </p:nvSpPr>
            <p:spPr>
              <a:xfrm>
                <a:off x="2501464" y="2481216"/>
                <a:ext cx="155878" cy="170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274" name="Ink 1051273"/>
              <p14:cNvContentPartPr/>
              <p14:nvPr/>
            </p14:nvContentPartPr>
            <p14:xfrm>
              <a:off x="2919022" y="2758520"/>
              <a:ext cx="9880" cy="171218"/>
            </p14:xfrm>
          </p:contentPart>
        </mc:Choice>
        <mc:Fallback xmlns="">
          <p:sp>
            <p:nvSpPr>
              <p:cNvPr id="1051274" name=""/>
              <p:cNvSpPr/>
              <p:nvPr/>
            </p:nvSpPr>
            <p:spPr>
              <a:xfrm>
                <a:off x="2919022" y="2758520"/>
                <a:ext cx="9880" cy="171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275" name="Ink 1051274"/>
              <p14:cNvContentPartPr/>
              <p14:nvPr/>
            </p14:nvContentPartPr>
            <p14:xfrm>
              <a:off x="2818114" y="2707510"/>
              <a:ext cx="280943" cy="36061"/>
            </p14:xfrm>
          </p:contentPart>
        </mc:Choice>
        <mc:Fallback xmlns="">
          <p:sp>
            <p:nvSpPr>
              <p:cNvPr id="1051275" name=""/>
              <p:cNvSpPr/>
              <p:nvPr/>
            </p:nvSpPr>
            <p:spPr>
              <a:xfrm>
                <a:off x="2818114" y="2707510"/>
                <a:ext cx="280943" cy="36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276" name="Ink 1051275"/>
              <p14:cNvContentPartPr/>
              <p14:nvPr/>
            </p14:nvContentPartPr>
            <p14:xfrm>
              <a:off x="2046851" y="1043757"/>
              <a:ext cx="837607" cy="28932"/>
            </p14:xfrm>
          </p:contentPart>
        </mc:Choice>
        <mc:Fallback xmlns="">
          <p:sp>
            <p:nvSpPr>
              <p:cNvPr id="1051276" name=""/>
              <p:cNvSpPr/>
              <p:nvPr/>
            </p:nvSpPr>
            <p:spPr>
              <a:xfrm>
                <a:off x="2046851" y="1043757"/>
                <a:ext cx="837607" cy="289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277" name="Ink 1051276"/>
              <p14:cNvContentPartPr/>
              <p14:nvPr/>
            </p14:nvContentPartPr>
            <p14:xfrm>
              <a:off x="2875458" y="977921"/>
              <a:ext cx="104928" cy="182535"/>
            </p14:xfrm>
          </p:contentPart>
        </mc:Choice>
        <mc:Fallback xmlns="">
          <p:sp>
            <p:nvSpPr>
              <p:cNvPr id="1051277" name=""/>
              <p:cNvSpPr/>
              <p:nvPr/>
            </p:nvSpPr>
            <p:spPr>
              <a:xfrm>
                <a:off x="2875458" y="977921"/>
                <a:ext cx="104928" cy="182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278" name="Ink 1051277"/>
              <p14:cNvContentPartPr/>
              <p14:nvPr/>
            </p14:nvContentPartPr>
            <p14:xfrm>
              <a:off x="2043559" y="992424"/>
              <a:ext cx="104201" cy="173272"/>
            </p14:xfrm>
          </p:contentPart>
        </mc:Choice>
        <mc:Fallback xmlns="">
          <p:sp>
            <p:nvSpPr>
              <p:cNvPr id="1051278" name=""/>
              <p:cNvSpPr/>
              <p:nvPr/>
            </p:nvSpPr>
            <p:spPr>
              <a:xfrm>
                <a:off x="2043559" y="992424"/>
                <a:ext cx="104201" cy="1732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279" name="Ink 1051278"/>
              <p14:cNvContentPartPr/>
              <p14:nvPr/>
            </p14:nvContentPartPr>
            <p14:xfrm>
              <a:off x="2522500" y="795385"/>
              <a:ext cx="15537" cy="187244"/>
            </p14:xfrm>
          </p:contentPart>
        </mc:Choice>
        <mc:Fallback xmlns="">
          <p:sp>
            <p:nvSpPr>
              <p:cNvPr id="1051279" name=""/>
              <p:cNvSpPr/>
              <p:nvPr/>
            </p:nvSpPr>
            <p:spPr>
              <a:xfrm>
                <a:off x="2522500" y="795385"/>
                <a:ext cx="15537" cy="1872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280" name="Ink 1051279"/>
              <p14:cNvContentPartPr/>
              <p14:nvPr/>
            </p14:nvContentPartPr>
            <p14:xfrm>
              <a:off x="2400254" y="766425"/>
              <a:ext cx="248540" cy="36211"/>
            </p14:xfrm>
          </p:contentPart>
        </mc:Choice>
        <mc:Fallback xmlns="">
          <p:sp>
            <p:nvSpPr>
              <p:cNvPr id="1051280" name=""/>
              <p:cNvSpPr/>
              <p:nvPr/>
            </p:nvSpPr>
            <p:spPr>
              <a:xfrm>
                <a:off x="2400254" y="766425"/>
                <a:ext cx="248540" cy="362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281" name="Ink 1051280"/>
              <p14:cNvContentPartPr/>
              <p14:nvPr/>
            </p14:nvContentPartPr>
            <p14:xfrm>
              <a:off x="765724" y="3076693"/>
              <a:ext cx="196802" cy="593048"/>
            </p14:xfrm>
          </p:contentPart>
        </mc:Choice>
        <mc:Fallback xmlns="">
          <p:sp>
            <p:nvSpPr>
              <p:cNvPr id="1051281" name=""/>
              <p:cNvSpPr/>
              <p:nvPr/>
            </p:nvSpPr>
            <p:spPr>
              <a:xfrm>
                <a:off x="765724" y="3076693"/>
                <a:ext cx="196802" cy="5930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282" name="Ink 1051281"/>
              <p14:cNvContentPartPr/>
              <p14:nvPr/>
            </p14:nvContentPartPr>
            <p14:xfrm>
              <a:off x="987849" y="3159849"/>
              <a:ext cx="72142" cy="387758"/>
            </p14:xfrm>
          </p:contentPart>
        </mc:Choice>
        <mc:Fallback xmlns="">
          <p:sp>
            <p:nvSpPr>
              <p:cNvPr id="1051282" name=""/>
              <p:cNvSpPr/>
              <p:nvPr/>
            </p:nvSpPr>
            <p:spPr>
              <a:xfrm>
                <a:off x="987849" y="3159849"/>
                <a:ext cx="72142" cy="387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283" name="Ink 1051282"/>
              <p14:cNvContentPartPr/>
              <p14:nvPr/>
            </p14:nvContentPartPr>
            <p14:xfrm>
              <a:off x="1092143" y="3255117"/>
              <a:ext cx="93427" cy="285409"/>
            </p14:xfrm>
          </p:contentPart>
        </mc:Choice>
        <mc:Fallback xmlns="">
          <p:sp>
            <p:nvSpPr>
              <p:cNvPr id="1051283" name=""/>
              <p:cNvSpPr/>
              <p:nvPr/>
            </p:nvSpPr>
            <p:spPr>
              <a:xfrm>
                <a:off x="1092143" y="3255117"/>
                <a:ext cx="93427" cy="2854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284" name="Ink 1051283"/>
              <p14:cNvContentPartPr/>
              <p14:nvPr/>
            </p14:nvContentPartPr>
            <p14:xfrm>
              <a:off x="1031097" y="3294235"/>
              <a:ext cx="208785" cy="109828"/>
            </p14:xfrm>
          </p:contentPart>
        </mc:Choice>
        <mc:Fallback xmlns="">
          <p:sp>
            <p:nvSpPr>
              <p:cNvPr id="1051284" name=""/>
              <p:cNvSpPr/>
              <p:nvPr/>
            </p:nvSpPr>
            <p:spPr>
              <a:xfrm>
                <a:off x="1031097" y="3294235"/>
                <a:ext cx="208785" cy="1098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285" name="Ink 1051284"/>
              <p14:cNvContentPartPr/>
              <p14:nvPr/>
            </p14:nvContentPartPr>
            <p14:xfrm>
              <a:off x="1247139" y="3211109"/>
              <a:ext cx="63225" cy="388086"/>
            </p14:xfrm>
          </p:contentPart>
        </mc:Choice>
        <mc:Fallback xmlns="">
          <p:sp>
            <p:nvSpPr>
              <p:cNvPr id="1051285" name=""/>
              <p:cNvSpPr/>
              <p:nvPr/>
            </p:nvSpPr>
            <p:spPr>
              <a:xfrm>
                <a:off x="1247139" y="3211109"/>
                <a:ext cx="63225" cy="3880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286" name="Ink 1051285"/>
              <p14:cNvContentPartPr/>
              <p14:nvPr/>
            </p14:nvContentPartPr>
            <p14:xfrm>
              <a:off x="1412949" y="3386143"/>
              <a:ext cx="176555" cy="7902"/>
            </p14:xfrm>
          </p:contentPart>
        </mc:Choice>
        <mc:Fallback xmlns="">
          <p:sp>
            <p:nvSpPr>
              <p:cNvPr id="1051286" name=""/>
              <p:cNvSpPr/>
              <p:nvPr/>
            </p:nvSpPr>
            <p:spPr>
              <a:xfrm>
                <a:off x="1412949" y="3386143"/>
                <a:ext cx="176555" cy="79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287" name="Ink 1051286"/>
              <p14:cNvContentPartPr/>
              <p14:nvPr/>
            </p14:nvContentPartPr>
            <p14:xfrm>
              <a:off x="1434732" y="3472320"/>
              <a:ext cx="221041" cy="37847"/>
            </p14:xfrm>
          </p:contentPart>
        </mc:Choice>
        <mc:Fallback xmlns="">
          <p:sp>
            <p:nvSpPr>
              <p:cNvPr id="1051287" name=""/>
              <p:cNvSpPr/>
              <p:nvPr/>
            </p:nvSpPr>
            <p:spPr>
              <a:xfrm>
                <a:off x="1434732" y="3472320"/>
                <a:ext cx="221041" cy="378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288" name="Ink 1051287"/>
              <p14:cNvContentPartPr/>
              <p14:nvPr/>
            </p14:nvContentPartPr>
            <p14:xfrm>
              <a:off x="1701257" y="3005063"/>
              <a:ext cx="699434" cy="579595"/>
            </p14:xfrm>
          </p:contentPart>
        </mc:Choice>
        <mc:Fallback xmlns="">
          <p:sp>
            <p:nvSpPr>
              <p:cNvPr id="1051288" name=""/>
              <p:cNvSpPr/>
              <p:nvPr/>
            </p:nvSpPr>
            <p:spPr>
              <a:xfrm>
                <a:off x="1701257" y="3005063"/>
                <a:ext cx="699434" cy="579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289" name="Ink 1051288"/>
              <p14:cNvContentPartPr/>
              <p14:nvPr/>
            </p14:nvContentPartPr>
            <p14:xfrm>
              <a:off x="1859704" y="3759456"/>
              <a:ext cx="264114" cy="171370"/>
            </p14:xfrm>
          </p:contentPart>
        </mc:Choice>
        <mc:Fallback xmlns="">
          <p:sp>
            <p:nvSpPr>
              <p:cNvPr id="1051289" name=""/>
              <p:cNvSpPr/>
              <p:nvPr/>
            </p:nvSpPr>
            <p:spPr>
              <a:xfrm>
                <a:off x="1859704" y="3759456"/>
                <a:ext cx="264114" cy="171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290" name="Ink 1051289"/>
              <p14:cNvContentPartPr/>
              <p14:nvPr/>
            </p14:nvContentPartPr>
            <p14:xfrm>
              <a:off x="2169542" y="3816977"/>
              <a:ext cx="124082" cy="7461"/>
            </p14:xfrm>
          </p:contentPart>
        </mc:Choice>
        <mc:Fallback xmlns="">
          <p:sp>
            <p:nvSpPr>
              <p:cNvPr id="1051290" name=""/>
              <p:cNvSpPr/>
              <p:nvPr/>
            </p:nvSpPr>
            <p:spPr>
              <a:xfrm>
                <a:off x="2169542" y="3816977"/>
                <a:ext cx="124082" cy="74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291" name="Ink 1051290"/>
              <p14:cNvContentPartPr/>
              <p14:nvPr/>
            </p14:nvContentPartPr>
            <p14:xfrm>
              <a:off x="2169542" y="3904182"/>
              <a:ext cx="230145" cy="11505"/>
            </p14:xfrm>
          </p:contentPart>
        </mc:Choice>
        <mc:Fallback xmlns="">
          <p:sp>
            <p:nvSpPr>
              <p:cNvPr id="1051291" name=""/>
              <p:cNvSpPr/>
              <p:nvPr/>
            </p:nvSpPr>
            <p:spPr>
              <a:xfrm>
                <a:off x="2169542" y="3904182"/>
                <a:ext cx="230145" cy="11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292" name="Ink 1051291"/>
              <p14:cNvContentPartPr/>
              <p14:nvPr/>
            </p14:nvContentPartPr>
            <p14:xfrm>
              <a:off x="2198437" y="3812604"/>
              <a:ext cx="192570" cy="8383"/>
            </p14:xfrm>
          </p:contentPart>
        </mc:Choice>
        <mc:Fallback xmlns="">
          <p:sp>
            <p:nvSpPr>
              <p:cNvPr id="1051292" name=""/>
              <p:cNvSpPr/>
              <p:nvPr/>
            </p:nvSpPr>
            <p:spPr>
              <a:xfrm>
                <a:off x="2198437" y="3812604"/>
                <a:ext cx="192570" cy="8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293" name="Ink 1051292"/>
              <p14:cNvContentPartPr/>
              <p14:nvPr/>
            </p14:nvContentPartPr>
            <p14:xfrm>
              <a:off x="2488233" y="3765717"/>
              <a:ext cx="140077" cy="165661"/>
            </p14:xfrm>
          </p:contentPart>
        </mc:Choice>
        <mc:Fallback xmlns="">
          <p:sp>
            <p:nvSpPr>
              <p:cNvPr id="1051293" name=""/>
              <p:cNvSpPr/>
              <p:nvPr/>
            </p:nvSpPr>
            <p:spPr>
              <a:xfrm>
                <a:off x="2488233" y="3765717"/>
                <a:ext cx="140077" cy="1656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294" name="Ink 1051293"/>
              <p14:cNvContentPartPr/>
              <p14:nvPr/>
            </p14:nvContentPartPr>
            <p14:xfrm>
              <a:off x="1845479" y="2876918"/>
              <a:ext cx="198527" cy="13378"/>
            </p14:xfrm>
          </p:contentPart>
        </mc:Choice>
        <mc:Fallback xmlns="">
          <p:sp>
            <p:nvSpPr>
              <p:cNvPr id="1051294" name=""/>
              <p:cNvSpPr/>
              <p:nvPr/>
            </p:nvSpPr>
            <p:spPr>
              <a:xfrm>
                <a:off x="1845479" y="2876918"/>
                <a:ext cx="198527" cy="133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295" name="Ink 1051294"/>
              <p14:cNvContentPartPr/>
              <p14:nvPr/>
            </p14:nvContentPartPr>
            <p14:xfrm>
              <a:off x="1915519" y="2826033"/>
              <a:ext cx="37981" cy="148029"/>
            </p14:xfrm>
          </p:contentPart>
        </mc:Choice>
        <mc:Fallback xmlns="">
          <p:sp>
            <p:nvSpPr>
              <p:cNvPr id="1051295" name=""/>
              <p:cNvSpPr/>
              <p:nvPr/>
            </p:nvSpPr>
            <p:spPr>
              <a:xfrm>
                <a:off x="1915519" y="2826033"/>
                <a:ext cx="37981" cy="1480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296" name="Ink 1051295"/>
              <p14:cNvContentPartPr/>
              <p14:nvPr/>
            </p14:nvContentPartPr>
            <p14:xfrm>
              <a:off x="2126423" y="2848313"/>
              <a:ext cx="78096" cy="66049"/>
            </p14:xfrm>
          </p:contentPart>
        </mc:Choice>
        <mc:Fallback xmlns="">
          <p:sp>
            <p:nvSpPr>
              <p:cNvPr id="1051296" name=""/>
              <p:cNvSpPr/>
              <p:nvPr/>
            </p:nvSpPr>
            <p:spPr>
              <a:xfrm>
                <a:off x="2126423" y="2848313"/>
                <a:ext cx="78096" cy="66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297" name="Ink 1051296"/>
              <p14:cNvContentPartPr/>
              <p14:nvPr/>
            </p14:nvContentPartPr>
            <p14:xfrm>
              <a:off x="2220884" y="2857008"/>
              <a:ext cx="115022" cy="67652"/>
            </p14:xfrm>
          </p:contentPart>
        </mc:Choice>
        <mc:Fallback xmlns="">
          <p:sp>
            <p:nvSpPr>
              <p:cNvPr id="1051297" name=""/>
              <p:cNvSpPr/>
              <p:nvPr/>
            </p:nvSpPr>
            <p:spPr>
              <a:xfrm>
                <a:off x="2220884" y="2857008"/>
                <a:ext cx="115022" cy="67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298" name="Ink 1051297"/>
              <p14:cNvContentPartPr/>
              <p14:nvPr/>
            </p14:nvContentPartPr>
            <p14:xfrm>
              <a:off x="2609368" y="3275144"/>
              <a:ext cx="451507" cy="304571"/>
            </p14:xfrm>
          </p:contentPart>
        </mc:Choice>
        <mc:Fallback xmlns="">
          <p:sp>
            <p:nvSpPr>
              <p:cNvPr id="1051298" name=""/>
              <p:cNvSpPr/>
              <p:nvPr/>
            </p:nvSpPr>
            <p:spPr>
              <a:xfrm>
                <a:off x="2609368" y="3275144"/>
                <a:ext cx="451507" cy="304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299" name="Ink 1051298"/>
              <p14:cNvContentPartPr/>
              <p14:nvPr/>
            </p14:nvContentPartPr>
            <p14:xfrm>
              <a:off x="3156112" y="3262119"/>
              <a:ext cx="402171" cy="271993"/>
            </p14:xfrm>
          </p:contentPart>
        </mc:Choice>
        <mc:Fallback xmlns="">
          <p:sp>
            <p:nvSpPr>
              <p:cNvPr id="1051299" name=""/>
              <p:cNvSpPr/>
              <p:nvPr/>
            </p:nvSpPr>
            <p:spPr>
              <a:xfrm>
                <a:off x="3156112" y="3262119"/>
                <a:ext cx="402171" cy="2719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300" name="Ink 1051299"/>
              <p14:cNvContentPartPr/>
              <p14:nvPr/>
            </p14:nvContentPartPr>
            <p14:xfrm>
              <a:off x="3696952" y="3291374"/>
              <a:ext cx="190022" cy="192835"/>
            </p14:xfrm>
          </p:contentPart>
        </mc:Choice>
        <mc:Fallback xmlns="">
          <p:sp>
            <p:nvSpPr>
              <p:cNvPr id="1051300" name=""/>
              <p:cNvSpPr/>
              <p:nvPr/>
            </p:nvSpPr>
            <p:spPr>
              <a:xfrm>
                <a:off x="3696952" y="3291374"/>
                <a:ext cx="190022" cy="192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301" name="Ink 1051300"/>
              <p14:cNvContentPartPr/>
              <p14:nvPr/>
            </p14:nvContentPartPr>
            <p14:xfrm>
              <a:off x="3948185" y="3282655"/>
              <a:ext cx="214272" cy="151758"/>
            </p14:xfrm>
          </p:contentPart>
        </mc:Choice>
        <mc:Fallback xmlns="">
          <p:sp>
            <p:nvSpPr>
              <p:cNvPr id="1051301" name=""/>
              <p:cNvSpPr/>
              <p:nvPr/>
            </p:nvSpPr>
            <p:spPr>
              <a:xfrm>
                <a:off x="3948185" y="3282655"/>
                <a:ext cx="214272" cy="151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302" name="Ink 1051301"/>
              <p14:cNvContentPartPr/>
              <p14:nvPr/>
            </p14:nvContentPartPr>
            <p14:xfrm>
              <a:off x="4207233" y="3065080"/>
              <a:ext cx="108016" cy="340771"/>
            </p14:xfrm>
          </p:contentPart>
        </mc:Choice>
        <mc:Fallback xmlns="">
          <p:sp>
            <p:nvSpPr>
              <p:cNvPr id="1051302" name=""/>
              <p:cNvSpPr/>
              <p:nvPr/>
            </p:nvSpPr>
            <p:spPr>
              <a:xfrm>
                <a:off x="4207233" y="3065080"/>
                <a:ext cx="108016" cy="3407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303" name="Ink 1051302"/>
              <p14:cNvContentPartPr/>
              <p14:nvPr/>
            </p14:nvContentPartPr>
            <p14:xfrm>
              <a:off x="4359749" y="3342177"/>
              <a:ext cx="218991" cy="14710"/>
            </p14:xfrm>
          </p:contentPart>
        </mc:Choice>
        <mc:Fallback xmlns="">
          <p:sp>
            <p:nvSpPr>
              <p:cNvPr id="1051303" name=""/>
              <p:cNvSpPr/>
              <p:nvPr/>
            </p:nvSpPr>
            <p:spPr>
              <a:xfrm>
                <a:off x="4359749" y="3342177"/>
                <a:ext cx="218991" cy="147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304" name="Ink 1051303"/>
              <p14:cNvContentPartPr/>
              <p14:nvPr/>
            </p14:nvContentPartPr>
            <p14:xfrm>
              <a:off x="4453545" y="3225862"/>
              <a:ext cx="0" cy="207739"/>
            </p14:xfrm>
          </p:contentPart>
        </mc:Choice>
        <mc:Fallback xmlns="">
          <p:sp>
            <p:nvSpPr>
              <p:cNvPr id="1051304" name=""/>
              <p:cNvSpPr/>
              <p:nvPr/>
            </p:nvSpPr>
            <p:spPr>
              <a:xfrm>
                <a:off x="4453545" y="3225862"/>
                <a:ext cx="0" cy="2077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305" name="Ink 1051304"/>
              <p14:cNvContentPartPr/>
              <p14:nvPr/>
            </p14:nvContentPartPr>
            <p14:xfrm>
              <a:off x="4601443" y="3158990"/>
              <a:ext cx="193462" cy="411422"/>
            </p14:xfrm>
          </p:contentPart>
        </mc:Choice>
        <mc:Fallback xmlns="">
          <p:sp>
            <p:nvSpPr>
              <p:cNvPr id="1051305" name=""/>
              <p:cNvSpPr/>
              <p:nvPr/>
            </p:nvSpPr>
            <p:spPr>
              <a:xfrm>
                <a:off x="4601443" y="3158990"/>
                <a:ext cx="193462" cy="4114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306" name="Ink 1051305"/>
              <p14:cNvContentPartPr/>
              <p14:nvPr/>
            </p14:nvContentPartPr>
            <p14:xfrm>
              <a:off x="4766805" y="3459157"/>
              <a:ext cx="122480" cy="158875"/>
            </p14:xfrm>
          </p:contentPart>
        </mc:Choice>
        <mc:Fallback xmlns="">
          <p:sp>
            <p:nvSpPr>
              <p:cNvPr id="1051306" name=""/>
              <p:cNvSpPr/>
              <p:nvPr/>
            </p:nvSpPr>
            <p:spPr>
              <a:xfrm>
                <a:off x="4766805" y="3459157"/>
                <a:ext cx="122480" cy="1588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307" name="Ink 1051306"/>
              <p14:cNvContentPartPr/>
              <p14:nvPr/>
            </p14:nvContentPartPr>
            <p14:xfrm>
              <a:off x="4902653" y="3025072"/>
              <a:ext cx="137879" cy="639858"/>
            </p14:xfrm>
          </p:contentPart>
        </mc:Choice>
        <mc:Fallback xmlns="">
          <p:sp>
            <p:nvSpPr>
              <p:cNvPr id="1051307" name=""/>
              <p:cNvSpPr/>
              <p:nvPr/>
            </p:nvSpPr>
            <p:spPr>
              <a:xfrm>
                <a:off x="4902653" y="3025072"/>
                <a:ext cx="137879" cy="6398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308" name="Ink 1051307"/>
              <p14:cNvContentPartPr/>
              <p14:nvPr/>
            </p14:nvContentPartPr>
            <p14:xfrm>
              <a:off x="3566097" y="3101587"/>
              <a:ext cx="130923" cy="634171"/>
            </p14:xfrm>
          </p:contentPart>
        </mc:Choice>
        <mc:Fallback xmlns="">
          <p:sp>
            <p:nvSpPr>
              <p:cNvPr id="1051308" name=""/>
              <p:cNvSpPr/>
              <p:nvPr/>
            </p:nvSpPr>
            <p:spPr>
              <a:xfrm>
                <a:off x="3566097" y="3101587"/>
                <a:ext cx="130923" cy="634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309" name="Ink 1051308"/>
              <p14:cNvContentPartPr/>
              <p14:nvPr/>
            </p14:nvContentPartPr>
            <p14:xfrm>
              <a:off x="1117781" y="3590433"/>
              <a:ext cx="18494" cy="443353"/>
            </p14:xfrm>
          </p:contentPart>
        </mc:Choice>
        <mc:Fallback xmlns="">
          <p:sp>
            <p:nvSpPr>
              <p:cNvPr id="1051309" name=""/>
              <p:cNvSpPr/>
              <p:nvPr/>
            </p:nvSpPr>
            <p:spPr>
              <a:xfrm>
                <a:off x="1117781" y="3590433"/>
                <a:ext cx="18494" cy="4433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310" name="Ink 1051309"/>
              <p14:cNvContentPartPr/>
              <p14:nvPr/>
            </p14:nvContentPartPr>
            <p14:xfrm>
              <a:off x="1103111" y="3590433"/>
              <a:ext cx="178038" cy="142163"/>
            </p14:xfrm>
          </p:contentPart>
        </mc:Choice>
        <mc:Fallback xmlns="">
          <p:sp>
            <p:nvSpPr>
              <p:cNvPr id="1051310" name=""/>
              <p:cNvSpPr/>
              <p:nvPr/>
            </p:nvSpPr>
            <p:spPr>
              <a:xfrm>
                <a:off x="1103111" y="3590433"/>
                <a:ext cx="178038" cy="142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311" name="Ink 1051310"/>
              <p14:cNvContentPartPr/>
              <p14:nvPr/>
            </p14:nvContentPartPr>
            <p14:xfrm>
              <a:off x="994078" y="3597934"/>
              <a:ext cx="130815" cy="217986"/>
            </p14:xfrm>
          </p:contentPart>
        </mc:Choice>
        <mc:Fallback xmlns="">
          <p:sp>
            <p:nvSpPr>
              <p:cNvPr id="1051311" name=""/>
              <p:cNvSpPr/>
              <p:nvPr/>
            </p:nvSpPr>
            <p:spPr>
              <a:xfrm>
                <a:off x="994078" y="3597934"/>
                <a:ext cx="130815" cy="2179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312" name="Ink 1051311"/>
              <p14:cNvContentPartPr/>
              <p14:nvPr/>
            </p14:nvContentPartPr>
            <p14:xfrm>
              <a:off x="4064580" y="3488413"/>
              <a:ext cx="46006" cy="338781"/>
            </p14:xfrm>
          </p:contentPart>
        </mc:Choice>
        <mc:Fallback xmlns="">
          <p:sp>
            <p:nvSpPr>
              <p:cNvPr id="1051312" name=""/>
              <p:cNvSpPr/>
              <p:nvPr/>
            </p:nvSpPr>
            <p:spPr>
              <a:xfrm>
                <a:off x="4064580" y="3488413"/>
                <a:ext cx="46006" cy="3387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313" name="Ink 1051312"/>
              <p14:cNvContentPartPr/>
              <p14:nvPr/>
            </p14:nvContentPartPr>
            <p14:xfrm>
              <a:off x="4042798" y="3473660"/>
              <a:ext cx="140888" cy="115370"/>
            </p14:xfrm>
          </p:contentPart>
        </mc:Choice>
        <mc:Fallback xmlns="">
          <p:sp>
            <p:nvSpPr>
              <p:cNvPr id="1051313" name=""/>
              <p:cNvSpPr/>
              <p:nvPr/>
            </p:nvSpPr>
            <p:spPr>
              <a:xfrm>
                <a:off x="4042798" y="3473660"/>
                <a:ext cx="140888" cy="115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314" name="Ink 1051313"/>
              <p14:cNvContentPartPr/>
              <p14:nvPr/>
            </p14:nvContentPartPr>
            <p14:xfrm>
              <a:off x="3991511" y="3481412"/>
              <a:ext cx="65512" cy="141630"/>
            </p14:xfrm>
          </p:contentPart>
        </mc:Choice>
        <mc:Fallback xmlns="">
          <p:sp>
            <p:nvSpPr>
              <p:cNvPr id="1051314" name=""/>
              <p:cNvSpPr/>
              <p:nvPr/>
            </p:nvSpPr>
            <p:spPr>
              <a:xfrm>
                <a:off x="3991511" y="3481412"/>
                <a:ext cx="65512" cy="141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315" name="Ink 1051314"/>
              <p14:cNvContentPartPr/>
              <p14:nvPr/>
            </p14:nvContentPartPr>
            <p14:xfrm>
              <a:off x="4031960" y="3984760"/>
              <a:ext cx="219280" cy="192754"/>
            </p14:xfrm>
          </p:contentPart>
        </mc:Choice>
        <mc:Fallback xmlns="">
          <p:sp>
            <p:nvSpPr>
              <p:cNvPr id="1051315" name=""/>
              <p:cNvSpPr/>
              <p:nvPr/>
            </p:nvSpPr>
            <p:spPr>
              <a:xfrm>
                <a:off x="4031960" y="3984760"/>
                <a:ext cx="219280" cy="1927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316" name="Ink 1051315"/>
              <p14:cNvContentPartPr/>
              <p14:nvPr/>
            </p14:nvContentPartPr>
            <p14:xfrm>
              <a:off x="4337967" y="4086780"/>
              <a:ext cx="101394" cy="1013"/>
            </p14:xfrm>
          </p:contentPart>
        </mc:Choice>
        <mc:Fallback xmlns="">
          <p:sp>
            <p:nvSpPr>
              <p:cNvPr id="1051316" name=""/>
              <p:cNvSpPr/>
              <p:nvPr/>
            </p:nvSpPr>
            <p:spPr>
              <a:xfrm>
                <a:off x="4337967" y="4086780"/>
                <a:ext cx="101394" cy="1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317" name="Ink 1051316"/>
              <p14:cNvContentPartPr/>
              <p14:nvPr/>
            </p14:nvContentPartPr>
            <p14:xfrm>
              <a:off x="4309517" y="4146520"/>
              <a:ext cx="124953" cy="6581"/>
            </p14:xfrm>
          </p:contentPart>
        </mc:Choice>
        <mc:Fallback xmlns="">
          <p:sp>
            <p:nvSpPr>
              <p:cNvPr id="1051317" name=""/>
              <p:cNvSpPr/>
              <p:nvPr/>
            </p:nvSpPr>
            <p:spPr>
              <a:xfrm>
                <a:off x="4309517" y="4146520"/>
                <a:ext cx="124953" cy="6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318" name="Ink 1051317"/>
              <p14:cNvContentPartPr/>
              <p14:nvPr/>
            </p14:nvContentPartPr>
            <p14:xfrm>
              <a:off x="4590726" y="3920384"/>
              <a:ext cx="120607" cy="209729"/>
            </p14:xfrm>
          </p:contentPart>
        </mc:Choice>
        <mc:Fallback xmlns="">
          <p:sp>
            <p:nvSpPr>
              <p:cNvPr id="1051318" name=""/>
              <p:cNvSpPr/>
              <p:nvPr/>
            </p:nvSpPr>
            <p:spPr>
              <a:xfrm>
                <a:off x="4590726" y="3920384"/>
                <a:ext cx="120607" cy="209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319" name="Ink 1051318"/>
              <p14:cNvContentPartPr/>
              <p14:nvPr/>
            </p14:nvContentPartPr>
            <p14:xfrm>
              <a:off x="4777297" y="3955755"/>
              <a:ext cx="1721" cy="151687"/>
            </p14:xfrm>
          </p:contentPart>
        </mc:Choice>
        <mc:Fallback xmlns="">
          <p:sp>
            <p:nvSpPr>
              <p:cNvPr id="1051319" name=""/>
              <p:cNvSpPr/>
              <p:nvPr/>
            </p:nvSpPr>
            <p:spPr>
              <a:xfrm>
                <a:off x="4777297" y="3955755"/>
                <a:ext cx="1721" cy="1516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320" name="Ink 1051319"/>
              <p14:cNvContentPartPr/>
              <p14:nvPr/>
            </p14:nvContentPartPr>
            <p14:xfrm>
              <a:off x="4818763" y="3955755"/>
              <a:ext cx="4696" cy="172264"/>
            </p14:xfrm>
          </p:contentPart>
        </mc:Choice>
        <mc:Fallback xmlns="">
          <p:sp>
            <p:nvSpPr>
              <p:cNvPr id="1051320" name=""/>
              <p:cNvSpPr/>
              <p:nvPr/>
            </p:nvSpPr>
            <p:spPr>
              <a:xfrm>
                <a:off x="4818763" y="3955755"/>
                <a:ext cx="4696" cy="1722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321" name="Ink 1051320"/>
              <p14:cNvContentPartPr/>
              <p14:nvPr/>
            </p14:nvContentPartPr>
            <p14:xfrm>
              <a:off x="4669588" y="3904244"/>
              <a:ext cx="200788" cy="24505"/>
            </p14:xfrm>
          </p:contentPart>
        </mc:Choice>
        <mc:Fallback xmlns="">
          <p:sp>
            <p:nvSpPr>
              <p:cNvPr id="1051321" name=""/>
              <p:cNvSpPr/>
              <p:nvPr/>
            </p:nvSpPr>
            <p:spPr>
              <a:xfrm>
                <a:off x="4669588" y="3904244"/>
                <a:ext cx="200788" cy="24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322" name="Ink 1051321"/>
              <p14:cNvContentPartPr/>
              <p14:nvPr/>
            </p14:nvContentPartPr>
            <p14:xfrm>
              <a:off x="4907412" y="4086780"/>
              <a:ext cx="10241" cy="32119"/>
            </p14:xfrm>
          </p:contentPart>
        </mc:Choice>
        <mc:Fallback xmlns="">
          <p:sp>
            <p:nvSpPr>
              <p:cNvPr id="1051322" name=""/>
              <p:cNvSpPr/>
              <p:nvPr/>
            </p:nvSpPr>
            <p:spPr>
              <a:xfrm>
                <a:off x="4907412" y="4086780"/>
                <a:ext cx="10241" cy="321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323" name="Ink 1051322"/>
              <p14:cNvContentPartPr/>
              <p14:nvPr/>
            </p14:nvContentPartPr>
            <p14:xfrm>
              <a:off x="4965201" y="3885833"/>
              <a:ext cx="160330" cy="254812"/>
            </p14:xfrm>
          </p:contentPart>
        </mc:Choice>
        <mc:Fallback xmlns="">
          <p:sp>
            <p:nvSpPr>
              <p:cNvPr id="1051323" name=""/>
              <p:cNvSpPr/>
              <p:nvPr/>
            </p:nvSpPr>
            <p:spPr>
              <a:xfrm>
                <a:off x="4965201" y="3885833"/>
                <a:ext cx="160330" cy="25481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324" name="Ink 1051323"/>
              <p14:cNvContentPartPr/>
              <p14:nvPr/>
            </p14:nvContentPartPr>
            <p14:xfrm>
              <a:off x="5210138" y="4086780"/>
              <a:ext cx="361134" cy="43815"/>
            </p14:xfrm>
          </p:contentPart>
        </mc:Choice>
        <mc:Fallback xmlns="">
          <p:sp>
            <p:nvSpPr>
              <p:cNvPr id="1051324" name=""/>
              <p:cNvSpPr/>
              <p:nvPr/>
            </p:nvSpPr>
            <p:spPr>
              <a:xfrm>
                <a:off x="5210138" y="4086780"/>
                <a:ext cx="361134" cy="438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325" name="Ink 1051324"/>
              <p14:cNvContentPartPr/>
              <p14:nvPr/>
            </p14:nvContentPartPr>
            <p14:xfrm>
              <a:off x="5190744" y="4014016"/>
              <a:ext cx="127415" cy="163471"/>
            </p14:xfrm>
          </p:contentPart>
        </mc:Choice>
        <mc:Fallback xmlns="">
          <p:sp>
            <p:nvSpPr>
              <p:cNvPr id="1051325" name=""/>
              <p:cNvSpPr/>
              <p:nvPr/>
            </p:nvSpPr>
            <p:spPr>
              <a:xfrm>
                <a:off x="5190744" y="4014016"/>
                <a:ext cx="127415" cy="1634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326" name="Ink 1051325"/>
              <p14:cNvContentPartPr/>
              <p14:nvPr/>
            </p14:nvContentPartPr>
            <p14:xfrm>
              <a:off x="5615282" y="3922005"/>
              <a:ext cx="347594" cy="525487"/>
            </p14:xfrm>
          </p:contentPart>
        </mc:Choice>
        <mc:Fallback xmlns="">
          <p:sp>
            <p:nvSpPr>
              <p:cNvPr id="1051326" name=""/>
              <p:cNvSpPr/>
              <p:nvPr/>
            </p:nvSpPr>
            <p:spPr>
              <a:xfrm>
                <a:off x="5615282" y="3922005"/>
                <a:ext cx="347594" cy="5254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327" name="Ink 1051326"/>
              <p14:cNvContentPartPr/>
              <p14:nvPr/>
            </p14:nvContentPartPr>
            <p14:xfrm>
              <a:off x="5857003" y="3922748"/>
              <a:ext cx="45270" cy="64462"/>
            </p14:xfrm>
          </p:contentPart>
        </mc:Choice>
        <mc:Fallback xmlns="">
          <p:sp>
            <p:nvSpPr>
              <p:cNvPr id="1051327" name=""/>
              <p:cNvSpPr/>
              <p:nvPr/>
            </p:nvSpPr>
            <p:spPr>
              <a:xfrm>
                <a:off x="5857003" y="3922748"/>
                <a:ext cx="45270" cy="644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328" name="Ink 1051327"/>
              <p14:cNvContentPartPr/>
              <p14:nvPr/>
            </p14:nvContentPartPr>
            <p14:xfrm>
              <a:off x="5973843" y="4011669"/>
              <a:ext cx="124294" cy="433287"/>
            </p14:xfrm>
          </p:contentPart>
        </mc:Choice>
        <mc:Fallback xmlns="">
          <p:sp>
            <p:nvSpPr>
              <p:cNvPr id="1051328" name=""/>
              <p:cNvSpPr/>
              <p:nvPr/>
            </p:nvSpPr>
            <p:spPr>
              <a:xfrm>
                <a:off x="5973843" y="4011669"/>
                <a:ext cx="124294" cy="4332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329" name="Ink 1051328"/>
              <p14:cNvContentPartPr/>
              <p14:nvPr/>
            </p14:nvContentPartPr>
            <p14:xfrm>
              <a:off x="6115523" y="4009660"/>
              <a:ext cx="470671" cy="223805"/>
            </p14:xfrm>
          </p:contentPart>
        </mc:Choice>
        <mc:Fallback xmlns="">
          <p:sp>
            <p:nvSpPr>
              <p:cNvPr id="1051329" name=""/>
              <p:cNvSpPr/>
              <p:nvPr/>
            </p:nvSpPr>
            <p:spPr>
              <a:xfrm>
                <a:off x="6115523" y="4009660"/>
                <a:ext cx="470671" cy="223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330" name="Ink 1051329"/>
              <p14:cNvContentPartPr/>
              <p14:nvPr/>
            </p14:nvContentPartPr>
            <p14:xfrm>
              <a:off x="6608189" y="3977259"/>
              <a:ext cx="173204" cy="211790"/>
            </p14:xfrm>
          </p:contentPart>
        </mc:Choice>
        <mc:Fallback xmlns="">
          <p:sp>
            <p:nvSpPr>
              <p:cNvPr id="1051330" name=""/>
              <p:cNvSpPr/>
              <p:nvPr/>
            </p:nvSpPr>
            <p:spPr>
              <a:xfrm>
                <a:off x="6608189" y="3977259"/>
                <a:ext cx="173204" cy="2117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331" name="Ink 1051330"/>
              <p14:cNvContentPartPr/>
              <p14:nvPr/>
            </p14:nvContentPartPr>
            <p14:xfrm>
              <a:off x="5073222" y="4331607"/>
              <a:ext cx="1474066" cy="61984"/>
            </p14:xfrm>
          </p:contentPart>
        </mc:Choice>
        <mc:Fallback xmlns="">
          <p:sp>
            <p:nvSpPr>
              <p:cNvPr id="1051331" name=""/>
              <p:cNvSpPr/>
              <p:nvPr/>
            </p:nvSpPr>
            <p:spPr>
              <a:xfrm>
                <a:off x="5073222" y="4331607"/>
                <a:ext cx="1474066" cy="61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332" name="Ink 1051331"/>
              <p14:cNvContentPartPr/>
              <p14:nvPr/>
            </p14:nvContentPartPr>
            <p14:xfrm>
              <a:off x="1297816" y="4411594"/>
              <a:ext cx="7112" cy="1806104"/>
            </p14:xfrm>
          </p:contentPart>
        </mc:Choice>
        <mc:Fallback xmlns="">
          <p:sp>
            <p:nvSpPr>
              <p:cNvPr id="1051332" name=""/>
              <p:cNvSpPr/>
              <p:nvPr/>
            </p:nvSpPr>
            <p:spPr>
              <a:xfrm>
                <a:off x="1297816" y="4411594"/>
                <a:ext cx="7112" cy="18061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333" name="Ink 1051332"/>
              <p14:cNvContentPartPr/>
              <p14:nvPr/>
            </p14:nvContentPartPr>
            <p14:xfrm>
              <a:off x="1192336" y="4298322"/>
              <a:ext cx="119705" cy="369701"/>
            </p14:xfrm>
          </p:contentPart>
        </mc:Choice>
        <mc:Fallback xmlns="">
          <p:sp>
            <p:nvSpPr>
              <p:cNvPr id="1051333" name=""/>
              <p:cNvSpPr/>
              <p:nvPr/>
            </p:nvSpPr>
            <p:spPr>
              <a:xfrm>
                <a:off x="1192336" y="4298322"/>
                <a:ext cx="119705" cy="3697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1334" name="Ink 1051333"/>
              <p14:cNvContentPartPr/>
              <p14:nvPr/>
            </p14:nvContentPartPr>
            <p14:xfrm>
              <a:off x="1312041" y="4327578"/>
              <a:ext cx="174326" cy="402981"/>
            </p14:xfrm>
          </p:contentPart>
        </mc:Choice>
        <mc:Fallback xmlns="">
          <p:sp>
            <p:nvSpPr>
              <p:cNvPr id="1051334" name=""/>
              <p:cNvSpPr/>
              <p:nvPr/>
            </p:nvSpPr>
            <p:spPr>
              <a:xfrm>
                <a:off x="1312041" y="4327578"/>
                <a:ext cx="174326" cy="4029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51335" name="Ink 1051334"/>
              <p14:cNvContentPartPr/>
              <p14:nvPr/>
            </p14:nvContentPartPr>
            <p14:xfrm>
              <a:off x="1283146" y="6182468"/>
              <a:ext cx="2867672" cy="32804"/>
            </p14:xfrm>
          </p:contentPart>
        </mc:Choice>
        <mc:Fallback xmlns="">
          <p:sp>
            <p:nvSpPr>
              <p:cNvPr id="1051335" name=""/>
              <p:cNvSpPr/>
              <p:nvPr/>
            </p:nvSpPr>
            <p:spPr>
              <a:xfrm>
                <a:off x="1283146" y="6182468"/>
                <a:ext cx="2867672" cy="328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51336" name="Ink 1051335"/>
              <p14:cNvContentPartPr/>
              <p14:nvPr/>
            </p14:nvContentPartPr>
            <p14:xfrm>
              <a:off x="4042798" y="6064418"/>
              <a:ext cx="187793" cy="290413"/>
            </p14:xfrm>
          </p:contentPart>
        </mc:Choice>
        <mc:Fallback xmlns="">
          <p:sp>
            <p:nvSpPr>
              <p:cNvPr id="1051336" name=""/>
              <p:cNvSpPr/>
              <p:nvPr/>
            </p:nvSpPr>
            <p:spPr>
              <a:xfrm>
                <a:off x="4042798" y="6064418"/>
                <a:ext cx="187793" cy="2904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51337" name="Ink 1051336"/>
              <p14:cNvContentPartPr/>
              <p14:nvPr/>
            </p14:nvContentPartPr>
            <p14:xfrm>
              <a:off x="4350661" y="5999590"/>
              <a:ext cx="309948" cy="557509"/>
            </p14:xfrm>
          </p:contentPart>
        </mc:Choice>
        <mc:Fallback xmlns="">
          <p:sp>
            <p:nvSpPr>
              <p:cNvPr id="1051337" name=""/>
              <p:cNvSpPr/>
              <p:nvPr/>
            </p:nvSpPr>
            <p:spPr>
              <a:xfrm>
                <a:off x="4350661" y="5999590"/>
                <a:ext cx="309948" cy="5575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51338" name="Ink 1051337"/>
              <p14:cNvContentPartPr/>
              <p14:nvPr/>
            </p14:nvContentPartPr>
            <p14:xfrm>
              <a:off x="4613980" y="6042914"/>
              <a:ext cx="48495" cy="63436"/>
            </p14:xfrm>
          </p:contentPart>
        </mc:Choice>
        <mc:Fallback xmlns="">
          <p:sp>
            <p:nvSpPr>
              <p:cNvPr id="1051338" name=""/>
              <p:cNvSpPr/>
              <p:nvPr/>
            </p:nvSpPr>
            <p:spPr>
              <a:xfrm>
                <a:off x="4613980" y="6042914"/>
                <a:ext cx="48495" cy="634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51339" name="Ink 1051338"/>
              <p14:cNvContentPartPr/>
              <p14:nvPr/>
            </p14:nvContentPartPr>
            <p14:xfrm>
              <a:off x="4683813" y="6252470"/>
              <a:ext cx="100565" cy="388674"/>
            </p14:xfrm>
          </p:contentPart>
        </mc:Choice>
        <mc:Fallback xmlns="">
          <p:sp>
            <p:nvSpPr>
              <p:cNvPr id="1051339" name=""/>
              <p:cNvSpPr/>
              <p:nvPr/>
            </p:nvSpPr>
            <p:spPr>
              <a:xfrm>
                <a:off x="4683813" y="6252470"/>
                <a:ext cx="100565" cy="3886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51340" name="Ink 1051339"/>
              <p14:cNvContentPartPr/>
              <p14:nvPr/>
            </p14:nvContentPartPr>
            <p14:xfrm>
              <a:off x="4828285" y="6210793"/>
              <a:ext cx="402344" cy="259131"/>
            </p14:xfrm>
          </p:contentPart>
        </mc:Choice>
        <mc:Fallback xmlns="">
          <p:sp>
            <p:nvSpPr>
              <p:cNvPr id="1051340" name=""/>
              <p:cNvSpPr/>
              <p:nvPr/>
            </p:nvSpPr>
            <p:spPr>
              <a:xfrm>
                <a:off x="4828285" y="6210793"/>
                <a:ext cx="402344" cy="2591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51341" name="Ink 1051340"/>
              <p14:cNvContentPartPr/>
              <p14:nvPr/>
            </p14:nvContentPartPr>
            <p14:xfrm>
              <a:off x="5258589" y="6319968"/>
              <a:ext cx="135052" cy="262322"/>
            </p14:xfrm>
          </p:contentPart>
        </mc:Choice>
        <mc:Fallback xmlns="">
          <p:sp>
            <p:nvSpPr>
              <p:cNvPr id="1051341" name=""/>
              <p:cNvSpPr/>
              <p:nvPr/>
            </p:nvSpPr>
            <p:spPr>
              <a:xfrm>
                <a:off x="5258589" y="6319968"/>
                <a:ext cx="135052" cy="2623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1342" name="Ink 1051341"/>
              <p14:cNvContentPartPr/>
              <p14:nvPr/>
            </p14:nvContentPartPr>
            <p14:xfrm>
              <a:off x="1776205" y="4830676"/>
              <a:ext cx="103831" cy="1293770"/>
            </p14:xfrm>
          </p:contentPart>
        </mc:Choice>
        <mc:Fallback xmlns="">
          <p:sp>
            <p:nvSpPr>
              <p:cNvPr id="1051342" name=""/>
              <p:cNvSpPr/>
              <p:nvPr/>
            </p:nvSpPr>
            <p:spPr>
              <a:xfrm>
                <a:off x="1776205" y="4830676"/>
                <a:ext cx="103831" cy="12937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1343" name="Ink 1051342"/>
              <p14:cNvContentPartPr/>
              <p14:nvPr/>
            </p14:nvContentPartPr>
            <p14:xfrm>
              <a:off x="2356690" y="5429543"/>
              <a:ext cx="86683" cy="737395"/>
            </p14:xfrm>
          </p:contentPart>
        </mc:Choice>
        <mc:Fallback xmlns="">
          <p:sp>
            <p:nvSpPr>
              <p:cNvPr id="1051343" name=""/>
              <p:cNvSpPr/>
              <p:nvPr/>
            </p:nvSpPr>
            <p:spPr>
              <a:xfrm>
                <a:off x="2356690" y="5429543"/>
                <a:ext cx="86683" cy="7373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51344" name="Ink 1051343"/>
              <p14:cNvContentPartPr/>
              <p14:nvPr/>
            </p14:nvContentPartPr>
            <p14:xfrm>
              <a:off x="3012374" y="5706848"/>
              <a:ext cx="50543" cy="471427"/>
            </p14:xfrm>
          </p:contentPart>
        </mc:Choice>
        <mc:Fallback xmlns="">
          <p:sp>
            <p:nvSpPr>
              <p:cNvPr id="1051344" name=""/>
              <p:cNvSpPr/>
              <p:nvPr/>
            </p:nvSpPr>
            <p:spPr>
              <a:xfrm>
                <a:off x="3012374" y="5706848"/>
                <a:ext cx="50543" cy="4714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51345" name="Ink 1051344"/>
              <p14:cNvContentPartPr/>
              <p14:nvPr/>
            </p14:nvContentPartPr>
            <p14:xfrm>
              <a:off x="3531142" y="5918889"/>
              <a:ext cx="93796" cy="357569"/>
            </p14:xfrm>
          </p:contentPart>
        </mc:Choice>
        <mc:Fallback xmlns="">
          <p:sp>
            <p:nvSpPr>
              <p:cNvPr id="1051345" name=""/>
              <p:cNvSpPr/>
              <p:nvPr/>
            </p:nvSpPr>
            <p:spPr>
              <a:xfrm>
                <a:off x="3531142" y="5918889"/>
                <a:ext cx="93796" cy="3575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51346" name="Ink 1051345"/>
              <p14:cNvContentPartPr/>
              <p14:nvPr/>
            </p14:nvContentPartPr>
            <p14:xfrm>
              <a:off x="4085929" y="1539781"/>
              <a:ext cx="109856" cy="365171"/>
            </p14:xfrm>
          </p:contentPart>
        </mc:Choice>
        <mc:Fallback xmlns="">
          <p:sp>
            <p:nvSpPr>
              <p:cNvPr id="1051346" name=""/>
              <p:cNvSpPr/>
              <p:nvPr/>
            </p:nvSpPr>
            <p:spPr>
              <a:xfrm>
                <a:off x="4085929" y="1539781"/>
                <a:ext cx="109856" cy="365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1347" name="Ink 1051346"/>
              <p14:cNvContentPartPr/>
              <p14:nvPr/>
            </p14:nvContentPartPr>
            <p14:xfrm>
              <a:off x="4028573" y="1743679"/>
              <a:ext cx="139795" cy="15144"/>
            </p14:xfrm>
          </p:contentPart>
        </mc:Choice>
        <mc:Fallback xmlns="">
          <p:sp>
            <p:nvSpPr>
              <p:cNvPr id="1051347" name=""/>
              <p:cNvSpPr/>
              <p:nvPr/>
            </p:nvSpPr>
            <p:spPr>
              <a:xfrm>
                <a:off x="4028573" y="1743679"/>
                <a:ext cx="139795" cy="151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51348" name="Ink 1051347"/>
              <p14:cNvContentPartPr/>
              <p14:nvPr/>
            </p14:nvContentPartPr>
            <p14:xfrm>
              <a:off x="4282852" y="1609295"/>
              <a:ext cx="88432" cy="401965"/>
            </p14:xfrm>
          </p:contentPart>
        </mc:Choice>
        <mc:Fallback xmlns="">
          <p:sp>
            <p:nvSpPr>
              <p:cNvPr id="1051348" name=""/>
              <p:cNvSpPr/>
              <p:nvPr/>
            </p:nvSpPr>
            <p:spPr>
              <a:xfrm>
                <a:off x="4282852" y="1609295"/>
                <a:ext cx="88432" cy="4019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051349" name="Ink 1051348"/>
              <p14:cNvContentPartPr/>
              <p14:nvPr/>
            </p14:nvContentPartPr>
            <p14:xfrm>
              <a:off x="4447973" y="1663806"/>
              <a:ext cx="34467" cy="281441"/>
            </p14:xfrm>
          </p:contentPart>
        </mc:Choice>
        <mc:Fallback xmlns="">
          <p:sp>
            <p:nvSpPr>
              <p:cNvPr id="1051349" name=""/>
              <p:cNvSpPr/>
              <p:nvPr/>
            </p:nvSpPr>
            <p:spPr>
              <a:xfrm>
                <a:off x="4447973" y="1663806"/>
                <a:ext cx="34467" cy="2814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1350" name="Ink 1051349"/>
              <p14:cNvContentPartPr/>
              <p14:nvPr/>
            </p14:nvContentPartPr>
            <p14:xfrm>
              <a:off x="4410426" y="1761449"/>
              <a:ext cx="688863" cy="268859"/>
            </p14:xfrm>
          </p:contentPart>
        </mc:Choice>
        <mc:Fallback xmlns="">
          <p:sp>
            <p:nvSpPr>
              <p:cNvPr id="1051350" name=""/>
              <p:cNvSpPr/>
              <p:nvPr/>
            </p:nvSpPr>
            <p:spPr>
              <a:xfrm>
                <a:off x="4410426" y="1761449"/>
                <a:ext cx="688863" cy="2688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1351" name="Ink 1051350"/>
              <p14:cNvContentPartPr/>
              <p14:nvPr/>
            </p14:nvContentPartPr>
            <p14:xfrm>
              <a:off x="5112333" y="1674558"/>
              <a:ext cx="112853" cy="395518"/>
            </p14:xfrm>
          </p:contentPart>
        </mc:Choice>
        <mc:Fallback xmlns="">
          <p:sp>
            <p:nvSpPr>
              <p:cNvPr id="1051351" name=""/>
              <p:cNvSpPr/>
              <p:nvPr/>
            </p:nvSpPr>
            <p:spPr>
              <a:xfrm>
                <a:off x="5112333" y="1674558"/>
                <a:ext cx="112853" cy="395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51352" name="Ink 1051351"/>
              <p14:cNvContentPartPr/>
              <p14:nvPr/>
            </p14:nvContentPartPr>
            <p14:xfrm>
              <a:off x="1795276" y="6269208"/>
              <a:ext cx="181645" cy="203233"/>
            </p14:xfrm>
          </p:contentPart>
        </mc:Choice>
        <mc:Fallback xmlns="">
          <p:sp>
            <p:nvSpPr>
              <p:cNvPr id="1051352" name=""/>
              <p:cNvSpPr/>
              <p:nvPr/>
            </p:nvSpPr>
            <p:spPr>
              <a:xfrm>
                <a:off x="1795276" y="6269208"/>
                <a:ext cx="181645" cy="20323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1353" name="Ink 1051352"/>
              <p14:cNvContentPartPr/>
              <p14:nvPr/>
            </p14:nvContentPartPr>
            <p14:xfrm>
              <a:off x="2295474" y="6257136"/>
              <a:ext cx="250363" cy="229022"/>
            </p14:xfrm>
          </p:contentPart>
        </mc:Choice>
        <mc:Fallback xmlns="">
          <p:sp>
            <p:nvSpPr>
              <p:cNvPr id="1051353" name=""/>
              <p:cNvSpPr/>
              <p:nvPr/>
            </p:nvSpPr>
            <p:spPr>
              <a:xfrm>
                <a:off x="2295474" y="6257136"/>
                <a:ext cx="250363" cy="229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51354" name="Ink 1051353"/>
              <p14:cNvContentPartPr/>
              <p14:nvPr/>
            </p14:nvContentPartPr>
            <p14:xfrm>
              <a:off x="2904827" y="6254167"/>
              <a:ext cx="145015" cy="235171"/>
            </p14:xfrm>
          </p:contentPart>
        </mc:Choice>
        <mc:Fallback xmlns="">
          <p:sp>
            <p:nvSpPr>
              <p:cNvPr id="1051354" name=""/>
              <p:cNvSpPr/>
              <p:nvPr/>
            </p:nvSpPr>
            <p:spPr>
              <a:xfrm>
                <a:off x="2904827" y="6254167"/>
                <a:ext cx="145015" cy="235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1355" name="Ink 1051354"/>
              <p14:cNvContentPartPr/>
              <p14:nvPr/>
            </p14:nvContentPartPr>
            <p14:xfrm>
              <a:off x="3099532" y="6250645"/>
              <a:ext cx="104484" cy="202647"/>
            </p14:xfrm>
          </p:contentPart>
        </mc:Choice>
        <mc:Fallback xmlns="">
          <p:sp>
            <p:nvSpPr>
              <p:cNvPr id="1051355" name=""/>
              <p:cNvSpPr/>
              <p:nvPr/>
            </p:nvSpPr>
            <p:spPr>
              <a:xfrm>
                <a:off x="3099532" y="6250645"/>
                <a:ext cx="104484" cy="2026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1356" name="Ink 1051355"/>
              <p14:cNvContentPartPr/>
              <p14:nvPr/>
            </p14:nvContentPartPr>
            <p14:xfrm>
              <a:off x="3509030" y="6290712"/>
              <a:ext cx="77561" cy="222793"/>
            </p14:xfrm>
          </p:contentPart>
        </mc:Choice>
        <mc:Fallback xmlns="">
          <p:sp>
            <p:nvSpPr>
              <p:cNvPr id="1051356" name=""/>
              <p:cNvSpPr/>
              <p:nvPr/>
            </p:nvSpPr>
            <p:spPr>
              <a:xfrm>
                <a:off x="3509030" y="6290712"/>
                <a:ext cx="77561" cy="2227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51357" name="Ink 1051356"/>
              <p14:cNvContentPartPr/>
              <p14:nvPr/>
            </p14:nvContentPartPr>
            <p14:xfrm>
              <a:off x="3625412" y="6307224"/>
              <a:ext cx="122637" cy="206799"/>
            </p14:xfrm>
          </p:contentPart>
        </mc:Choice>
        <mc:Fallback xmlns="">
          <p:sp>
            <p:nvSpPr>
              <p:cNvPr id="1051357" name=""/>
              <p:cNvSpPr/>
              <p:nvPr/>
            </p:nvSpPr>
            <p:spPr>
              <a:xfrm>
                <a:off x="3625412" y="6307224"/>
                <a:ext cx="122637" cy="206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51358" name="Ink 1051357"/>
              <p14:cNvContentPartPr/>
              <p14:nvPr/>
            </p14:nvContentPartPr>
            <p14:xfrm>
              <a:off x="3819673" y="6444242"/>
              <a:ext cx="63461" cy="48568"/>
            </p14:xfrm>
          </p:contentPart>
        </mc:Choice>
        <mc:Fallback xmlns="">
          <p:sp>
            <p:nvSpPr>
              <p:cNvPr id="1051358" name=""/>
              <p:cNvSpPr/>
              <p:nvPr/>
            </p:nvSpPr>
            <p:spPr>
              <a:xfrm>
                <a:off x="3819673" y="6444242"/>
                <a:ext cx="63461" cy="485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51359" name="Ink 1051358"/>
              <p14:cNvContentPartPr/>
              <p14:nvPr/>
            </p14:nvContentPartPr>
            <p14:xfrm>
              <a:off x="4064610" y="6502254"/>
              <a:ext cx="32545" cy="5588"/>
            </p14:xfrm>
          </p:contentPart>
        </mc:Choice>
        <mc:Fallback xmlns="">
          <p:sp>
            <p:nvSpPr>
              <p:cNvPr id="1051359" name=""/>
              <p:cNvSpPr/>
              <p:nvPr/>
            </p:nvSpPr>
            <p:spPr>
              <a:xfrm>
                <a:off x="4064610" y="6502254"/>
                <a:ext cx="32545" cy="55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1360" name="Ink 1051359"/>
              <p14:cNvContentPartPr/>
              <p14:nvPr/>
            </p14:nvContentPartPr>
            <p14:xfrm>
              <a:off x="1679382" y="6108176"/>
              <a:ext cx="26543" cy="35235"/>
            </p14:xfrm>
          </p:contentPart>
        </mc:Choice>
        <mc:Fallback xmlns="">
          <p:sp>
            <p:nvSpPr>
              <p:cNvPr id="1051360" name=""/>
              <p:cNvSpPr/>
              <p:nvPr/>
            </p:nvSpPr>
            <p:spPr>
              <a:xfrm>
                <a:off x="1679382" y="6108176"/>
                <a:ext cx="26543" cy="352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51361" name="Ink 1051360"/>
              <p14:cNvContentPartPr/>
              <p14:nvPr/>
            </p14:nvContentPartPr>
            <p14:xfrm>
              <a:off x="1564564" y="6319412"/>
              <a:ext cx="154252" cy="25061"/>
            </p14:xfrm>
          </p:contentPart>
        </mc:Choice>
        <mc:Fallback xmlns="">
          <p:sp>
            <p:nvSpPr>
              <p:cNvPr id="1051361" name=""/>
              <p:cNvSpPr/>
              <p:nvPr/>
            </p:nvSpPr>
            <p:spPr>
              <a:xfrm>
                <a:off x="1564564" y="6319412"/>
                <a:ext cx="154252" cy="25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1362" name="Ink 1051361"/>
              <p14:cNvContentPartPr/>
              <p14:nvPr/>
            </p14:nvContentPartPr>
            <p14:xfrm>
              <a:off x="1583199" y="6420933"/>
              <a:ext cx="132950" cy="11191"/>
            </p14:xfrm>
          </p:contentPart>
        </mc:Choice>
        <mc:Fallback xmlns="">
          <p:sp>
            <p:nvSpPr>
              <p:cNvPr id="1051362" name=""/>
              <p:cNvSpPr/>
              <p:nvPr/>
            </p:nvSpPr>
            <p:spPr>
              <a:xfrm>
                <a:off x="1583199" y="6420933"/>
                <a:ext cx="132950" cy="111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51363" name="Ink 1051362"/>
              <p14:cNvContentPartPr/>
              <p14:nvPr/>
            </p14:nvContentPartPr>
            <p14:xfrm>
              <a:off x="1298290" y="6245629"/>
              <a:ext cx="78722" cy="154047"/>
            </p14:xfrm>
          </p:contentPart>
        </mc:Choice>
        <mc:Fallback xmlns="">
          <p:sp>
            <p:nvSpPr>
              <p:cNvPr id="1051363" name=""/>
              <p:cNvSpPr/>
              <p:nvPr/>
            </p:nvSpPr>
            <p:spPr>
              <a:xfrm>
                <a:off x="1298290" y="6245629"/>
                <a:ext cx="78722" cy="15404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51364" name="Ink 1051363"/>
              <p14:cNvContentPartPr/>
              <p14:nvPr/>
            </p14:nvContentPartPr>
            <p14:xfrm>
              <a:off x="1222547" y="6393232"/>
              <a:ext cx="255778" cy="75750"/>
            </p14:xfrm>
          </p:contentPart>
        </mc:Choice>
        <mc:Fallback xmlns="">
          <p:sp>
            <p:nvSpPr>
              <p:cNvPr id="1051364" name=""/>
              <p:cNvSpPr/>
              <p:nvPr/>
            </p:nvSpPr>
            <p:spPr>
              <a:xfrm>
                <a:off x="1222547" y="6393232"/>
                <a:ext cx="255778" cy="75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1365" name="Ink 1051364"/>
              <p14:cNvContentPartPr/>
              <p14:nvPr/>
            </p14:nvContentPartPr>
            <p14:xfrm>
              <a:off x="1413424" y="6473498"/>
              <a:ext cx="28894" cy="189787"/>
            </p14:xfrm>
          </p:contentPart>
        </mc:Choice>
        <mc:Fallback xmlns="">
          <p:sp>
            <p:nvSpPr>
              <p:cNvPr id="1051365" name=""/>
              <p:cNvSpPr/>
              <p:nvPr/>
            </p:nvSpPr>
            <p:spPr>
              <a:xfrm>
                <a:off x="1413424" y="6473498"/>
                <a:ext cx="28894" cy="189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51366" name="Ink 1051365"/>
              <p14:cNvContentPartPr/>
              <p14:nvPr/>
            </p14:nvContentPartPr>
            <p14:xfrm>
              <a:off x="1247614" y="6494445"/>
              <a:ext cx="266718" cy="1950"/>
            </p14:xfrm>
          </p:contentPart>
        </mc:Choice>
        <mc:Fallback xmlns="">
          <p:sp>
            <p:nvSpPr>
              <p:cNvPr id="1051366" name=""/>
              <p:cNvSpPr/>
              <p:nvPr/>
            </p:nvSpPr>
            <p:spPr>
              <a:xfrm>
                <a:off x="1247614" y="6494445"/>
                <a:ext cx="266718" cy="19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51367" name="Ink 1051366"/>
              <p14:cNvContentPartPr/>
              <p14:nvPr/>
            </p14:nvContentPartPr>
            <p14:xfrm>
              <a:off x="2537348" y="5672956"/>
              <a:ext cx="71865" cy="12387"/>
            </p14:xfrm>
          </p:contentPart>
        </mc:Choice>
        <mc:Fallback xmlns="">
          <p:sp>
            <p:nvSpPr>
              <p:cNvPr id="1051367" name=""/>
              <p:cNvSpPr/>
              <p:nvPr/>
            </p:nvSpPr>
            <p:spPr>
              <a:xfrm>
                <a:off x="2537348" y="5672956"/>
                <a:ext cx="71865" cy="12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51368" name="Ink 1051367"/>
              <p14:cNvContentPartPr/>
              <p14:nvPr/>
            </p14:nvContentPartPr>
            <p14:xfrm>
              <a:off x="2191556" y="5666055"/>
              <a:ext cx="71812" cy="4285"/>
            </p14:xfrm>
          </p:contentPart>
        </mc:Choice>
        <mc:Fallback xmlns="">
          <p:sp>
            <p:nvSpPr>
              <p:cNvPr id="1051368" name=""/>
              <p:cNvSpPr/>
              <p:nvPr/>
            </p:nvSpPr>
            <p:spPr>
              <a:xfrm>
                <a:off x="2191556" y="5666055"/>
                <a:ext cx="71812" cy="42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51369" name="Ink 1051368"/>
              <p14:cNvContentPartPr/>
              <p14:nvPr/>
            </p14:nvContentPartPr>
            <p14:xfrm>
              <a:off x="1822768" y="5631789"/>
              <a:ext cx="102311" cy="18618"/>
            </p14:xfrm>
          </p:contentPart>
        </mc:Choice>
        <mc:Fallback xmlns="">
          <p:sp>
            <p:nvSpPr>
              <p:cNvPr id="1051369" name=""/>
              <p:cNvSpPr/>
              <p:nvPr/>
            </p:nvSpPr>
            <p:spPr>
              <a:xfrm>
                <a:off x="1822768" y="5631789"/>
                <a:ext cx="102311" cy="186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51370" name="Ink 1051369"/>
              <p14:cNvContentPartPr/>
              <p14:nvPr/>
            </p14:nvContentPartPr>
            <p14:xfrm>
              <a:off x="1495188" y="5627962"/>
              <a:ext cx="98270" cy="20624"/>
            </p14:xfrm>
          </p:contentPart>
        </mc:Choice>
        <mc:Fallback xmlns="">
          <p:sp>
            <p:nvSpPr>
              <p:cNvPr id="1051370" name=""/>
              <p:cNvSpPr/>
              <p:nvPr/>
            </p:nvSpPr>
            <p:spPr>
              <a:xfrm>
                <a:off x="1495188" y="5627962"/>
                <a:ext cx="98270" cy="206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51371" name="Ink 1051370"/>
              <p14:cNvContentPartPr/>
              <p14:nvPr/>
            </p14:nvContentPartPr>
            <p14:xfrm>
              <a:off x="1289158" y="5667568"/>
              <a:ext cx="102483" cy="8166"/>
            </p14:xfrm>
          </p:contentPart>
        </mc:Choice>
        <mc:Fallback xmlns="">
          <p:sp>
            <p:nvSpPr>
              <p:cNvPr id="1051371" name=""/>
              <p:cNvSpPr/>
              <p:nvPr/>
            </p:nvSpPr>
            <p:spPr>
              <a:xfrm>
                <a:off x="1289158" y="5667568"/>
                <a:ext cx="102483" cy="81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1372" name="Ink 1051371"/>
              <p14:cNvContentPartPr/>
              <p14:nvPr/>
            </p14:nvContentPartPr>
            <p14:xfrm>
              <a:off x="1238415" y="5670341"/>
              <a:ext cx="30980" cy="14895"/>
            </p14:xfrm>
          </p:contentPart>
        </mc:Choice>
        <mc:Fallback xmlns="">
          <p:sp>
            <p:nvSpPr>
              <p:cNvPr id="1051372" name=""/>
              <p:cNvSpPr/>
              <p:nvPr/>
            </p:nvSpPr>
            <p:spPr>
              <a:xfrm>
                <a:off x="1238415" y="5670341"/>
                <a:ext cx="30980" cy="148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51373" name="Ink 1051372"/>
              <p14:cNvContentPartPr/>
              <p14:nvPr/>
            </p14:nvContentPartPr>
            <p14:xfrm>
              <a:off x="812493" y="5553818"/>
              <a:ext cx="133402" cy="143555"/>
            </p14:xfrm>
          </p:contentPart>
        </mc:Choice>
        <mc:Fallback xmlns="">
          <p:sp>
            <p:nvSpPr>
              <p:cNvPr id="1051373" name=""/>
              <p:cNvSpPr/>
              <p:nvPr/>
            </p:nvSpPr>
            <p:spPr>
              <a:xfrm>
                <a:off x="812493" y="5553818"/>
                <a:ext cx="133402" cy="143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51374" name="Ink 1051373"/>
              <p14:cNvContentPartPr/>
              <p14:nvPr/>
            </p14:nvContentPartPr>
            <p14:xfrm>
              <a:off x="980895" y="5648586"/>
              <a:ext cx="89782" cy="180518"/>
            </p14:xfrm>
          </p:contentPart>
        </mc:Choice>
        <mc:Fallback xmlns="">
          <p:sp>
            <p:nvSpPr>
              <p:cNvPr id="1051374" name=""/>
              <p:cNvSpPr/>
              <p:nvPr/>
            </p:nvSpPr>
            <p:spPr>
              <a:xfrm>
                <a:off x="980895" y="5648586"/>
                <a:ext cx="89782" cy="1805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51375" name="Ink 1051374"/>
              <p14:cNvContentPartPr/>
              <p14:nvPr/>
            </p14:nvContentPartPr>
            <p14:xfrm>
              <a:off x="1178621" y="4772861"/>
              <a:ext cx="141006" cy="14806"/>
            </p14:xfrm>
          </p:contentPart>
        </mc:Choice>
        <mc:Fallback xmlns="">
          <p:sp>
            <p:nvSpPr>
              <p:cNvPr id="1051375" name=""/>
              <p:cNvSpPr/>
              <p:nvPr/>
            </p:nvSpPr>
            <p:spPr>
              <a:xfrm>
                <a:off x="1178621" y="4772861"/>
                <a:ext cx="141006" cy="14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1376" name="Ink 1051375"/>
              <p14:cNvContentPartPr/>
              <p14:nvPr/>
            </p14:nvContentPartPr>
            <p14:xfrm>
              <a:off x="717588" y="4602213"/>
              <a:ext cx="192117" cy="208163"/>
            </p14:xfrm>
          </p:contentPart>
        </mc:Choice>
        <mc:Fallback xmlns="">
          <p:sp>
            <p:nvSpPr>
              <p:cNvPr id="1051376" name=""/>
              <p:cNvSpPr/>
              <p:nvPr/>
            </p:nvSpPr>
            <p:spPr>
              <a:xfrm>
                <a:off x="717588" y="4602213"/>
                <a:ext cx="192117" cy="208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1377" name="Ink 1051376"/>
              <p14:cNvContentPartPr/>
              <p14:nvPr/>
            </p14:nvContentPartPr>
            <p14:xfrm>
              <a:off x="963385" y="4750910"/>
              <a:ext cx="3284" cy="128603"/>
            </p14:xfrm>
          </p:contentPart>
        </mc:Choice>
        <mc:Fallback xmlns="">
          <p:sp>
            <p:nvSpPr>
              <p:cNvPr id="1051377" name=""/>
              <p:cNvSpPr/>
              <p:nvPr/>
            </p:nvSpPr>
            <p:spPr>
              <a:xfrm>
                <a:off x="963385" y="4750910"/>
                <a:ext cx="3284" cy="1286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51378" name="Ink 1051377"/>
              <p14:cNvContentPartPr/>
              <p14:nvPr/>
            </p14:nvContentPartPr>
            <p14:xfrm>
              <a:off x="1173074" y="5269789"/>
              <a:ext cx="161223" cy="13725"/>
            </p14:xfrm>
          </p:contentPart>
        </mc:Choice>
        <mc:Fallback xmlns="">
          <p:sp>
            <p:nvSpPr>
              <p:cNvPr id="1051378" name=""/>
              <p:cNvSpPr/>
              <p:nvPr/>
            </p:nvSpPr>
            <p:spPr>
              <a:xfrm>
                <a:off x="1173074" y="5269789"/>
                <a:ext cx="161223" cy="137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1379" name="Ink 1051378"/>
              <p14:cNvContentPartPr/>
              <p14:nvPr/>
            </p14:nvContentPartPr>
            <p14:xfrm>
              <a:off x="758691" y="5086476"/>
              <a:ext cx="137084" cy="186209"/>
            </p14:xfrm>
          </p:contentPart>
        </mc:Choice>
        <mc:Fallback xmlns="">
          <p:sp>
            <p:nvSpPr>
              <p:cNvPr id="1051379" name=""/>
              <p:cNvSpPr/>
              <p:nvPr/>
            </p:nvSpPr>
            <p:spPr>
              <a:xfrm>
                <a:off x="758691" y="5086476"/>
                <a:ext cx="137084" cy="1862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51380" name="Ink 1051379"/>
              <p14:cNvContentPartPr/>
              <p14:nvPr/>
            </p14:nvContentPartPr>
            <p14:xfrm>
              <a:off x="915993" y="5225253"/>
              <a:ext cx="61345" cy="131776"/>
            </p14:xfrm>
          </p:contentPart>
        </mc:Choice>
        <mc:Fallback xmlns="">
          <p:sp>
            <p:nvSpPr>
              <p:cNvPr id="1051380" name=""/>
              <p:cNvSpPr/>
              <p:nvPr/>
            </p:nvSpPr>
            <p:spPr>
              <a:xfrm>
                <a:off x="915993" y="5225253"/>
                <a:ext cx="61345" cy="131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1381" name="Ink 1051380"/>
              <p14:cNvContentPartPr/>
              <p14:nvPr/>
            </p14:nvContentPartPr>
            <p14:xfrm>
              <a:off x="1239807" y="5800354"/>
              <a:ext cx="48201" cy="360652"/>
            </p14:xfrm>
          </p:contentPart>
        </mc:Choice>
        <mc:Fallback xmlns="">
          <p:sp>
            <p:nvSpPr>
              <p:cNvPr id="1051381" name=""/>
              <p:cNvSpPr/>
              <p:nvPr/>
            </p:nvSpPr>
            <p:spPr>
              <a:xfrm>
                <a:off x="1239807" y="5800354"/>
                <a:ext cx="48201" cy="3606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51382" name="Ink 1051381"/>
              <p14:cNvContentPartPr/>
              <p14:nvPr/>
            </p14:nvContentPartPr>
            <p14:xfrm>
              <a:off x="6954064" y="711619"/>
              <a:ext cx="144028" cy="5871400"/>
            </p14:xfrm>
          </p:contentPart>
        </mc:Choice>
        <mc:Fallback xmlns="">
          <p:sp>
            <p:nvSpPr>
              <p:cNvPr id="1051382" name=""/>
              <p:cNvSpPr/>
              <p:nvPr/>
            </p:nvSpPr>
            <p:spPr>
              <a:xfrm>
                <a:off x="6954064" y="711619"/>
                <a:ext cx="144028" cy="587140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51383" name="Ink 1051382"/>
              <p14:cNvContentPartPr/>
              <p14:nvPr/>
            </p14:nvContentPartPr>
            <p14:xfrm>
              <a:off x="7876023" y="737716"/>
              <a:ext cx="182453" cy="630402"/>
            </p14:xfrm>
          </p:contentPart>
        </mc:Choice>
        <mc:Fallback xmlns="">
          <p:sp>
            <p:nvSpPr>
              <p:cNvPr id="1051383" name=""/>
              <p:cNvSpPr/>
              <p:nvPr/>
            </p:nvSpPr>
            <p:spPr>
              <a:xfrm>
                <a:off x="7876023" y="737716"/>
                <a:ext cx="182453" cy="630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051384" name="Ink 1051383"/>
              <p14:cNvContentPartPr/>
              <p14:nvPr/>
            </p14:nvContentPartPr>
            <p14:xfrm>
              <a:off x="8104543" y="766380"/>
              <a:ext cx="82803" cy="399327"/>
            </p14:xfrm>
          </p:contentPart>
        </mc:Choice>
        <mc:Fallback xmlns="">
          <p:sp>
            <p:nvSpPr>
              <p:cNvPr id="1051384" name=""/>
              <p:cNvSpPr/>
              <p:nvPr/>
            </p:nvSpPr>
            <p:spPr>
              <a:xfrm>
                <a:off x="8104543" y="766380"/>
                <a:ext cx="82803" cy="3993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51385" name="Ink 1051384"/>
              <p14:cNvContentPartPr/>
              <p14:nvPr/>
            </p14:nvContentPartPr>
            <p14:xfrm>
              <a:off x="8215454" y="836894"/>
              <a:ext cx="76922" cy="224110"/>
            </p14:xfrm>
          </p:contentPart>
        </mc:Choice>
        <mc:Fallback xmlns="">
          <p:sp>
            <p:nvSpPr>
              <p:cNvPr id="1051385" name=""/>
              <p:cNvSpPr/>
              <p:nvPr/>
            </p:nvSpPr>
            <p:spPr>
              <a:xfrm>
                <a:off x="8215454" y="836894"/>
                <a:ext cx="76922" cy="2241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051386" name="Ink 1051385"/>
              <p14:cNvContentPartPr/>
              <p14:nvPr/>
            </p14:nvContentPartPr>
            <p14:xfrm>
              <a:off x="8185862" y="890404"/>
              <a:ext cx="180479" cy="87517"/>
            </p14:xfrm>
          </p:contentPart>
        </mc:Choice>
        <mc:Fallback xmlns="">
          <p:sp>
            <p:nvSpPr>
              <p:cNvPr id="1051386" name=""/>
              <p:cNvSpPr/>
              <p:nvPr/>
            </p:nvSpPr>
            <p:spPr>
              <a:xfrm>
                <a:off x="8185862" y="890404"/>
                <a:ext cx="180479" cy="875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51387" name="Ink 1051386"/>
              <p14:cNvContentPartPr/>
              <p14:nvPr/>
            </p14:nvContentPartPr>
            <p14:xfrm>
              <a:off x="8402349" y="751627"/>
              <a:ext cx="60186" cy="313811"/>
            </p14:xfrm>
          </p:contentPart>
        </mc:Choice>
        <mc:Fallback xmlns="">
          <p:sp>
            <p:nvSpPr>
              <p:cNvPr id="1051387" name=""/>
              <p:cNvSpPr/>
              <p:nvPr/>
            </p:nvSpPr>
            <p:spPr>
              <a:xfrm>
                <a:off x="8402349" y="751627"/>
                <a:ext cx="60186" cy="3138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051388" name="Ink 1051387"/>
              <p14:cNvContentPartPr/>
              <p14:nvPr/>
            </p14:nvContentPartPr>
            <p14:xfrm>
              <a:off x="8099622" y="1386501"/>
              <a:ext cx="35980" cy="1907179"/>
            </p14:xfrm>
          </p:contentPart>
        </mc:Choice>
        <mc:Fallback xmlns="">
          <p:sp>
            <p:nvSpPr>
              <p:cNvPr id="1051388" name=""/>
              <p:cNvSpPr/>
              <p:nvPr/>
            </p:nvSpPr>
            <p:spPr>
              <a:xfrm>
                <a:off x="8099622" y="1386501"/>
                <a:ext cx="35980" cy="19071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51389" name="Ink 1051388"/>
              <p14:cNvContentPartPr/>
              <p14:nvPr/>
            </p14:nvContentPartPr>
            <p14:xfrm>
              <a:off x="8084953" y="2597989"/>
              <a:ext cx="2931662" cy="44018"/>
            </p14:xfrm>
          </p:contentPart>
        </mc:Choice>
        <mc:Fallback xmlns="">
          <p:sp>
            <p:nvSpPr>
              <p:cNvPr id="1051389" name=""/>
              <p:cNvSpPr/>
              <p:nvPr/>
            </p:nvSpPr>
            <p:spPr>
              <a:xfrm>
                <a:off x="8084953" y="2597989"/>
                <a:ext cx="2931662" cy="440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51390" name="Ink 1051389"/>
              <p14:cNvContentPartPr/>
              <p14:nvPr/>
            </p14:nvContentPartPr>
            <p14:xfrm>
              <a:off x="10899142" y="2459712"/>
              <a:ext cx="200502" cy="337571"/>
            </p14:xfrm>
          </p:contentPart>
        </mc:Choice>
        <mc:Fallback xmlns="">
          <p:sp>
            <p:nvSpPr>
              <p:cNvPr id="1051390" name=""/>
              <p:cNvSpPr/>
              <p:nvPr/>
            </p:nvSpPr>
            <p:spPr>
              <a:xfrm>
                <a:off x="10899142" y="2459712"/>
                <a:ext cx="200502" cy="337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1391" name="Ink 1051390"/>
              <p14:cNvContentPartPr/>
              <p14:nvPr/>
            </p14:nvContentPartPr>
            <p14:xfrm>
              <a:off x="8207644" y="1552669"/>
              <a:ext cx="2212667" cy="1372464"/>
            </p14:xfrm>
          </p:contentPart>
        </mc:Choice>
        <mc:Fallback xmlns="">
          <p:sp>
            <p:nvSpPr>
              <p:cNvPr id="1051391" name=""/>
              <p:cNvSpPr/>
              <p:nvPr/>
            </p:nvSpPr>
            <p:spPr>
              <a:xfrm>
                <a:off x="8207644" y="1552669"/>
                <a:ext cx="2212667" cy="13724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51392" name="Ink 1051391"/>
              <p14:cNvContentPartPr/>
              <p14:nvPr/>
            </p14:nvContentPartPr>
            <p14:xfrm>
              <a:off x="11039310" y="2846037"/>
              <a:ext cx="172922" cy="303348"/>
            </p14:xfrm>
          </p:contentPart>
        </mc:Choice>
        <mc:Fallback xmlns="">
          <p:sp>
            <p:nvSpPr>
              <p:cNvPr id="1051392" name=""/>
              <p:cNvSpPr/>
              <p:nvPr/>
            </p:nvSpPr>
            <p:spPr>
              <a:xfrm>
                <a:off x="11039310" y="2846037"/>
                <a:ext cx="172922" cy="3033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51393" name="Ink 1051392"/>
              <p14:cNvContentPartPr/>
              <p14:nvPr/>
            </p14:nvContentPartPr>
            <p14:xfrm>
              <a:off x="11003303" y="2955920"/>
              <a:ext cx="230341" cy="14641"/>
            </p14:xfrm>
          </p:contentPart>
        </mc:Choice>
        <mc:Fallback xmlns="">
          <p:sp>
            <p:nvSpPr>
              <p:cNvPr id="1051393" name=""/>
              <p:cNvSpPr/>
              <p:nvPr/>
            </p:nvSpPr>
            <p:spPr>
              <a:xfrm>
                <a:off x="11003303" y="2955920"/>
                <a:ext cx="230341" cy="146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51394" name="Ink 1051393"/>
              <p14:cNvContentPartPr/>
              <p14:nvPr/>
            </p14:nvContentPartPr>
            <p14:xfrm>
              <a:off x="8185862" y="2459712"/>
              <a:ext cx="64901" cy="101769"/>
            </p14:xfrm>
          </p:contentPart>
        </mc:Choice>
        <mc:Fallback xmlns="">
          <p:sp>
            <p:nvSpPr>
              <p:cNvPr id="1051394" name=""/>
              <p:cNvSpPr/>
              <p:nvPr/>
            </p:nvSpPr>
            <p:spPr>
              <a:xfrm>
                <a:off x="8185862" y="2459712"/>
                <a:ext cx="64901" cy="1017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51395" name="Ink 1051394"/>
              <p14:cNvContentPartPr/>
              <p14:nvPr/>
            </p14:nvContentPartPr>
            <p14:xfrm>
              <a:off x="2495760" y="3071947"/>
              <a:ext cx="733879" cy="751776"/>
            </p14:xfrm>
          </p:contentPart>
        </mc:Choice>
        <mc:Fallback xmlns="">
          <p:sp>
            <p:nvSpPr>
              <p:cNvPr id="1051395" name=""/>
              <p:cNvSpPr/>
              <p:nvPr/>
            </p:nvSpPr>
            <p:spPr>
              <a:xfrm>
                <a:off x="2495760" y="3071947"/>
                <a:ext cx="733879" cy="75177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51396" name="Ink 1051395"/>
              <p14:cNvContentPartPr/>
              <p14:nvPr/>
            </p14:nvContentPartPr>
            <p14:xfrm>
              <a:off x="3084862" y="3853235"/>
              <a:ext cx="315821" cy="526886"/>
            </p14:xfrm>
          </p:contentPart>
        </mc:Choice>
        <mc:Fallback xmlns="">
          <p:sp>
            <p:nvSpPr>
              <p:cNvPr id="1051396" name=""/>
              <p:cNvSpPr/>
              <p:nvPr/>
            </p:nvSpPr>
            <p:spPr>
              <a:xfrm>
                <a:off x="3084862" y="3853235"/>
                <a:ext cx="315821" cy="5268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51397" name="Ink 1051396"/>
              <p14:cNvContentPartPr/>
              <p14:nvPr/>
            </p14:nvContentPartPr>
            <p14:xfrm>
              <a:off x="3257785" y="4276568"/>
              <a:ext cx="252330" cy="223984"/>
            </p14:xfrm>
          </p:contentPart>
        </mc:Choice>
        <mc:Fallback xmlns="">
          <p:sp>
            <p:nvSpPr>
              <p:cNvPr id="1051397" name=""/>
              <p:cNvSpPr/>
              <p:nvPr/>
            </p:nvSpPr>
            <p:spPr>
              <a:xfrm>
                <a:off x="3257785" y="4276568"/>
                <a:ext cx="252330" cy="22398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1398" name="Ink 1051397"/>
              <p14:cNvContentPartPr/>
              <p14:nvPr/>
            </p14:nvContentPartPr>
            <p14:xfrm>
              <a:off x="2801573" y="4050273"/>
              <a:ext cx="156205" cy="222228"/>
            </p14:xfrm>
          </p:contentPart>
        </mc:Choice>
        <mc:Fallback xmlns="">
          <p:sp>
            <p:nvSpPr>
              <p:cNvPr id="1051398" name=""/>
              <p:cNvSpPr/>
              <p:nvPr/>
            </p:nvSpPr>
            <p:spPr>
              <a:xfrm>
                <a:off x="2801573" y="4050273"/>
                <a:ext cx="156205" cy="2222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051399" name="Ink 1051398"/>
              <p14:cNvContentPartPr/>
              <p14:nvPr/>
            </p14:nvContentPartPr>
            <p14:xfrm>
              <a:off x="2969729" y="4247312"/>
              <a:ext cx="140388" cy="114949"/>
            </p14:xfrm>
          </p:contentPart>
        </mc:Choice>
        <mc:Fallback xmlns="">
          <p:sp>
            <p:nvSpPr>
              <p:cNvPr id="1051399" name=""/>
              <p:cNvSpPr/>
              <p:nvPr/>
            </p:nvSpPr>
            <p:spPr>
              <a:xfrm>
                <a:off x="2969729" y="4247312"/>
                <a:ext cx="140388" cy="1149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51400" name="Ink 1051399"/>
              <p14:cNvContentPartPr/>
              <p14:nvPr/>
            </p14:nvContentPartPr>
            <p14:xfrm>
              <a:off x="2987510" y="4283819"/>
              <a:ext cx="113549" cy="142528"/>
            </p14:xfrm>
          </p:contentPart>
        </mc:Choice>
        <mc:Fallback xmlns="">
          <p:sp>
            <p:nvSpPr>
              <p:cNvPr id="1051400" name=""/>
              <p:cNvSpPr/>
              <p:nvPr/>
            </p:nvSpPr>
            <p:spPr>
              <a:xfrm>
                <a:off x="2987510" y="4283819"/>
                <a:ext cx="113549" cy="1425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051401" name="Ink 1051400"/>
              <p14:cNvContentPartPr/>
              <p14:nvPr/>
            </p14:nvContentPartPr>
            <p14:xfrm>
              <a:off x="3052629" y="4420897"/>
              <a:ext cx="195477" cy="232402"/>
            </p14:xfrm>
          </p:contentPart>
        </mc:Choice>
        <mc:Fallback xmlns="">
          <p:sp>
            <p:nvSpPr>
              <p:cNvPr id="1051401" name=""/>
              <p:cNvSpPr/>
              <p:nvPr/>
            </p:nvSpPr>
            <p:spPr>
              <a:xfrm>
                <a:off x="3052629" y="4420897"/>
                <a:ext cx="195477" cy="232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1402" name="Ink 1051401"/>
              <p14:cNvContentPartPr/>
              <p14:nvPr/>
            </p14:nvContentPartPr>
            <p14:xfrm>
              <a:off x="3505971" y="4583127"/>
              <a:ext cx="208233" cy="207319"/>
            </p14:xfrm>
          </p:contentPart>
        </mc:Choice>
        <mc:Fallback xmlns="">
          <p:sp>
            <p:nvSpPr>
              <p:cNvPr id="1051402" name=""/>
              <p:cNvSpPr/>
              <p:nvPr/>
            </p:nvSpPr>
            <p:spPr>
              <a:xfrm>
                <a:off x="3505971" y="4583127"/>
                <a:ext cx="208233" cy="2073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051403" name="Ink 1051402"/>
              <p14:cNvContentPartPr/>
              <p14:nvPr/>
            </p14:nvContentPartPr>
            <p14:xfrm>
              <a:off x="8505668" y="3152597"/>
              <a:ext cx="379442" cy="1180230"/>
            </p14:xfrm>
          </p:contentPart>
        </mc:Choice>
        <mc:Fallback xmlns="">
          <p:sp>
            <p:nvSpPr>
              <p:cNvPr id="1051403" name=""/>
              <p:cNvSpPr/>
              <p:nvPr/>
            </p:nvSpPr>
            <p:spPr>
              <a:xfrm>
                <a:off x="8505668" y="3152597"/>
                <a:ext cx="379442" cy="11802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51404" name="Ink 1051403"/>
              <p14:cNvContentPartPr/>
              <p14:nvPr/>
            </p14:nvContentPartPr>
            <p14:xfrm>
              <a:off x="8863328" y="3535331"/>
              <a:ext cx="148848" cy="570626"/>
            </p14:xfrm>
          </p:contentPart>
        </mc:Choice>
        <mc:Fallback xmlns="">
          <p:sp>
            <p:nvSpPr>
              <p:cNvPr id="1051404" name=""/>
              <p:cNvSpPr/>
              <p:nvPr/>
            </p:nvSpPr>
            <p:spPr>
              <a:xfrm>
                <a:off x="8863328" y="3535331"/>
                <a:ext cx="148848" cy="5706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1405" name="Ink 1051404"/>
              <p14:cNvContentPartPr/>
              <p14:nvPr/>
            </p14:nvContentPartPr>
            <p14:xfrm>
              <a:off x="9072891" y="3553926"/>
              <a:ext cx="100275" cy="346336"/>
            </p14:xfrm>
          </p:contentPart>
        </mc:Choice>
        <mc:Fallback xmlns="">
          <p:sp>
            <p:nvSpPr>
              <p:cNvPr id="1051405" name=""/>
              <p:cNvSpPr/>
              <p:nvPr/>
            </p:nvSpPr>
            <p:spPr>
              <a:xfrm>
                <a:off x="9072891" y="3553926"/>
                <a:ext cx="100275" cy="34633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1406" name="Ink 1051405"/>
              <p14:cNvContentPartPr/>
              <p14:nvPr/>
            </p14:nvContentPartPr>
            <p14:xfrm>
              <a:off x="9171680" y="3634192"/>
              <a:ext cx="73414" cy="187981"/>
            </p14:xfrm>
          </p:contentPart>
        </mc:Choice>
        <mc:Fallback xmlns="">
          <p:sp>
            <p:nvSpPr>
              <p:cNvPr id="1051406" name=""/>
              <p:cNvSpPr/>
              <p:nvPr/>
            </p:nvSpPr>
            <p:spPr>
              <a:xfrm>
                <a:off x="9171680" y="3634192"/>
                <a:ext cx="73414" cy="1879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1407" name="Ink 1051406"/>
              <p14:cNvContentPartPr/>
              <p14:nvPr/>
            </p14:nvContentPartPr>
            <p14:xfrm>
              <a:off x="9158497" y="3631419"/>
              <a:ext cx="162378" cy="287726"/>
            </p14:xfrm>
          </p:contentPart>
        </mc:Choice>
        <mc:Fallback xmlns="">
          <p:sp>
            <p:nvSpPr>
              <p:cNvPr id="1051407" name=""/>
              <p:cNvSpPr/>
              <p:nvPr/>
            </p:nvSpPr>
            <p:spPr>
              <a:xfrm>
                <a:off x="9158497" y="3631419"/>
                <a:ext cx="162378" cy="2877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51408" name="Ink 1051407"/>
              <p14:cNvContentPartPr/>
              <p14:nvPr/>
            </p14:nvContentPartPr>
            <p14:xfrm>
              <a:off x="9420148" y="3704067"/>
              <a:ext cx="240300" cy="161628"/>
            </p14:xfrm>
          </p:contentPart>
        </mc:Choice>
        <mc:Fallback xmlns="">
          <p:sp>
            <p:nvSpPr>
              <p:cNvPr id="1051408" name=""/>
              <p:cNvSpPr/>
              <p:nvPr/>
            </p:nvSpPr>
            <p:spPr>
              <a:xfrm>
                <a:off x="9420148" y="3704067"/>
                <a:ext cx="240300" cy="1616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51409" name="Ink 1051408"/>
              <p14:cNvContentPartPr/>
              <p14:nvPr/>
            </p14:nvContentPartPr>
            <p14:xfrm>
              <a:off x="9533237" y="3590495"/>
              <a:ext cx="147470" cy="8549"/>
            </p14:xfrm>
          </p:contentPart>
        </mc:Choice>
        <mc:Fallback xmlns="">
          <p:sp>
            <p:nvSpPr>
              <p:cNvPr id="1051409" name=""/>
              <p:cNvSpPr/>
              <p:nvPr/>
            </p:nvSpPr>
            <p:spPr>
              <a:xfrm>
                <a:off x="9533237" y="3590495"/>
                <a:ext cx="147470" cy="85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1410" name="Ink 1051409"/>
              <p14:cNvContentPartPr/>
              <p14:nvPr/>
            </p14:nvContentPartPr>
            <p14:xfrm>
              <a:off x="9725593" y="3550425"/>
              <a:ext cx="9461" cy="109521"/>
            </p14:xfrm>
          </p:contentPart>
        </mc:Choice>
        <mc:Fallback xmlns="">
          <p:sp>
            <p:nvSpPr>
              <p:cNvPr id="1051410" name=""/>
              <p:cNvSpPr/>
              <p:nvPr/>
            </p:nvSpPr>
            <p:spPr>
              <a:xfrm>
                <a:off x="9725593" y="3550425"/>
                <a:ext cx="9461" cy="109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51411" name="Ink 1051410"/>
              <p14:cNvContentPartPr/>
              <p14:nvPr/>
            </p14:nvContentPartPr>
            <p14:xfrm>
              <a:off x="9712598" y="3378891"/>
              <a:ext cx="15344" cy="67806"/>
            </p14:xfrm>
          </p:contentPart>
        </mc:Choice>
        <mc:Fallback xmlns="">
          <p:sp>
            <p:nvSpPr>
              <p:cNvPr id="1051411" name=""/>
              <p:cNvSpPr/>
              <p:nvPr/>
            </p:nvSpPr>
            <p:spPr>
              <a:xfrm>
                <a:off x="9712598" y="3378891"/>
                <a:ext cx="15344" cy="6780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51412" name="Ink 1051411"/>
              <p14:cNvContentPartPr/>
              <p14:nvPr/>
            </p14:nvContentPartPr>
            <p14:xfrm>
              <a:off x="9861573" y="3476710"/>
              <a:ext cx="125531" cy="179486"/>
            </p14:xfrm>
          </p:contentPart>
        </mc:Choice>
        <mc:Fallback xmlns="">
          <p:sp>
            <p:nvSpPr>
              <p:cNvPr id="1051412" name=""/>
              <p:cNvSpPr/>
              <p:nvPr/>
            </p:nvSpPr>
            <p:spPr>
              <a:xfrm>
                <a:off x="9861573" y="3476710"/>
                <a:ext cx="125531" cy="17948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51413" name="Ink 1051412"/>
              <p14:cNvContentPartPr/>
              <p14:nvPr/>
            </p14:nvContentPartPr>
            <p14:xfrm>
              <a:off x="10008382" y="3499165"/>
              <a:ext cx="20952" cy="153808"/>
            </p14:xfrm>
          </p:contentPart>
        </mc:Choice>
        <mc:Fallback xmlns="">
          <p:sp>
            <p:nvSpPr>
              <p:cNvPr id="1051413" name=""/>
              <p:cNvSpPr/>
              <p:nvPr/>
            </p:nvSpPr>
            <p:spPr>
              <a:xfrm>
                <a:off x="10008382" y="3499165"/>
                <a:ext cx="20952" cy="1538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51414" name="Ink 1051413"/>
              <p14:cNvContentPartPr/>
              <p14:nvPr/>
            </p14:nvContentPartPr>
            <p14:xfrm>
              <a:off x="10052683" y="3502916"/>
              <a:ext cx="21104" cy="175420"/>
            </p14:xfrm>
          </p:contentPart>
        </mc:Choice>
        <mc:Fallback xmlns="">
          <p:sp>
            <p:nvSpPr>
              <p:cNvPr id="1051414" name=""/>
              <p:cNvSpPr/>
              <p:nvPr/>
            </p:nvSpPr>
            <p:spPr>
              <a:xfrm>
                <a:off x="10052683" y="3502916"/>
                <a:ext cx="21104" cy="1754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51415" name="Ink 1051414"/>
              <p14:cNvContentPartPr/>
              <p14:nvPr/>
            </p14:nvContentPartPr>
            <p14:xfrm>
              <a:off x="9922202" y="3457679"/>
              <a:ext cx="244404" cy="3511"/>
            </p14:xfrm>
          </p:contentPart>
        </mc:Choice>
        <mc:Fallback xmlns="">
          <p:sp>
            <p:nvSpPr>
              <p:cNvPr id="1051415" name=""/>
              <p:cNvSpPr/>
              <p:nvPr/>
            </p:nvSpPr>
            <p:spPr>
              <a:xfrm>
                <a:off x="9922202" y="3457679"/>
                <a:ext cx="244404" cy="35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1416" name="Ink 1051415"/>
              <p14:cNvContentPartPr/>
              <p14:nvPr/>
            </p14:nvContentPartPr>
            <p14:xfrm>
              <a:off x="10109794" y="3521607"/>
              <a:ext cx="202926" cy="171096"/>
            </p14:xfrm>
          </p:contentPart>
        </mc:Choice>
        <mc:Fallback xmlns="">
          <p:sp>
            <p:nvSpPr>
              <p:cNvPr id="1051416" name=""/>
              <p:cNvSpPr/>
              <p:nvPr/>
            </p:nvSpPr>
            <p:spPr>
              <a:xfrm>
                <a:off x="10109794" y="3521607"/>
                <a:ext cx="202926" cy="1710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51417" name="Ink 1051416"/>
              <p14:cNvContentPartPr/>
              <p14:nvPr/>
            </p14:nvContentPartPr>
            <p14:xfrm>
              <a:off x="10350146" y="3422900"/>
              <a:ext cx="9193" cy="271324"/>
            </p14:xfrm>
          </p:contentPart>
        </mc:Choice>
        <mc:Fallback xmlns="">
          <p:sp>
            <p:nvSpPr>
              <p:cNvPr id="1051417" name=""/>
              <p:cNvSpPr/>
              <p:nvPr/>
            </p:nvSpPr>
            <p:spPr>
              <a:xfrm>
                <a:off x="10350146" y="3422900"/>
                <a:ext cx="9193" cy="27132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1418" name="Ink 1051417"/>
              <p14:cNvContentPartPr/>
              <p14:nvPr/>
            </p14:nvContentPartPr>
            <p14:xfrm>
              <a:off x="10311612" y="3561677"/>
              <a:ext cx="149033" cy="7849"/>
            </p14:xfrm>
          </p:contentPart>
        </mc:Choice>
        <mc:Fallback xmlns="">
          <p:sp>
            <p:nvSpPr>
              <p:cNvPr id="1051418" name=""/>
              <p:cNvSpPr/>
              <p:nvPr/>
            </p:nvSpPr>
            <p:spPr>
              <a:xfrm>
                <a:off x="10311612" y="3561677"/>
                <a:ext cx="149033" cy="7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51419" name="Ink 1051418"/>
              <p14:cNvContentPartPr/>
              <p14:nvPr/>
            </p14:nvContentPartPr>
            <p14:xfrm>
              <a:off x="10410223" y="3691839"/>
              <a:ext cx="261459" cy="292921"/>
            </p14:xfrm>
          </p:contentPart>
        </mc:Choice>
        <mc:Fallback xmlns="">
          <p:sp>
            <p:nvSpPr>
              <p:cNvPr id="1051419" name=""/>
              <p:cNvSpPr/>
              <p:nvPr/>
            </p:nvSpPr>
            <p:spPr>
              <a:xfrm>
                <a:off x="10410223" y="3691839"/>
                <a:ext cx="261459" cy="2929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51420" name="Ink 1051419"/>
              <p14:cNvContentPartPr/>
              <p14:nvPr/>
            </p14:nvContentPartPr>
            <p14:xfrm>
              <a:off x="10706483" y="3707206"/>
              <a:ext cx="15876" cy="308013"/>
            </p14:xfrm>
          </p:contentPart>
        </mc:Choice>
        <mc:Fallback xmlns="">
          <p:sp>
            <p:nvSpPr>
              <p:cNvPr id="1051420" name=""/>
              <p:cNvSpPr/>
              <p:nvPr/>
            </p:nvSpPr>
            <p:spPr>
              <a:xfrm>
                <a:off x="10706483" y="3707206"/>
                <a:ext cx="15876" cy="3080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51421" name="Ink 1051420"/>
              <p14:cNvContentPartPr/>
              <p14:nvPr/>
            </p14:nvContentPartPr>
            <p14:xfrm>
              <a:off x="10657457" y="3867737"/>
              <a:ext cx="180035" cy="14753"/>
            </p14:xfrm>
          </p:contentPart>
        </mc:Choice>
        <mc:Fallback xmlns="">
          <p:sp>
            <p:nvSpPr>
              <p:cNvPr id="1051421" name=""/>
              <p:cNvSpPr/>
              <p:nvPr/>
            </p:nvSpPr>
            <p:spPr>
              <a:xfrm>
                <a:off x="10657457" y="3867737"/>
                <a:ext cx="180035" cy="147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51422" name="Ink 1051421"/>
              <p14:cNvContentPartPr/>
              <p14:nvPr/>
            </p14:nvContentPartPr>
            <p14:xfrm>
              <a:off x="10102682" y="3532422"/>
              <a:ext cx="187323" cy="140044"/>
            </p14:xfrm>
          </p:contentPart>
        </mc:Choice>
        <mc:Fallback xmlns="">
          <p:sp>
            <p:nvSpPr>
              <p:cNvPr id="1051422" name=""/>
              <p:cNvSpPr/>
              <p:nvPr/>
            </p:nvSpPr>
            <p:spPr>
              <a:xfrm>
                <a:off x="10102682" y="3532422"/>
                <a:ext cx="187323" cy="14004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051423" name="Ink 1051422"/>
              <p14:cNvContentPartPr/>
              <p14:nvPr/>
            </p14:nvContentPartPr>
            <p14:xfrm>
              <a:off x="10109794" y="3471764"/>
              <a:ext cx="166828" cy="196418"/>
            </p14:xfrm>
          </p:contentPart>
        </mc:Choice>
        <mc:Fallback xmlns="">
          <p:sp>
            <p:nvSpPr>
              <p:cNvPr id="1051423" name=""/>
              <p:cNvSpPr/>
              <p:nvPr/>
            </p:nvSpPr>
            <p:spPr>
              <a:xfrm>
                <a:off x="10109794" y="3471764"/>
                <a:ext cx="166828" cy="1964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51424" name="Ink 1051423"/>
              <p14:cNvContentPartPr/>
              <p14:nvPr/>
            </p14:nvContentPartPr>
            <p14:xfrm>
              <a:off x="10102682" y="3485147"/>
              <a:ext cx="189814" cy="188135"/>
            </p14:xfrm>
          </p:contentPart>
        </mc:Choice>
        <mc:Fallback xmlns="">
          <p:sp>
            <p:nvSpPr>
              <p:cNvPr id="1051424" name=""/>
              <p:cNvSpPr/>
              <p:nvPr/>
            </p:nvSpPr>
            <p:spPr>
              <a:xfrm>
                <a:off x="10102682" y="3485147"/>
                <a:ext cx="189814" cy="1881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51425" name="Ink 1051424"/>
              <p14:cNvContentPartPr/>
              <p14:nvPr/>
            </p14:nvContentPartPr>
            <p14:xfrm>
              <a:off x="8100783" y="3741963"/>
              <a:ext cx="316620" cy="967630"/>
            </p14:xfrm>
          </p:contentPart>
        </mc:Choice>
        <mc:Fallback xmlns="">
          <p:sp>
            <p:nvSpPr>
              <p:cNvPr id="1051425" name=""/>
              <p:cNvSpPr/>
              <p:nvPr/>
            </p:nvSpPr>
            <p:spPr>
              <a:xfrm>
                <a:off x="8100783" y="3741963"/>
                <a:ext cx="316620" cy="9676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51426" name="Ink 1051425"/>
              <p14:cNvContentPartPr/>
              <p14:nvPr/>
            </p14:nvContentPartPr>
            <p14:xfrm>
              <a:off x="8226745" y="4561123"/>
              <a:ext cx="161323" cy="228989"/>
            </p14:xfrm>
          </p:contentPart>
        </mc:Choice>
        <mc:Fallback xmlns="">
          <p:sp>
            <p:nvSpPr>
              <p:cNvPr id="1051426" name=""/>
              <p:cNvSpPr/>
              <p:nvPr/>
            </p:nvSpPr>
            <p:spPr>
              <a:xfrm>
                <a:off x="8226745" y="4561123"/>
                <a:ext cx="161323" cy="228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51427" name="Ink 1051426"/>
              <p14:cNvContentPartPr/>
              <p14:nvPr/>
            </p14:nvContentPartPr>
            <p14:xfrm>
              <a:off x="8640550" y="4678146"/>
              <a:ext cx="28073" cy="1313758"/>
            </p14:xfrm>
          </p:contentPart>
        </mc:Choice>
        <mc:Fallback xmlns="">
          <p:sp>
            <p:nvSpPr>
              <p:cNvPr id="1051427" name=""/>
              <p:cNvSpPr/>
              <p:nvPr/>
            </p:nvSpPr>
            <p:spPr>
              <a:xfrm>
                <a:off x="8640550" y="4678146"/>
                <a:ext cx="28073" cy="13137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1428" name="Ink 1051427"/>
              <p14:cNvContentPartPr/>
              <p14:nvPr/>
            </p14:nvContentPartPr>
            <p14:xfrm>
              <a:off x="8509366" y="4648640"/>
              <a:ext cx="94355" cy="219475"/>
            </p14:xfrm>
          </p:contentPart>
        </mc:Choice>
        <mc:Fallback xmlns="">
          <p:sp>
            <p:nvSpPr>
              <p:cNvPr id="1051428" name=""/>
              <p:cNvSpPr/>
              <p:nvPr/>
            </p:nvSpPr>
            <p:spPr>
              <a:xfrm>
                <a:off x="8509366" y="4648640"/>
                <a:ext cx="94355" cy="2194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51429" name="Ink 1051428"/>
              <p14:cNvContentPartPr/>
              <p14:nvPr/>
            </p14:nvContentPartPr>
            <p14:xfrm>
              <a:off x="8625503" y="4612133"/>
              <a:ext cx="174228" cy="334521"/>
            </p14:xfrm>
          </p:contentPart>
        </mc:Choice>
        <mc:Fallback xmlns="">
          <p:sp>
            <p:nvSpPr>
              <p:cNvPr id="1051429" name=""/>
              <p:cNvSpPr/>
              <p:nvPr/>
            </p:nvSpPr>
            <p:spPr>
              <a:xfrm>
                <a:off x="8625503" y="4612133"/>
                <a:ext cx="174228" cy="334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51430" name="Ink 1051429"/>
              <p14:cNvContentPartPr/>
              <p14:nvPr/>
            </p14:nvContentPartPr>
            <p14:xfrm>
              <a:off x="8618391" y="5922927"/>
              <a:ext cx="2041642" cy="24968"/>
            </p14:xfrm>
          </p:contentPart>
        </mc:Choice>
        <mc:Fallback xmlns="">
          <p:sp>
            <p:nvSpPr>
              <p:cNvPr id="1051430" name=""/>
              <p:cNvSpPr/>
              <p:nvPr/>
            </p:nvSpPr>
            <p:spPr>
              <a:xfrm>
                <a:off x="8618391" y="5922927"/>
                <a:ext cx="2041642" cy="2496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51431" name="Ink 1051430"/>
              <p14:cNvContentPartPr/>
              <p14:nvPr/>
            </p14:nvContentPartPr>
            <p14:xfrm>
              <a:off x="10563661" y="5823621"/>
              <a:ext cx="87656" cy="306560"/>
            </p14:xfrm>
          </p:contentPart>
        </mc:Choice>
        <mc:Fallback xmlns="">
          <p:sp>
            <p:nvSpPr>
              <p:cNvPr id="1051431" name=""/>
              <p:cNvSpPr/>
              <p:nvPr/>
            </p:nvSpPr>
            <p:spPr>
              <a:xfrm>
                <a:off x="10563661" y="5823621"/>
                <a:ext cx="87656" cy="30656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1432" name="Ink 1051431"/>
              <p14:cNvContentPartPr/>
              <p14:nvPr/>
            </p14:nvContentPartPr>
            <p14:xfrm>
              <a:off x="10707689" y="5709956"/>
              <a:ext cx="172510" cy="240463"/>
            </p14:xfrm>
          </p:contentPart>
        </mc:Choice>
        <mc:Fallback xmlns="">
          <p:sp>
            <p:nvSpPr>
              <p:cNvPr id="1051432" name=""/>
              <p:cNvSpPr/>
              <p:nvPr/>
            </p:nvSpPr>
            <p:spPr>
              <a:xfrm>
                <a:off x="10707689" y="5709956"/>
                <a:ext cx="172510" cy="2404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51433" name="Ink 1051432"/>
              <p14:cNvContentPartPr/>
              <p14:nvPr/>
            </p14:nvContentPartPr>
            <p14:xfrm>
              <a:off x="10935587" y="5453798"/>
              <a:ext cx="257670" cy="398218"/>
            </p14:xfrm>
          </p:contentPart>
        </mc:Choice>
        <mc:Fallback xmlns="">
          <p:sp>
            <p:nvSpPr>
              <p:cNvPr id="1051433" name=""/>
              <p:cNvSpPr/>
              <p:nvPr/>
            </p:nvSpPr>
            <p:spPr>
              <a:xfrm>
                <a:off x="10935587" y="5453798"/>
                <a:ext cx="257670" cy="3982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51434" name="Ink 1051433"/>
              <p14:cNvContentPartPr/>
              <p14:nvPr/>
            </p14:nvContentPartPr>
            <p14:xfrm>
              <a:off x="11190155" y="5553818"/>
              <a:ext cx="7408" cy="74643"/>
            </p14:xfrm>
          </p:contentPart>
        </mc:Choice>
        <mc:Fallback xmlns="">
          <p:sp>
            <p:nvSpPr>
              <p:cNvPr id="1051434" name=""/>
              <p:cNvSpPr/>
              <p:nvPr/>
            </p:nvSpPr>
            <p:spPr>
              <a:xfrm>
                <a:off x="11190155" y="5553818"/>
                <a:ext cx="7408" cy="74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1435" name="Ink 1051434"/>
              <p14:cNvContentPartPr/>
              <p14:nvPr/>
            </p14:nvContentPartPr>
            <p14:xfrm>
              <a:off x="11230014" y="5676013"/>
              <a:ext cx="458070" cy="277426"/>
            </p14:xfrm>
          </p:contentPart>
        </mc:Choice>
        <mc:Fallback xmlns="">
          <p:sp>
            <p:nvSpPr>
              <p:cNvPr id="1051435" name=""/>
              <p:cNvSpPr/>
              <p:nvPr/>
            </p:nvSpPr>
            <p:spPr>
              <a:xfrm>
                <a:off x="11230014" y="5676013"/>
                <a:ext cx="458070" cy="27742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51436" name="Ink 1051435"/>
              <p14:cNvContentPartPr/>
              <p14:nvPr/>
            </p14:nvContentPartPr>
            <p14:xfrm>
              <a:off x="11716176" y="5706848"/>
              <a:ext cx="108649" cy="242697"/>
            </p14:xfrm>
          </p:contentPart>
        </mc:Choice>
        <mc:Fallback xmlns="">
          <p:sp>
            <p:nvSpPr>
              <p:cNvPr id="1051436" name=""/>
              <p:cNvSpPr/>
              <p:nvPr/>
            </p:nvSpPr>
            <p:spPr>
              <a:xfrm>
                <a:off x="11716176" y="5706848"/>
                <a:ext cx="108649" cy="2426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51437" name="Ink 1051436"/>
              <p14:cNvContentPartPr/>
              <p14:nvPr/>
            </p14:nvContentPartPr>
            <p14:xfrm>
              <a:off x="9037926" y="4918411"/>
              <a:ext cx="834044" cy="562142"/>
            </p14:xfrm>
          </p:contentPart>
        </mc:Choice>
        <mc:Fallback xmlns="">
          <p:sp>
            <p:nvSpPr>
              <p:cNvPr id="1051437" name=""/>
              <p:cNvSpPr/>
              <p:nvPr/>
            </p:nvSpPr>
            <p:spPr>
              <a:xfrm>
                <a:off x="9037926" y="4918411"/>
                <a:ext cx="834044" cy="56214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51438" name="Ink 1051437"/>
              <p14:cNvContentPartPr/>
              <p14:nvPr/>
            </p14:nvContentPartPr>
            <p14:xfrm>
              <a:off x="9021581" y="5488305"/>
              <a:ext cx="104283" cy="445162"/>
            </p14:xfrm>
          </p:contentPart>
        </mc:Choice>
        <mc:Fallback xmlns="">
          <p:sp>
            <p:nvSpPr>
              <p:cNvPr id="1051438" name=""/>
              <p:cNvSpPr/>
              <p:nvPr/>
            </p:nvSpPr>
            <p:spPr>
              <a:xfrm>
                <a:off x="9021581" y="5488305"/>
                <a:ext cx="104283" cy="44516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51439" name="Ink 1051438"/>
              <p14:cNvContentPartPr/>
              <p14:nvPr/>
            </p14:nvContentPartPr>
            <p14:xfrm>
              <a:off x="9860054" y="5466301"/>
              <a:ext cx="36249" cy="404358"/>
            </p14:xfrm>
          </p:contentPart>
        </mc:Choice>
        <mc:Fallback xmlns="">
          <p:sp>
            <p:nvSpPr>
              <p:cNvPr id="1051439" name=""/>
              <p:cNvSpPr/>
              <p:nvPr/>
            </p:nvSpPr>
            <p:spPr>
              <a:xfrm>
                <a:off x="9860054" y="5466301"/>
                <a:ext cx="36249" cy="4043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51440" name="Ink 1051439"/>
              <p14:cNvContentPartPr/>
              <p14:nvPr/>
            </p14:nvContentPartPr>
            <p14:xfrm>
              <a:off x="9108265" y="4970954"/>
              <a:ext cx="367627" cy="21003"/>
            </p14:xfrm>
          </p:contentPart>
        </mc:Choice>
        <mc:Fallback xmlns="">
          <p:sp>
            <p:nvSpPr>
              <p:cNvPr id="1051440" name=""/>
              <p:cNvSpPr/>
              <p:nvPr/>
            </p:nvSpPr>
            <p:spPr>
              <a:xfrm>
                <a:off x="9108265" y="4970954"/>
                <a:ext cx="367627" cy="210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51441" name="Ink 1051440"/>
              <p14:cNvContentPartPr/>
              <p14:nvPr/>
            </p14:nvContentPartPr>
            <p14:xfrm>
              <a:off x="9213443" y="5136311"/>
              <a:ext cx="373138" cy="36849"/>
            </p14:xfrm>
          </p:contentPart>
        </mc:Choice>
        <mc:Fallback xmlns="">
          <p:sp>
            <p:nvSpPr>
              <p:cNvPr id="1051441" name=""/>
              <p:cNvSpPr/>
              <p:nvPr/>
            </p:nvSpPr>
            <p:spPr>
              <a:xfrm>
                <a:off x="9213443" y="5136311"/>
                <a:ext cx="373138" cy="368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51442" name="Ink 1051441"/>
              <p14:cNvContentPartPr/>
              <p14:nvPr/>
            </p14:nvContentPartPr>
            <p14:xfrm>
              <a:off x="9158575" y="5286131"/>
              <a:ext cx="540472" cy="67332"/>
            </p14:xfrm>
          </p:contentPart>
        </mc:Choice>
        <mc:Fallback xmlns="">
          <p:sp>
            <p:nvSpPr>
              <p:cNvPr id="1051442" name=""/>
              <p:cNvSpPr/>
              <p:nvPr/>
            </p:nvSpPr>
            <p:spPr>
              <a:xfrm>
                <a:off x="9158575" y="5286131"/>
                <a:ext cx="540472" cy="67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51443" name="Ink 1051442"/>
              <p14:cNvContentPartPr/>
              <p14:nvPr/>
            </p14:nvContentPartPr>
            <p14:xfrm>
              <a:off x="9203523" y="5408039"/>
              <a:ext cx="567538" cy="127452"/>
            </p14:xfrm>
          </p:contentPart>
        </mc:Choice>
        <mc:Fallback xmlns="">
          <p:sp>
            <p:nvSpPr>
              <p:cNvPr id="1051443" name=""/>
              <p:cNvSpPr/>
              <p:nvPr/>
            </p:nvSpPr>
            <p:spPr>
              <a:xfrm>
                <a:off x="9203523" y="5408039"/>
                <a:ext cx="567538" cy="1274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51444" name="Ink 1051443"/>
              <p14:cNvContentPartPr/>
              <p14:nvPr/>
            </p14:nvContentPartPr>
            <p14:xfrm>
              <a:off x="9200084" y="5657094"/>
              <a:ext cx="537637" cy="81183"/>
            </p14:xfrm>
          </p:contentPart>
        </mc:Choice>
        <mc:Fallback xmlns="">
          <p:sp>
            <p:nvSpPr>
              <p:cNvPr id="1051444" name=""/>
              <p:cNvSpPr/>
              <p:nvPr/>
            </p:nvSpPr>
            <p:spPr>
              <a:xfrm>
                <a:off x="9200084" y="5657094"/>
                <a:ext cx="537637" cy="811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051445" name="Ink 1051444"/>
              <p14:cNvContentPartPr/>
              <p14:nvPr/>
            </p14:nvContentPartPr>
            <p14:xfrm>
              <a:off x="9304631" y="5787113"/>
              <a:ext cx="447760" cy="73230"/>
            </p14:xfrm>
          </p:contentPart>
        </mc:Choice>
        <mc:Fallback xmlns="">
          <p:sp>
            <p:nvSpPr>
              <p:cNvPr id="1051445" name=""/>
              <p:cNvSpPr/>
              <p:nvPr/>
            </p:nvSpPr>
            <p:spPr>
              <a:xfrm>
                <a:off x="9304631" y="5787113"/>
                <a:ext cx="447760" cy="7323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1446" name="Ink 1051445"/>
              <p14:cNvContentPartPr/>
              <p14:nvPr/>
            </p14:nvContentPartPr>
            <p14:xfrm>
              <a:off x="9321043" y="5859212"/>
              <a:ext cx="423791" cy="20169"/>
            </p14:xfrm>
          </p:contentPart>
        </mc:Choice>
        <mc:Fallback xmlns="">
          <p:sp>
            <p:nvSpPr>
              <p:cNvPr id="1051446" name=""/>
              <p:cNvSpPr/>
              <p:nvPr/>
            </p:nvSpPr>
            <p:spPr>
              <a:xfrm>
                <a:off x="9321043" y="5859212"/>
                <a:ext cx="423791" cy="201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051447" name="Ink 1051446"/>
              <p14:cNvContentPartPr/>
              <p14:nvPr/>
            </p14:nvContentPartPr>
            <p14:xfrm>
              <a:off x="9772839" y="5861628"/>
              <a:ext cx="15270" cy="261483"/>
            </p14:xfrm>
          </p:contentPart>
        </mc:Choice>
        <mc:Fallback xmlns="">
          <p:sp>
            <p:nvSpPr>
              <p:cNvPr id="1051447" name=""/>
              <p:cNvSpPr/>
              <p:nvPr/>
            </p:nvSpPr>
            <p:spPr>
              <a:xfrm>
                <a:off x="9772839" y="5861628"/>
                <a:ext cx="15270" cy="2614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1448" name="Ink 1051447"/>
              <p14:cNvContentPartPr/>
              <p14:nvPr/>
            </p14:nvContentPartPr>
            <p14:xfrm>
              <a:off x="9635924" y="5857877"/>
              <a:ext cx="34038" cy="217848"/>
            </p14:xfrm>
          </p:contentPart>
        </mc:Choice>
        <mc:Fallback xmlns="">
          <p:sp>
            <p:nvSpPr>
              <p:cNvPr id="1051448" name=""/>
              <p:cNvSpPr/>
              <p:nvPr/>
            </p:nvSpPr>
            <p:spPr>
              <a:xfrm>
                <a:off x="9635924" y="5857877"/>
                <a:ext cx="34038" cy="2178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051449" name="Ink 1051448"/>
              <p14:cNvContentPartPr/>
              <p14:nvPr/>
            </p14:nvContentPartPr>
            <p14:xfrm>
              <a:off x="9534423" y="5843625"/>
              <a:ext cx="13483" cy="197466"/>
            </p14:xfrm>
          </p:contentPart>
        </mc:Choice>
        <mc:Fallback xmlns="">
          <p:sp>
            <p:nvSpPr>
              <p:cNvPr id="1051449" name=""/>
              <p:cNvSpPr/>
              <p:nvPr/>
            </p:nvSpPr>
            <p:spPr>
              <a:xfrm>
                <a:off x="9534423" y="5843625"/>
                <a:ext cx="13483" cy="1974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51450" name="Ink 1051449"/>
              <p14:cNvContentPartPr/>
              <p14:nvPr/>
            </p14:nvContentPartPr>
            <p14:xfrm>
              <a:off x="9360314" y="5794365"/>
              <a:ext cx="28383" cy="237822"/>
            </p14:xfrm>
          </p:contentPart>
        </mc:Choice>
        <mc:Fallback xmlns="">
          <p:sp>
            <p:nvSpPr>
              <p:cNvPr id="1051450" name=""/>
              <p:cNvSpPr/>
              <p:nvPr/>
            </p:nvSpPr>
            <p:spPr>
              <a:xfrm>
                <a:off x="9360314" y="5794365"/>
                <a:ext cx="28383" cy="2378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051451" name="Ink 1051450"/>
              <p14:cNvContentPartPr/>
              <p14:nvPr/>
            </p14:nvContentPartPr>
            <p14:xfrm>
              <a:off x="9252293" y="5809118"/>
              <a:ext cx="26253" cy="178005"/>
            </p14:xfrm>
          </p:contentPart>
        </mc:Choice>
        <mc:Fallback xmlns="">
          <p:sp>
            <p:nvSpPr>
              <p:cNvPr id="1051451" name=""/>
              <p:cNvSpPr/>
              <p:nvPr/>
            </p:nvSpPr>
            <p:spPr>
              <a:xfrm>
                <a:off x="9252293" y="5809118"/>
                <a:ext cx="26253" cy="178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1452" name="Ink 1051451"/>
              <p14:cNvContentPartPr/>
              <p14:nvPr/>
            </p14:nvContentPartPr>
            <p14:xfrm>
              <a:off x="9137159" y="5838373"/>
              <a:ext cx="44392" cy="183772"/>
            </p14:xfrm>
          </p:contentPart>
        </mc:Choice>
        <mc:Fallback xmlns="">
          <p:sp>
            <p:nvSpPr>
              <p:cNvPr id="1051452" name=""/>
              <p:cNvSpPr/>
              <p:nvPr/>
            </p:nvSpPr>
            <p:spPr>
              <a:xfrm>
                <a:off x="9137159" y="5838373"/>
                <a:ext cx="44392" cy="18377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051453" name="Ink 1051452"/>
              <p14:cNvContentPartPr/>
              <p14:nvPr/>
            </p14:nvContentPartPr>
            <p14:xfrm>
              <a:off x="9151925" y="4977136"/>
              <a:ext cx="172383" cy="956166"/>
            </p14:xfrm>
          </p:contentPart>
        </mc:Choice>
        <mc:Fallback xmlns="">
          <p:sp>
            <p:nvSpPr>
              <p:cNvPr id="1051453" name=""/>
              <p:cNvSpPr/>
              <p:nvPr/>
            </p:nvSpPr>
            <p:spPr>
              <a:xfrm>
                <a:off x="9151925" y="4977136"/>
                <a:ext cx="172383" cy="956166"/>
              </a:xfrm>
            </p:spPr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3"/>
          <p:cNvSpPr/>
          <p:nvPr/>
        </p:nvSpPr>
        <p:spPr>
          <a:xfrm>
            <a:off x="566672" y="243527"/>
            <a:ext cx="3535680" cy="447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III.3. Etude de la solution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788" name="Rectangle 4"/>
          <p:cNvSpPr/>
          <p:nvPr/>
        </p:nvSpPr>
        <p:spPr>
          <a:xfrm>
            <a:off x="566672" y="823106"/>
            <a:ext cx="5199380" cy="4089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b="1" u="sng" dirty="0">
                <a:solidFill>
                  <a:srgbClr val="C4007A"/>
                </a:solidFill>
                <a:latin typeface="OfficinaSans-Bold"/>
              </a:rPr>
              <a:t>1. Régimes libre, transitoire et permanent</a:t>
            </a:r>
            <a:endParaRPr lang="fr-MA" sz="2200" u="sng" dirty="0"/>
          </a:p>
        </p:txBody>
      </p:sp>
      <p:sp>
        <p:nvSpPr>
          <p:cNvPr id="1048789" name="Rectangle 5"/>
          <p:cNvSpPr/>
          <p:nvPr/>
        </p:nvSpPr>
        <p:spPr>
          <a:xfrm>
            <a:off x="566672" y="1371907"/>
            <a:ext cx="59684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La solution d’une équation différentielle du type :</a:t>
            </a:r>
            <a:endParaRPr lang="fr-MA" sz="2000" dirty="0"/>
          </a:p>
        </p:txBody>
      </p:sp>
      <p:sp>
        <p:nvSpPr>
          <p:cNvPr id="104879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35165" y="1341129"/>
            <a:ext cx="3751220" cy="461665"/>
          </a:xfrm>
          <a:prstGeom prst="rect">
            <a:avLst/>
          </a:prstGeom>
          <a:blipFill rotWithShape="0">
            <a:blip r:embed="rId2"/>
            <a:stretch>
              <a:fillRect r="-163"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1" name="Rectangle 7"/>
          <p:cNvSpPr/>
          <p:nvPr/>
        </p:nvSpPr>
        <p:spPr>
          <a:xfrm>
            <a:off x="566672" y="2046599"/>
            <a:ext cx="2892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dirty="0">
                <a:latin typeface="Bembo"/>
              </a:rPr>
              <a:t>s’écrit sous la forme :</a:t>
            </a:r>
            <a:endParaRPr lang="fr-MA" sz="2000" dirty="0"/>
          </a:p>
        </p:txBody>
      </p:sp>
      <p:sp>
        <p:nvSpPr>
          <p:cNvPr id="1048792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86812" y="2046599"/>
            <a:ext cx="3019994" cy="461665"/>
          </a:xfrm>
          <a:prstGeom prst="rect">
            <a:avLst/>
          </a:prstGeom>
          <a:blipFill rotWithShape="0">
            <a:blip r:embed="rId3"/>
            <a:stretch>
              <a:fillRect r="-202" b="-18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6672" y="2690514"/>
            <a:ext cx="8809148" cy="1015663"/>
          </a:xfrm>
          <a:prstGeom prst="rect">
            <a:avLst/>
          </a:prstGeom>
          <a:blipFill rotWithShape="0">
            <a:blip r:embed="rId4"/>
            <a:stretch>
              <a:fillRect l="-761" t="-2395" b="-898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4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5004" y="3888427"/>
            <a:ext cx="10908404" cy="1323439"/>
          </a:xfrm>
          <a:prstGeom prst="rect">
            <a:avLst/>
          </a:prstGeom>
          <a:blipFill rotWithShape="0">
            <a:blip r:embed="rId5"/>
            <a:stretch>
              <a:fillRect l="-503" t="-2304" r="-559" b="-691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5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29189" y="4882641"/>
            <a:ext cx="912429" cy="658578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6" name="Rectangle 12"/>
          <p:cNvSpPr/>
          <p:nvPr/>
        </p:nvSpPr>
        <p:spPr>
          <a:xfrm>
            <a:off x="502917" y="5612103"/>
            <a:ext cx="109335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notera que plus l’amortissement est grand, plus la force de frottement est importante et plus la durée caractéristique est courte.</a:t>
            </a:r>
            <a:endParaRPr lang="fr-MA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51454" name="Ink 1051453"/>
              <p14:cNvContentPartPr/>
              <p14:nvPr/>
            </p14:nvContentPartPr>
            <p14:xfrm>
              <a:off x="6524648" y="1325220"/>
              <a:ext cx="3817389" cy="544231"/>
            </p14:xfrm>
          </p:contentPart>
        </mc:Choice>
        <mc:Fallback xmlns="">
          <p:sp>
            <p:nvSpPr>
              <p:cNvPr id="1051454" name=""/>
              <p:cNvSpPr/>
              <p:nvPr/>
            </p:nvSpPr>
            <p:spPr>
              <a:xfrm>
                <a:off x="6524648" y="1325220"/>
                <a:ext cx="3817389" cy="5442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455" name="Ink 1051454"/>
              <p14:cNvContentPartPr/>
              <p14:nvPr/>
            </p14:nvContentPartPr>
            <p14:xfrm>
              <a:off x="3863237" y="2400950"/>
              <a:ext cx="691917" cy="313196"/>
            </p14:xfrm>
          </p:contentPart>
        </mc:Choice>
        <mc:Fallback xmlns="">
          <p:sp>
            <p:nvSpPr>
              <p:cNvPr id="1051455" name=""/>
              <p:cNvSpPr/>
              <p:nvPr/>
            </p:nvSpPr>
            <p:spPr>
              <a:xfrm>
                <a:off x="3863237" y="2400950"/>
                <a:ext cx="691917" cy="31319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456" name="Ink 1051455"/>
              <p14:cNvContentPartPr/>
              <p14:nvPr/>
            </p14:nvContentPartPr>
            <p14:xfrm>
              <a:off x="4871879" y="2437457"/>
              <a:ext cx="882579" cy="291799"/>
            </p14:xfrm>
          </p:contentPart>
        </mc:Choice>
        <mc:Fallback xmlns="">
          <p:sp>
            <p:nvSpPr>
              <p:cNvPr id="1051456" name=""/>
              <p:cNvSpPr/>
              <p:nvPr/>
            </p:nvSpPr>
            <p:spPr>
              <a:xfrm>
                <a:off x="4871879" y="2437457"/>
                <a:ext cx="882579" cy="29179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457" name="Ink 1051456"/>
              <p14:cNvContentPartPr/>
              <p14:nvPr/>
            </p14:nvContentPartPr>
            <p14:xfrm>
              <a:off x="6010324" y="2466748"/>
              <a:ext cx="862853" cy="179156"/>
            </p14:xfrm>
          </p:contentPart>
        </mc:Choice>
        <mc:Fallback xmlns="">
          <p:sp>
            <p:nvSpPr>
              <p:cNvPr id="1051457" name=""/>
              <p:cNvSpPr/>
              <p:nvPr/>
            </p:nvSpPr>
            <p:spPr>
              <a:xfrm>
                <a:off x="6010324" y="2466748"/>
                <a:ext cx="862853" cy="1791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458" name="Ink 1051457"/>
              <p14:cNvContentPartPr/>
              <p14:nvPr/>
            </p14:nvContentPartPr>
            <p14:xfrm>
              <a:off x="7594635" y="2377695"/>
              <a:ext cx="188740" cy="338557"/>
            </p14:xfrm>
          </p:contentPart>
        </mc:Choice>
        <mc:Fallback xmlns="">
          <p:sp>
            <p:nvSpPr>
              <p:cNvPr id="1051458" name=""/>
              <p:cNvSpPr/>
              <p:nvPr/>
            </p:nvSpPr>
            <p:spPr>
              <a:xfrm>
                <a:off x="7594635" y="2377695"/>
                <a:ext cx="188740" cy="3385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459" name="Ink 1051458"/>
              <p14:cNvContentPartPr/>
              <p14:nvPr/>
            </p14:nvContentPartPr>
            <p14:xfrm>
              <a:off x="7757243" y="2415453"/>
              <a:ext cx="222949" cy="271989"/>
            </p14:xfrm>
          </p:contentPart>
        </mc:Choice>
        <mc:Fallback xmlns="">
          <p:sp>
            <p:nvSpPr>
              <p:cNvPr id="1051459" name=""/>
              <p:cNvSpPr/>
              <p:nvPr/>
            </p:nvSpPr>
            <p:spPr>
              <a:xfrm>
                <a:off x="7757243" y="2415453"/>
                <a:ext cx="222949" cy="2719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460" name="Ink 1051459"/>
              <p14:cNvContentPartPr/>
              <p14:nvPr/>
            </p14:nvContentPartPr>
            <p14:xfrm>
              <a:off x="8012437" y="2634746"/>
              <a:ext cx="51178" cy="272763"/>
            </p14:xfrm>
          </p:contentPart>
        </mc:Choice>
        <mc:Fallback xmlns="">
          <p:sp>
            <p:nvSpPr>
              <p:cNvPr id="1051460" name=""/>
              <p:cNvSpPr/>
              <p:nvPr/>
            </p:nvSpPr>
            <p:spPr>
              <a:xfrm>
                <a:off x="8012437" y="2634746"/>
                <a:ext cx="51178" cy="2727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461" name="Ink 1051460"/>
              <p14:cNvContentPartPr/>
              <p14:nvPr/>
            </p14:nvContentPartPr>
            <p14:xfrm>
              <a:off x="8136491" y="2678254"/>
              <a:ext cx="20921" cy="217061"/>
            </p14:xfrm>
          </p:contentPart>
        </mc:Choice>
        <mc:Fallback xmlns="">
          <p:sp>
            <p:nvSpPr>
              <p:cNvPr id="1051461" name=""/>
              <p:cNvSpPr/>
              <p:nvPr/>
            </p:nvSpPr>
            <p:spPr>
              <a:xfrm>
                <a:off x="8136491" y="2678254"/>
                <a:ext cx="20921" cy="2170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462" name="Ink 1051461"/>
              <p14:cNvContentPartPr/>
              <p14:nvPr/>
            </p14:nvContentPartPr>
            <p14:xfrm>
              <a:off x="7991601" y="2751330"/>
              <a:ext cx="176414" cy="22193"/>
            </p14:xfrm>
          </p:contentPart>
        </mc:Choice>
        <mc:Fallback xmlns="">
          <p:sp>
            <p:nvSpPr>
              <p:cNvPr id="1051462" name=""/>
              <p:cNvSpPr/>
              <p:nvPr/>
            </p:nvSpPr>
            <p:spPr>
              <a:xfrm>
                <a:off x="7991601" y="2751330"/>
                <a:ext cx="176414" cy="2219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463" name="Ink 1051462"/>
              <p14:cNvContentPartPr/>
              <p14:nvPr/>
            </p14:nvContentPartPr>
            <p14:xfrm>
              <a:off x="8326092" y="2437457"/>
              <a:ext cx="133601" cy="287428"/>
            </p14:xfrm>
          </p:contentPart>
        </mc:Choice>
        <mc:Fallback xmlns="">
          <p:sp>
            <p:nvSpPr>
              <p:cNvPr id="1051463" name=""/>
              <p:cNvSpPr/>
              <p:nvPr/>
            </p:nvSpPr>
            <p:spPr>
              <a:xfrm>
                <a:off x="8326092" y="2437457"/>
                <a:ext cx="133601" cy="2874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464" name="Ink 1051463"/>
              <p14:cNvContentPartPr/>
              <p14:nvPr/>
            </p14:nvContentPartPr>
            <p14:xfrm>
              <a:off x="8467552" y="2451960"/>
              <a:ext cx="114756" cy="222729"/>
            </p14:xfrm>
          </p:contentPart>
        </mc:Choice>
        <mc:Fallback xmlns="">
          <p:sp>
            <p:nvSpPr>
              <p:cNvPr id="1051464" name=""/>
              <p:cNvSpPr/>
              <p:nvPr/>
            </p:nvSpPr>
            <p:spPr>
              <a:xfrm>
                <a:off x="8467552" y="2451960"/>
                <a:ext cx="114756" cy="22272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465" name="Ink 1051464"/>
              <p14:cNvContentPartPr/>
              <p14:nvPr/>
            </p14:nvContentPartPr>
            <p14:xfrm>
              <a:off x="8394792" y="2537521"/>
              <a:ext cx="206528" cy="40719"/>
            </p14:xfrm>
          </p:contentPart>
        </mc:Choice>
        <mc:Fallback xmlns="">
          <p:sp>
            <p:nvSpPr>
              <p:cNvPr id="1051465" name=""/>
              <p:cNvSpPr/>
              <p:nvPr/>
            </p:nvSpPr>
            <p:spPr>
              <a:xfrm>
                <a:off x="8394792" y="2537521"/>
                <a:ext cx="206528" cy="407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466" name="Ink 1051465"/>
              <p14:cNvContentPartPr/>
              <p14:nvPr/>
            </p14:nvContentPartPr>
            <p14:xfrm>
              <a:off x="8633537" y="2453710"/>
              <a:ext cx="85613" cy="319080"/>
            </p14:xfrm>
          </p:contentPart>
        </mc:Choice>
        <mc:Fallback xmlns="">
          <p:sp>
            <p:nvSpPr>
              <p:cNvPr id="1051466" name=""/>
              <p:cNvSpPr/>
              <p:nvPr/>
            </p:nvSpPr>
            <p:spPr>
              <a:xfrm>
                <a:off x="8633537" y="2453710"/>
                <a:ext cx="85613" cy="3190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467" name="Ink 1051466"/>
              <p14:cNvContentPartPr/>
              <p14:nvPr/>
            </p14:nvContentPartPr>
            <p14:xfrm>
              <a:off x="8868218" y="2590737"/>
              <a:ext cx="830829" cy="27505"/>
            </p14:xfrm>
          </p:contentPart>
        </mc:Choice>
        <mc:Fallback xmlns="">
          <p:sp>
            <p:nvSpPr>
              <p:cNvPr id="1051467" name=""/>
              <p:cNvSpPr/>
              <p:nvPr/>
            </p:nvSpPr>
            <p:spPr>
              <a:xfrm>
                <a:off x="8868218" y="2590737"/>
                <a:ext cx="830829" cy="275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468" name="Ink 1051467"/>
              <p14:cNvContentPartPr/>
              <p14:nvPr/>
            </p14:nvContentPartPr>
            <p14:xfrm>
              <a:off x="9579913" y="2497969"/>
              <a:ext cx="228632" cy="210728"/>
            </p14:xfrm>
          </p:contentPart>
        </mc:Choice>
        <mc:Fallback xmlns="">
          <p:sp>
            <p:nvSpPr>
              <p:cNvPr id="1051468" name=""/>
              <p:cNvSpPr/>
              <p:nvPr/>
            </p:nvSpPr>
            <p:spPr>
              <a:xfrm>
                <a:off x="9579913" y="2497969"/>
                <a:ext cx="228632" cy="2107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469" name="Ink 1051468"/>
              <p14:cNvContentPartPr/>
              <p14:nvPr/>
            </p14:nvContentPartPr>
            <p14:xfrm>
              <a:off x="9945306" y="2524974"/>
              <a:ext cx="207003" cy="141988"/>
            </p14:xfrm>
          </p:contentPart>
        </mc:Choice>
        <mc:Fallback xmlns="">
          <p:sp>
            <p:nvSpPr>
              <p:cNvPr id="1051469" name=""/>
              <p:cNvSpPr/>
              <p:nvPr/>
            </p:nvSpPr>
            <p:spPr>
              <a:xfrm>
                <a:off x="9945306" y="2524974"/>
                <a:ext cx="207003" cy="1419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470" name="Ink 1051469"/>
              <p14:cNvContentPartPr/>
              <p14:nvPr/>
            </p14:nvContentPartPr>
            <p14:xfrm>
              <a:off x="8935342" y="2817032"/>
              <a:ext cx="223155" cy="29005"/>
            </p14:xfrm>
          </p:contentPart>
        </mc:Choice>
        <mc:Fallback xmlns="">
          <p:sp>
            <p:nvSpPr>
              <p:cNvPr id="1051470" name=""/>
              <p:cNvSpPr/>
              <p:nvPr/>
            </p:nvSpPr>
            <p:spPr>
              <a:xfrm>
                <a:off x="8935342" y="2817032"/>
                <a:ext cx="223155" cy="290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471" name="Ink 1051470"/>
              <p14:cNvContentPartPr/>
              <p14:nvPr/>
            </p14:nvContentPartPr>
            <p14:xfrm>
              <a:off x="9010301" y="2714761"/>
              <a:ext cx="85371" cy="275065"/>
            </p14:xfrm>
          </p:contentPart>
        </mc:Choice>
        <mc:Fallback xmlns="">
          <p:sp>
            <p:nvSpPr>
              <p:cNvPr id="1051471" name=""/>
              <p:cNvSpPr/>
              <p:nvPr/>
            </p:nvSpPr>
            <p:spPr>
              <a:xfrm>
                <a:off x="9010301" y="2714761"/>
                <a:ext cx="85371" cy="2750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472" name="Ink 1051471"/>
              <p14:cNvContentPartPr/>
              <p14:nvPr/>
            </p14:nvContentPartPr>
            <p14:xfrm>
              <a:off x="9216286" y="2868431"/>
              <a:ext cx="270447" cy="14113"/>
            </p14:xfrm>
          </p:contentPart>
        </mc:Choice>
        <mc:Fallback xmlns="">
          <p:sp>
            <p:nvSpPr>
              <p:cNvPr id="1051472" name=""/>
              <p:cNvSpPr/>
              <p:nvPr/>
            </p:nvSpPr>
            <p:spPr>
              <a:xfrm>
                <a:off x="9216286" y="2868431"/>
                <a:ext cx="270447" cy="141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473" name="Ink 1051472"/>
              <p14:cNvContentPartPr/>
              <p14:nvPr/>
            </p14:nvContentPartPr>
            <p14:xfrm>
              <a:off x="9382096" y="2795027"/>
              <a:ext cx="79936" cy="171023"/>
            </p14:xfrm>
          </p:contentPart>
        </mc:Choice>
        <mc:Fallback xmlns="">
          <p:sp>
            <p:nvSpPr>
              <p:cNvPr id="1051473" name=""/>
              <p:cNvSpPr/>
              <p:nvPr/>
            </p:nvSpPr>
            <p:spPr>
              <a:xfrm>
                <a:off x="9382096" y="2795027"/>
                <a:ext cx="79936" cy="1710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474" name="Ink 1051473"/>
              <p14:cNvContentPartPr/>
              <p14:nvPr/>
            </p14:nvContentPartPr>
            <p14:xfrm>
              <a:off x="9513468" y="2809015"/>
              <a:ext cx="283161" cy="167718"/>
            </p14:xfrm>
          </p:contentPart>
        </mc:Choice>
        <mc:Fallback xmlns="">
          <p:sp>
            <p:nvSpPr>
              <p:cNvPr id="1051474" name=""/>
              <p:cNvSpPr/>
              <p:nvPr/>
            </p:nvSpPr>
            <p:spPr>
              <a:xfrm>
                <a:off x="9513468" y="2809015"/>
                <a:ext cx="283161" cy="16771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475" name="Ink 1051474"/>
              <p14:cNvContentPartPr/>
              <p14:nvPr/>
            </p14:nvContentPartPr>
            <p14:xfrm>
              <a:off x="9191207" y="1707564"/>
              <a:ext cx="882580" cy="123111"/>
            </p14:xfrm>
          </p:contentPart>
        </mc:Choice>
        <mc:Fallback xmlns="">
          <p:sp>
            <p:nvSpPr>
              <p:cNvPr id="1051475" name=""/>
              <p:cNvSpPr/>
              <p:nvPr/>
            </p:nvSpPr>
            <p:spPr>
              <a:xfrm>
                <a:off x="9191207" y="1707564"/>
                <a:ext cx="882580" cy="123111"/>
              </a:xfrm>
            </p:spPr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7" y="294866"/>
            <a:ext cx="11170277" cy="2308324"/>
          </a:xfrm>
          <a:prstGeom prst="rect">
            <a:avLst/>
          </a:prstGeom>
          <a:blipFill rotWithShape="0">
            <a:blip r:embed="rId2"/>
            <a:stretch>
              <a:fillRect l="-491" t="-1055" r="-546" b="-39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798" name="Rectangle 4"/>
          <p:cNvSpPr/>
          <p:nvPr/>
        </p:nvSpPr>
        <p:spPr>
          <a:xfrm>
            <a:off x="549497" y="2742058"/>
            <a:ext cx="4792980" cy="4089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b="1" u="sng" dirty="0">
                <a:solidFill>
                  <a:srgbClr val="C4007A"/>
                </a:solidFill>
                <a:latin typeface="OfficinaSans-Bold"/>
              </a:rPr>
              <a:t>2. Détermination de la solution forcée</a:t>
            </a:r>
            <a:endParaRPr lang="fr-MA" sz="2200" u="sng" dirty="0"/>
          </a:p>
        </p:txBody>
      </p:sp>
      <p:sp>
        <p:nvSpPr>
          <p:cNvPr id="1048799" name="Rectangle 5"/>
          <p:cNvSpPr/>
          <p:nvPr/>
        </p:nvSpPr>
        <p:spPr>
          <a:xfrm>
            <a:off x="549497" y="3172945"/>
            <a:ext cx="88392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On cherche une solution particulière de l’équation globale sous la forme :</a:t>
            </a:r>
            <a:endParaRPr lang="fr-MA" sz="2000" dirty="0"/>
          </a:p>
        </p:txBody>
      </p:sp>
      <p:sp>
        <p:nvSpPr>
          <p:cNvPr id="104880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94090" y="3573055"/>
            <a:ext cx="3830023" cy="430887"/>
          </a:xfrm>
          <a:prstGeom prst="rect">
            <a:avLst/>
          </a:prstGeom>
          <a:blipFill rotWithShape="0">
            <a:blip r:embed="rId3"/>
            <a:stretch>
              <a:fillRect b="-1549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1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7" y="4142810"/>
            <a:ext cx="9006625" cy="400110"/>
          </a:xfrm>
          <a:prstGeom prst="rect">
            <a:avLst/>
          </a:prstGeom>
          <a:blipFill rotWithShape="0">
            <a:blip r:embed="rId4"/>
            <a:stretch>
              <a:fillRect l="-609" t="-10769" b="-261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2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08545" y="4681788"/>
            <a:ext cx="4317079" cy="382156"/>
          </a:xfrm>
          <a:prstGeom prst="rect">
            <a:avLst/>
          </a:prstGeom>
          <a:blipFill rotWithShape="0">
            <a:blip r:embed="rId5"/>
            <a:stretch>
              <a:fillRect l="-424" r="-1695" b="-2539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3" name="ZoneTexte 9"/>
          <p:cNvSpPr txBox="1"/>
          <p:nvPr/>
        </p:nvSpPr>
        <p:spPr>
          <a:xfrm>
            <a:off x="7611414" y="467754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où</a:t>
            </a:r>
          </a:p>
        </p:txBody>
      </p:sp>
      <p:sp>
        <p:nvSpPr>
          <p:cNvPr id="1048804" name="Rectangle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449873" y="4642209"/>
            <a:ext cx="1698222" cy="412549"/>
          </a:xfrm>
          <a:prstGeom prst="rect">
            <a:avLst/>
          </a:prstGeom>
          <a:blipFill rotWithShape="0">
            <a:blip r:embed="rId6"/>
            <a:stretch>
              <a:fillRect b="-1343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5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9497" y="5336261"/>
            <a:ext cx="4425379" cy="479106"/>
          </a:xfrm>
          <a:prstGeom prst="rect">
            <a:avLst/>
          </a:prstGeom>
          <a:blipFill rotWithShape="0">
            <a:blip r:embed="rId7"/>
            <a:stretch>
              <a:fillRect l="-1240" b="-1519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06" name="Rectangle 12"/>
          <p:cNvSpPr/>
          <p:nvPr/>
        </p:nvSpPr>
        <p:spPr>
          <a:xfrm>
            <a:off x="549497" y="6061480"/>
            <a:ext cx="16417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MA" sz="2000" dirty="0">
                <a:latin typeface="Bembo"/>
              </a:rPr>
              <a:t>De même</a:t>
            </a:r>
            <a:endParaRPr lang="fr-MA" sz="2000" dirty="0"/>
          </a:p>
        </p:txBody>
      </p:sp>
      <p:sp>
        <p:nvSpPr>
          <p:cNvPr id="1048807" name="Rectangle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97948" y="5994041"/>
            <a:ext cx="3629840" cy="461665"/>
          </a:xfrm>
          <a:prstGeom prst="rect">
            <a:avLst/>
          </a:prstGeom>
          <a:blipFill rotWithShape="0">
            <a:blip r:embed="rId8"/>
            <a:stretch>
              <a:fillRect b="-1710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476" name="Ink 1051475"/>
              <p14:cNvContentPartPr/>
              <p14:nvPr/>
            </p14:nvContentPartPr>
            <p14:xfrm>
              <a:off x="7004297" y="3933500"/>
              <a:ext cx="329732" cy="115416"/>
            </p14:xfrm>
          </p:contentPart>
        </mc:Choice>
        <mc:Fallback xmlns="">
          <p:sp>
            <p:nvSpPr>
              <p:cNvPr id="1051476" name=""/>
              <p:cNvSpPr/>
              <p:nvPr/>
            </p:nvSpPr>
            <p:spPr>
              <a:xfrm>
                <a:off x="7004297" y="3933500"/>
                <a:ext cx="329732" cy="1154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477" name="Ink 1051476"/>
              <p14:cNvContentPartPr/>
              <p14:nvPr/>
            </p14:nvContentPartPr>
            <p14:xfrm>
              <a:off x="6492641" y="3919247"/>
              <a:ext cx="1048472" cy="504766"/>
            </p14:xfrm>
          </p:contentPart>
        </mc:Choice>
        <mc:Fallback xmlns="">
          <p:sp>
            <p:nvSpPr>
              <p:cNvPr id="1051477" name=""/>
              <p:cNvSpPr/>
              <p:nvPr/>
            </p:nvSpPr>
            <p:spPr>
              <a:xfrm>
                <a:off x="6492641" y="3919247"/>
                <a:ext cx="1048472" cy="50476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478" name="Ink 1051477"/>
              <p14:cNvContentPartPr/>
              <p14:nvPr/>
            </p14:nvContentPartPr>
            <p14:xfrm>
              <a:off x="6492641" y="3919247"/>
              <a:ext cx="106610" cy="82339"/>
            </p14:xfrm>
          </p:contentPart>
        </mc:Choice>
        <mc:Fallback xmlns="">
          <p:sp>
            <p:nvSpPr>
              <p:cNvPr id="1051478" name=""/>
              <p:cNvSpPr/>
              <p:nvPr/>
            </p:nvSpPr>
            <p:spPr>
              <a:xfrm>
                <a:off x="6492641" y="3919247"/>
                <a:ext cx="106610" cy="82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479" name="Ink 1051478"/>
              <p14:cNvContentPartPr/>
              <p14:nvPr/>
            </p14:nvContentPartPr>
            <p14:xfrm>
              <a:off x="6387933" y="3940752"/>
              <a:ext cx="97595" cy="150194"/>
            </p14:xfrm>
          </p:contentPart>
        </mc:Choice>
        <mc:Fallback xmlns="">
          <p:sp>
            <p:nvSpPr>
              <p:cNvPr id="1051479" name=""/>
              <p:cNvSpPr/>
              <p:nvPr/>
            </p:nvSpPr>
            <p:spPr>
              <a:xfrm>
                <a:off x="6387933" y="3940752"/>
                <a:ext cx="97595" cy="15019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480" name="Ink 1051479"/>
              <p14:cNvContentPartPr/>
              <p14:nvPr/>
            </p14:nvContentPartPr>
            <p14:xfrm>
              <a:off x="7623974" y="4254737"/>
              <a:ext cx="104252" cy="230653"/>
            </p14:xfrm>
          </p:contentPart>
        </mc:Choice>
        <mc:Fallback xmlns="">
          <p:sp>
            <p:nvSpPr>
              <p:cNvPr id="1051480" name=""/>
              <p:cNvSpPr/>
              <p:nvPr/>
            </p:nvSpPr>
            <p:spPr>
              <a:xfrm>
                <a:off x="7623974" y="4254737"/>
                <a:ext cx="104252" cy="2306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481" name="Ink 1051480"/>
              <p14:cNvContentPartPr/>
              <p14:nvPr/>
            </p14:nvContentPartPr>
            <p14:xfrm>
              <a:off x="7776451" y="4313325"/>
              <a:ext cx="135578" cy="161009"/>
            </p14:xfrm>
          </p:contentPart>
        </mc:Choice>
        <mc:Fallback xmlns="">
          <p:sp>
            <p:nvSpPr>
              <p:cNvPr id="1051481" name=""/>
              <p:cNvSpPr/>
              <p:nvPr/>
            </p:nvSpPr>
            <p:spPr>
              <a:xfrm>
                <a:off x="7776451" y="4313325"/>
                <a:ext cx="135578" cy="1610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482" name="Ink 1051481"/>
              <p14:cNvContentPartPr/>
              <p14:nvPr/>
            </p14:nvContentPartPr>
            <p14:xfrm>
              <a:off x="7782671" y="4261815"/>
              <a:ext cx="89866" cy="229735"/>
            </p14:xfrm>
          </p:contentPart>
        </mc:Choice>
        <mc:Fallback xmlns="">
          <p:sp>
            <p:nvSpPr>
              <p:cNvPr id="1051482" name=""/>
              <p:cNvSpPr/>
              <p:nvPr/>
            </p:nvSpPr>
            <p:spPr>
              <a:xfrm>
                <a:off x="7782671" y="4261815"/>
                <a:ext cx="89866" cy="2297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483" name="Ink 1051482"/>
              <p14:cNvContentPartPr/>
              <p14:nvPr/>
            </p14:nvContentPartPr>
            <p14:xfrm>
              <a:off x="7947869" y="4320576"/>
              <a:ext cx="204776" cy="203567"/>
            </p14:xfrm>
          </p:contentPart>
        </mc:Choice>
        <mc:Fallback xmlns="">
          <p:sp>
            <p:nvSpPr>
              <p:cNvPr id="1051483" name=""/>
              <p:cNvSpPr/>
              <p:nvPr/>
            </p:nvSpPr>
            <p:spPr>
              <a:xfrm>
                <a:off x="7947869" y="4320576"/>
                <a:ext cx="204776" cy="2035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484" name="Ink 1051483"/>
              <p14:cNvContentPartPr/>
              <p14:nvPr/>
            </p14:nvContentPartPr>
            <p14:xfrm>
              <a:off x="8032599" y="4210805"/>
              <a:ext cx="16347" cy="63892"/>
            </p14:xfrm>
          </p:contentPart>
        </mc:Choice>
        <mc:Fallback xmlns="">
          <p:sp>
            <p:nvSpPr>
              <p:cNvPr id="1051484" name=""/>
              <p:cNvSpPr/>
              <p:nvPr/>
            </p:nvSpPr>
            <p:spPr>
              <a:xfrm>
                <a:off x="8032599" y="4210805"/>
                <a:ext cx="16347" cy="638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485" name="Ink 1051484"/>
              <p14:cNvContentPartPr/>
              <p14:nvPr/>
            </p14:nvContentPartPr>
            <p14:xfrm>
              <a:off x="8207644" y="4137790"/>
              <a:ext cx="59471" cy="400659"/>
            </p14:xfrm>
          </p:contentPart>
        </mc:Choice>
        <mc:Fallback xmlns="">
          <p:sp>
            <p:nvSpPr>
              <p:cNvPr id="1051485" name=""/>
              <p:cNvSpPr/>
              <p:nvPr/>
            </p:nvSpPr>
            <p:spPr>
              <a:xfrm>
                <a:off x="8207644" y="4137790"/>
                <a:ext cx="59471" cy="4006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486" name="Ink 1051485"/>
              <p14:cNvContentPartPr/>
              <p14:nvPr/>
            </p14:nvContentPartPr>
            <p14:xfrm>
              <a:off x="8185862" y="4361956"/>
              <a:ext cx="165648" cy="9380"/>
            </p14:xfrm>
          </p:contentPart>
        </mc:Choice>
        <mc:Fallback xmlns="">
          <p:sp>
            <p:nvSpPr>
              <p:cNvPr id="1051486" name=""/>
              <p:cNvSpPr/>
              <p:nvPr/>
            </p:nvSpPr>
            <p:spPr>
              <a:xfrm>
                <a:off x="8185862" y="4361956"/>
                <a:ext cx="165648" cy="9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487" name="Ink 1051486"/>
              <p14:cNvContentPartPr/>
              <p14:nvPr/>
            </p14:nvContentPartPr>
            <p14:xfrm>
              <a:off x="8304377" y="4126724"/>
              <a:ext cx="825067" cy="405189"/>
            </p14:xfrm>
          </p:contentPart>
        </mc:Choice>
        <mc:Fallback xmlns="">
          <p:sp>
            <p:nvSpPr>
              <p:cNvPr id="1051487" name=""/>
              <p:cNvSpPr/>
              <p:nvPr/>
            </p:nvSpPr>
            <p:spPr>
              <a:xfrm>
                <a:off x="8304377" y="4126724"/>
                <a:ext cx="825067" cy="4051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488" name="Ink 1051487"/>
              <p14:cNvContentPartPr/>
              <p14:nvPr/>
            </p14:nvContentPartPr>
            <p14:xfrm>
              <a:off x="8836305" y="4203803"/>
              <a:ext cx="5241" cy="32521"/>
            </p14:xfrm>
          </p:contentPart>
        </mc:Choice>
        <mc:Fallback xmlns="">
          <p:sp>
            <p:nvSpPr>
              <p:cNvPr id="1051488" name=""/>
              <p:cNvSpPr/>
              <p:nvPr/>
            </p:nvSpPr>
            <p:spPr>
              <a:xfrm>
                <a:off x="8836305" y="4203803"/>
                <a:ext cx="5241" cy="3252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489" name="Ink 1051488"/>
              <p14:cNvContentPartPr/>
              <p14:nvPr/>
            </p14:nvContentPartPr>
            <p14:xfrm>
              <a:off x="8470271" y="4240060"/>
              <a:ext cx="141007" cy="29748"/>
            </p14:xfrm>
          </p:contentPart>
        </mc:Choice>
        <mc:Fallback xmlns="">
          <p:sp>
            <p:nvSpPr>
              <p:cNvPr id="1051489" name=""/>
              <p:cNvSpPr/>
              <p:nvPr/>
            </p:nvSpPr>
            <p:spPr>
              <a:xfrm>
                <a:off x="8470271" y="4240060"/>
                <a:ext cx="141007" cy="29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490" name="Ink 1051489"/>
              <p14:cNvContentPartPr/>
              <p14:nvPr/>
            </p14:nvContentPartPr>
            <p14:xfrm>
              <a:off x="7796990" y="4559874"/>
              <a:ext cx="1239260" cy="72750"/>
            </p14:xfrm>
          </p:contentPart>
        </mc:Choice>
        <mc:Fallback xmlns="">
          <p:sp>
            <p:nvSpPr>
              <p:cNvPr id="1051490" name=""/>
              <p:cNvSpPr/>
              <p:nvPr/>
            </p:nvSpPr>
            <p:spPr>
              <a:xfrm>
                <a:off x="7796990" y="4559874"/>
                <a:ext cx="1239260" cy="7275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491" name="Ink 1051490"/>
              <p14:cNvContentPartPr/>
              <p14:nvPr/>
            </p14:nvContentPartPr>
            <p14:xfrm>
              <a:off x="5603885" y="3918580"/>
              <a:ext cx="315400" cy="109402"/>
            </p14:xfrm>
          </p:contentPart>
        </mc:Choice>
        <mc:Fallback xmlns="">
          <p:sp>
            <p:nvSpPr>
              <p:cNvPr id="1051491" name=""/>
              <p:cNvSpPr/>
              <p:nvPr/>
            </p:nvSpPr>
            <p:spPr>
              <a:xfrm>
                <a:off x="5603885" y="3918580"/>
                <a:ext cx="315400" cy="10940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492" name="Ink 1051491"/>
              <p14:cNvContentPartPr/>
              <p14:nvPr/>
            </p14:nvContentPartPr>
            <p14:xfrm>
              <a:off x="4350545" y="4538290"/>
              <a:ext cx="1457961" cy="15581"/>
            </p14:xfrm>
          </p:contentPart>
        </mc:Choice>
        <mc:Fallback xmlns="">
          <p:sp>
            <p:nvSpPr>
              <p:cNvPr id="1051492" name=""/>
              <p:cNvSpPr/>
              <p:nvPr/>
            </p:nvSpPr>
            <p:spPr>
              <a:xfrm>
                <a:off x="4350545" y="4538290"/>
                <a:ext cx="1457961" cy="1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493" name="Ink 1051492"/>
              <p14:cNvContentPartPr/>
              <p14:nvPr/>
            </p14:nvContentPartPr>
            <p14:xfrm>
              <a:off x="2947947" y="4991958"/>
              <a:ext cx="251014" cy="160545"/>
            </p14:xfrm>
          </p:contentPart>
        </mc:Choice>
        <mc:Fallback xmlns="">
          <p:sp>
            <p:nvSpPr>
              <p:cNvPr id="1051493" name=""/>
              <p:cNvSpPr/>
              <p:nvPr/>
            </p:nvSpPr>
            <p:spPr>
              <a:xfrm>
                <a:off x="2947947" y="4991958"/>
                <a:ext cx="251014" cy="16054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494" name="Ink 1051493"/>
              <p14:cNvContentPartPr/>
              <p14:nvPr/>
            </p14:nvContentPartPr>
            <p14:xfrm>
              <a:off x="1326740" y="4456433"/>
              <a:ext cx="2291115" cy="46678"/>
            </p14:xfrm>
          </p:contentPart>
        </mc:Choice>
        <mc:Fallback xmlns="">
          <p:sp>
            <p:nvSpPr>
              <p:cNvPr id="1051494" name=""/>
              <p:cNvSpPr/>
              <p:nvPr/>
            </p:nvSpPr>
            <p:spPr>
              <a:xfrm>
                <a:off x="1326740" y="4456433"/>
                <a:ext cx="2291115" cy="4667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495" name="Ink 1051494"/>
              <p14:cNvContentPartPr/>
              <p14:nvPr/>
            </p14:nvContentPartPr>
            <p14:xfrm>
              <a:off x="3942364" y="5028215"/>
              <a:ext cx="1632351" cy="195091"/>
            </p14:xfrm>
          </p:contentPart>
        </mc:Choice>
        <mc:Fallback xmlns="">
          <p:sp>
            <p:nvSpPr>
              <p:cNvPr id="1051495" name=""/>
              <p:cNvSpPr/>
              <p:nvPr/>
            </p:nvSpPr>
            <p:spPr>
              <a:xfrm>
                <a:off x="3942364" y="5028215"/>
                <a:ext cx="1632351" cy="1950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496" name="Ink 1051495"/>
              <p14:cNvContentPartPr/>
              <p14:nvPr/>
            </p14:nvContentPartPr>
            <p14:xfrm>
              <a:off x="7652868" y="3838252"/>
              <a:ext cx="154899" cy="10820"/>
            </p14:xfrm>
          </p:contentPart>
        </mc:Choice>
        <mc:Fallback xmlns="">
          <p:sp>
            <p:nvSpPr>
              <p:cNvPr id="1051496" name=""/>
              <p:cNvSpPr/>
              <p:nvPr/>
            </p:nvSpPr>
            <p:spPr>
              <a:xfrm>
                <a:off x="7652868" y="3838252"/>
                <a:ext cx="154899" cy="108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497" name="Ink 1051496"/>
              <p14:cNvContentPartPr/>
              <p14:nvPr/>
            </p14:nvContentPartPr>
            <p14:xfrm>
              <a:off x="7652868" y="3925964"/>
              <a:ext cx="132767" cy="14787"/>
            </p14:xfrm>
          </p:contentPart>
        </mc:Choice>
        <mc:Fallback xmlns="">
          <p:sp>
            <p:nvSpPr>
              <p:cNvPr id="1051497" name=""/>
              <p:cNvSpPr/>
              <p:nvPr/>
            </p:nvSpPr>
            <p:spPr>
              <a:xfrm>
                <a:off x="7652868" y="3925964"/>
                <a:ext cx="132767" cy="14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498" name="Ink 1051497"/>
              <p14:cNvContentPartPr/>
              <p14:nvPr/>
            </p14:nvContentPartPr>
            <p14:xfrm>
              <a:off x="8010251" y="3707206"/>
              <a:ext cx="247624" cy="244022"/>
            </p14:xfrm>
          </p:contentPart>
        </mc:Choice>
        <mc:Fallback xmlns="">
          <p:sp>
            <p:nvSpPr>
              <p:cNvPr id="1051498" name=""/>
              <p:cNvSpPr/>
              <p:nvPr/>
            </p:nvSpPr>
            <p:spPr>
              <a:xfrm>
                <a:off x="8010251" y="3707206"/>
                <a:ext cx="247624" cy="24402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499" name="Ink 1051498"/>
              <p14:cNvContentPartPr/>
              <p14:nvPr/>
            </p14:nvContentPartPr>
            <p14:xfrm>
              <a:off x="8044945" y="3740212"/>
              <a:ext cx="220487" cy="193288"/>
            </p14:xfrm>
          </p:contentPart>
        </mc:Choice>
        <mc:Fallback xmlns="">
          <p:sp>
            <p:nvSpPr>
              <p:cNvPr id="1051499" name=""/>
              <p:cNvSpPr/>
              <p:nvPr/>
            </p:nvSpPr>
            <p:spPr>
              <a:xfrm>
                <a:off x="8044945" y="3740212"/>
                <a:ext cx="220487" cy="19328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500" name="Ink 1051499"/>
              <p14:cNvContentPartPr/>
              <p14:nvPr/>
            </p14:nvContentPartPr>
            <p14:xfrm>
              <a:off x="8441843" y="3718073"/>
              <a:ext cx="543512" cy="281440"/>
            </p14:xfrm>
          </p:contentPart>
        </mc:Choice>
        <mc:Fallback xmlns="">
          <p:sp>
            <p:nvSpPr>
              <p:cNvPr id="1051500" name=""/>
              <p:cNvSpPr/>
              <p:nvPr/>
            </p:nvSpPr>
            <p:spPr>
              <a:xfrm>
                <a:off x="8441843" y="3718073"/>
                <a:ext cx="543512" cy="2814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501" name="Ink 1051500"/>
              <p14:cNvContentPartPr/>
              <p14:nvPr/>
            </p14:nvContentPartPr>
            <p14:xfrm>
              <a:off x="9217084" y="3758716"/>
              <a:ext cx="314974" cy="180073"/>
            </p14:xfrm>
          </p:contentPart>
        </mc:Choice>
        <mc:Fallback xmlns="">
          <p:sp>
            <p:nvSpPr>
              <p:cNvPr id="1051501" name=""/>
              <p:cNvSpPr/>
              <p:nvPr/>
            </p:nvSpPr>
            <p:spPr>
              <a:xfrm>
                <a:off x="9217084" y="3758716"/>
                <a:ext cx="314974" cy="18007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502" name="Ink 1051501"/>
              <p14:cNvContentPartPr/>
              <p14:nvPr/>
            </p14:nvContentPartPr>
            <p14:xfrm>
              <a:off x="9574355" y="3583182"/>
              <a:ext cx="146474" cy="301643"/>
            </p14:xfrm>
          </p:contentPart>
        </mc:Choice>
        <mc:Fallback xmlns="">
          <p:sp>
            <p:nvSpPr>
              <p:cNvPr id="1051502" name=""/>
              <p:cNvSpPr/>
              <p:nvPr/>
            </p:nvSpPr>
            <p:spPr>
              <a:xfrm>
                <a:off x="9574355" y="3583182"/>
                <a:ext cx="146474" cy="30164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503" name="Ink 1051502"/>
              <p14:cNvContentPartPr/>
              <p14:nvPr/>
            </p14:nvContentPartPr>
            <p14:xfrm>
              <a:off x="9749279" y="3854904"/>
              <a:ext cx="177877" cy="5581"/>
            </p14:xfrm>
          </p:contentPart>
        </mc:Choice>
        <mc:Fallback xmlns="">
          <p:sp>
            <p:nvSpPr>
              <p:cNvPr id="1051503" name=""/>
              <p:cNvSpPr/>
              <p:nvPr/>
            </p:nvSpPr>
            <p:spPr>
              <a:xfrm>
                <a:off x="9749279" y="3854904"/>
                <a:ext cx="177877" cy="55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504" name="Ink 1051503"/>
              <p14:cNvContentPartPr/>
              <p14:nvPr/>
            </p14:nvContentPartPr>
            <p14:xfrm>
              <a:off x="9828259" y="3758716"/>
              <a:ext cx="8499" cy="197369"/>
            </p14:xfrm>
          </p:contentPart>
        </mc:Choice>
        <mc:Fallback xmlns="">
          <p:sp>
            <p:nvSpPr>
              <p:cNvPr id="1051504" name=""/>
              <p:cNvSpPr/>
              <p:nvPr/>
            </p:nvSpPr>
            <p:spPr>
              <a:xfrm>
                <a:off x="9828259" y="3758716"/>
                <a:ext cx="8499" cy="1973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505" name="Ink 1051504"/>
              <p14:cNvContentPartPr/>
              <p14:nvPr/>
            </p14:nvContentPartPr>
            <p14:xfrm>
              <a:off x="9982213" y="3722470"/>
              <a:ext cx="172183" cy="243681"/>
            </p14:xfrm>
          </p:contentPart>
        </mc:Choice>
        <mc:Fallback xmlns="">
          <p:sp>
            <p:nvSpPr>
              <p:cNvPr id="1051505" name=""/>
              <p:cNvSpPr/>
              <p:nvPr/>
            </p:nvSpPr>
            <p:spPr>
              <a:xfrm>
                <a:off x="9982213" y="3722470"/>
                <a:ext cx="172183" cy="24368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506" name="Ink 1051505"/>
              <p14:cNvContentPartPr/>
              <p14:nvPr/>
            </p14:nvContentPartPr>
            <p14:xfrm>
              <a:off x="10181808" y="3883170"/>
              <a:ext cx="167579" cy="6571"/>
            </p14:xfrm>
          </p:contentPart>
        </mc:Choice>
        <mc:Fallback xmlns="">
          <p:sp>
            <p:nvSpPr>
              <p:cNvPr id="1051506" name=""/>
              <p:cNvSpPr/>
              <p:nvPr/>
            </p:nvSpPr>
            <p:spPr>
              <a:xfrm>
                <a:off x="10181808" y="3883170"/>
                <a:ext cx="167579" cy="65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507" name="Ink 1051506"/>
              <p14:cNvContentPartPr/>
              <p14:nvPr/>
            </p14:nvContentPartPr>
            <p14:xfrm>
              <a:off x="10427445" y="3678450"/>
              <a:ext cx="102950" cy="152691"/>
            </p14:xfrm>
          </p:contentPart>
        </mc:Choice>
        <mc:Fallback xmlns="">
          <p:sp>
            <p:nvSpPr>
              <p:cNvPr id="1051507" name=""/>
              <p:cNvSpPr/>
              <p:nvPr/>
            </p:nvSpPr>
            <p:spPr>
              <a:xfrm>
                <a:off x="10427445" y="3678450"/>
                <a:ext cx="102950" cy="1526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508" name="Ink 1051507"/>
              <p14:cNvContentPartPr/>
              <p14:nvPr/>
            </p14:nvContentPartPr>
            <p14:xfrm>
              <a:off x="10412520" y="3649928"/>
              <a:ext cx="218380" cy="6267"/>
            </p14:xfrm>
          </p:contentPart>
        </mc:Choice>
        <mc:Fallback xmlns="">
          <p:sp>
            <p:nvSpPr>
              <p:cNvPr id="1051508" name=""/>
              <p:cNvSpPr/>
              <p:nvPr/>
            </p:nvSpPr>
            <p:spPr>
              <a:xfrm>
                <a:off x="10412520" y="3649928"/>
                <a:ext cx="218380" cy="6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509" name="Ink 1051508"/>
              <p14:cNvContentPartPr/>
              <p14:nvPr/>
            </p14:nvContentPartPr>
            <p14:xfrm>
              <a:off x="10493278" y="3734211"/>
              <a:ext cx="148176" cy="297577"/>
            </p14:xfrm>
          </p:contentPart>
        </mc:Choice>
        <mc:Fallback xmlns="">
          <p:sp>
            <p:nvSpPr>
              <p:cNvPr id="1051509" name=""/>
              <p:cNvSpPr/>
              <p:nvPr/>
            </p:nvSpPr>
            <p:spPr>
              <a:xfrm>
                <a:off x="10493278" y="3734211"/>
                <a:ext cx="148176" cy="2975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510" name="Ink 1051509"/>
              <p14:cNvContentPartPr/>
              <p14:nvPr/>
            </p14:nvContentPartPr>
            <p14:xfrm>
              <a:off x="10549436" y="3918857"/>
              <a:ext cx="181708" cy="172789"/>
            </p14:xfrm>
          </p:contentPart>
        </mc:Choice>
        <mc:Fallback xmlns="">
          <p:sp>
            <p:nvSpPr>
              <p:cNvPr id="1051510" name=""/>
              <p:cNvSpPr/>
              <p:nvPr/>
            </p:nvSpPr>
            <p:spPr>
              <a:xfrm>
                <a:off x="10549436" y="3918857"/>
                <a:ext cx="181708" cy="172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511" name="Ink 1051510"/>
              <p14:cNvContentPartPr/>
              <p14:nvPr/>
            </p14:nvContentPartPr>
            <p14:xfrm>
              <a:off x="10831158" y="3661197"/>
              <a:ext cx="127101" cy="559114"/>
            </p14:xfrm>
          </p:contentPart>
        </mc:Choice>
        <mc:Fallback xmlns="">
          <p:sp>
            <p:nvSpPr>
              <p:cNvPr id="1051511" name=""/>
              <p:cNvSpPr/>
              <p:nvPr/>
            </p:nvSpPr>
            <p:spPr>
              <a:xfrm>
                <a:off x="10831158" y="3661197"/>
                <a:ext cx="127101" cy="55911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512" name="Ink 1051511"/>
              <p14:cNvContentPartPr/>
              <p14:nvPr/>
            </p14:nvContentPartPr>
            <p14:xfrm>
              <a:off x="9115270" y="3546674"/>
              <a:ext cx="158805" cy="715140"/>
            </p14:xfrm>
          </p:contentPart>
        </mc:Choice>
        <mc:Fallback xmlns="">
          <p:sp>
            <p:nvSpPr>
              <p:cNvPr id="1051512" name=""/>
              <p:cNvSpPr/>
              <p:nvPr/>
            </p:nvSpPr>
            <p:spPr>
              <a:xfrm>
                <a:off x="9115270" y="3546674"/>
                <a:ext cx="158805" cy="7151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513" name="Ink 1051512"/>
              <p14:cNvContentPartPr/>
              <p14:nvPr/>
            </p14:nvContentPartPr>
            <p14:xfrm>
              <a:off x="8384555" y="3626940"/>
              <a:ext cx="212054" cy="408738"/>
            </p14:xfrm>
          </p:contentPart>
        </mc:Choice>
        <mc:Fallback xmlns="">
          <p:sp>
            <p:nvSpPr>
              <p:cNvPr id="1051513" name=""/>
              <p:cNvSpPr/>
              <p:nvPr/>
            </p:nvSpPr>
            <p:spPr>
              <a:xfrm>
                <a:off x="8384555" y="3626940"/>
                <a:ext cx="212054" cy="40873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514" name="Ink 1051513"/>
              <p14:cNvContentPartPr/>
              <p14:nvPr/>
            </p14:nvContentPartPr>
            <p14:xfrm>
              <a:off x="8655024" y="3714957"/>
              <a:ext cx="40228" cy="270049"/>
            </p14:xfrm>
          </p:contentPart>
        </mc:Choice>
        <mc:Fallback xmlns="">
          <p:sp>
            <p:nvSpPr>
              <p:cNvPr id="1051514" name=""/>
              <p:cNvSpPr/>
              <p:nvPr/>
            </p:nvSpPr>
            <p:spPr>
              <a:xfrm>
                <a:off x="8655024" y="3714957"/>
                <a:ext cx="40228" cy="27004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515" name="Ink 1051514"/>
              <p14:cNvContentPartPr/>
              <p14:nvPr/>
            </p14:nvContentPartPr>
            <p14:xfrm>
              <a:off x="8798426" y="3729460"/>
              <a:ext cx="216935" cy="326552"/>
            </p14:xfrm>
          </p:contentPart>
        </mc:Choice>
        <mc:Fallback xmlns="">
          <p:sp>
            <p:nvSpPr>
              <p:cNvPr id="1051515" name=""/>
              <p:cNvSpPr/>
              <p:nvPr/>
            </p:nvSpPr>
            <p:spPr>
              <a:xfrm>
                <a:off x="8798426" y="3729460"/>
                <a:ext cx="216935" cy="3265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516" name="Ink 1051515"/>
              <p14:cNvContentPartPr/>
              <p14:nvPr/>
            </p14:nvContentPartPr>
            <p14:xfrm>
              <a:off x="8769531" y="3583182"/>
              <a:ext cx="1" cy="80265"/>
            </p14:xfrm>
          </p:contentPart>
        </mc:Choice>
        <mc:Fallback xmlns="">
          <p:sp>
            <p:nvSpPr>
              <p:cNvPr id="1051516" name=""/>
              <p:cNvSpPr/>
              <p:nvPr/>
            </p:nvSpPr>
            <p:spPr>
              <a:xfrm>
                <a:off x="8769531" y="3583182"/>
                <a:ext cx="1" cy="802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517" name="Ink 1051516"/>
              <p14:cNvContentPartPr/>
              <p14:nvPr/>
            </p14:nvContentPartPr>
            <p14:xfrm>
              <a:off x="8420361" y="3626940"/>
              <a:ext cx="169135" cy="391601"/>
            </p14:xfrm>
          </p:contentPart>
        </mc:Choice>
        <mc:Fallback xmlns="">
          <p:sp>
            <p:nvSpPr>
              <p:cNvPr id="1051517" name=""/>
              <p:cNvSpPr/>
              <p:nvPr/>
            </p:nvSpPr>
            <p:spPr>
              <a:xfrm>
                <a:off x="8420361" y="3626940"/>
                <a:ext cx="169135" cy="3916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518" name="Ink 1051517"/>
              <p14:cNvContentPartPr/>
              <p14:nvPr/>
            </p14:nvContentPartPr>
            <p14:xfrm>
              <a:off x="8646008" y="3729460"/>
              <a:ext cx="1278" cy="247258"/>
            </p14:xfrm>
          </p:contentPart>
        </mc:Choice>
        <mc:Fallback xmlns="">
          <p:sp>
            <p:nvSpPr>
              <p:cNvPr id="1051518" name=""/>
              <p:cNvSpPr/>
              <p:nvPr/>
            </p:nvSpPr>
            <p:spPr>
              <a:xfrm>
                <a:off x="8646008" y="3729460"/>
                <a:ext cx="1278" cy="24725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519" name="Ink 1051518"/>
              <p14:cNvContentPartPr/>
              <p14:nvPr/>
            </p14:nvContentPartPr>
            <p14:xfrm>
              <a:off x="8769532" y="3626940"/>
              <a:ext cx="7355" cy="31492"/>
            </p14:xfrm>
          </p:contentPart>
        </mc:Choice>
        <mc:Fallback xmlns="">
          <p:sp>
            <p:nvSpPr>
              <p:cNvPr id="1051519" name=""/>
              <p:cNvSpPr/>
              <p:nvPr/>
            </p:nvSpPr>
            <p:spPr>
              <a:xfrm>
                <a:off x="8769532" y="3626940"/>
                <a:ext cx="7355" cy="314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520" name="Ink 1051519"/>
              <p14:cNvContentPartPr/>
              <p14:nvPr/>
            </p14:nvContentPartPr>
            <p14:xfrm>
              <a:off x="8776644" y="3904244"/>
              <a:ext cx="28895" cy="95269"/>
            </p14:xfrm>
          </p:contentPart>
        </mc:Choice>
        <mc:Fallback xmlns="">
          <p:sp>
            <p:nvSpPr>
              <p:cNvPr id="1051520" name=""/>
              <p:cNvSpPr/>
              <p:nvPr/>
            </p:nvSpPr>
            <p:spPr>
              <a:xfrm>
                <a:off x="8776644" y="3904244"/>
                <a:ext cx="28895" cy="9526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521" name="Ink 1051520"/>
              <p14:cNvContentPartPr/>
              <p14:nvPr/>
            </p14:nvContentPartPr>
            <p14:xfrm>
              <a:off x="6420627" y="5473302"/>
              <a:ext cx="246396" cy="298434"/>
            </p14:xfrm>
          </p:contentPart>
        </mc:Choice>
        <mc:Fallback xmlns="">
          <p:sp>
            <p:nvSpPr>
              <p:cNvPr id="1051521" name=""/>
              <p:cNvSpPr/>
              <p:nvPr/>
            </p:nvSpPr>
            <p:spPr>
              <a:xfrm>
                <a:off x="6420627" y="5473302"/>
                <a:ext cx="246396" cy="2984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522" name="Ink 1051521"/>
              <p14:cNvContentPartPr/>
              <p14:nvPr/>
            </p14:nvContentPartPr>
            <p14:xfrm>
              <a:off x="6610887" y="5502558"/>
              <a:ext cx="191592" cy="277554"/>
            </p14:xfrm>
          </p:contentPart>
        </mc:Choice>
        <mc:Fallback xmlns="">
          <p:sp>
            <p:nvSpPr>
              <p:cNvPr id="1051522" name=""/>
              <p:cNvSpPr/>
              <p:nvPr/>
            </p:nvSpPr>
            <p:spPr>
              <a:xfrm>
                <a:off x="6610887" y="5502558"/>
                <a:ext cx="191592" cy="27755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523" name="Ink 1051522"/>
              <p14:cNvContentPartPr/>
              <p14:nvPr/>
            </p14:nvContentPartPr>
            <p14:xfrm>
              <a:off x="6507478" y="5913230"/>
              <a:ext cx="316783" cy="12339"/>
            </p14:xfrm>
          </p:contentPart>
        </mc:Choice>
        <mc:Fallback xmlns="">
          <p:sp>
            <p:nvSpPr>
              <p:cNvPr id="1051523" name=""/>
              <p:cNvSpPr/>
              <p:nvPr/>
            </p:nvSpPr>
            <p:spPr>
              <a:xfrm>
                <a:off x="6507478" y="5913230"/>
                <a:ext cx="316783" cy="123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524" name="Ink 1051523"/>
              <p14:cNvContentPartPr/>
              <p14:nvPr/>
            </p14:nvContentPartPr>
            <p14:xfrm>
              <a:off x="6548809" y="5276263"/>
              <a:ext cx="8734" cy="109977"/>
            </p14:xfrm>
          </p:contentPart>
        </mc:Choice>
        <mc:Fallback xmlns="">
          <p:sp>
            <p:nvSpPr>
              <p:cNvPr id="1051524" name=""/>
              <p:cNvSpPr/>
              <p:nvPr/>
            </p:nvSpPr>
            <p:spPr>
              <a:xfrm>
                <a:off x="6548809" y="5276263"/>
                <a:ext cx="8734" cy="1099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525" name="Ink 1051524"/>
              <p14:cNvContentPartPr/>
              <p14:nvPr/>
            </p14:nvContentPartPr>
            <p14:xfrm>
              <a:off x="6672284" y="5269262"/>
              <a:ext cx="7949" cy="151627"/>
            </p14:xfrm>
          </p:contentPart>
        </mc:Choice>
        <mc:Fallback xmlns="">
          <p:sp>
            <p:nvSpPr>
              <p:cNvPr id="1051525" name=""/>
              <p:cNvSpPr/>
              <p:nvPr/>
            </p:nvSpPr>
            <p:spPr>
              <a:xfrm>
                <a:off x="6672284" y="5269262"/>
                <a:ext cx="7949" cy="15162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51526" name="Ink 1051525"/>
              <p14:cNvContentPartPr/>
              <p14:nvPr/>
            </p14:nvContentPartPr>
            <p14:xfrm>
              <a:off x="6982960" y="5780112"/>
              <a:ext cx="288056" cy="14252"/>
            </p14:xfrm>
          </p:contentPart>
        </mc:Choice>
        <mc:Fallback xmlns="">
          <p:sp>
            <p:nvSpPr>
              <p:cNvPr id="1051526" name=""/>
              <p:cNvSpPr/>
              <p:nvPr/>
            </p:nvSpPr>
            <p:spPr>
              <a:xfrm>
                <a:off x="6982960" y="5780112"/>
                <a:ext cx="288056" cy="1425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1527" name="Ink 1051526"/>
              <p14:cNvContentPartPr/>
              <p14:nvPr/>
            </p14:nvContentPartPr>
            <p14:xfrm>
              <a:off x="7105206" y="5597326"/>
              <a:ext cx="50676" cy="328565"/>
            </p14:xfrm>
          </p:contentPart>
        </mc:Choice>
        <mc:Fallback xmlns="">
          <p:sp>
            <p:nvSpPr>
              <p:cNvPr id="1051527" name=""/>
              <p:cNvSpPr/>
              <p:nvPr/>
            </p:nvSpPr>
            <p:spPr>
              <a:xfrm>
                <a:off x="7105206" y="5597326"/>
                <a:ext cx="50676" cy="3285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51528" name="Ink 1051527"/>
              <p14:cNvContentPartPr/>
              <p14:nvPr/>
            </p14:nvContentPartPr>
            <p14:xfrm>
              <a:off x="7345583" y="5476317"/>
              <a:ext cx="134362" cy="354805"/>
            </p14:xfrm>
          </p:contentPart>
        </mc:Choice>
        <mc:Fallback xmlns="">
          <p:sp>
            <p:nvSpPr>
              <p:cNvPr id="1051528" name=""/>
              <p:cNvSpPr/>
              <p:nvPr/>
            </p:nvSpPr>
            <p:spPr>
              <a:xfrm>
                <a:off x="7345583" y="5476317"/>
                <a:ext cx="134362" cy="3548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1529" name="Ink 1051528"/>
              <p14:cNvContentPartPr/>
              <p14:nvPr/>
            </p14:nvContentPartPr>
            <p14:xfrm>
              <a:off x="7601145" y="5495556"/>
              <a:ext cx="180961" cy="560010"/>
            </p14:xfrm>
          </p:contentPart>
        </mc:Choice>
        <mc:Fallback xmlns="">
          <p:sp>
            <p:nvSpPr>
              <p:cNvPr id="1051529" name=""/>
              <p:cNvSpPr/>
              <p:nvPr/>
            </p:nvSpPr>
            <p:spPr>
              <a:xfrm>
                <a:off x="7601145" y="5495556"/>
                <a:ext cx="180961" cy="56001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51530" name="Ink 1051529"/>
              <p14:cNvContentPartPr/>
              <p14:nvPr/>
            </p14:nvContentPartPr>
            <p14:xfrm>
              <a:off x="7919587" y="5590075"/>
              <a:ext cx="162442" cy="274797"/>
            </p14:xfrm>
          </p:contentPart>
        </mc:Choice>
        <mc:Fallback xmlns="">
          <p:sp>
            <p:nvSpPr>
              <p:cNvPr id="1051530" name=""/>
              <p:cNvSpPr/>
              <p:nvPr/>
            </p:nvSpPr>
            <p:spPr>
              <a:xfrm>
                <a:off x="7919587" y="5590075"/>
                <a:ext cx="162442" cy="274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1531" name="Ink 1051530"/>
              <p14:cNvContentPartPr/>
              <p14:nvPr/>
            </p14:nvContentPartPr>
            <p14:xfrm>
              <a:off x="8051763" y="5612079"/>
              <a:ext cx="143793" cy="288261"/>
            </p14:xfrm>
          </p:contentPart>
        </mc:Choice>
        <mc:Fallback xmlns="">
          <p:sp>
            <p:nvSpPr>
              <p:cNvPr id="1051531" name=""/>
              <p:cNvSpPr/>
              <p:nvPr/>
            </p:nvSpPr>
            <p:spPr>
              <a:xfrm>
                <a:off x="8051763" y="5612079"/>
                <a:ext cx="143793" cy="28826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1532" name="Ink 1051531"/>
              <p14:cNvContentPartPr/>
              <p14:nvPr/>
            </p14:nvContentPartPr>
            <p14:xfrm>
              <a:off x="7960001" y="5969899"/>
              <a:ext cx="276537" cy="11335"/>
            </p14:xfrm>
          </p:contentPart>
        </mc:Choice>
        <mc:Fallback xmlns="">
          <p:sp>
            <p:nvSpPr>
              <p:cNvPr id="1051532" name=""/>
              <p:cNvSpPr/>
              <p:nvPr/>
            </p:nvSpPr>
            <p:spPr>
              <a:xfrm>
                <a:off x="7960001" y="5969899"/>
                <a:ext cx="276537" cy="113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51533" name="Ink 1051532"/>
              <p14:cNvContentPartPr/>
              <p14:nvPr/>
            </p14:nvContentPartPr>
            <p14:xfrm>
              <a:off x="8010859" y="5393036"/>
              <a:ext cx="23862" cy="114779"/>
            </p14:xfrm>
          </p:contentPart>
        </mc:Choice>
        <mc:Fallback xmlns="">
          <p:sp>
            <p:nvSpPr>
              <p:cNvPr id="1051533" name=""/>
              <p:cNvSpPr/>
              <p:nvPr/>
            </p:nvSpPr>
            <p:spPr>
              <a:xfrm>
                <a:off x="8010859" y="5393036"/>
                <a:ext cx="23862" cy="11477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51534" name="Ink 1051533"/>
              <p14:cNvContentPartPr/>
              <p14:nvPr/>
            </p14:nvContentPartPr>
            <p14:xfrm>
              <a:off x="8351671" y="5845875"/>
              <a:ext cx="252049" cy="14271"/>
            </p14:xfrm>
          </p:contentPart>
        </mc:Choice>
        <mc:Fallback xmlns="">
          <p:sp>
            <p:nvSpPr>
              <p:cNvPr id="1051534" name=""/>
              <p:cNvSpPr/>
              <p:nvPr/>
            </p:nvSpPr>
            <p:spPr>
              <a:xfrm>
                <a:off x="8351671" y="5845875"/>
                <a:ext cx="252049" cy="142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51535" name="Ink 1051534"/>
              <p14:cNvContentPartPr/>
              <p14:nvPr/>
            </p14:nvContentPartPr>
            <p14:xfrm>
              <a:off x="8436931" y="5736103"/>
              <a:ext cx="12576" cy="178283"/>
            </p14:xfrm>
          </p:contentPart>
        </mc:Choice>
        <mc:Fallback xmlns="">
          <p:sp>
            <p:nvSpPr>
              <p:cNvPr id="1051535" name=""/>
              <p:cNvSpPr/>
              <p:nvPr/>
            </p:nvSpPr>
            <p:spPr>
              <a:xfrm>
                <a:off x="8436931" y="5736103"/>
                <a:ext cx="12576" cy="178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51536" name="Ink 1051535"/>
              <p14:cNvContentPartPr/>
              <p14:nvPr/>
            </p14:nvContentPartPr>
            <p14:xfrm>
              <a:off x="8683273" y="5706848"/>
              <a:ext cx="259583" cy="260503"/>
            </p14:xfrm>
          </p:contentPart>
        </mc:Choice>
        <mc:Fallback xmlns="">
          <p:sp>
            <p:nvSpPr>
              <p:cNvPr id="1051536" name=""/>
              <p:cNvSpPr/>
              <p:nvPr/>
            </p:nvSpPr>
            <p:spPr>
              <a:xfrm>
                <a:off x="8683273" y="5706848"/>
                <a:ext cx="259583" cy="26050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51537" name="Ink 1051536"/>
              <p14:cNvContentPartPr/>
              <p14:nvPr/>
            </p14:nvContentPartPr>
            <p14:xfrm>
              <a:off x="8957297" y="5928330"/>
              <a:ext cx="84882" cy="173851"/>
            </p14:xfrm>
          </p:contentPart>
        </mc:Choice>
        <mc:Fallback xmlns="">
          <p:sp>
            <p:nvSpPr>
              <p:cNvPr id="1051537" name=""/>
              <p:cNvSpPr/>
              <p:nvPr/>
            </p:nvSpPr>
            <p:spPr>
              <a:xfrm>
                <a:off x="8957297" y="5928330"/>
                <a:ext cx="84882" cy="1738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1538" name="Ink 1051537"/>
              <p14:cNvContentPartPr/>
              <p14:nvPr/>
            </p14:nvContentPartPr>
            <p14:xfrm>
              <a:off x="8812651" y="5408039"/>
              <a:ext cx="173957" cy="281383"/>
            </p14:xfrm>
          </p:contentPart>
        </mc:Choice>
        <mc:Fallback xmlns="">
          <p:sp>
            <p:nvSpPr>
              <p:cNvPr id="1051538" name=""/>
              <p:cNvSpPr/>
              <p:nvPr/>
            </p:nvSpPr>
            <p:spPr>
              <a:xfrm>
                <a:off x="8812651" y="5408039"/>
                <a:ext cx="173957" cy="2813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1539" name="Ink 1051538"/>
              <p14:cNvContentPartPr/>
              <p14:nvPr/>
            </p14:nvContentPartPr>
            <p14:xfrm>
              <a:off x="9156231" y="5633833"/>
              <a:ext cx="103174" cy="470456"/>
            </p14:xfrm>
          </p:contentPart>
        </mc:Choice>
        <mc:Fallback xmlns="">
          <p:sp>
            <p:nvSpPr>
              <p:cNvPr id="1051539" name=""/>
              <p:cNvSpPr/>
              <p:nvPr/>
            </p:nvSpPr>
            <p:spPr>
              <a:xfrm>
                <a:off x="9156231" y="5633833"/>
                <a:ext cx="103174" cy="47045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51540" name="Ink 1051539"/>
              <p14:cNvContentPartPr/>
              <p14:nvPr/>
            </p14:nvContentPartPr>
            <p14:xfrm>
              <a:off x="9094040" y="5670341"/>
              <a:ext cx="173871" cy="342590"/>
            </p14:xfrm>
          </p:contentPart>
        </mc:Choice>
        <mc:Fallback xmlns="">
          <p:sp>
            <p:nvSpPr>
              <p:cNvPr id="1051540" name=""/>
              <p:cNvSpPr/>
              <p:nvPr/>
            </p:nvSpPr>
            <p:spPr>
              <a:xfrm>
                <a:off x="9094040" y="5670341"/>
                <a:ext cx="173871" cy="342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51541" name="Ink 1051540"/>
              <p14:cNvContentPartPr/>
              <p14:nvPr/>
            </p14:nvContentPartPr>
            <p14:xfrm>
              <a:off x="9130047" y="6131276"/>
              <a:ext cx="242566" cy="12595"/>
            </p14:xfrm>
          </p:contentPart>
        </mc:Choice>
        <mc:Fallback xmlns="">
          <p:sp>
            <p:nvSpPr>
              <p:cNvPr id="1051541" name=""/>
              <p:cNvSpPr/>
              <p:nvPr/>
            </p:nvSpPr>
            <p:spPr>
              <a:xfrm>
                <a:off x="9130047" y="6131276"/>
                <a:ext cx="242566" cy="125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51542" name="Ink 1051541"/>
              <p14:cNvContentPartPr/>
              <p14:nvPr/>
            </p14:nvContentPartPr>
            <p14:xfrm>
              <a:off x="9454110" y="5919859"/>
              <a:ext cx="158499" cy="13283"/>
            </p14:xfrm>
          </p:contentPart>
        </mc:Choice>
        <mc:Fallback xmlns="">
          <p:sp>
            <p:nvSpPr>
              <p:cNvPr id="1051542" name=""/>
              <p:cNvSpPr/>
              <p:nvPr/>
            </p:nvSpPr>
            <p:spPr>
              <a:xfrm>
                <a:off x="9454110" y="5919859"/>
                <a:ext cx="158499" cy="1328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51543" name="Ink 1051542"/>
              <p14:cNvContentPartPr/>
              <p14:nvPr/>
            </p14:nvContentPartPr>
            <p14:xfrm>
              <a:off x="9475892" y="6028161"/>
              <a:ext cx="160203" cy="4840"/>
            </p14:xfrm>
          </p:contentPart>
        </mc:Choice>
        <mc:Fallback xmlns="">
          <p:sp>
            <p:nvSpPr>
              <p:cNvPr id="1051543" name=""/>
              <p:cNvSpPr/>
              <p:nvPr/>
            </p:nvSpPr>
            <p:spPr>
              <a:xfrm>
                <a:off x="9475892" y="6028161"/>
                <a:ext cx="160203" cy="484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51544" name="Ink 1051543"/>
              <p14:cNvContentPartPr/>
              <p14:nvPr/>
            </p14:nvContentPartPr>
            <p14:xfrm>
              <a:off x="9720829" y="5590963"/>
              <a:ext cx="218890" cy="398213"/>
            </p14:xfrm>
          </p:contentPart>
        </mc:Choice>
        <mc:Fallback xmlns="">
          <p:sp>
            <p:nvSpPr>
              <p:cNvPr id="1051544" name=""/>
              <p:cNvSpPr/>
              <p:nvPr/>
            </p:nvSpPr>
            <p:spPr>
              <a:xfrm>
                <a:off x="9720829" y="5590963"/>
                <a:ext cx="218890" cy="398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51545" name="Ink 1051544"/>
              <p14:cNvContentPartPr/>
              <p14:nvPr/>
            </p14:nvContentPartPr>
            <p14:xfrm>
              <a:off x="9742167" y="5772861"/>
              <a:ext cx="211889" cy="32789"/>
            </p14:xfrm>
          </p:contentPart>
        </mc:Choice>
        <mc:Fallback xmlns="">
          <p:sp>
            <p:nvSpPr>
              <p:cNvPr id="1051545" name=""/>
              <p:cNvSpPr/>
              <p:nvPr/>
            </p:nvSpPr>
            <p:spPr>
              <a:xfrm>
                <a:off x="9742167" y="5772861"/>
                <a:ext cx="211889" cy="3278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51546" name="Ink 1051545"/>
              <p14:cNvContentPartPr/>
              <p14:nvPr/>
            </p14:nvContentPartPr>
            <p14:xfrm>
              <a:off x="9677265" y="6012299"/>
              <a:ext cx="275704" cy="46935"/>
            </p14:xfrm>
          </p:contentPart>
        </mc:Choice>
        <mc:Fallback xmlns="">
          <p:sp>
            <p:nvSpPr>
              <p:cNvPr id="1051546" name=""/>
              <p:cNvSpPr/>
              <p:nvPr/>
            </p:nvSpPr>
            <p:spPr>
              <a:xfrm>
                <a:off x="9677265" y="6012299"/>
                <a:ext cx="275704" cy="469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1547" name="Ink 1051546"/>
              <p14:cNvContentPartPr/>
              <p14:nvPr/>
            </p14:nvContentPartPr>
            <p14:xfrm>
              <a:off x="8985574" y="5656088"/>
              <a:ext cx="247489" cy="369370"/>
            </p14:xfrm>
          </p:contentPart>
        </mc:Choice>
        <mc:Fallback xmlns="">
          <p:sp>
            <p:nvSpPr>
              <p:cNvPr id="1051547" name=""/>
              <p:cNvSpPr/>
              <p:nvPr/>
            </p:nvSpPr>
            <p:spPr>
              <a:xfrm>
                <a:off x="8985574" y="5656088"/>
                <a:ext cx="247489" cy="3693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51548" name="Ink 1051547"/>
              <p14:cNvContentPartPr/>
              <p14:nvPr/>
            </p14:nvContentPartPr>
            <p14:xfrm>
              <a:off x="9178428" y="5641335"/>
              <a:ext cx="145879" cy="347001"/>
            </p14:xfrm>
          </p:contentPart>
        </mc:Choice>
        <mc:Fallback xmlns="">
          <p:sp>
            <p:nvSpPr>
              <p:cNvPr id="1051548" name=""/>
              <p:cNvSpPr/>
              <p:nvPr/>
            </p:nvSpPr>
            <p:spPr>
              <a:xfrm>
                <a:off x="9178428" y="5641335"/>
                <a:ext cx="145879" cy="3470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51549" name="Ink 1051548"/>
              <p14:cNvContentPartPr/>
              <p14:nvPr/>
            </p14:nvContentPartPr>
            <p14:xfrm>
              <a:off x="9036251" y="5626582"/>
              <a:ext cx="148934" cy="404948"/>
            </p14:xfrm>
          </p:contentPart>
        </mc:Choice>
        <mc:Fallback xmlns="">
          <p:sp>
            <p:nvSpPr>
              <p:cNvPr id="1051549" name=""/>
              <p:cNvSpPr/>
              <p:nvPr/>
            </p:nvSpPr>
            <p:spPr>
              <a:xfrm>
                <a:off x="9036251" y="5626582"/>
                <a:ext cx="148934" cy="4049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51550" name="Ink 1051549"/>
              <p14:cNvContentPartPr/>
              <p14:nvPr/>
            </p14:nvContentPartPr>
            <p14:xfrm>
              <a:off x="9151457" y="5648586"/>
              <a:ext cx="122618" cy="357570"/>
            </p14:xfrm>
          </p:contentPart>
        </mc:Choice>
        <mc:Fallback xmlns="">
          <p:sp>
            <p:nvSpPr>
              <p:cNvPr id="1051550" name=""/>
              <p:cNvSpPr/>
              <p:nvPr/>
            </p:nvSpPr>
            <p:spPr>
              <a:xfrm>
                <a:off x="9151457" y="5648586"/>
                <a:ext cx="122618" cy="357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1551" name="Ink 1051550"/>
              <p14:cNvContentPartPr/>
              <p14:nvPr/>
            </p14:nvContentPartPr>
            <p14:xfrm>
              <a:off x="3634251" y="4519327"/>
              <a:ext cx="264164" cy="768604"/>
            </p14:xfrm>
          </p:contentPart>
        </mc:Choice>
        <mc:Fallback xmlns="">
          <p:sp>
            <p:nvSpPr>
              <p:cNvPr id="1051551" name=""/>
              <p:cNvSpPr/>
              <p:nvPr/>
            </p:nvSpPr>
            <p:spPr>
              <a:xfrm>
                <a:off x="3634251" y="4519327"/>
                <a:ext cx="264164" cy="76860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1552" name="Ink 1051551"/>
              <p14:cNvContentPartPr/>
              <p14:nvPr/>
            </p14:nvContentPartPr>
            <p14:xfrm>
              <a:off x="5251274" y="4671785"/>
              <a:ext cx="262093" cy="542551"/>
            </p14:xfrm>
          </p:contentPart>
        </mc:Choice>
        <mc:Fallback xmlns="">
          <p:sp>
            <p:nvSpPr>
              <p:cNvPr id="1051552" name=""/>
              <p:cNvSpPr/>
              <p:nvPr/>
            </p:nvSpPr>
            <p:spPr>
              <a:xfrm>
                <a:off x="5251274" y="4671785"/>
                <a:ext cx="262093" cy="5425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51553" name="Ink 1051552"/>
              <p14:cNvContentPartPr/>
              <p14:nvPr/>
            </p14:nvContentPartPr>
            <p14:xfrm>
              <a:off x="10332521" y="4889438"/>
              <a:ext cx="195105" cy="460067"/>
            </p14:xfrm>
          </p:contentPart>
        </mc:Choice>
        <mc:Fallback xmlns="">
          <p:sp>
            <p:nvSpPr>
              <p:cNvPr id="1051553" name=""/>
              <p:cNvSpPr/>
              <p:nvPr/>
            </p:nvSpPr>
            <p:spPr>
              <a:xfrm>
                <a:off x="10332521" y="4889438"/>
                <a:ext cx="195105" cy="4600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51554" name="Ink 1051553"/>
              <p14:cNvContentPartPr/>
              <p14:nvPr/>
            </p14:nvContentPartPr>
            <p14:xfrm>
              <a:off x="10520541" y="4736658"/>
              <a:ext cx="136916" cy="240797"/>
            </p14:xfrm>
          </p:contentPart>
        </mc:Choice>
        <mc:Fallback xmlns="">
          <p:sp>
            <p:nvSpPr>
              <p:cNvPr id="1051554" name=""/>
              <p:cNvSpPr/>
              <p:nvPr/>
            </p:nvSpPr>
            <p:spPr>
              <a:xfrm>
                <a:off x="10520541" y="4736658"/>
                <a:ext cx="136916" cy="24079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51555" name="Ink 1051554"/>
              <p14:cNvContentPartPr/>
              <p14:nvPr/>
            </p14:nvContentPartPr>
            <p14:xfrm>
              <a:off x="10397851" y="4721655"/>
              <a:ext cx="21782" cy="73264"/>
            </p14:xfrm>
          </p:contentPart>
        </mc:Choice>
        <mc:Fallback xmlns="">
          <p:sp>
            <p:nvSpPr>
              <p:cNvPr id="1051555" name=""/>
              <p:cNvSpPr/>
              <p:nvPr/>
            </p:nvSpPr>
            <p:spPr>
              <a:xfrm>
                <a:off x="10397851" y="4721655"/>
                <a:ext cx="21782" cy="7326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51556" name="Ink 1051555"/>
              <p14:cNvContentPartPr/>
              <p14:nvPr/>
            </p14:nvContentPartPr>
            <p14:xfrm>
              <a:off x="10700577" y="5028215"/>
              <a:ext cx="126744" cy="40308"/>
            </p14:xfrm>
          </p:contentPart>
        </mc:Choice>
        <mc:Fallback xmlns="">
          <p:sp>
            <p:nvSpPr>
              <p:cNvPr id="1051556" name=""/>
              <p:cNvSpPr/>
              <p:nvPr/>
            </p:nvSpPr>
            <p:spPr>
              <a:xfrm>
                <a:off x="10700577" y="5028215"/>
                <a:ext cx="126744" cy="4030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51557" name="Ink 1051556"/>
              <p14:cNvContentPartPr/>
              <p14:nvPr/>
            </p14:nvContentPartPr>
            <p14:xfrm>
              <a:off x="10700577" y="5152239"/>
              <a:ext cx="159068" cy="23255"/>
            </p14:xfrm>
          </p:contentPart>
        </mc:Choice>
        <mc:Fallback xmlns="">
          <p:sp>
            <p:nvSpPr>
              <p:cNvPr id="1051557" name=""/>
              <p:cNvSpPr/>
              <p:nvPr/>
            </p:nvSpPr>
            <p:spPr>
              <a:xfrm>
                <a:off x="10700577" y="5152239"/>
                <a:ext cx="159068" cy="232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51558" name="Ink 1051557"/>
              <p14:cNvContentPartPr/>
              <p14:nvPr/>
            </p14:nvContentPartPr>
            <p14:xfrm>
              <a:off x="10945513" y="5137736"/>
              <a:ext cx="160470" cy="19835"/>
            </p14:xfrm>
          </p:contentPart>
        </mc:Choice>
        <mc:Fallback xmlns="">
          <p:sp>
            <p:nvSpPr>
              <p:cNvPr id="1051558" name=""/>
              <p:cNvSpPr/>
              <p:nvPr/>
            </p:nvSpPr>
            <p:spPr>
              <a:xfrm>
                <a:off x="10945513" y="5137736"/>
                <a:ext cx="160470" cy="198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51559" name="Ink 1051558"/>
              <p14:cNvContentPartPr/>
              <p14:nvPr/>
            </p14:nvContentPartPr>
            <p14:xfrm>
              <a:off x="11154443" y="5057471"/>
              <a:ext cx="43120" cy="190037"/>
            </p14:xfrm>
          </p:contentPart>
        </mc:Choice>
        <mc:Fallback xmlns="">
          <p:sp>
            <p:nvSpPr>
              <p:cNvPr id="1051559" name=""/>
              <p:cNvSpPr/>
              <p:nvPr/>
            </p:nvSpPr>
            <p:spPr>
              <a:xfrm>
                <a:off x="11154443" y="5057471"/>
                <a:ext cx="43120" cy="1900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51560" name="Ink 1051559"/>
              <p14:cNvContentPartPr/>
              <p14:nvPr/>
            </p14:nvContentPartPr>
            <p14:xfrm>
              <a:off x="10236864" y="4423252"/>
              <a:ext cx="1079833" cy="1354312"/>
            </p14:xfrm>
          </p:contentPart>
        </mc:Choice>
        <mc:Fallback xmlns="">
          <p:sp>
            <p:nvSpPr>
              <p:cNvPr id="1051560" name=""/>
              <p:cNvSpPr/>
              <p:nvPr/>
            </p:nvSpPr>
            <p:spPr>
              <a:xfrm>
                <a:off x="10236864" y="4423252"/>
                <a:ext cx="1079833" cy="1354312"/>
              </a:xfrm>
            </p:spPr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Rectangle 3"/>
          <p:cNvSpPr/>
          <p:nvPr/>
        </p:nvSpPr>
        <p:spPr>
          <a:xfrm>
            <a:off x="691165" y="288529"/>
            <a:ext cx="91869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MA" sz="2000" dirty="0">
                <a:latin typeface="Bembo"/>
              </a:rPr>
              <a:t>Cela permet </a:t>
            </a:r>
            <a:r>
              <a:rPr lang="fr-FR" sz="2000" dirty="0">
                <a:latin typeface="Bembo"/>
              </a:rPr>
              <a:t>de transformer l’équation différentielle en équation algébrique :</a:t>
            </a:r>
            <a:endParaRPr lang="fr-MA" sz="2000" dirty="0"/>
          </a:p>
        </p:txBody>
      </p:sp>
      <p:sp>
        <p:nvSpPr>
          <p:cNvPr id="1048809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98749" y="835777"/>
            <a:ext cx="8517228" cy="486543"/>
          </a:xfrm>
          <a:prstGeom prst="rect">
            <a:avLst/>
          </a:prstGeom>
          <a:blipFill rotWithShape="0">
            <a:blip r:embed="rId2"/>
            <a:stretch>
              <a:fillRect b="-1375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0" name="ZoneTexte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1165" y="1478133"/>
            <a:ext cx="5956439" cy="400110"/>
          </a:xfrm>
          <a:prstGeom prst="rect">
            <a:avLst/>
          </a:prstGeom>
          <a:blipFill rotWithShape="0">
            <a:blip r:embed="rId3"/>
            <a:stretch>
              <a:fillRect l="-1024" t="-7576" r="-205" b="-25758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1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43633" y="2034056"/>
            <a:ext cx="3028971" cy="418769"/>
          </a:xfrm>
          <a:prstGeom prst="rect">
            <a:avLst/>
          </a:prstGeom>
          <a:blipFill rotWithShape="0">
            <a:blip r:embed="rId4"/>
            <a:stretch>
              <a:fillRect b="-1176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2" name="Rectangle 7"/>
          <p:cNvSpPr/>
          <p:nvPr/>
        </p:nvSpPr>
        <p:spPr>
          <a:xfrm>
            <a:off x="884864" y="2752951"/>
            <a:ext cx="38023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dirty="0">
                <a:latin typeface="Bembo"/>
              </a:rPr>
              <a:t>L’amplitude complexe est donc :</a:t>
            </a:r>
            <a:endParaRPr lang="fr-MA" sz="2000" dirty="0"/>
          </a:p>
        </p:txBody>
      </p:sp>
      <p:sp>
        <p:nvSpPr>
          <p:cNvPr id="1048813" name="Rectangle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54622" y="3233739"/>
            <a:ext cx="7761355" cy="877228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4" name="ZoneText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4864" y="4507607"/>
            <a:ext cx="4173450" cy="1479764"/>
          </a:xfrm>
          <a:prstGeom prst="rect">
            <a:avLst/>
          </a:prstGeom>
          <a:blipFill rotWithShape="0">
            <a:blip r:embed="rId6"/>
            <a:stretch>
              <a:fillRect l="-146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5" name="ZoneTexte 10"/>
          <p:cNvSpPr txBox="1"/>
          <p:nvPr/>
        </p:nvSpPr>
        <p:spPr>
          <a:xfrm>
            <a:off x="5058314" y="5388239"/>
            <a:ext cx="39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et</a:t>
            </a:r>
          </a:p>
        </p:txBody>
      </p:sp>
      <p:sp>
        <p:nvSpPr>
          <p:cNvPr id="1048816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8118" y="5449794"/>
            <a:ext cx="958724" cy="276999"/>
          </a:xfrm>
          <a:prstGeom prst="rect">
            <a:avLst/>
          </a:prstGeom>
          <a:blipFill rotWithShape="0">
            <a:blip r:embed="rId7"/>
            <a:stretch>
              <a:fillRect l="-5732" r="-5732" b="-26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1561" name="Ink 1051560"/>
              <p14:cNvContentPartPr/>
              <p14:nvPr/>
            </p14:nvContentPartPr>
            <p14:xfrm>
              <a:off x="7249234" y="862444"/>
              <a:ext cx="886145" cy="567816"/>
            </p14:xfrm>
          </p:contentPart>
        </mc:Choice>
        <mc:Fallback xmlns="">
          <p:sp>
            <p:nvSpPr>
              <p:cNvPr id="1051561" name=""/>
              <p:cNvSpPr/>
              <p:nvPr/>
            </p:nvSpPr>
            <p:spPr>
              <a:xfrm>
                <a:off x="7249234" y="862444"/>
                <a:ext cx="886145" cy="5678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51562" name="Ink 1051561"/>
              <p14:cNvContentPartPr/>
              <p14:nvPr/>
            </p14:nvContentPartPr>
            <p14:xfrm>
              <a:off x="9029138" y="912158"/>
              <a:ext cx="813937" cy="540105"/>
            </p14:xfrm>
          </p:contentPart>
        </mc:Choice>
        <mc:Fallback xmlns="">
          <p:sp>
            <p:nvSpPr>
              <p:cNvPr id="1051562" name=""/>
              <p:cNvSpPr/>
              <p:nvPr/>
            </p:nvSpPr>
            <p:spPr>
              <a:xfrm>
                <a:off x="9029138" y="912158"/>
                <a:ext cx="813937" cy="54010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51563" name="Ink 1051562"/>
              <p14:cNvContentPartPr/>
              <p14:nvPr/>
            </p14:nvContentPartPr>
            <p14:xfrm>
              <a:off x="2437520" y="3674925"/>
              <a:ext cx="179250" cy="8465"/>
            </p14:xfrm>
          </p:contentPart>
        </mc:Choice>
        <mc:Fallback xmlns="">
          <p:sp>
            <p:nvSpPr>
              <p:cNvPr id="1051563" name=""/>
              <p:cNvSpPr/>
              <p:nvPr/>
            </p:nvSpPr>
            <p:spPr>
              <a:xfrm>
                <a:off x="2437520" y="3674925"/>
                <a:ext cx="179250" cy="846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51564" name="Ink 1051563"/>
              <p14:cNvContentPartPr/>
              <p14:nvPr/>
            </p14:nvContentPartPr>
            <p14:xfrm>
              <a:off x="2405868" y="3794973"/>
              <a:ext cx="160225" cy="6431"/>
            </p14:xfrm>
          </p:contentPart>
        </mc:Choice>
        <mc:Fallback xmlns="">
          <p:sp>
            <p:nvSpPr>
              <p:cNvPr id="1051564" name=""/>
              <p:cNvSpPr/>
              <p:nvPr/>
            </p:nvSpPr>
            <p:spPr>
              <a:xfrm>
                <a:off x="2405868" y="3794973"/>
                <a:ext cx="160225" cy="643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565" name="Ink 1051564"/>
              <p14:cNvContentPartPr/>
              <p14:nvPr/>
            </p14:nvContentPartPr>
            <p14:xfrm>
              <a:off x="1363925" y="3500915"/>
              <a:ext cx="253538" cy="335453"/>
            </p14:xfrm>
          </p:contentPart>
        </mc:Choice>
        <mc:Fallback xmlns="">
          <p:sp>
            <p:nvSpPr>
              <p:cNvPr id="1051565" name=""/>
              <p:cNvSpPr/>
              <p:nvPr/>
            </p:nvSpPr>
            <p:spPr>
              <a:xfrm>
                <a:off x="1363925" y="3500915"/>
                <a:ext cx="253538" cy="3354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566" name="Ink 1051565"/>
              <p14:cNvContentPartPr/>
              <p14:nvPr/>
            </p14:nvContentPartPr>
            <p14:xfrm>
              <a:off x="1427649" y="3495665"/>
              <a:ext cx="204399" cy="376223"/>
            </p14:xfrm>
          </p:contentPart>
        </mc:Choice>
        <mc:Fallback xmlns="">
          <p:sp>
            <p:nvSpPr>
              <p:cNvPr id="1051566" name=""/>
              <p:cNvSpPr/>
              <p:nvPr/>
            </p:nvSpPr>
            <p:spPr>
              <a:xfrm>
                <a:off x="1427649" y="3495665"/>
                <a:ext cx="204399" cy="37622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567" name="Ink 1051566"/>
              <p14:cNvContentPartPr/>
              <p14:nvPr/>
            </p14:nvContentPartPr>
            <p14:xfrm>
              <a:off x="1718332" y="3563564"/>
              <a:ext cx="137126" cy="327392"/>
            </p14:xfrm>
          </p:contentPart>
        </mc:Choice>
        <mc:Fallback xmlns="">
          <p:sp>
            <p:nvSpPr>
              <p:cNvPr id="1051567" name=""/>
              <p:cNvSpPr/>
              <p:nvPr/>
            </p:nvSpPr>
            <p:spPr>
              <a:xfrm>
                <a:off x="1718332" y="3563564"/>
                <a:ext cx="137126" cy="32739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568" name="Ink 1051567"/>
              <p14:cNvContentPartPr/>
              <p14:nvPr/>
            </p14:nvContentPartPr>
            <p14:xfrm>
              <a:off x="1917522" y="3437153"/>
              <a:ext cx="11138" cy="168739"/>
            </p14:xfrm>
          </p:contentPart>
        </mc:Choice>
        <mc:Fallback xmlns="">
          <p:sp>
            <p:nvSpPr>
              <p:cNvPr id="1051568" name=""/>
              <p:cNvSpPr/>
              <p:nvPr/>
            </p:nvSpPr>
            <p:spPr>
              <a:xfrm>
                <a:off x="1917522" y="3437153"/>
                <a:ext cx="11138" cy="16873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569" name="Ink 1051568"/>
              <p14:cNvContentPartPr/>
              <p14:nvPr/>
            </p14:nvContentPartPr>
            <p14:xfrm>
              <a:off x="1874843" y="3459157"/>
              <a:ext cx="160457" cy="211613"/>
            </p14:xfrm>
          </p:contentPart>
        </mc:Choice>
        <mc:Fallback xmlns="">
          <p:sp>
            <p:nvSpPr>
              <p:cNvPr id="1051569" name=""/>
              <p:cNvSpPr/>
              <p:nvPr/>
            </p:nvSpPr>
            <p:spPr>
              <a:xfrm>
                <a:off x="1874843" y="3459157"/>
                <a:ext cx="160457" cy="2116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570" name="Ink 1051569"/>
              <p14:cNvContentPartPr/>
              <p14:nvPr/>
            </p14:nvContentPartPr>
            <p14:xfrm>
              <a:off x="1914981" y="3320630"/>
              <a:ext cx="2541" cy="70074"/>
            </p14:xfrm>
          </p:contentPart>
        </mc:Choice>
        <mc:Fallback xmlns="">
          <p:sp>
            <p:nvSpPr>
              <p:cNvPr id="1051570" name=""/>
              <p:cNvSpPr/>
              <p:nvPr/>
            </p:nvSpPr>
            <p:spPr>
              <a:xfrm>
                <a:off x="1914981" y="3320630"/>
                <a:ext cx="2541" cy="7007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571" name="Ink 1051570"/>
              <p14:cNvContentPartPr/>
              <p14:nvPr/>
            </p14:nvContentPartPr>
            <p14:xfrm>
              <a:off x="2034715" y="3393394"/>
              <a:ext cx="208148" cy="299309"/>
            </p14:xfrm>
          </p:contentPart>
        </mc:Choice>
        <mc:Fallback xmlns="">
          <p:sp>
            <p:nvSpPr>
              <p:cNvPr id="1051571" name=""/>
              <p:cNvSpPr/>
              <p:nvPr/>
            </p:nvSpPr>
            <p:spPr>
              <a:xfrm>
                <a:off x="2034715" y="3393394"/>
                <a:ext cx="208148" cy="29930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51572" name="Ink 1051571"/>
              <p14:cNvContentPartPr/>
              <p14:nvPr/>
            </p14:nvContentPartPr>
            <p14:xfrm>
              <a:off x="1234842" y="3203905"/>
              <a:ext cx="1094316" cy="878717"/>
            </p14:xfrm>
          </p:contentPart>
        </mc:Choice>
        <mc:Fallback xmlns="">
          <p:sp>
            <p:nvSpPr>
              <p:cNvPr id="1051572" name=""/>
              <p:cNvSpPr/>
              <p:nvPr/>
            </p:nvSpPr>
            <p:spPr>
              <a:xfrm>
                <a:off x="1234842" y="3203905"/>
                <a:ext cx="1094316" cy="8787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51574" name="Ink 1051573"/>
              <p14:cNvContentPartPr/>
              <p14:nvPr/>
            </p14:nvContentPartPr>
            <p14:xfrm>
              <a:off x="5044802" y="4816923"/>
              <a:ext cx="191462" cy="4787"/>
            </p14:xfrm>
          </p:contentPart>
        </mc:Choice>
        <mc:Fallback xmlns="">
          <p:sp>
            <p:nvSpPr>
              <p:cNvPr id="1051574" name=""/>
              <p:cNvSpPr/>
              <p:nvPr/>
            </p:nvSpPr>
            <p:spPr>
              <a:xfrm>
                <a:off x="5044802" y="4816923"/>
                <a:ext cx="191462" cy="47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51575" name="Ink 1051574"/>
              <p14:cNvContentPartPr/>
              <p14:nvPr/>
            </p14:nvContentPartPr>
            <p14:xfrm>
              <a:off x="5073696" y="4940698"/>
              <a:ext cx="216042" cy="7216"/>
            </p14:xfrm>
          </p:contentPart>
        </mc:Choice>
        <mc:Fallback xmlns="">
          <p:sp>
            <p:nvSpPr>
              <p:cNvPr id="1051575" name=""/>
              <p:cNvSpPr/>
              <p:nvPr/>
            </p:nvSpPr>
            <p:spPr>
              <a:xfrm>
                <a:off x="5073696" y="4940698"/>
                <a:ext cx="216042" cy="72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51576" name="Ink 1051575"/>
              <p14:cNvContentPartPr/>
              <p14:nvPr/>
            </p14:nvContentPartPr>
            <p14:xfrm>
              <a:off x="5415028" y="4583128"/>
              <a:ext cx="18782" cy="599290"/>
            </p14:xfrm>
          </p:contentPart>
        </mc:Choice>
        <mc:Fallback xmlns="">
          <p:sp>
            <p:nvSpPr>
              <p:cNvPr id="1051576" name=""/>
              <p:cNvSpPr/>
              <p:nvPr/>
            </p:nvSpPr>
            <p:spPr>
              <a:xfrm>
                <a:off x="5415028" y="4583128"/>
                <a:ext cx="18782" cy="5992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51577" name="Ink 1051576"/>
              <p14:cNvContentPartPr/>
              <p14:nvPr/>
            </p14:nvContentPartPr>
            <p14:xfrm>
              <a:off x="5554954" y="4641389"/>
              <a:ext cx="123750" cy="462582"/>
            </p14:xfrm>
          </p:contentPart>
        </mc:Choice>
        <mc:Fallback xmlns="">
          <p:sp>
            <p:nvSpPr>
              <p:cNvPr id="1051577" name=""/>
              <p:cNvSpPr/>
              <p:nvPr/>
            </p:nvSpPr>
            <p:spPr>
              <a:xfrm>
                <a:off x="5554954" y="4641389"/>
                <a:ext cx="123750" cy="46258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1578" name="Ink 1051577"/>
              <p14:cNvContentPartPr/>
              <p14:nvPr/>
            </p14:nvContentPartPr>
            <p14:xfrm>
              <a:off x="5556013" y="4655892"/>
              <a:ext cx="101840" cy="412375"/>
            </p14:xfrm>
          </p:contentPart>
        </mc:Choice>
        <mc:Fallback xmlns="">
          <p:sp>
            <p:nvSpPr>
              <p:cNvPr id="1051578" name=""/>
              <p:cNvSpPr/>
              <p:nvPr/>
            </p:nvSpPr>
            <p:spPr>
              <a:xfrm>
                <a:off x="5556013" y="4655892"/>
                <a:ext cx="101840" cy="41237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51579" name="Ink 1051578"/>
              <p14:cNvContentPartPr/>
              <p14:nvPr/>
            </p14:nvContentPartPr>
            <p14:xfrm>
              <a:off x="5563570" y="5181840"/>
              <a:ext cx="162001" cy="14157"/>
            </p14:xfrm>
          </p:contentPart>
        </mc:Choice>
        <mc:Fallback xmlns="">
          <p:sp>
            <p:nvSpPr>
              <p:cNvPr id="1051579" name=""/>
              <p:cNvSpPr/>
              <p:nvPr/>
            </p:nvSpPr>
            <p:spPr>
              <a:xfrm>
                <a:off x="5563570" y="5181840"/>
                <a:ext cx="162001" cy="1415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51580" name="Ink 1051579"/>
              <p14:cNvContentPartPr/>
              <p14:nvPr/>
            </p14:nvContentPartPr>
            <p14:xfrm>
              <a:off x="5858739" y="4685398"/>
              <a:ext cx="43119" cy="459590"/>
            </p14:xfrm>
          </p:contentPart>
        </mc:Choice>
        <mc:Fallback xmlns="">
          <p:sp>
            <p:nvSpPr>
              <p:cNvPr id="1051580" name=""/>
              <p:cNvSpPr/>
              <p:nvPr/>
            </p:nvSpPr>
            <p:spPr>
              <a:xfrm>
                <a:off x="5858739" y="4685398"/>
                <a:ext cx="43119" cy="45959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51581" name="Ink 1051580"/>
              <p14:cNvContentPartPr/>
              <p14:nvPr/>
            </p14:nvContentPartPr>
            <p14:xfrm>
              <a:off x="6752247" y="4763671"/>
              <a:ext cx="337581" cy="468834"/>
            </p14:xfrm>
          </p:contentPart>
        </mc:Choice>
        <mc:Fallback xmlns="">
          <p:sp>
            <p:nvSpPr>
              <p:cNvPr id="1051581" name=""/>
              <p:cNvSpPr/>
              <p:nvPr/>
            </p:nvSpPr>
            <p:spPr>
              <a:xfrm>
                <a:off x="6752247" y="4763671"/>
                <a:ext cx="337581" cy="468834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1582" name="Ink 1051581"/>
              <p14:cNvContentPartPr/>
              <p14:nvPr/>
            </p14:nvContentPartPr>
            <p14:xfrm>
              <a:off x="7155882" y="4984706"/>
              <a:ext cx="176062" cy="9311"/>
            </p14:xfrm>
          </p:contentPart>
        </mc:Choice>
        <mc:Fallback xmlns="">
          <p:sp>
            <p:nvSpPr>
              <p:cNvPr id="1051582" name=""/>
              <p:cNvSpPr/>
              <p:nvPr/>
            </p:nvSpPr>
            <p:spPr>
              <a:xfrm>
                <a:off x="7155882" y="4984706"/>
                <a:ext cx="176062" cy="931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51583" name="Ink 1051582"/>
              <p14:cNvContentPartPr/>
              <p14:nvPr/>
            </p14:nvContentPartPr>
            <p14:xfrm>
              <a:off x="7134100" y="5064722"/>
              <a:ext cx="146124" cy="41995"/>
            </p14:xfrm>
          </p:contentPart>
        </mc:Choice>
        <mc:Fallback xmlns="">
          <p:sp>
            <p:nvSpPr>
              <p:cNvPr id="1051583" name=""/>
              <p:cNvSpPr/>
              <p:nvPr/>
            </p:nvSpPr>
            <p:spPr>
              <a:xfrm>
                <a:off x="7134100" y="5064722"/>
                <a:ext cx="146124" cy="419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1584" name="Ink 1051583"/>
              <p14:cNvContentPartPr/>
              <p14:nvPr/>
            </p14:nvContentPartPr>
            <p14:xfrm>
              <a:off x="7412892" y="4940845"/>
              <a:ext cx="314993" cy="163680"/>
            </p14:xfrm>
          </p:contentPart>
        </mc:Choice>
        <mc:Fallback xmlns="">
          <p:sp>
            <p:nvSpPr>
              <p:cNvPr id="1051584" name=""/>
              <p:cNvSpPr/>
              <p:nvPr/>
            </p:nvSpPr>
            <p:spPr>
              <a:xfrm>
                <a:off x="7412892" y="4940845"/>
                <a:ext cx="314993" cy="1636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1585" name="Ink 1051584"/>
              <p14:cNvContentPartPr/>
              <p14:nvPr/>
            </p14:nvContentPartPr>
            <p14:xfrm>
              <a:off x="7730689" y="4950724"/>
              <a:ext cx="153317" cy="356525"/>
            </p14:xfrm>
          </p:contentPart>
        </mc:Choice>
        <mc:Fallback xmlns="">
          <p:sp>
            <p:nvSpPr>
              <p:cNvPr id="1051585" name=""/>
              <p:cNvSpPr/>
              <p:nvPr/>
            </p:nvSpPr>
            <p:spPr>
              <a:xfrm>
                <a:off x="7730689" y="4950724"/>
                <a:ext cx="153317" cy="35652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51586" name="Ink 1051585"/>
              <p14:cNvContentPartPr/>
              <p14:nvPr/>
            </p14:nvContentPartPr>
            <p14:xfrm>
              <a:off x="8099622" y="4750910"/>
              <a:ext cx="115134" cy="401328"/>
            </p14:xfrm>
          </p:contentPart>
        </mc:Choice>
        <mc:Fallback xmlns="">
          <p:sp>
            <p:nvSpPr>
              <p:cNvPr id="1051586" name=""/>
              <p:cNvSpPr/>
              <p:nvPr/>
            </p:nvSpPr>
            <p:spPr>
              <a:xfrm>
                <a:off x="8099622" y="4750910"/>
                <a:ext cx="115134" cy="40132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51587" name="Ink 1051586"/>
              <p14:cNvContentPartPr/>
              <p14:nvPr/>
            </p14:nvContentPartPr>
            <p14:xfrm>
              <a:off x="8041833" y="4728906"/>
              <a:ext cx="165811" cy="357570"/>
            </p14:xfrm>
          </p:contentPart>
        </mc:Choice>
        <mc:Fallback xmlns="">
          <p:sp>
            <p:nvSpPr>
              <p:cNvPr id="1051587" name=""/>
              <p:cNvSpPr/>
              <p:nvPr/>
            </p:nvSpPr>
            <p:spPr>
              <a:xfrm>
                <a:off x="8041833" y="4728906"/>
                <a:ext cx="165811" cy="35757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1588" name="Ink 1051587"/>
              <p14:cNvContentPartPr/>
              <p14:nvPr/>
            </p14:nvContentPartPr>
            <p14:xfrm>
              <a:off x="8092510" y="5219201"/>
              <a:ext cx="157109" cy="20555"/>
            </p14:xfrm>
          </p:contentPart>
        </mc:Choice>
        <mc:Fallback xmlns="">
          <p:sp>
            <p:nvSpPr>
              <p:cNvPr id="1051588" name=""/>
              <p:cNvSpPr/>
              <p:nvPr/>
            </p:nvSpPr>
            <p:spPr>
              <a:xfrm>
                <a:off x="8092510" y="5219201"/>
                <a:ext cx="157109" cy="205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51589" name="Ink 1051588"/>
              <p14:cNvContentPartPr/>
              <p14:nvPr/>
            </p14:nvContentPartPr>
            <p14:xfrm>
              <a:off x="8351671" y="4655892"/>
              <a:ext cx="113287" cy="562920"/>
            </p14:xfrm>
          </p:contentPart>
        </mc:Choice>
        <mc:Fallback xmlns="">
          <p:sp>
            <p:nvSpPr>
              <p:cNvPr id="1051589" name=""/>
              <p:cNvSpPr/>
              <p:nvPr/>
            </p:nvSpPr>
            <p:spPr>
              <a:xfrm>
                <a:off x="8351671" y="4655892"/>
                <a:ext cx="113287" cy="56292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51590" name="Ink 1051589"/>
              <p14:cNvContentPartPr/>
              <p14:nvPr/>
            </p14:nvContentPartPr>
            <p14:xfrm>
              <a:off x="7950964" y="4853431"/>
              <a:ext cx="61974" cy="466591"/>
            </p14:xfrm>
          </p:contentPart>
        </mc:Choice>
        <mc:Fallback xmlns="">
          <p:sp>
            <p:nvSpPr>
              <p:cNvPr id="1051590" name=""/>
              <p:cNvSpPr/>
              <p:nvPr/>
            </p:nvSpPr>
            <p:spPr>
              <a:xfrm>
                <a:off x="7950964" y="4853431"/>
                <a:ext cx="61974" cy="46659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1591" name="Ink 1051590"/>
              <p14:cNvContentPartPr/>
              <p14:nvPr/>
            </p14:nvContentPartPr>
            <p14:xfrm>
              <a:off x="2325244" y="4603856"/>
              <a:ext cx="290053" cy="467267"/>
            </p14:xfrm>
          </p:contentPart>
        </mc:Choice>
        <mc:Fallback xmlns="">
          <p:sp>
            <p:nvSpPr>
              <p:cNvPr id="1051591" name=""/>
              <p:cNvSpPr/>
              <p:nvPr/>
            </p:nvSpPr>
            <p:spPr>
              <a:xfrm>
                <a:off x="2325244" y="4603856"/>
                <a:ext cx="290053" cy="46726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51592" name="Ink 1051591"/>
              <p14:cNvContentPartPr/>
              <p14:nvPr/>
            </p14:nvContentPartPr>
            <p14:xfrm>
              <a:off x="3782042" y="4983207"/>
              <a:ext cx="193008" cy="302598"/>
            </p14:xfrm>
          </p:contentPart>
        </mc:Choice>
        <mc:Fallback xmlns="">
          <p:sp>
            <p:nvSpPr>
              <p:cNvPr id="1051592" name=""/>
              <p:cNvSpPr/>
              <p:nvPr/>
            </p:nvSpPr>
            <p:spPr>
              <a:xfrm>
                <a:off x="3782042" y="4983207"/>
                <a:ext cx="193008" cy="30259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51593" name="Ink 1051592"/>
              <p14:cNvContentPartPr/>
              <p14:nvPr/>
            </p14:nvContentPartPr>
            <p14:xfrm>
              <a:off x="4633871" y="4986980"/>
              <a:ext cx="198158" cy="304051"/>
            </p14:xfrm>
          </p:contentPart>
        </mc:Choice>
        <mc:Fallback xmlns="">
          <p:sp>
            <p:nvSpPr>
              <p:cNvPr id="1051593" name=""/>
              <p:cNvSpPr/>
              <p:nvPr/>
            </p:nvSpPr>
            <p:spPr>
              <a:xfrm>
                <a:off x="4633871" y="4986980"/>
                <a:ext cx="198158" cy="30405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51594" name="Ink 1051593"/>
              <p14:cNvContentPartPr/>
              <p14:nvPr/>
            </p14:nvContentPartPr>
            <p14:xfrm>
              <a:off x="1391642" y="4519365"/>
              <a:ext cx="263607" cy="465341"/>
            </p14:xfrm>
          </p:contentPart>
        </mc:Choice>
        <mc:Fallback xmlns="">
          <p:sp>
            <p:nvSpPr>
              <p:cNvPr id="1051594" name=""/>
              <p:cNvSpPr/>
              <p:nvPr/>
            </p:nvSpPr>
            <p:spPr>
              <a:xfrm>
                <a:off x="1391642" y="4519365"/>
                <a:ext cx="263607" cy="46534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51595" name="Ink 1051594"/>
              <p14:cNvContentPartPr/>
              <p14:nvPr/>
            </p14:nvContentPartPr>
            <p14:xfrm>
              <a:off x="1406311" y="4539619"/>
              <a:ext cx="268484" cy="495095"/>
            </p14:xfrm>
          </p:contentPart>
        </mc:Choice>
        <mc:Fallback xmlns="">
          <p:sp>
            <p:nvSpPr>
              <p:cNvPr id="1051595" name=""/>
              <p:cNvSpPr/>
              <p:nvPr/>
            </p:nvSpPr>
            <p:spPr>
              <a:xfrm>
                <a:off x="1406311" y="4539619"/>
                <a:ext cx="268484" cy="49509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1596" name="Ink 1051595"/>
              <p14:cNvContentPartPr/>
              <p14:nvPr/>
            </p14:nvContentPartPr>
            <p14:xfrm>
              <a:off x="1736809" y="4594130"/>
              <a:ext cx="72692" cy="528853"/>
            </p14:xfrm>
          </p:contentPart>
        </mc:Choice>
        <mc:Fallback xmlns="">
          <p:sp>
            <p:nvSpPr>
              <p:cNvPr id="1051596" name=""/>
              <p:cNvSpPr/>
              <p:nvPr/>
            </p:nvSpPr>
            <p:spPr>
              <a:xfrm>
                <a:off x="1736809" y="4594130"/>
                <a:ext cx="72692" cy="52885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51597" name="Ink 1051596"/>
              <p14:cNvContentPartPr/>
              <p14:nvPr/>
            </p14:nvContentPartPr>
            <p14:xfrm>
              <a:off x="1853065" y="4721655"/>
              <a:ext cx="242431" cy="295380"/>
            </p14:xfrm>
          </p:contentPart>
        </mc:Choice>
        <mc:Fallback xmlns="">
          <p:sp>
            <p:nvSpPr>
              <p:cNvPr id="1051597" name=""/>
              <p:cNvSpPr/>
              <p:nvPr/>
            </p:nvSpPr>
            <p:spPr>
              <a:xfrm>
                <a:off x="1853065" y="4721655"/>
                <a:ext cx="242431" cy="295380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51598" name="Ink 1051597"/>
              <p14:cNvContentPartPr/>
              <p14:nvPr/>
            </p14:nvContentPartPr>
            <p14:xfrm>
              <a:off x="2022584" y="4592379"/>
              <a:ext cx="194221" cy="664387"/>
            </p14:xfrm>
          </p:contentPart>
        </mc:Choice>
        <mc:Fallback xmlns="">
          <p:sp>
            <p:nvSpPr>
              <p:cNvPr id="1051598" name=""/>
              <p:cNvSpPr/>
              <p:nvPr/>
            </p:nvSpPr>
            <p:spPr>
              <a:xfrm>
                <a:off x="2022584" y="4592379"/>
                <a:ext cx="194221" cy="66438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51599" name="Ink 1051598"/>
              <p14:cNvContentPartPr/>
              <p14:nvPr/>
            </p14:nvContentPartPr>
            <p14:xfrm>
              <a:off x="1932578" y="5692191"/>
              <a:ext cx="623736" cy="27659"/>
            </p14:xfrm>
          </p:contentPart>
        </mc:Choice>
        <mc:Fallback xmlns="">
          <p:sp>
            <p:nvSpPr>
              <p:cNvPr id="1051599" name=""/>
              <p:cNvSpPr/>
              <p:nvPr/>
            </p:nvSpPr>
            <p:spPr>
              <a:xfrm>
                <a:off x="1932578" y="5692191"/>
                <a:ext cx="623736" cy="2765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1600" name="Ink 1051599"/>
              <p14:cNvContentPartPr/>
              <p14:nvPr/>
            </p14:nvContentPartPr>
            <p14:xfrm>
              <a:off x="1321581" y="5605078"/>
              <a:ext cx="245818" cy="596385"/>
            </p14:xfrm>
          </p:contentPart>
        </mc:Choice>
        <mc:Fallback xmlns="">
          <p:sp>
            <p:nvSpPr>
              <p:cNvPr id="1051600" name=""/>
              <p:cNvSpPr/>
              <p:nvPr/>
            </p:nvSpPr>
            <p:spPr>
              <a:xfrm>
                <a:off x="1321581" y="5605078"/>
                <a:ext cx="245818" cy="5963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51601" name="Ink 1051600"/>
              <p14:cNvContentPartPr/>
              <p14:nvPr/>
            </p14:nvContentPartPr>
            <p14:xfrm>
              <a:off x="1634920" y="5706848"/>
              <a:ext cx="81230" cy="553217"/>
            </p14:xfrm>
          </p:contentPart>
        </mc:Choice>
        <mc:Fallback xmlns="">
          <p:sp>
            <p:nvSpPr>
              <p:cNvPr id="1051601" name=""/>
              <p:cNvSpPr/>
              <p:nvPr/>
            </p:nvSpPr>
            <p:spPr>
              <a:xfrm>
                <a:off x="1634920" y="5706848"/>
                <a:ext cx="81230" cy="55321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1602" name="Ink 1051601"/>
              <p14:cNvContentPartPr/>
              <p14:nvPr/>
            </p14:nvContentPartPr>
            <p14:xfrm>
              <a:off x="1756357" y="5896635"/>
              <a:ext cx="233168" cy="329171"/>
            </p14:xfrm>
          </p:contentPart>
        </mc:Choice>
        <mc:Fallback xmlns="">
          <p:sp>
            <p:nvSpPr>
              <p:cNvPr id="1051602" name=""/>
              <p:cNvSpPr/>
              <p:nvPr/>
            </p:nvSpPr>
            <p:spPr>
              <a:xfrm>
                <a:off x="1756357" y="5896635"/>
                <a:ext cx="233168" cy="32917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051603" name="Ink 1051602"/>
              <p14:cNvContentPartPr/>
              <p14:nvPr/>
            </p14:nvContentPartPr>
            <p14:xfrm>
              <a:off x="2047326" y="5838373"/>
              <a:ext cx="132298" cy="502501"/>
            </p14:xfrm>
          </p:contentPart>
        </mc:Choice>
        <mc:Fallback xmlns="">
          <p:sp>
            <p:nvSpPr>
              <p:cNvPr id="1051603" name=""/>
              <p:cNvSpPr/>
              <p:nvPr/>
            </p:nvSpPr>
            <p:spPr>
              <a:xfrm>
                <a:off x="2047326" y="5838373"/>
                <a:ext cx="132298" cy="502501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1604" name="Ink 1051603"/>
              <p14:cNvContentPartPr/>
              <p14:nvPr/>
            </p14:nvContentPartPr>
            <p14:xfrm>
              <a:off x="4269535" y="5653954"/>
              <a:ext cx="213363" cy="259685"/>
            </p14:xfrm>
          </p:contentPart>
        </mc:Choice>
        <mc:Fallback xmlns="">
          <p:sp>
            <p:nvSpPr>
              <p:cNvPr id="1051604" name=""/>
              <p:cNvSpPr/>
              <p:nvPr/>
            </p:nvSpPr>
            <p:spPr>
              <a:xfrm>
                <a:off x="4269535" y="5653954"/>
                <a:ext cx="213363" cy="2596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51605" name="Ink 1051604"/>
              <p14:cNvContentPartPr/>
              <p14:nvPr/>
            </p14:nvContentPartPr>
            <p14:xfrm>
              <a:off x="1566368" y="6287199"/>
              <a:ext cx="371603" cy="42163"/>
            </p14:xfrm>
          </p:contentPart>
        </mc:Choice>
        <mc:Fallback xmlns="">
          <p:sp>
            <p:nvSpPr>
              <p:cNvPr id="1051605" name=""/>
              <p:cNvSpPr/>
              <p:nvPr/>
            </p:nvSpPr>
            <p:spPr>
              <a:xfrm>
                <a:off x="1566368" y="6287199"/>
                <a:ext cx="371603" cy="4216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51606" name="Ink 1051605"/>
              <p14:cNvContentPartPr/>
              <p14:nvPr/>
            </p14:nvContentPartPr>
            <p14:xfrm>
              <a:off x="1550792" y="6409626"/>
              <a:ext cx="356950" cy="47619"/>
            </p14:xfrm>
          </p:contentPart>
        </mc:Choice>
        <mc:Fallback xmlns="">
          <p:sp>
            <p:nvSpPr>
              <p:cNvPr id="1051606" name=""/>
              <p:cNvSpPr/>
              <p:nvPr/>
            </p:nvSpPr>
            <p:spPr>
              <a:xfrm>
                <a:off x="1550792" y="6409626"/>
                <a:ext cx="356950" cy="47619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1607" name="Ink 1051606"/>
              <p14:cNvContentPartPr/>
              <p14:nvPr/>
            </p14:nvContentPartPr>
            <p14:xfrm>
              <a:off x="1653867" y="5196869"/>
              <a:ext cx="263655" cy="47885"/>
            </p14:xfrm>
          </p:contentPart>
        </mc:Choice>
        <mc:Fallback xmlns="">
          <p:sp>
            <p:nvSpPr>
              <p:cNvPr id="1051607" name=""/>
              <p:cNvSpPr/>
              <p:nvPr/>
            </p:nvSpPr>
            <p:spPr>
              <a:xfrm>
                <a:off x="1653867" y="5196869"/>
                <a:ext cx="263655" cy="4788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1608" name="Ink 1051607"/>
              <p14:cNvContentPartPr/>
              <p14:nvPr/>
            </p14:nvContentPartPr>
            <p14:xfrm>
              <a:off x="1643226" y="5303906"/>
              <a:ext cx="288966" cy="41213"/>
            </p14:xfrm>
          </p:contentPart>
        </mc:Choice>
        <mc:Fallback xmlns="">
          <p:sp>
            <p:nvSpPr>
              <p:cNvPr id="1051608" name=""/>
              <p:cNvSpPr/>
              <p:nvPr/>
            </p:nvSpPr>
            <p:spPr>
              <a:xfrm>
                <a:off x="1643226" y="5303906"/>
                <a:ext cx="288966" cy="41213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051609" name="Ink 1051608"/>
              <p14:cNvContentPartPr/>
              <p14:nvPr/>
            </p14:nvContentPartPr>
            <p14:xfrm>
              <a:off x="3772997" y="5978401"/>
              <a:ext cx="8493" cy="39616"/>
            </p14:xfrm>
          </p:contentPart>
        </mc:Choice>
        <mc:Fallback xmlns="">
          <p:sp>
            <p:nvSpPr>
              <p:cNvPr id="1051609" name=""/>
              <p:cNvSpPr/>
              <p:nvPr/>
            </p:nvSpPr>
            <p:spPr>
              <a:xfrm>
                <a:off x="3772997" y="5978401"/>
                <a:ext cx="8493" cy="39616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51610" name="Ink 1051609"/>
              <p14:cNvContentPartPr/>
              <p14:nvPr/>
            </p14:nvContentPartPr>
            <p14:xfrm>
              <a:off x="4277778" y="5785117"/>
              <a:ext cx="30435" cy="13748"/>
            </p14:xfrm>
          </p:contentPart>
        </mc:Choice>
        <mc:Fallback xmlns="">
          <p:sp>
            <p:nvSpPr>
              <p:cNvPr id="1051610" name=""/>
              <p:cNvSpPr/>
              <p:nvPr/>
            </p:nvSpPr>
            <p:spPr>
              <a:xfrm>
                <a:off x="4277778" y="5785117"/>
                <a:ext cx="30435" cy="13748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51611" name="Ink 1051610"/>
              <p14:cNvContentPartPr/>
              <p14:nvPr/>
            </p14:nvContentPartPr>
            <p14:xfrm>
              <a:off x="3913469" y="5976901"/>
              <a:ext cx="3810" cy="32055"/>
            </p14:xfrm>
          </p:contentPart>
        </mc:Choice>
        <mc:Fallback xmlns="">
          <p:sp>
            <p:nvSpPr>
              <p:cNvPr id="1051611" name=""/>
              <p:cNvSpPr/>
              <p:nvPr/>
            </p:nvSpPr>
            <p:spPr>
              <a:xfrm>
                <a:off x="3913469" y="5976901"/>
                <a:ext cx="3810" cy="3205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1612" name="Ink 1051611"/>
              <p14:cNvContentPartPr/>
              <p14:nvPr/>
            </p14:nvContentPartPr>
            <p14:xfrm>
              <a:off x="3610743" y="5721851"/>
              <a:ext cx="34397" cy="35415"/>
            </p14:xfrm>
          </p:contentPart>
        </mc:Choice>
        <mc:Fallback xmlns="">
          <p:sp>
            <p:nvSpPr>
              <p:cNvPr id="1051612" name=""/>
              <p:cNvSpPr/>
              <p:nvPr/>
            </p:nvSpPr>
            <p:spPr>
              <a:xfrm>
                <a:off x="3610743" y="5721851"/>
                <a:ext cx="34397" cy="35415"/>
              </a:xfrm>
            </p:spPr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40052" y="446653"/>
            <a:ext cx="2907463" cy="1611595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8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32624" y="2449887"/>
            <a:ext cx="3189848" cy="2109552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19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3070" y="848237"/>
            <a:ext cx="2625270" cy="808426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0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21411" y="3087914"/>
            <a:ext cx="2859501" cy="833498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1" name="ZoneText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64957" y="1518163"/>
            <a:ext cx="958724" cy="276999"/>
          </a:xfrm>
          <a:prstGeom prst="rect">
            <a:avLst/>
          </a:prstGeom>
          <a:blipFill rotWithShape="0">
            <a:blip r:embed="rId6"/>
            <a:stretch>
              <a:fillRect l="-5732" r="-5732" b="-2666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2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57529" y="3921412"/>
            <a:ext cx="958724" cy="276999"/>
          </a:xfrm>
          <a:prstGeom prst="rect">
            <a:avLst/>
          </a:prstGeom>
          <a:blipFill rotWithShape="0">
            <a:blip r:embed="rId7"/>
            <a:stretch>
              <a:fillRect l="-5732" r="-5732" b="-2391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30775" y="45228"/>
            <a:ext cx="897553" cy="658450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4" name="ZoneTexte 10"/>
          <p:cNvSpPr txBox="1"/>
          <p:nvPr/>
        </p:nvSpPr>
        <p:spPr>
          <a:xfrm>
            <a:off x="836749" y="168229"/>
            <a:ext cx="1529079" cy="3581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dirty="0"/>
              <a:t>Ou si on pose</a:t>
            </a:r>
          </a:p>
        </p:txBody>
      </p:sp>
      <p:sp>
        <p:nvSpPr>
          <p:cNvPr id="1048825" name="ZoneTexte 11"/>
          <p:cNvSpPr txBox="1"/>
          <p:nvPr/>
        </p:nvSpPr>
        <p:spPr>
          <a:xfrm>
            <a:off x="629321" y="2223240"/>
            <a:ext cx="1529079" cy="3581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fr-MA" dirty="0"/>
              <a:t>Ou si on pose</a:t>
            </a:r>
          </a:p>
        </p:txBody>
      </p:sp>
      <p:sp>
        <p:nvSpPr>
          <p:cNvPr id="1048826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46074" y="2134929"/>
            <a:ext cx="975202" cy="612412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27" name="Rectangle 13"/>
          <p:cNvSpPr/>
          <p:nvPr/>
        </p:nvSpPr>
        <p:spPr>
          <a:xfrm>
            <a:off x="385915" y="4890998"/>
            <a:ext cx="4196080" cy="4470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III.4. Résonance en amplitude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828" name="Rectangle 14"/>
          <p:cNvSpPr/>
          <p:nvPr/>
        </p:nvSpPr>
        <p:spPr>
          <a:xfrm>
            <a:off x="598128" y="5457575"/>
            <a:ext cx="3053080" cy="408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200" b="1" u="sng" dirty="0">
                <a:solidFill>
                  <a:srgbClr val="C4007A"/>
                </a:solidFill>
                <a:latin typeface="OfficinaSans-Bold"/>
              </a:rPr>
              <a:t>1. Notion de résonance</a:t>
            </a:r>
            <a:endParaRPr lang="fr-MA" sz="2200" u="sng" dirty="0"/>
          </a:p>
        </p:txBody>
      </p:sp>
      <p:sp>
        <p:nvSpPr>
          <p:cNvPr id="1048829" name="Rectangle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8128" y="5952917"/>
            <a:ext cx="10302949" cy="400110"/>
          </a:xfrm>
          <a:prstGeom prst="rect">
            <a:avLst/>
          </a:prstGeom>
          <a:blipFill rotWithShape="0">
            <a:blip r:embed="rId10"/>
            <a:stretch>
              <a:fillRect l="-533" t="-10769" r="-592" b="-261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0" name="Rectangle 1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27548" y="5949878"/>
            <a:ext cx="2993768" cy="374783"/>
          </a:xfrm>
          <a:prstGeom prst="rect">
            <a:avLst/>
          </a:prstGeom>
          <a:blipFill rotWithShape="0">
            <a:blip r:embed="rId11"/>
            <a:stretch>
              <a:fillRect b="-12903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51613" name="Ink 1051612"/>
              <p14:cNvContentPartPr/>
              <p14:nvPr/>
            </p14:nvContentPartPr>
            <p14:xfrm>
              <a:off x="8387678" y="540085"/>
              <a:ext cx="259607" cy="445337"/>
            </p14:xfrm>
          </p:contentPart>
        </mc:Choice>
        <mc:Fallback xmlns="">
          <p:sp>
            <p:nvSpPr>
              <p:cNvPr id="1051613" name=""/>
              <p:cNvSpPr/>
              <p:nvPr/>
            </p:nvSpPr>
            <p:spPr>
              <a:xfrm>
                <a:off x="8387678" y="540085"/>
                <a:ext cx="259607" cy="44533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51614" name="Ink 1051613"/>
              <p14:cNvContentPartPr/>
              <p14:nvPr/>
            </p14:nvContentPartPr>
            <p14:xfrm>
              <a:off x="8452581" y="620601"/>
              <a:ext cx="136915" cy="394077"/>
            </p14:xfrm>
          </p:contentPart>
        </mc:Choice>
        <mc:Fallback xmlns="">
          <p:sp>
            <p:nvSpPr>
              <p:cNvPr id="1051614" name=""/>
              <p:cNvSpPr/>
              <p:nvPr/>
            </p:nvSpPr>
            <p:spPr>
              <a:xfrm>
                <a:off x="8452581" y="620601"/>
                <a:ext cx="136915" cy="39407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1615" name="Ink 1051614"/>
              <p14:cNvContentPartPr/>
              <p14:nvPr/>
            </p14:nvContentPartPr>
            <p14:xfrm>
              <a:off x="8729651" y="554588"/>
              <a:ext cx="68775" cy="369307"/>
            </p14:xfrm>
          </p:contentPart>
        </mc:Choice>
        <mc:Fallback xmlns="">
          <p:sp>
            <p:nvSpPr>
              <p:cNvPr id="1051615" name=""/>
              <p:cNvSpPr/>
              <p:nvPr/>
            </p:nvSpPr>
            <p:spPr>
              <a:xfrm>
                <a:off x="8729651" y="554588"/>
                <a:ext cx="68775" cy="369307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51616" name="Ink 1051615"/>
              <p14:cNvContentPartPr/>
              <p14:nvPr/>
            </p14:nvContentPartPr>
            <p14:xfrm>
              <a:off x="8846850" y="649857"/>
              <a:ext cx="183137" cy="174615"/>
            </p14:xfrm>
          </p:contentPart>
        </mc:Choice>
        <mc:Fallback xmlns="">
          <p:sp>
            <p:nvSpPr>
              <p:cNvPr id="1051616" name=""/>
              <p:cNvSpPr/>
              <p:nvPr/>
            </p:nvSpPr>
            <p:spPr>
              <a:xfrm>
                <a:off x="8846850" y="649857"/>
                <a:ext cx="183137" cy="17461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51617" name="Ink 1051616"/>
              <p14:cNvContentPartPr/>
              <p14:nvPr/>
            </p14:nvContentPartPr>
            <p14:xfrm>
              <a:off x="9072258" y="481574"/>
              <a:ext cx="123125" cy="423332"/>
            </p14:xfrm>
          </p:contentPart>
        </mc:Choice>
        <mc:Fallback xmlns="">
          <p:sp>
            <p:nvSpPr>
              <p:cNvPr id="1051617" name=""/>
              <p:cNvSpPr/>
              <p:nvPr/>
            </p:nvSpPr>
            <p:spPr>
              <a:xfrm>
                <a:off x="9072258" y="481574"/>
                <a:ext cx="123125" cy="423332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51618" name="Ink 1051617"/>
              <p14:cNvContentPartPr/>
              <p14:nvPr/>
            </p14:nvContentPartPr>
            <p14:xfrm>
              <a:off x="8156755" y="244144"/>
              <a:ext cx="1350521" cy="1029535"/>
            </p14:xfrm>
          </p:contentPart>
        </mc:Choice>
        <mc:Fallback xmlns="">
          <p:sp>
            <p:nvSpPr>
              <p:cNvPr id="1051618" name=""/>
              <p:cNvSpPr/>
              <p:nvPr/>
            </p:nvSpPr>
            <p:spPr>
              <a:xfrm>
                <a:off x="8156755" y="244144"/>
                <a:ext cx="1350521" cy="1029535"/>
              </a:xfrm>
            </p:spPr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1619" name="Ink 1051618"/>
              <p14:cNvContentPartPr/>
              <p14:nvPr/>
            </p14:nvContentPartPr>
            <p14:xfrm>
              <a:off x="884293" y="4803546"/>
              <a:ext cx="1924826" cy="750559"/>
            </p14:xfrm>
          </p:contentPart>
        </mc:Choice>
        <mc:Fallback xmlns="">
          <p:sp>
            <p:nvSpPr>
              <p:cNvPr id="1051619" name=""/>
              <p:cNvSpPr/>
              <p:nvPr/>
            </p:nvSpPr>
            <p:spPr>
              <a:xfrm>
                <a:off x="884293" y="4803546"/>
                <a:ext cx="1924826" cy="750559"/>
              </a:xfrm>
            </p:spPr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32153" y="126006"/>
            <a:ext cx="5422382" cy="624273"/>
          </a:xfrm>
          <a:prstGeom prst="rect">
            <a:avLst/>
          </a:prstGeom>
          <a:blipFill rotWithShape="0">
            <a:blip r:embed="rId2"/>
            <a:stretch>
              <a:fillRect b="-294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2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9765" y="832192"/>
            <a:ext cx="10494439" cy="636393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3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9765" y="1459611"/>
            <a:ext cx="10600237" cy="718658"/>
          </a:xfrm>
          <a:prstGeom prst="rect">
            <a:avLst/>
          </a:prstGeom>
          <a:blipFill rotWithShape="0">
            <a:blip r:embed="rId4"/>
            <a:stretch>
              <a:fillRect l="-80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4" name="Rectangle 7"/>
          <p:cNvSpPr/>
          <p:nvPr/>
        </p:nvSpPr>
        <p:spPr>
          <a:xfrm>
            <a:off x="874122" y="2222215"/>
            <a:ext cx="77797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Bembo"/>
              </a:rPr>
              <a:t>Les amplitudes sont respectivement pour ces deux pulsations :</a:t>
            </a:r>
            <a:endParaRPr lang="fr-MA" sz="2000" dirty="0"/>
          </a:p>
        </p:txBody>
      </p:sp>
      <p:sp>
        <p:nvSpPr>
          <p:cNvPr id="1048835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51093" y="2731095"/>
            <a:ext cx="1926297" cy="651973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6" name="ZoneTexte 9"/>
          <p:cNvSpPr txBox="1"/>
          <p:nvPr/>
        </p:nvSpPr>
        <p:spPr>
          <a:xfrm>
            <a:off x="3639356" y="2857026"/>
            <a:ext cx="39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et</a:t>
            </a:r>
          </a:p>
        </p:txBody>
      </p:sp>
      <p:sp>
        <p:nvSpPr>
          <p:cNvPr id="1048837" name="ZoneText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99445" y="2760140"/>
            <a:ext cx="2855077" cy="960969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8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795554" y="2805688"/>
            <a:ext cx="1642181" cy="957313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39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6864" y="4678822"/>
            <a:ext cx="5827671" cy="636393"/>
          </a:xfrm>
          <a:prstGeom prst="rect">
            <a:avLst/>
          </a:prstGeom>
          <a:blipFill rotWithShape="0">
            <a:blip r:embed="rId8"/>
            <a:stretch>
              <a:fillRect l="-1464" b="-6731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40" name="Rectangle 13"/>
          <p:cNvSpPr/>
          <p:nvPr/>
        </p:nvSpPr>
        <p:spPr>
          <a:xfrm>
            <a:off x="1032153" y="3898235"/>
            <a:ext cx="4450080" cy="39624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Il s’agit de la résonance en amplitude.</a:t>
            </a:r>
            <a:endParaRPr lang="fr-MA" sz="2000" dirty="0"/>
          </a:p>
        </p:txBody>
      </p:sp>
      <p:sp>
        <p:nvSpPr>
          <p:cNvPr id="1048841" name="Rectangle 14"/>
          <p:cNvSpPr/>
          <p:nvPr/>
        </p:nvSpPr>
        <p:spPr>
          <a:xfrm>
            <a:off x="6362163" y="4796963"/>
            <a:ext cx="4538980" cy="39624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Il n’y a pas de résonance en amplitude.</a:t>
            </a:r>
            <a:endParaRPr lang="fr-MA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3464418" y="213566"/>
            <a:ext cx="4481848" cy="2792785"/>
          </a:xfrm>
          <a:prstGeom prst="rect">
            <a:avLst/>
          </a:prstGeom>
        </p:spPr>
      </p:pic>
      <p:sp>
        <p:nvSpPr>
          <p:cNvPr id="1048842" name="Rectangle 4"/>
          <p:cNvSpPr/>
          <p:nvPr/>
        </p:nvSpPr>
        <p:spPr>
          <a:xfrm>
            <a:off x="3865736" y="3006352"/>
            <a:ext cx="3611881" cy="4470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400" dirty="0">
                <a:latin typeface="OfficinaSans-Book"/>
              </a:rPr>
              <a:t>Résonance en amplitude.</a:t>
            </a:r>
            <a:endParaRPr lang="fr-MA" sz="2400" dirty="0"/>
          </a:p>
        </p:txBody>
      </p:sp>
      <p:sp>
        <p:nvSpPr>
          <p:cNvPr id="1048843" name="Rectangle 5"/>
          <p:cNvSpPr/>
          <p:nvPr/>
        </p:nvSpPr>
        <p:spPr>
          <a:xfrm>
            <a:off x="598324" y="3522925"/>
            <a:ext cx="2456180" cy="4089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200" b="1" u="sng" dirty="0">
                <a:solidFill>
                  <a:srgbClr val="C4007A"/>
                </a:solidFill>
                <a:latin typeface="OfficinaSans-Bold"/>
              </a:rPr>
              <a:t>2. Bande passante</a:t>
            </a:r>
            <a:endParaRPr lang="fr-MA" sz="2200" u="sng" dirty="0"/>
          </a:p>
        </p:txBody>
      </p:sp>
      <p:sp>
        <p:nvSpPr>
          <p:cNvPr id="1048844" name="Rectangle 6"/>
          <p:cNvSpPr/>
          <p:nvPr/>
        </p:nvSpPr>
        <p:spPr>
          <a:xfrm>
            <a:off x="598324" y="4075815"/>
            <a:ext cx="3637281" cy="396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sz="2000" b="1" dirty="0">
                <a:latin typeface="OfficinaSans-Bold"/>
              </a:rPr>
              <a:t>Calcul de la bande passante</a:t>
            </a:r>
            <a:endParaRPr lang="fr-MA" sz="2000" dirty="0"/>
          </a:p>
        </p:txBody>
      </p:sp>
      <p:sp>
        <p:nvSpPr>
          <p:cNvPr id="1048845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50512" y="4599035"/>
            <a:ext cx="2939459" cy="400110"/>
          </a:xfrm>
          <a:prstGeom prst="rect">
            <a:avLst/>
          </a:prstGeom>
          <a:blipFill rotWithShape="0">
            <a:blip r:embed="rId3"/>
            <a:stretch>
              <a:fillRect l="-2070" t="-9091" r="-1035" b="-24242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46" name="ZoneTexte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96429" y="4475925"/>
            <a:ext cx="906338" cy="633763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4" name="Image 9"/>
          <p:cNvPicPr>
            <a:picLocks noChangeAspect="1"/>
          </p:cNvPicPr>
          <p:nvPr/>
        </p:nvPicPr>
        <p:blipFill>
          <a:blip r:embed="rId5">
            <a:lum bright="-40000" contrast="40000"/>
          </a:blip>
          <a:stretch>
            <a:fillRect/>
          </a:stretch>
        </p:blipFill>
        <p:spPr>
          <a:xfrm>
            <a:off x="5109225" y="4528653"/>
            <a:ext cx="6323527" cy="897263"/>
          </a:xfrm>
          <a:prstGeom prst="rect">
            <a:avLst/>
          </a:prstGeom>
        </p:spPr>
      </p:pic>
      <p:sp>
        <p:nvSpPr>
          <p:cNvPr id="1048847" name="Rectangle 10"/>
          <p:cNvSpPr/>
          <p:nvPr/>
        </p:nvSpPr>
        <p:spPr>
          <a:xfrm>
            <a:off x="888639" y="5357611"/>
            <a:ext cx="29514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dirty="0">
                <a:latin typeface="Bembo"/>
              </a:rPr>
              <a:t>soit une bande passante</a:t>
            </a:r>
            <a:endParaRPr lang="fr-MA" sz="2000" dirty="0"/>
          </a:p>
        </p:txBody>
      </p:sp>
      <p:sp>
        <p:nvSpPr>
          <p:cNvPr id="1048848" name="ZoneText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42185" y="5480722"/>
            <a:ext cx="1971181" cy="369332"/>
          </a:xfrm>
          <a:prstGeom prst="rect">
            <a:avLst/>
          </a:prstGeom>
          <a:blipFill rotWithShape="0">
            <a:blip r:embed="rId6"/>
            <a:stretch>
              <a:fillRect l="-3086" r="-617" b="-13115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5" name="Image 12"/>
          <p:cNvPicPr>
            <a:picLocks noChangeAspect="1"/>
          </p:cNvPicPr>
          <p:nvPr/>
        </p:nvPicPr>
        <p:blipFill>
          <a:blip r:embed="rId7">
            <a:lum bright="-40000" contrast="40000"/>
          </a:blip>
          <a:stretch>
            <a:fillRect/>
          </a:stretch>
        </p:blipFill>
        <p:spPr>
          <a:xfrm>
            <a:off x="5109225" y="5904860"/>
            <a:ext cx="6897588" cy="82023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661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3574" y="333708"/>
            <a:ext cx="5512856" cy="400110"/>
          </a:xfrm>
          <a:prstGeom prst="rect">
            <a:avLst/>
          </a:prstGeom>
          <a:blipFill rotWithShape="0">
            <a:blip r:embed="rId2"/>
            <a:stretch>
              <a:fillRect l="-994" t="-10769" b="-26154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6" name="Image 4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2395470" y="940158"/>
            <a:ext cx="6310648" cy="901521"/>
          </a:xfrm>
          <a:prstGeom prst="rect">
            <a:avLst/>
          </a:prstGeom>
        </p:spPr>
      </p:pic>
      <p:sp>
        <p:nvSpPr>
          <p:cNvPr id="1048850" name="ZoneTexte 5"/>
          <p:cNvSpPr txBox="1"/>
          <p:nvPr/>
        </p:nvSpPr>
        <p:spPr>
          <a:xfrm>
            <a:off x="1159099" y="2125014"/>
            <a:ext cx="4018280" cy="408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200" dirty="0"/>
              <a:t>La bande passante approchée : </a:t>
            </a:r>
          </a:p>
        </p:txBody>
      </p:sp>
      <p:pic>
        <p:nvPicPr>
          <p:cNvPr id="2097167" name="Image 6"/>
          <p:cNvPicPr>
            <a:picLocks noChangeAspect="1"/>
          </p:cNvPicPr>
          <p:nvPr/>
        </p:nvPicPr>
        <p:blipFill>
          <a:blip r:embed="rId4">
            <a:lum bright="-40000" contrast="40000"/>
          </a:blip>
          <a:stretch>
            <a:fillRect/>
          </a:stretch>
        </p:blipFill>
        <p:spPr>
          <a:xfrm>
            <a:off x="4946739" y="2048020"/>
            <a:ext cx="1412944" cy="798212"/>
          </a:xfrm>
          <a:prstGeom prst="rect">
            <a:avLst/>
          </a:prstGeom>
        </p:spPr>
      </p:pic>
      <p:sp>
        <p:nvSpPr>
          <p:cNvPr id="1048851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59099" y="3246032"/>
            <a:ext cx="8715591" cy="461665"/>
          </a:xfrm>
          <a:prstGeom prst="rect">
            <a:avLst/>
          </a:prstGeom>
          <a:blipFill rotWithShape="0">
            <a:blip r:embed="rId5"/>
            <a:stretch>
              <a:fillRect l="-1049" t="-11842" r="-140" b="-28947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52" name="Rectangle 8"/>
          <p:cNvSpPr/>
          <p:nvPr/>
        </p:nvSpPr>
        <p:spPr>
          <a:xfrm>
            <a:off x="385915" y="3947097"/>
            <a:ext cx="3802380" cy="4470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III.5. Résonance en vitesse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853" name="Rectangle 9"/>
          <p:cNvSpPr/>
          <p:nvPr/>
        </p:nvSpPr>
        <p:spPr>
          <a:xfrm>
            <a:off x="502154" y="4509662"/>
            <a:ext cx="31673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b="1" u="sng" dirty="0">
                <a:solidFill>
                  <a:srgbClr val="C4007A"/>
                </a:solidFill>
                <a:latin typeface="OfficinaSans-Bold"/>
              </a:rPr>
              <a:t>1. Expression de la vitesse</a:t>
            </a:r>
            <a:endParaRPr lang="fr-MA" sz="2000" u="sng" dirty="0"/>
          </a:p>
        </p:txBody>
      </p:sp>
      <p:sp>
        <p:nvSpPr>
          <p:cNvPr id="1048854" name="Rectangle 10"/>
          <p:cNvSpPr/>
          <p:nvPr/>
        </p:nvSpPr>
        <p:spPr>
          <a:xfrm>
            <a:off x="673574" y="5050495"/>
            <a:ext cx="16814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dirty="0">
                <a:latin typeface="Bembo"/>
              </a:rPr>
              <a:t>On a obtenu :</a:t>
            </a:r>
            <a:endParaRPr lang="fr-MA" sz="2000" dirty="0"/>
          </a:p>
        </p:txBody>
      </p:sp>
      <p:sp>
        <p:nvSpPr>
          <p:cNvPr id="1048855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13532" y="4931740"/>
            <a:ext cx="2781852" cy="68108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56" name="Rectangle 12"/>
          <p:cNvSpPr/>
          <p:nvPr/>
        </p:nvSpPr>
        <p:spPr>
          <a:xfrm>
            <a:off x="673574" y="5809528"/>
            <a:ext cx="28879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Bembo"/>
              </a:rPr>
              <a:t>On en déduit la vitesse :</a:t>
            </a:r>
            <a:endParaRPr lang="fr-MA" sz="2000" dirty="0"/>
          </a:p>
        </p:txBody>
      </p:sp>
      <p:sp>
        <p:nvSpPr>
          <p:cNvPr id="1048857" name="Rectangle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47328" y="5661706"/>
            <a:ext cx="4011867" cy="922176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ZoneText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23493" y="257577"/>
            <a:ext cx="2871107" cy="369332"/>
          </a:xfrm>
          <a:prstGeom prst="rect">
            <a:avLst/>
          </a:prstGeom>
          <a:blipFill rotWithShape="0">
            <a:blip r:embed="rId2"/>
            <a:stretch>
              <a:fillRect l="-1062" r="-3185" b="-34426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59" name="ZoneTexte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5837" y="888642"/>
            <a:ext cx="7130926" cy="1607748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pic>
        <p:nvPicPr>
          <p:cNvPr id="2097168" name="Image 5"/>
          <p:cNvPicPr>
            <a:picLocks noChangeAspect="1"/>
          </p:cNvPicPr>
          <p:nvPr/>
        </p:nvPicPr>
        <p:blipFill>
          <a:blip r:embed="rId4">
            <a:lum bright="-40000" contrast="40000"/>
          </a:blip>
          <a:stretch>
            <a:fillRect/>
          </a:stretch>
        </p:blipFill>
        <p:spPr>
          <a:xfrm>
            <a:off x="8222559" y="257577"/>
            <a:ext cx="3690398" cy="2265985"/>
          </a:xfrm>
          <a:prstGeom prst="rect">
            <a:avLst/>
          </a:prstGeom>
        </p:spPr>
      </p:pic>
      <p:sp>
        <p:nvSpPr>
          <p:cNvPr id="1048860" name="Rectangle 6"/>
          <p:cNvSpPr/>
          <p:nvPr/>
        </p:nvSpPr>
        <p:spPr>
          <a:xfrm>
            <a:off x="8555083" y="2523562"/>
            <a:ext cx="2710180" cy="39624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MA" sz="2000" dirty="0">
                <a:latin typeface="OfficinaSans-Book"/>
              </a:rPr>
              <a:t>Résonance en vitesse.</a:t>
            </a:r>
            <a:endParaRPr lang="fr-MA" sz="2000" dirty="0"/>
          </a:p>
        </p:txBody>
      </p:sp>
      <p:sp>
        <p:nvSpPr>
          <p:cNvPr id="1048861" name="Rectangle 7"/>
          <p:cNvSpPr/>
          <p:nvPr/>
        </p:nvSpPr>
        <p:spPr>
          <a:xfrm>
            <a:off x="622240" y="2717628"/>
            <a:ext cx="3408681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b="1" u="sng" dirty="0">
                <a:solidFill>
                  <a:srgbClr val="C4007A"/>
                </a:solidFill>
                <a:latin typeface="OfficinaSans-Bold"/>
              </a:rPr>
              <a:t>2. Phénomène de résonance</a:t>
            </a:r>
            <a:endParaRPr lang="fr-MA" sz="2000" u="sng" dirty="0"/>
          </a:p>
        </p:txBody>
      </p:sp>
      <p:sp>
        <p:nvSpPr>
          <p:cNvPr id="1048862" name="Rectangle 8"/>
          <p:cNvSpPr/>
          <p:nvPr/>
        </p:nvSpPr>
        <p:spPr>
          <a:xfrm>
            <a:off x="802544" y="3251160"/>
            <a:ext cx="101831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Bembo"/>
              </a:rPr>
              <a:t>La résonance en vitesse est obtenue quand l’amplitude de la vitesse </a:t>
            </a:r>
            <a:r>
              <a:rPr lang="fr-FR" sz="2000" i="1" dirty="0">
                <a:latin typeface="Bembo-Italic"/>
              </a:rPr>
              <a:t>V </a:t>
            </a:r>
            <a:r>
              <a:rPr lang="fr-FR" sz="2000" dirty="0">
                <a:latin typeface="Bembo"/>
              </a:rPr>
              <a:t>est maximale. </a:t>
            </a:r>
            <a:endParaRPr lang="fr-MA" sz="2000" dirty="0"/>
          </a:p>
        </p:txBody>
      </p:sp>
      <p:sp>
        <p:nvSpPr>
          <p:cNvPr id="1048863" name="Rectangle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2544" y="3710745"/>
            <a:ext cx="6339877" cy="461665"/>
          </a:xfrm>
          <a:prstGeom prst="rect">
            <a:avLst/>
          </a:prstGeom>
          <a:blipFill rotWithShape="0">
            <a:blip r:embed="rId5"/>
            <a:stretch>
              <a:fillRect l="-865" b="-20000"/>
            </a:stretch>
          </a:blipFill>
        </p:spPr>
        <p:txBody>
          <a:bodyPr/>
          <a:lstStyle/>
          <a:p>
            <a:r>
              <a:rPr lang="fr-MA">
                <a:noFill/>
              </a:rPr>
              <a:t> </a:t>
            </a:r>
          </a:p>
        </p:txBody>
      </p:sp>
      <p:sp>
        <p:nvSpPr>
          <p:cNvPr id="1048864" name="Rectangle 10"/>
          <p:cNvSpPr/>
          <p:nvPr/>
        </p:nvSpPr>
        <p:spPr>
          <a:xfrm>
            <a:off x="622240" y="4406040"/>
            <a:ext cx="2265680" cy="3962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000" b="1" u="sng" dirty="0">
                <a:solidFill>
                  <a:srgbClr val="C4007A"/>
                </a:solidFill>
                <a:latin typeface="OfficinaSans-Bold"/>
              </a:rPr>
              <a:t>3. Bande passante</a:t>
            </a:r>
            <a:endParaRPr lang="fr-MA" sz="2000" u="sng" dirty="0"/>
          </a:p>
        </p:txBody>
      </p:sp>
      <p:pic>
        <p:nvPicPr>
          <p:cNvPr id="2097169" name="Image 11"/>
          <p:cNvPicPr>
            <a:picLocks noChangeAspect="1"/>
          </p:cNvPicPr>
          <p:nvPr/>
        </p:nvPicPr>
        <p:blipFill>
          <a:blip r:embed="rId6">
            <a:lum bright="-40000" contrast="40000"/>
          </a:blip>
          <a:stretch>
            <a:fillRect/>
          </a:stretch>
        </p:blipFill>
        <p:spPr>
          <a:xfrm>
            <a:off x="1223493" y="4939572"/>
            <a:ext cx="1158433" cy="759281"/>
          </a:xfrm>
          <a:prstGeom prst="rect">
            <a:avLst/>
          </a:prstGeom>
        </p:spPr>
      </p:pic>
      <p:pic>
        <p:nvPicPr>
          <p:cNvPr id="2097170" name="Image 12"/>
          <p:cNvPicPr>
            <a:picLocks noChangeAspect="1"/>
          </p:cNvPicPr>
          <p:nvPr/>
        </p:nvPicPr>
        <p:blipFill>
          <a:blip r:embed="rId7">
            <a:lum bright="-40000" contrast="40000"/>
          </a:blip>
          <a:stretch>
            <a:fillRect/>
          </a:stretch>
        </p:blipFill>
        <p:spPr>
          <a:xfrm>
            <a:off x="3528811" y="5000324"/>
            <a:ext cx="7804597" cy="637776"/>
          </a:xfrm>
          <a:prstGeom prst="rect">
            <a:avLst/>
          </a:prstGeom>
        </p:spPr>
      </p:pic>
      <p:pic>
        <p:nvPicPr>
          <p:cNvPr id="2097171" name="Image 13"/>
          <p:cNvPicPr>
            <a:picLocks noChangeAspect="1"/>
          </p:cNvPicPr>
          <p:nvPr/>
        </p:nvPicPr>
        <p:blipFill>
          <a:blip r:embed="rId8">
            <a:lum bright="-40000" contrast="40000"/>
          </a:blip>
          <a:stretch>
            <a:fillRect/>
          </a:stretch>
        </p:blipFill>
        <p:spPr>
          <a:xfrm>
            <a:off x="4636394" y="5853329"/>
            <a:ext cx="2708259" cy="674240"/>
          </a:xfrm>
          <a:prstGeom prst="rect">
            <a:avLst/>
          </a:prstGeom>
        </p:spPr>
      </p:pic>
      <p:sp>
        <p:nvSpPr>
          <p:cNvPr id="1048865" name="ZoneTexte 14"/>
          <p:cNvSpPr txBox="1"/>
          <p:nvPr/>
        </p:nvSpPr>
        <p:spPr>
          <a:xfrm>
            <a:off x="621726" y="5955149"/>
            <a:ext cx="380238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dirty="0"/>
              <a:t>La largeur de la bande passante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Rectangle 3"/>
          <p:cNvSpPr/>
          <p:nvPr/>
        </p:nvSpPr>
        <p:spPr>
          <a:xfrm>
            <a:off x="652615" y="268198"/>
            <a:ext cx="7548880" cy="447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dirty="0">
                <a:latin typeface="AR BLANCA" panose="02000000000000000000" pitchFamily="2" charset="0"/>
              </a:rPr>
              <a:t>III.6. Analogie avec les oscillations électriques forcées</a:t>
            </a:r>
            <a:endParaRPr lang="fr-MA" sz="2400" dirty="0">
              <a:latin typeface="AR BLANCA" panose="02000000000000000000" pitchFamily="2" charset="0"/>
            </a:endParaRPr>
          </a:p>
        </p:txBody>
      </p:sp>
      <p:sp>
        <p:nvSpPr>
          <p:cNvPr id="1048867" name="Ellipse 4"/>
          <p:cNvSpPr/>
          <p:nvPr/>
        </p:nvSpPr>
        <p:spPr>
          <a:xfrm>
            <a:off x="6987464" y="1913582"/>
            <a:ext cx="5461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7" name="Connecteur droit 6"/>
          <p:cNvCxnSpPr>
            <a:cxnSpLocks/>
            <a:stCxn id="1048867" idx="0"/>
          </p:cNvCxnSpPr>
          <p:nvPr/>
        </p:nvCxnSpPr>
        <p:spPr>
          <a:xfrm flipH="1" flipV="1">
            <a:off x="7254164" y="1176982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Connecteur droit 8"/>
          <p:cNvCxnSpPr>
            <a:cxnSpLocks/>
          </p:cNvCxnSpPr>
          <p:nvPr/>
        </p:nvCxnSpPr>
        <p:spPr>
          <a:xfrm flipH="1" flipV="1">
            <a:off x="7260514" y="2446982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68" name="Rectangle 9"/>
          <p:cNvSpPr/>
          <p:nvPr/>
        </p:nvSpPr>
        <p:spPr>
          <a:xfrm>
            <a:off x="7774864" y="1037282"/>
            <a:ext cx="762000" cy="2667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39" name="Connecteur droit 10"/>
          <p:cNvCxnSpPr>
            <a:cxnSpLocks/>
          </p:cNvCxnSpPr>
          <p:nvPr/>
        </p:nvCxnSpPr>
        <p:spPr>
          <a:xfrm flipH="1">
            <a:off x="7254164" y="1176982"/>
            <a:ext cx="533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0" name="Connecteur droit 13"/>
          <p:cNvCxnSpPr>
            <a:cxnSpLocks/>
          </p:cNvCxnSpPr>
          <p:nvPr/>
        </p:nvCxnSpPr>
        <p:spPr>
          <a:xfrm flipH="1">
            <a:off x="8536864" y="1170632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e 22"/>
          <p:cNvGrpSpPr/>
          <p:nvPr/>
        </p:nvGrpSpPr>
        <p:grpSpPr>
          <a:xfrm>
            <a:off x="9115228" y="938857"/>
            <a:ext cx="1193800" cy="463550"/>
            <a:chOff x="5803900" y="1720850"/>
            <a:chExt cx="1193800" cy="927100"/>
          </a:xfrm>
        </p:grpSpPr>
        <p:sp>
          <p:nvSpPr>
            <p:cNvPr id="1048869" name="Ellipse 16"/>
            <p:cNvSpPr/>
            <p:nvPr/>
          </p:nvSpPr>
          <p:spPr>
            <a:xfrm>
              <a:off x="58039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0" name="Ellipse 17"/>
            <p:cNvSpPr/>
            <p:nvPr/>
          </p:nvSpPr>
          <p:spPr>
            <a:xfrm>
              <a:off x="59690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1" name="Ellipse 18"/>
            <p:cNvSpPr/>
            <p:nvPr/>
          </p:nvSpPr>
          <p:spPr>
            <a:xfrm>
              <a:off x="613410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2" name="Ellipse 19"/>
            <p:cNvSpPr/>
            <p:nvPr/>
          </p:nvSpPr>
          <p:spPr>
            <a:xfrm>
              <a:off x="6308725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3" name="Ellipse 20"/>
            <p:cNvSpPr/>
            <p:nvPr/>
          </p:nvSpPr>
          <p:spPr>
            <a:xfrm>
              <a:off x="648335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74" name="Ellipse 21"/>
            <p:cNvSpPr/>
            <p:nvPr/>
          </p:nvSpPr>
          <p:spPr>
            <a:xfrm>
              <a:off x="6667500" y="17335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MA" dirty="0" err="1"/>
                <a:t>vv</a:t>
              </a:r>
              <a:endParaRPr lang="fr-MA" dirty="0"/>
            </a:p>
          </p:txBody>
        </p:sp>
      </p:grpSp>
      <p:cxnSp>
        <p:nvCxnSpPr>
          <p:cNvPr id="3145741" name="Connecteur droit 23"/>
          <p:cNvCxnSpPr>
            <a:cxnSpLocks/>
          </p:cNvCxnSpPr>
          <p:nvPr/>
        </p:nvCxnSpPr>
        <p:spPr>
          <a:xfrm flipH="1">
            <a:off x="10276764" y="1157932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Connecteur droit 24"/>
          <p:cNvCxnSpPr>
            <a:cxnSpLocks/>
          </p:cNvCxnSpPr>
          <p:nvPr/>
        </p:nvCxnSpPr>
        <p:spPr>
          <a:xfrm flipV="1">
            <a:off x="10842428" y="1157932"/>
            <a:ext cx="6350" cy="7556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3" name="Connecteur droit 26"/>
          <p:cNvCxnSpPr>
            <a:cxnSpLocks/>
          </p:cNvCxnSpPr>
          <p:nvPr/>
        </p:nvCxnSpPr>
        <p:spPr>
          <a:xfrm flipV="1">
            <a:off x="10848778" y="2263219"/>
            <a:ext cx="6350" cy="9203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4" name="Connecteur droit 27"/>
          <p:cNvCxnSpPr>
            <a:cxnSpLocks/>
          </p:cNvCxnSpPr>
          <p:nvPr/>
        </p:nvCxnSpPr>
        <p:spPr>
          <a:xfrm flipH="1">
            <a:off x="10553246" y="1913582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5" name="Connecteur droit 28"/>
          <p:cNvCxnSpPr>
            <a:cxnSpLocks/>
          </p:cNvCxnSpPr>
          <p:nvPr/>
        </p:nvCxnSpPr>
        <p:spPr>
          <a:xfrm flipH="1">
            <a:off x="10553246" y="2256869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6" name="Connecteur droit 31"/>
          <p:cNvCxnSpPr>
            <a:cxnSpLocks/>
          </p:cNvCxnSpPr>
          <p:nvPr/>
        </p:nvCxnSpPr>
        <p:spPr>
          <a:xfrm>
            <a:off x="7254164" y="3183582"/>
            <a:ext cx="35946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75" name="Forme libre 32"/>
          <p:cNvSpPr/>
          <p:nvPr/>
        </p:nvSpPr>
        <p:spPr>
          <a:xfrm>
            <a:off x="7127164" y="2090801"/>
            <a:ext cx="254000" cy="216287"/>
          </a:xfrm>
          <a:custGeom>
            <a:avLst/>
            <a:gdLst>
              <a:gd name="connsiteX0" fmla="*/ 0 w 698500"/>
              <a:gd name="connsiteY0" fmla="*/ 177942 h 203342"/>
              <a:gd name="connsiteX1" fmla="*/ 215900 w 698500"/>
              <a:gd name="connsiteY1" fmla="*/ 142 h 203342"/>
              <a:gd name="connsiteX2" fmla="*/ 457200 w 698500"/>
              <a:gd name="connsiteY2" fmla="*/ 203342 h 203342"/>
              <a:gd name="connsiteX3" fmla="*/ 698500 w 698500"/>
              <a:gd name="connsiteY3" fmla="*/ 142 h 203342"/>
              <a:gd name="connsiteX4" fmla="*/ 698500 w 698500"/>
              <a:gd name="connsiteY4" fmla="*/ 142 h 20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500" h="203342">
                <a:moveTo>
                  <a:pt x="0" y="177942"/>
                </a:moveTo>
                <a:cubicBezTo>
                  <a:pt x="69850" y="86925"/>
                  <a:pt x="139700" y="-4091"/>
                  <a:pt x="215900" y="142"/>
                </a:cubicBezTo>
                <a:cubicBezTo>
                  <a:pt x="292100" y="4375"/>
                  <a:pt x="376767" y="203342"/>
                  <a:pt x="457200" y="203342"/>
                </a:cubicBezTo>
                <a:cubicBezTo>
                  <a:pt x="537633" y="203342"/>
                  <a:pt x="698500" y="142"/>
                  <a:pt x="698500" y="142"/>
                </a:cubicBezTo>
                <a:lnTo>
                  <a:pt x="698500" y="142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76" name="ZoneTexte 33"/>
          <p:cNvSpPr txBox="1"/>
          <p:nvPr/>
        </p:nvSpPr>
        <p:spPr>
          <a:xfrm>
            <a:off x="5352121" y="1980227"/>
            <a:ext cx="1897379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E(t)=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Ecos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w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048877" name="ZoneTexte 34"/>
          <p:cNvSpPr txBox="1"/>
          <p:nvPr/>
        </p:nvSpPr>
        <p:spPr>
          <a:xfrm>
            <a:off x="7912054" y="545712"/>
            <a:ext cx="4495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</p:txBody>
      </p:sp>
      <p:sp>
        <p:nvSpPr>
          <p:cNvPr id="1048878" name="ZoneTexte 35"/>
          <p:cNvSpPr txBox="1"/>
          <p:nvPr/>
        </p:nvSpPr>
        <p:spPr>
          <a:xfrm>
            <a:off x="9445428" y="467280"/>
            <a:ext cx="4241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</a:p>
        </p:txBody>
      </p:sp>
      <p:sp>
        <p:nvSpPr>
          <p:cNvPr id="1048879" name="ZoneTexte 36"/>
          <p:cNvSpPr txBox="1"/>
          <p:nvPr/>
        </p:nvSpPr>
        <p:spPr>
          <a:xfrm>
            <a:off x="10094725" y="1845423"/>
            <a:ext cx="4622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</p:txBody>
      </p:sp>
      <p:sp>
        <p:nvSpPr>
          <p:cNvPr id="1048880" name="Rectangle 37"/>
          <p:cNvSpPr/>
          <p:nvPr/>
        </p:nvSpPr>
        <p:spPr>
          <a:xfrm>
            <a:off x="652615" y="907018"/>
            <a:ext cx="2608580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u="sng" dirty="0">
                <a:latin typeface="AR BLANCA" panose="02000000000000000000" pitchFamily="2" charset="0"/>
              </a:rPr>
              <a:t>1. Résonance de charge</a:t>
            </a:r>
            <a:endParaRPr lang="fr-MA" u="sng" dirty="0"/>
          </a:p>
        </p:txBody>
      </p:sp>
      <p:cxnSp>
        <p:nvCxnSpPr>
          <p:cNvPr id="3145747" name="Connecteur droit avec flèche 39"/>
          <p:cNvCxnSpPr>
            <a:cxnSpLocks/>
          </p:cNvCxnSpPr>
          <p:nvPr/>
        </p:nvCxnSpPr>
        <p:spPr>
          <a:xfrm flipV="1">
            <a:off x="6917614" y="1748482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8" name="Connecteur droit avec flèche 40"/>
          <p:cNvCxnSpPr>
            <a:cxnSpLocks/>
          </p:cNvCxnSpPr>
          <p:nvPr/>
        </p:nvCxnSpPr>
        <p:spPr>
          <a:xfrm flipV="1">
            <a:off x="11190839" y="1698979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1" name="ZoneTexte 41"/>
          <p:cNvSpPr txBox="1"/>
          <p:nvPr/>
        </p:nvSpPr>
        <p:spPr>
          <a:xfrm>
            <a:off x="11168640" y="1955605"/>
            <a:ext cx="10210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</a:t>
            </a:r>
          </a:p>
        </p:txBody>
      </p:sp>
      <p:sp>
        <p:nvSpPr>
          <p:cNvPr id="1048882" name="ZoneTexte 42"/>
          <p:cNvSpPr txBox="1"/>
          <p:nvPr/>
        </p:nvSpPr>
        <p:spPr>
          <a:xfrm>
            <a:off x="1485215" y="1341540"/>
            <a:ext cx="19989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(t)=q(t)/C</a:t>
            </a:r>
          </a:p>
        </p:txBody>
      </p:sp>
      <p:sp>
        <p:nvSpPr>
          <p:cNvPr id="1048883" name="ZoneTexte 43"/>
          <p:cNvSpPr txBox="1"/>
          <p:nvPr/>
        </p:nvSpPr>
        <p:spPr>
          <a:xfrm>
            <a:off x="977900" y="2121640"/>
            <a:ext cx="2176780" cy="358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Mettre en équation.</a:t>
            </a:r>
          </a:p>
        </p:txBody>
      </p:sp>
      <p:sp>
        <p:nvSpPr>
          <p:cNvPr id="1048884" name="Rectangle 44"/>
          <p:cNvSpPr/>
          <p:nvPr/>
        </p:nvSpPr>
        <p:spPr>
          <a:xfrm>
            <a:off x="652615" y="3650218"/>
            <a:ext cx="2659380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u="sng" dirty="0">
                <a:latin typeface="AR BLANCA" panose="02000000000000000000" pitchFamily="2" charset="0"/>
              </a:rPr>
              <a:t>2. Résonance d’intensité</a:t>
            </a:r>
            <a:endParaRPr lang="fr-MA" u="sng" dirty="0"/>
          </a:p>
        </p:txBody>
      </p:sp>
      <p:sp>
        <p:nvSpPr>
          <p:cNvPr id="1048885" name="ZoneTexte 45"/>
          <p:cNvSpPr txBox="1"/>
          <p:nvPr/>
        </p:nvSpPr>
        <p:spPr>
          <a:xfrm>
            <a:off x="1485215" y="4084740"/>
            <a:ext cx="17576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(t)=Ri(t)</a:t>
            </a:r>
          </a:p>
        </p:txBody>
      </p:sp>
      <p:sp>
        <p:nvSpPr>
          <p:cNvPr id="1048886" name="ZoneTexte 46"/>
          <p:cNvSpPr txBox="1"/>
          <p:nvPr/>
        </p:nvSpPr>
        <p:spPr>
          <a:xfrm>
            <a:off x="977900" y="4864840"/>
            <a:ext cx="21767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/>
              <a:t>Mettre en équation.</a:t>
            </a:r>
          </a:p>
        </p:txBody>
      </p:sp>
      <p:sp>
        <p:nvSpPr>
          <p:cNvPr id="1048887" name="Ellipse 47"/>
          <p:cNvSpPr/>
          <p:nvPr/>
        </p:nvSpPr>
        <p:spPr>
          <a:xfrm>
            <a:off x="6644564" y="5031803"/>
            <a:ext cx="546100" cy="533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49" name="Connecteur droit 48"/>
          <p:cNvCxnSpPr>
            <a:cxnSpLocks/>
            <a:stCxn id="1048887" idx="0"/>
          </p:cNvCxnSpPr>
          <p:nvPr/>
        </p:nvCxnSpPr>
        <p:spPr>
          <a:xfrm flipH="1" flipV="1">
            <a:off x="6911264" y="4295203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0" name="Connecteur droit 49"/>
          <p:cNvCxnSpPr>
            <a:cxnSpLocks/>
          </p:cNvCxnSpPr>
          <p:nvPr/>
        </p:nvCxnSpPr>
        <p:spPr>
          <a:xfrm flipH="1" flipV="1">
            <a:off x="6917614" y="5565203"/>
            <a:ext cx="6350" cy="736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8" name="Rectangle 50"/>
          <p:cNvSpPr/>
          <p:nvPr/>
        </p:nvSpPr>
        <p:spPr>
          <a:xfrm rot="16200000">
            <a:off x="10118528" y="5183815"/>
            <a:ext cx="762000" cy="2667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45751" name="Connecteur droit 51"/>
          <p:cNvCxnSpPr>
            <a:cxnSpLocks/>
          </p:cNvCxnSpPr>
          <p:nvPr/>
        </p:nvCxnSpPr>
        <p:spPr>
          <a:xfrm flipH="1" flipV="1">
            <a:off x="6911264" y="4295203"/>
            <a:ext cx="935979" cy="203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Connecteur droit 52"/>
          <p:cNvCxnSpPr>
            <a:cxnSpLocks/>
          </p:cNvCxnSpPr>
          <p:nvPr/>
        </p:nvCxnSpPr>
        <p:spPr>
          <a:xfrm flipH="1">
            <a:off x="8193964" y="4288853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e 53"/>
          <p:cNvGrpSpPr/>
          <p:nvPr/>
        </p:nvGrpSpPr>
        <p:grpSpPr>
          <a:xfrm>
            <a:off x="8772328" y="4057078"/>
            <a:ext cx="1193800" cy="463550"/>
            <a:chOff x="5803900" y="1720850"/>
            <a:chExt cx="1193800" cy="927100"/>
          </a:xfrm>
        </p:grpSpPr>
        <p:sp>
          <p:nvSpPr>
            <p:cNvPr id="1048889" name="Ellipse 54"/>
            <p:cNvSpPr/>
            <p:nvPr/>
          </p:nvSpPr>
          <p:spPr>
            <a:xfrm>
              <a:off x="58039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0" name="Ellipse 55"/>
            <p:cNvSpPr/>
            <p:nvPr/>
          </p:nvSpPr>
          <p:spPr>
            <a:xfrm>
              <a:off x="5969000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1" name="Ellipse 56"/>
            <p:cNvSpPr/>
            <p:nvPr/>
          </p:nvSpPr>
          <p:spPr>
            <a:xfrm>
              <a:off x="613410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2" name="Ellipse 57"/>
            <p:cNvSpPr/>
            <p:nvPr/>
          </p:nvSpPr>
          <p:spPr>
            <a:xfrm>
              <a:off x="6308725" y="17208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3" name="Ellipse 58"/>
            <p:cNvSpPr/>
            <p:nvPr/>
          </p:nvSpPr>
          <p:spPr>
            <a:xfrm>
              <a:off x="6483350" y="172720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48894" name="Ellipse 59"/>
            <p:cNvSpPr/>
            <p:nvPr/>
          </p:nvSpPr>
          <p:spPr>
            <a:xfrm>
              <a:off x="6667500" y="1733550"/>
              <a:ext cx="330200" cy="9144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MA" dirty="0" err="1"/>
                <a:t>vv</a:t>
              </a:r>
              <a:endParaRPr lang="fr-MA" dirty="0"/>
            </a:p>
          </p:txBody>
        </p:sp>
      </p:grpSp>
      <p:cxnSp>
        <p:nvCxnSpPr>
          <p:cNvPr id="3145753" name="Connecteur droit 60"/>
          <p:cNvCxnSpPr>
            <a:cxnSpLocks/>
          </p:cNvCxnSpPr>
          <p:nvPr/>
        </p:nvCxnSpPr>
        <p:spPr>
          <a:xfrm flipH="1">
            <a:off x="9933864" y="4276153"/>
            <a:ext cx="578364" cy="6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Connecteur droit 61"/>
          <p:cNvCxnSpPr>
            <a:cxnSpLocks/>
            <a:stCxn id="1048888" idx="3"/>
          </p:cNvCxnSpPr>
          <p:nvPr/>
        </p:nvCxnSpPr>
        <p:spPr>
          <a:xfrm flipV="1">
            <a:off x="10499528" y="4276153"/>
            <a:ext cx="6350" cy="6600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5" name="Connecteur droit 62"/>
          <p:cNvCxnSpPr>
            <a:cxnSpLocks/>
            <a:endCxn id="1048888" idx="1"/>
          </p:cNvCxnSpPr>
          <p:nvPr/>
        </p:nvCxnSpPr>
        <p:spPr>
          <a:xfrm flipH="1" flipV="1">
            <a:off x="10499528" y="5698165"/>
            <a:ext cx="3663" cy="6189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e 74"/>
          <p:cNvGrpSpPr/>
          <p:nvPr/>
        </p:nvGrpSpPr>
        <p:grpSpPr>
          <a:xfrm rot="16200000">
            <a:off x="7726528" y="4128053"/>
            <a:ext cx="578364" cy="349637"/>
            <a:chOff x="5157451" y="3929119"/>
            <a:chExt cx="578364" cy="349637"/>
          </a:xfrm>
        </p:grpSpPr>
        <p:cxnSp>
          <p:nvCxnSpPr>
            <p:cNvPr id="3145756" name="Connecteur droit 63"/>
            <p:cNvCxnSpPr>
              <a:cxnSpLocks/>
            </p:cNvCxnSpPr>
            <p:nvPr/>
          </p:nvCxnSpPr>
          <p:spPr>
            <a:xfrm flipH="1">
              <a:off x="5157451" y="3929119"/>
              <a:ext cx="578364" cy="63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57" name="Connecteur droit 64"/>
            <p:cNvCxnSpPr>
              <a:cxnSpLocks/>
            </p:cNvCxnSpPr>
            <p:nvPr/>
          </p:nvCxnSpPr>
          <p:spPr>
            <a:xfrm flipH="1">
              <a:off x="5157451" y="4272406"/>
              <a:ext cx="578364" cy="63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58" name="Connecteur droit 65"/>
          <p:cNvCxnSpPr>
            <a:cxnSpLocks/>
          </p:cNvCxnSpPr>
          <p:nvPr/>
        </p:nvCxnSpPr>
        <p:spPr>
          <a:xfrm>
            <a:off x="6911264" y="6301803"/>
            <a:ext cx="35946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5" name="Forme libre 66"/>
          <p:cNvSpPr/>
          <p:nvPr/>
        </p:nvSpPr>
        <p:spPr>
          <a:xfrm>
            <a:off x="6784264" y="5209022"/>
            <a:ext cx="254000" cy="216287"/>
          </a:xfrm>
          <a:custGeom>
            <a:avLst/>
            <a:gdLst>
              <a:gd name="connsiteX0" fmla="*/ 0 w 698500"/>
              <a:gd name="connsiteY0" fmla="*/ 177942 h 203342"/>
              <a:gd name="connsiteX1" fmla="*/ 215900 w 698500"/>
              <a:gd name="connsiteY1" fmla="*/ 142 h 203342"/>
              <a:gd name="connsiteX2" fmla="*/ 457200 w 698500"/>
              <a:gd name="connsiteY2" fmla="*/ 203342 h 203342"/>
              <a:gd name="connsiteX3" fmla="*/ 698500 w 698500"/>
              <a:gd name="connsiteY3" fmla="*/ 142 h 203342"/>
              <a:gd name="connsiteX4" fmla="*/ 698500 w 698500"/>
              <a:gd name="connsiteY4" fmla="*/ 142 h 203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500" h="203342">
                <a:moveTo>
                  <a:pt x="0" y="177942"/>
                </a:moveTo>
                <a:cubicBezTo>
                  <a:pt x="69850" y="86925"/>
                  <a:pt x="139700" y="-4091"/>
                  <a:pt x="215900" y="142"/>
                </a:cubicBezTo>
                <a:cubicBezTo>
                  <a:pt x="292100" y="4375"/>
                  <a:pt x="376767" y="203342"/>
                  <a:pt x="457200" y="203342"/>
                </a:cubicBezTo>
                <a:cubicBezTo>
                  <a:pt x="537633" y="203342"/>
                  <a:pt x="698500" y="142"/>
                  <a:pt x="698500" y="142"/>
                </a:cubicBezTo>
                <a:lnTo>
                  <a:pt x="698500" y="142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48896" name="ZoneTexte 67"/>
          <p:cNvSpPr txBox="1"/>
          <p:nvPr/>
        </p:nvSpPr>
        <p:spPr>
          <a:xfrm>
            <a:off x="5009221" y="5098448"/>
            <a:ext cx="1897379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E(t)=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Ecos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w</a:t>
            </a:r>
            <a:r>
              <a:rPr lang="fr-MA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fr-MA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048897" name="ZoneTexte 68"/>
          <p:cNvSpPr txBox="1"/>
          <p:nvPr/>
        </p:nvSpPr>
        <p:spPr>
          <a:xfrm>
            <a:off x="9966128" y="5080135"/>
            <a:ext cx="449580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</a:p>
        </p:txBody>
      </p:sp>
      <p:sp>
        <p:nvSpPr>
          <p:cNvPr id="1048898" name="ZoneTexte 69"/>
          <p:cNvSpPr txBox="1"/>
          <p:nvPr/>
        </p:nvSpPr>
        <p:spPr>
          <a:xfrm>
            <a:off x="9102528" y="3585501"/>
            <a:ext cx="424179" cy="447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</a:p>
        </p:txBody>
      </p:sp>
      <p:sp>
        <p:nvSpPr>
          <p:cNvPr id="1048899" name="ZoneTexte 70"/>
          <p:cNvSpPr txBox="1"/>
          <p:nvPr/>
        </p:nvSpPr>
        <p:spPr>
          <a:xfrm>
            <a:off x="7834451" y="3622133"/>
            <a:ext cx="462280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</p:txBody>
      </p:sp>
      <p:cxnSp>
        <p:nvCxnSpPr>
          <p:cNvPr id="3145759" name="Connecteur droit avec flèche 71"/>
          <p:cNvCxnSpPr>
            <a:cxnSpLocks/>
          </p:cNvCxnSpPr>
          <p:nvPr/>
        </p:nvCxnSpPr>
        <p:spPr>
          <a:xfrm flipV="1">
            <a:off x="6574714" y="4866703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0" name="Connecteur droit avec flèche 72"/>
          <p:cNvCxnSpPr>
            <a:cxnSpLocks/>
          </p:cNvCxnSpPr>
          <p:nvPr/>
        </p:nvCxnSpPr>
        <p:spPr>
          <a:xfrm flipV="1">
            <a:off x="10746074" y="4800035"/>
            <a:ext cx="0" cy="974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00" name="ZoneTexte 73"/>
          <p:cNvSpPr txBox="1"/>
          <p:nvPr/>
        </p:nvSpPr>
        <p:spPr>
          <a:xfrm>
            <a:off x="10723875" y="5056661"/>
            <a:ext cx="1021079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MA" sz="24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(t)</a:t>
            </a:r>
          </a:p>
        </p:txBody>
      </p:sp>
      <p:cxnSp>
        <p:nvCxnSpPr>
          <p:cNvPr id="3145761" name="Connecteur droit avec flèche 81"/>
          <p:cNvCxnSpPr>
            <a:cxnSpLocks/>
          </p:cNvCxnSpPr>
          <p:nvPr/>
        </p:nvCxnSpPr>
        <p:spPr>
          <a:xfrm>
            <a:off x="7127164" y="4295490"/>
            <a:ext cx="2286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01" name="Rectangle 82"/>
          <p:cNvSpPr/>
          <p:nvPr/>
        </p:nvSpPr>
        <p:spPr>
          <a:xfrm>
            <a:off x="6893541" y="3805865"/>
            <a:ext cx="640080" cy="4470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i(t)</a:t>
            </a:r>
            <a:endParaRPr lang="fr-MA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1499</Words>
  <Application>Microsoft Office PowerPoint</Application>
  <PresentationFormat>Widescreen</PresentationFormat>
  <Paragraphs>311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AR BLANCA</vt:lpstr>
      <vt:lpstr>Arial</vt:lpstr>
      <vt:lpstr>Bembo</vt:lpstr>
      <vt:lpstr>Bembo-Italic</vt:lpstr>
      <vt:lpstr>Calibri</vt:lpstr>
      <vt:lpstr>Calibri Light</vt:lpstr>
      <vt:lpstr>Frutiger-Roman</vt:lpstr>
      <vt:lpstr>NewBaskervilleITCbyBT-Roman</vt:lpstr>
      <vt:lpstr>OfficinaSans-Bold</vt:lpstr>
      <vt:lpstr>OfficinaSans-Book</vt:lpstr>
      <vt:lpstr>Symbol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Ossama Azagrouze</dc:creator>
  <cp:lastModifiedBy>Mohamed Azagrouze</cp:lastModifiedBy>
  <cp:revision>8</cp:revision>
  <dcterms:created xsi:type="dcterms:W3CDTF">2015-11-08T16:18:52Z</dcterms:created>
  <dcterms:modified xsi:type="dcterms:W3CDTF">2025-11-19T18:40:07Z</dcterms:modified>
</cp:coreProperties>
</file>