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slides/slide12.xml" ContentType="application/vnd.openxmlformats-officedocument.presentationml.slide+xml"/>
  <Override PartName="/ppt/slides/slide13.xml" ContentType="application/vnd.openxmlformats-officedocument.presentationml.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slides/slide14.xml" ContentType="application/vnd.openxmlformats-officedocument.presentationml.slide+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slides/slide15.xml" ContentType="application/vnd.openxmlformats-officedocument.presentationml.slide+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648.xml" ContentType="application/inkml+xml"/>
  <Override PartName="/ppt/ink/ink649.xml" ContentType="application/inkml+xml"/>
  <Override PartName="/ppt/ink/ink650.xml" ContentType="application/inkml+xml"/>
  <Override PartName="/ppt/slides/slide16.xml" ContentType="application/vnd.openxmlformats-officedocument.presentationml.slide+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32.xml" ContentType="application/inkml+xml"/>
  <Override PartName="/ppt/slides/slide17.xml" ContentType="application/vnd.openxmlformats-officedocument.presentationml.slide+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slides/slide18.xml" ContentType="application/vnd.openxmlformats-officedocument.presentationml.slide+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slides/slide19.xml" ContentType="application/vnd.openxmlformats-officedocument.presentationml.slide+xml"/>
  <Override PartName="/ppt/ink/ink1048.xml" ContentType="application/inkml+xml"/>
  <Override PartName="/ppt/ink/ink1049.xml" ContentType="application/inkml+xml"/>
  <Override PartName="/ppt/slides/slide20.xml" ContentType="application/vnd.openxmlformats-officedocument.presentationml.slide+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slides/slide21.xml" ContentType="application/vnd.openxmlformats-officedocument.presentationml.slide+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slides/slide22.xml" ContentType="application/vnd.openxmlformats-officedocument.presentationml.slide+xml"/>
  <Override PartName="/ppt/ink/ink1436.xml" ContentType="application/inkml+xml"/>
  <Override PartName="/ppt/slides/slide23.xml" ContentType="application/vnd.openxmlformats-officedocument.presentationml.slide+xml"/>
  <Override PartName="/ppt/ink/ink1438.xml" ContentType="application/inkml+xml"/>
  <Override PartName="/ppt/slides/slide24.xml" ContentType="application/vnd.openxmlformats-officedocument.presentationml.slide+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slides/slide25.xml" ContentType="application/vnd.openxmlformats-officedocument.presentationml.slide+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slides/slide26.xml" ContentType="application/vnd.openxmlformats-officedocument.presentationml.slide+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slides/slide27.xml" ContentType="application/vnd.openxmlformats-officedocument.presentationml.slide+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738.xml" ContentType="application/inkml+xml"/>
  <Override PartName="/ppt/ink/ink1739.xml" ContentType="application/inkml+xml"/>
  <Override PartName="/ppt/ink/ink1740.xml" ContentType="application/inkml+xml"/>
  <Override PartName="/ppt/ink/ink1862.xml" ContentType="application/inkml+xml"/>
  <Override PartName="/ppt/ink/ink1863.xml" ContentType="application/inkml+xml"/>
  <Override PartName="/ppt/slides/slide28.xml" ContentType="application/vnd.openxmlformats-officedocument.presentationml.slide+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slides/slide29.xml" ContentType="application/vnd.openxmlformats-officedocument.presentationml.slide+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slides/slide30.xml" ContentType="application/vnd.openxmlformats-officedocument.presentationml.slide+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slides/slide31.xml" ContentType="application/vnd.openxmlformats-officedocument.presentationml.slide+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ppt/ink/ink1957.xml" ContentType="application/inkml+xml"/>
  <Override PartName="/ppt/ink/ink1958.xml" ContentType="application/inkml+xml"/>
  <Override PartName="/ppt/ink/ink1959.xml" ContentType="application/inkml+xml"/>
  <Override PartName="/ppt/ink/ink1960.xml" ContentType="application/inkml+xml"/>
  <Override PartName="/ppt/ink/ink1961.xml" ContentType="application/inkml+xml"/>
  <Override PartName="/ppt/ink/ink1962.xml" ContentType="application/inkml+xml"/>
  <Override PartName="/ppt/ink/ink1963.xml" ContentType="application/inkml+xml"/>
  <Override PartName="/ppt/ink/ink1964.xml" ContentType="application/inkml+xml"/>
  <Override PartName="/ppt/ink/ink1965.xml" ContentType="application/inkml+xml"/>
  <Override PartName="/ppt/ink/ink1966.xml" ContentType="application/inkml+xml"/>
  <Override PartName="/ppt/slides/slide32.xml" ContentType="application/vnd.openxmlformats-officedocument.presentationml.slide+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4.xml" ContentType="application/inkml+xml"/>
  <Override PartName="/ppt/slides/slide33.xml" ContentType="application/vnd.openxmlformats-officedocument.presentationml.slide+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81" r:id="rId15"/>
    <p:sldId id="282" r:id="rId16"/>
    <p:sldId id="268" r:id="rId17"/>
    <p:sldId id="283" r:id="rId18"/>
    <p:sldId id="284" r:id="rId19"/>
    <p:sldId id="269" r:id="rId20"/>
    <p:sldId id="270" r:id="rId21"/>
    <p:sldId id="285" r:id="rId22"/>
    <p:sldId id="286" r:id="rId23"/>
    <p:sldId id="271" r:id="rId24"/>
    <p:sldId id="272" r:id="rId25"/>
    <p:sldId id="273" r:id="rId26"/>
    <p:sldId id="274" r:id="rId27"/>
    <p:sldId id="275" r:id="rId28"/>
    <p:sldId id="276" r:id="rId29"/>
    <p:sldId id="287" r:id="rId30"/>
    <p:sldId id="288" r:id="rId31"/>
    <p:sldId id="277" r:id="rId32"/>
    <p:sldId id="289" r:id="rId33"/>
    <p:sldId id="278" r:id="rId34"/>
    <p:sldId id="279" r:id="rId35"/>
  </p:sldIdLst>
  <p:sldSz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000" autoAdjust="0"/>
    <p:restoredTop sz="94660"/>
  </p:normalViewPr>
  <p:slideViewPr>
    <p:cSldViewPr snapToGrid="0">
      <p:cViewPr varScale="1">
        <p:scale>
          <a:sx n="72" d="100"/>
          <a:sy n="72" d="100"/>
        </p:scale>
        <p:origin x="660" y="66"/>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tableStyles" Target="tableStyles.xml"/><Relationship Id="rId37" Type="http://schemas.openxmlformats.org/officeDocument/2006/relationships/presProps" Target="presProps.xml"/><Relationship Id="rId38" Type="http://schemas.openxmlformats.org/officeDocument/2006/relationships/viewProps" Target="viewProps.xml"/></Relationships>
</file>

<file path=ppt/ink/ink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14631.61 4150.48 874.14984, 14618.236 4226.302 864.2302, 14599.186 4334.1562 861.0638, 14577.309 4453.531 859.13336, 14554.735 4550.847 857.9796, 14527.277 4651.233 856.20337, 14508.075 4718.411 854.8781, 14484.526 4800.272 851.91376, 14461.75 4863.169 418.91962</trace>
</ink>
</file>

<file path=ppt/ink/ink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14846.717 4351.625 874.14984, 14763.4375 4419.444 862.0357, 14665.941 4482.569 859.00555, 14590.65 4525.8237 859.4626, 14520.703 4539.121 862.9121, 14562.459 4614.6187 864.64575, 14612.805 4686.971 862.01166, 14665.52 4780.506 854.0588, 14699.565 4854.6416 838.7833, 14727.214 4925.588 800.0076</trace>
</ink>
</file>

<file path=ppt/ink/ink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15219.017 4366.6206 874.14984, 15148.6 4454.1807 861.54895, 15063.639 4550.867 857.9901, 14995.063 4623.607 857.8056, 14935.62 4688.009 858.8932, 14924.28 4757.6016 776.8076, 14958.832 4831.941 793.55896, 14999.537 4911.9546 806.8225, 15040.681 4993.326 858.56104</trace>
</ink>
</file>

<file path=ppt/ink/ink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15264.061 4593.103 874.14984, 15256.18 4682.2993 866.709, 15258.04 4784.56 867.55493, 15295.927 4863.6562 867.80365, 15380.136 4859.0835 866.7117, 15438.234 4785.358 865.9392, 15401.672 4702.157 866.8693, 15356.512 4636.7534 868.27057</trace>
</ink>
</file>

<file path=ppt/ink/ink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15606.945 4110.6646 874.14984, 15519.211 4084.3765 864.19855, 15408.246 4071.2676 859.8218, 15308.273 4064.1387 857.0984, 15218.365 4057.0127 856.58344, 15097.975 4040.9565 854.5688, 15025.36 4030.4465 854.31494, 14910.027 4015.3792 854.27924, 14783.085 4002.8577 854.9341, 14718.065 3999.011 855.7394, 14625.384 3997.8755 858.1939, 14524.569 4019.684 861.063, 14448.399 4059.5854 862.68494, 14382.469 4138.812 863.02484, 14332.872 4256.596 860.3363, 14311.703 4337.983 855.1074, 14294.06 4417.6294 849.1502, 14281.167 4480.4897 843.8012, 14266.439 4559.215 841.68115, 14249.132 4649.77 839.5235, 14230.254 4748.009 837.7134, 14216.326 4821.692 836.2786, 14202.302 4897.2925 834.9082, 14190.032 4978.347 835.21075, 14183.137 5056.796 837.50195, 14183.306 5124.6924 841.39923, 14198.575 5217.7085 849.98773, 14264.009 5284.3306 855.0057, 14358.749 5319.964 857.06604, 14424.778 5329.861 855.80194, 14494.44 5336.6846 854.02295, 14602.363 5342.787 852.34717, 14670.487 5341.0557 852.41656, 14745.247 5334.9614 852.11163, 14808.916 5328.2036 852.02435, 14939.25 5310.1743 851.8428, 15018.628 5298.5063 851.92554, 15101.452 5289.6323 852.4374, 15218.426 5282.6323 855.2462, 15285.33 5287.0146 857.5496, 15353.535 5290.8174 859.59894, 15419.308 5282.348 859.9117, 15513.311 5238.43 862.43463, 15579.265 5123.8765 858.78107, 15614.968 5013.5327 850.0179, 15633.347 4905.2417 839.6525, 15636.17 4834.4517 836.2045, 15636.407 4756.8496 837.5284, 15636.388 4683.007 838.6469, 15636.157 4559.577 841.3437, 15636.262 4485.5273 843.76807, 15635.353 4409.886 845.94464, 15632.129 4302.615 846.5601, 15625.927 4230.639 840.59937, 15623.349 4165.9004 543.2268</trace>
</ink>
</file>

<file path=ppt/ink/ink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14385.25 5680.0127 874.14984, 14318.901 5672.7944 869.5236, 14246.322 5702.051 865.22174, 14183.13 5749.5864 861.46027, 14098.067 5850.7285 861.1495, 14074.604 5922.482 862.9714, 14168.727 5931.4463 863.78125, 14232.018 5865.655 864.1766, 14283.392 5782.6436 863.3588, 14277.753 5889.441 859.5835, 14271.779 5981.038 861.6315, 14357.73 6024.7305 861.99426, 14422.723 5926.8345 856.28217, 14465.308 5853.9023 839.6276, 14482.235 5789.9336 548.02606</trace>
</ink>
</file>

<file path=ppt/ink/ink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14586.566 5457.15 874.14984, 14571.419 5526.3853 864.5618, 14549.795 5645.0845 857.9036, 14537.963 5718.008 854.7496, 14520.994 5834.998 851.38007, 14511.889 5929.2017 854.70447, 14515.245 5994.475 858.88214, 14515.512 6057.267 576.81946</trace>
</ink>
</file>

<file path=ppt/ink/ink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14742.841 5453.013 874.14984, 14719.6045 5555.686 861.9333, 14706.966 5621.4946 856.42017, 14694.795 5695.3228 852.7127, 14682.337 5770.4326 846.3957, 14666.599 5865.16 830.32794, 14648.608 5956.6797 800.70123, 14635.917 6020.13 739.2206</trace>
</ink>
</file>

<file path=ppt/ink/ink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14518.542 5769.9854 874.14984, 14613.703 5756.1714 868.79846, 14709.594 5795.548 864.52057, 14779.44 5866.5703 859.58, 14820.111 5985.1426 854.28656, 14835.471 6082.593 852.39636, 14832.303 6167.6694 851.7303, 14799.292 6086.577 847.32184, 14819.545 5971.378 841.10205, 14850.911 5879.998 845.7612, 14917.017 5833.196 849.98773, 14988.284 5815.489 866.7394</trace>
</ink>
</file>

<file path=ppt/ink/ink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15159.266 5950.965 874.14984, 15083.726 5903.4463 867.4361, 15007.188 5986.5195 861.36304, 14972.025 6068.469 859.174, 14976.937 6138.86 861.5308, 15049.364 6098.9053 860.28644, 15104.87 6019.262 858.2411, 15149.823 5938.337 857.0061, 15186.073 5864.1177 856.78906, 15156.568 5968.4243 856.8972, 15141.56 6070.105 856.8952, 15154.426 6154.932 859.0703, 15234.922 6217.6084 866.7466</trace>
</ink>
</file>

<file path=ppt/ink/ink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15473.652 5939.589 874.14984, 15433.821 6011.232 864.48456, 15391.017 6109.6763 854.42993, 15376.934 6191.662 859.4609, 15469.86 6220.635 859.84064, 15533.138 6182.0586 854.91815</trace>
</ink>
</file>

<file path=ppt/ink/ink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15659.344 5689.838 874.14984, 15644.195 5783.486 858.4862, 15630.283 5856.8237 853.3409, 15610.121 5945.077 843.31415, 15586.302 6042.6313 835.3755, 15566.933 6120.5957 829.7104, 15553.153 6186.014 819.5624, 15541.053 6286.9404 791.18585, 15532.484 6358.427 722.28723</trace>
</ink>
</file>

<file path=ppt/ink/ink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15591.317 6147.9736 874.14984, 15655.248 6098.7803 869.60815, 15730.056 6095.868 866.70056, 15799.871 6187.494 862.32794, 15800.26 6250.9985 859.14575, 15789.82 6345.1436 852.8106</trace>
</ink>
</file>

<file path=ppt/ink/ink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15976.486 6327.402 874.14984, 15963.246 6412.7173 863.4587, 15951.706 6477.666 859.9745, 16010.659 6377.5664 860.9134, 16067.243 6295.714 865.5647, 16147.409 6287.48 867.87146, 16215.765 6268.1006 868.2377, 16277.717 6200.966 866.1852, 16178.976 6208.072 858.0944, 16119.099 6278.8374 857.6876, 16100.983 6363.631 859.7289, 16137.599 6429.885 860.22534, 16202.626 6487.1807 863.33856</trace>
</ink>
</file>

<file path=ppt/ink/ink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14891.761 8336.271 874.14984, 14881.668 8450.299 859.75714, 14874.746 8521.029 853.31573, 14865.527 8605.921 846.62256, 14854.712 8702.384 840.2237, 14836.595 8849.332 830.7601, 14816.044 8993.349 822.4126, 14801.139 9090.674 812.7167, 14785.286 9190.662 797.9531, 14769.797 9281.29 775.4958, 14756.826 9358.199 741.1745, 14745.838 9422.174 687.679</trace>
</ink>
</file>

<file path=ppt/ink/ink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15213.502 8629.458 874.14984, 15140.581 8705.38 857.8422, 15028.636 8822.178 844.04016, 14966.73 8886.046 841.31824, 14879.237 8973.131 840.1331, 14812.131 9032.638 843.2069, 14898.103 9098.754 854.3158, 14979.441 9157.761 854.7576, 15037.858 9230.966 856.3607, 15097.595 9323.652 845.5896, 15140.0 9387.51 830.79114, 15178.809 9452.131 529.1594</trace>
</ink>
</file>

<file path=ppt/ink/ink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15174.893 9014.686 874.14984, 15248.08 9036.365 867.7384, 15331.164 9069.327 864.8185, 15411.441 9115.497 865.01447, 15478.791 9182.597 864.78424, 15511.849 9259.114 862.0934, 15505.961 9327.6875 860.09595, 15464.851 9394.288 860.2095, 15388.796 9487.013 859.2558, 15344.188 9556.336 857.11707</trace>
</ink>
</file>

<file path=ppt/ink/ink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15740.238 9075.701 874.14984, 15729.64 9160.403 867.2852, 15747.863 9253.022 867.4903, 15819.059 9317.656 866.0143, 15891.496 9302.863 862.7415, 15952.974 9199.213 859.02466, 15974.274 9117.884 857.8282, 15961.033 9030.785 859.4525, 15866.266 8979.6875 860.6832, 15789.5 8976.567 860.4568</trace>
</ink>
</file>

<file path=ppt/ink/ink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15782.523 9717.401 874.14984, 15703.526 9707.011 863.59644, 15638.097 9704.166 854.1465, 15561.701 9701.422 847.31915, 15482.959 9697.889 841.61145, 15365.861 9690.556 835.7932, 15263.374 9680.576 837.8122, 15187.106 9673.285 837.93207, 15101.569 9668.23 838.2552, 15022.45 9666.083 839.33264, 14886.311 9668.545 843.10333, 14807.41 9676.043 842.822, 14727.477 9685.507 840.1377, 14650.86 9694.086 835.14777, 14585.166 9701.089 825.03705, 14518.542 9709.645 802.36224</trace>
</ink>
</file>

<file path=ppt/ink/ink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14071.782 10418.051 874.14984, 14107.789 10345.401 869.8711, 14188.303 10278.07 868.27423, 14257.343 10292.169 867.3749, 14282.237 10362.199 863.3835, 14286.697 10461.663 856.62445, 14302.083 10570.848 856.0753, 14331.258 10643.998 857.81256, 14406.567 10669.544 859.0199, 14494.954 10623.968 858.3305, 14555.704 10558.52 856.2134, 14592.733 10485.324 852.8097, 14608.771 10416.438 852.97864, 14583.676 10350.201 855.22754, 14509.467 10368.514 856.4279, 14469.09 10445.85 856.888, 14451.24 10526.969 856.5389, 14474.553 10624.009 855.5377, 14560.279 10705.164 855.80304, 14638.046 10735.022 857.1694</trace>
</ink>
</file>

<file path=ppt/ink/ink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14479.014 10044.716 874.14984, 14432.219 10114.723 866.4367, 14383.808 10179.123 679.1303</trace>
</ink>
</file>

<file path=ppt/ink/ink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14772.258 10403.055 874.14984, 14781.659 10468.709 863.8341, 14791.877 10602.162 850.35156, 14797.325 10685.1455 845.23157, 14803.062 10771.046 842.0, 14810.6 10902.431 840.20514, 14815.357 11018.693 838.8966, 14816.869 11094.178 838.9464, 14816.514 11168.38 840.5679, 14811.383 11270.971 847.81506, 14764.606 11203.4375 854.74347, 14759.356 11138.64 850.1276, 14759.166 11020.47 841.2296, 14766.803 10945.402 840.71643, 14777.97 10868.92 841.2668, 14798.958 10757.387 842.8701, 14833.153 10648.611 846.8072, 14873.627 10570.564 853.49567, 14959.62 10515.903 863.05115, 15039.2 10596.595 862.98645, 15048.169 10666.587 860.69037, 15003.119 10760.75 858.0661, 14946.027 10826.724 855.8346, 14873.532 10862.765 857.82886, 14808.481 10858.479 860.27057, 14766.682 10771.271 861.1363, 14803.627 10705.505 859.7651, 14861.682 10640.83 237.58386</trace>
</ink>
</file>

<file path=ppt/ink/ink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15174.893 10569.039 874.14984, 15153.223 10646.357 864.3485, 15144.276 10752.484 863.81995, 15151.579 10839.266 863.4516, 15194.316 10906.135 864.70306, 15275.593 10859.348 861.7295, 15314.25 10752.695 854.877, 15337.096 10669.048 848.8907, 15349.13 10604.603 848.9787, 15342.072 10681.755 848.6468, 15339.49 10796.31 845.81683, 15347.1 10898.04 849.54694, 15370.014 10967.22 852.5638, 15442.32 10869.416 847.51953, 15461.45 10784.306 842.1169, 15489.41 10644.564 831.1296, 15506.647 10553.475 825.5028, 15524.255 10454.619 822.8965, 15538.701 10366.852 822.72296, 15549.508 10298.301 823.06177, 15558.359 10224.482 823.82947, 15566.512 10127.411 832.1293, 15563.491 10234.368 840.59705, 15556.454 10366.274 831.02234, 15551.8125 10456.699 825.4201, 15546.812 10557.149 812.487, 15543.568 10659.333 791.43854, 15541.461 10744.023 761.11804, 15543.354 10808.225 723.2503, 15543.983 10878.515 642.42, 15548.8125 10941.325 5.5153</trace>
</ink>
</file>

<file path=ppt/ink/ink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15725.529 10434.079 874.14984, 15658.818 10455.711 869.5087, 15599.836 10519.69 863.8467, 15591.529 10587.95 860.66364, 15635.499 10704.267 853.9565, 15683.621 10797.449 851.2637, 15714.716 10888.0 855.6415, 15643.189 10936.004 858.5698, 15621.653 10856.0205 861.7766</trace>
</ink>
</file>

<file path=ppt/ink/ink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15830.326 10629.536 874.14984, 15819.878 10695.191 863.7089, 15810.979 10816.68 851.8606, 15814.851 10911.372 835.47107, 15838.0 10988.744 804.87036</trace>
</ink>
</file>

<file path=ppt/ink/ink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15845.034 10327.561 874.14984, 15860.205 10392.352 755.5999</trace>
</ink>
</file>

<file path=ppt/ink/ink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15979.245 10629.536 874.14984, 15980.81 10718.64 864.37744, 15989.75 10824.481 860.51697, 16002.432 10910.291 858.3763, 16019.514 10985.857 858.2284, 16052.646 11071.803 858.4676, 16122.636 11057.099 858.8161, 16153.895 10984.661 854.53094, 16168.579 10917.001 849.457, 16189.13 10803.569 841.89764, 16199.76 10729.904 834.4103, 16211.365 10648.219 812.7669, 16222.003 10582.293 699.8908</trace>
</ink>
</file>

<file path=ppt/ink/ink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16306.502 10735.022 874.14984, 16312.266 10802.31 871.9595, 16344.187 10869.041 870.6113, 16410.611 10871.716 866.9285, 16444.291 10772.064 864.98883, 16409.734 10680.631 864.66394, 16323.846 10661.947 863.4148, 16276.618 10735.555 859.2959, 16272.764 10841.677 851.2421, 16298.563 10914.261 846.02106, 16326.433 10977.701 840.5348, 16409.389 11070.64 819.63745, 16483.97 11136.79 774.8219</trace>
</ink>
</file>

<file path=ppt/ink/ink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16097.829 11323.463 874.14984, 15984.42 11295.788 858.1056, 15911.762 11278.083 851.3071, 15823.515 11258.071 843.9213, 15719.787 11238.557 836.3699, 15638.888 11224.013 830.46246, 15550.266 11209.474 824.5309, 15464.221 11196.919 819.6749, 15379.098 11185.257 811.90204, 15268.469 11174.405 804.6151, 15143.729 11166.5205 798.9187, 15014.151 11161.502 795.7765, 14922.734 11158.361 794.5322, 14827.906 11157.176 796.36084, 14729.092 11158.341 802.4168, 14646.165 11160.048 809.80225, 14581.024 11162.691 820.2193, 14487.792 11174.89 838.0334, 14421.857 11188.002 849.2239</trace>
</ink>
</file>

<file path=ppt/ink/ink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1466.8933 789.9538 874.14984, 1380.7496 806.037 864.84174, 1316.6232 869.7761 854.45435, 1275.6249 938.3262 846.8138, 1221.1066 1048.6464 835.4982, 1195.7905 1125.6414 832.1908, 1175.6465 1189.3856 828.42053, 1184.9626 1270.3864 835.0682, 1286.4054 1238.6274 831.00134, 1397.495 1155.9425 820.0108, 1509.9427 1046.3872 810.39087, 1579.5541 963.90265 805.35077, 1651.2524 866.5092 799.3645, 1701.3519 797.174 791.41486, 1763.3359 701.8511 785.07916, 1831.9207 597.9626 781.42816, 1890.3809 509.77783 782.11487, 1944.7476 413.86554 796.39966, 1835.8726 545.2706 798.7894, 1782.8254 648.32574 791.86835, 1737.7872 752.0408 787.0063, 1704.5867 832.5849 783.8992, 1672.3766 928.7 781.5793, 1644.2565 1026.6249 786.4501, 1622.5101 1107.9319 790.989, 1583.9474 1218.3494 812.0828, 1514.9258 1243.5093 839.6908, 1504.6517 1163.7954 850.95105, 1531.8394 1058.9951 849.82416, 1584.9595 985.2864 852.6132, 1680.033 966.0995 855.2773, 1724.1943 1048.0403 854.72894, 1735.334 1140.975 854.4964, 1823.3295 1121.3215 852.4057, 1892.8518 1044.4762 825.6645</trace>
</ink>
</file>

<file path=ppt/ink/ink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2122.3252 1046.9442 874.14984, 2157.7864 975.10986 870.04016, 2170.6096 899.91016 868.7934, 2084.5815 936.31854 852.1536, 2007.0162 1056.8168 845.39404, 1964.0022 1140.7859 849.8306, 2029.6243 1110.4282 851.6325, 2093.657 1033.4863 844.80133, 2173.4329 929.2715 842.816, 2246.8215 892.0373 848.8546, 2249.3787 1011.9505 846.17303, 2233.0137 1112.357 853.6198, 2307.9177 1077.1171 851.6943, 2389.129 968.8745 838.79224, 2464.7275 962.64716 839.83044, 2465.8772 1068.2124 825.91125, 2452.209 1166.9222 834.2982, 2498.227 1097.8363 828.01715, 2562.6096 993.0008 820.04114, 2644.7383 946.94653 833.88525, 2678.3865 1038.9199 837.9117, 2684.964 1123.2893 840.1149, 2748.1233 1057.4823 679.05066</trace>
</ink>
</file>

<file path=ppt/ink/ink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2898.1804 993.16754 874.14984, 2967.7954 988.5297 860.85974, 3029.9028 913.7916 855.6305, 3074.8508 836.26294 854.4167, 2975.306 839.41833 842.5262, 2890.6616 969.4783 845.2123, 2883.046 1042.0117 846.89374, 2903.7185 1114.3593 846.98206, 2965.7383 1228.2274 839.053, 3046.582 1366.552 833.9705, 3063.8308 1456.5787 836.28186, 3074.3403 1520.4749 838.7687, 3061.585 1599.4424 836.63477, 3024.2864 1688.9001 829.5049, 2974.131 1767.3625 826.6578, 2888.1096 1862.5645 831.7124, 2814.38 1858.6085 840.63086, 2811.9324 1736.883 838.39233, 2842.7698 1654.0973 830.913, 2882.2349 1562.5999 824.8336, 2912.6843 1494.154 818.0417, 2959.6082 1402.4686 811.7559, 3020.4329 1298.218 805.5314, 3091.1267 1191.9177 800.5179, 3147.2124 1111.9795 797.67993, 3200.2312 1041.7988 795.9511, 3252.8442 975.78064 804.1078, 3307.337 875.93353 822.5888, 3238.7273 921.0419 840.3529, 3212.595 988.41504 838.36584, 3182.137 1095.1715 833.9808, 3178.793 1160.0623 836.1774, 3199.3535 1244.8973 841.3975, 3287.7292 1262.7596 842.9174, 3393.3242 1218.7516 838.64624, 3484.0312 1121.469 835.665, 3544.1665 1019.5823 832.7351, 3581.305 949.33545 839.5483, 3621.3433 1067.6332 836.39764, 3625.5564 1177.747 829.1497, 3633.4587 1250.8322 841.2005, 3695.7358 1175.7006 829.19934, 3739.524 1084.2344 830.11816, 3811.3982 1107.6183 838.16907, 3820.2874 1185.3705 833.93787, 3817.6199 1260.6414 842.5892, 3843.8882 1196.8265 847.15857, 3884.3867 1080.5363 837.0445, 3928.7593 988.3128 847.838, 3961.1594 1084.7512 847.76117, 3966.8555 1150.3483 842.89276, 3972.7793 1222.9938 845.7629, 3985.0515 1319.3971 853.76746, 4065.545 1294.1869 852.2543, 4144.7705 1188.317 837.8051, 4219.986 1077.3427 836.14087, 4279.4873 974.3143 844.48596, 4211.3687 943.06244 852.44257, 4150.676 1059.7056 851.90216, 4116.33 1172.4705 842.84607, 4123.4565 1272.7373 846.2121, 4217.619 1277.5576 846.1479, 4281.502 1245.2354 840.01025, 4389.966 1168.183 834.4413, 4476.016 1092.0079 841.43005, 4500.8613 1175.1437 834.8314, 4505.186 1253.8774 841.7645, 4588.013 1223.6895 851.2636, 4658.664 1147.8143 837.611, 4727.638 1074.5411 837.95355, 4788.1284 1146.7114 836.6434, 4788.235 1214.5641 828.4728, 4784.9937 1339.7166 821.4532, 4800.074 1416.9327 833.10333, 4875.902 1338.507 830.3523, 4919.861 1235.7493 817.2377, 4948.4365 1168.8688 791.51587, 4987.82 1082.0466 723.2478, 5012.0703 1017.98145 6.9344444</trace>
</ink>
</file>

<file path=ppt/ink/ink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5073.1484 678.7808 874.14984, 5064.7437 824.2752 839.3857, 5056.9663 928.17645 825.3446, 5050.999 1038.4646 799.1744, 5047.204 1143.6559 768.4319, 5046.9004 1229.0269 733.9372, 5049.0566 1342.5038 655.32043, 5063.053 1412.6818 523.112</trace>
</ink>
</file>

<file path=ppt/ink/ink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4998.6885 1016.4364 874.14984, 5082.2095 983.47784 845.8041, 5175.0874 955.8823 823.7012, 5305.793 926.0131 787.07086, 5381.279 908.7624 738.0249, 5463.4106 888.244 659.4539, 5527.711 879.2721 301.99405</trace>
</ink>
</file>

<file path=ppt/ink/ink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5981.3774 1076.4181 874.14984, 5903.289 1105.4735 865.65137, 5821.595 1169.225 847.31165, 5750.248 1253.259 836.6483, 5701.6904 1352.3772 838.0393, 5705.021 1432.98 840.9403, 5768.48 1416.2407 839.9632, 5832.43 1349.1316 830.9318, 5908.1577 1252.21 810.67834, 5985.5596 1139.5239 792.5607, 6041.6787 1055.9739 748.0792, 6090.859 970.74585 696.687, 6130.701 904.05566 618.1849, 6168.0796 837.6361 461.39844</trace>
</ink>
</file>

<file path=ppt/ink/ink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6145.925 593.46204 874.14984, 6139.005 671.56726 856.94434, 6129.8115 751.0863 840.7546, 6115.0806 854.1018 825.56635, 6096.482 972.7106 813.8388, 6082.9424 1057.8601 805.4966, 6070.152 1145.6993 798.9758, 6059.388 1220.6715 799.62463, 6053.2363 1283.9661 808.34686, 6076.515 1366.389 817.85266, 6178.8286 1290.1687 826.3611, 6238.137 1206.2992 815.68787, 6289.4385 1130.6041 806.6332, 6364.06 1011.1253 823.77936, 6317.874 1106.7029 818.17365, 6295.866 1170.8387 821.1603, 6291.0454 1265.4336 840.1506, 6355.1562 1264.3978 839.56006, 6418.3506 1279.793 848.4429, 6484.1426 1254.6146 818.46924</trace>
</ink>
</file>

<file path=ppt/ink/ink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6994.4014 1227.4065 874.14984, 6986.5215 1130.7047 861.01056, 6989.6416 1057.2076 851.38837, 7005.015 976.39594 844.05786, 7033.559 905.533 840.67865, 7082.435 829.0393 840.32166, 7153.774 828.60315 843.7454, 7174.616 933.24286 835.4962, 7171.5684 1039.2943 829.28644, 7161.9727 1102.2991 834.1126, 7167.218 1201.5387 844.3083, 7250.296 1144.5996 848.8649, 7294.228 1020.6051 837.5548, 7315.694 940.1912 831.26874, 7333.6353 868.98334 826.64795, 7371.091 785.1566 826.6548, 7481.2676 750.627 825.0211, 7596.821 780.4021 816.5977, 7670.1353 932.71936 788.78253, 7717.713 1032.101 744.2692, 7783.1816 1138.306 629.81464, 7799.673 1212.4111 561.6434</trace>
</ink>
</file>

<file path=ppt/ink/ink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6294.8447 1121.9214 874.14984, 6387.63 1073.5912 861.7029, 6478.6826 1014.6477 854.78375, 6543.157 913.9849 860.60736, 6535.207 825.9907 860.8644, 6439.323 817.36285 860.77936, 6382.0537 901.9709 859.63464, 6451.7563 969.5189 854.1609, 6517.427 1023.30835 789.6651</trace>
</ink>
</file>

<file path=ppt/ink/ink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7725.2124 819.94464 874.14984, 7661.5474 908.24695 861.0352, 7613.004 976.1256 855.55365, 7569.869 1043.2235 856.6714, 7551.117 1115.9312 859.60596, 7622.8696 1120.5555 859.0226, 7685.669 1094.6084 673.9985</trace>
</ink>
</file>

<file path=ppt/ink/ink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7932.966 758.9288 874.14984, 7869.604 746.6535 869.621, 7777.603 767.53125 863.7729, 7687.9062 851.54706 860.119, 7655.4824 915.5494 857.01483, 7608.7363 1031.1481 847.6374, 7589.3164 1102.7029 843.3734, 7573.947 1165.7651 840.4266, 7572.378 1242.1884 846.6134, 7653.895 1184.0752 843.2235, 7701.3213 1120.0074 836.4948, 7756.0923 1044.468 838.1358, 7828.0576 938.82837 843.6681, 7870.344 865.81525 850.3231, 7861.1367 944.93304 845.7976, 7845.4766 1051.0142 849.1201, 7856.683 1137.4147 854.89185, 7964.7007 1137.0704 853.9259, 8036.1416 1084.7161 852.10986, 8089.1826 967.84106 856.53064, 8115.917 860.1627 855.69745, 8137.7114 769.1651 859.0967, 8212.41 749.1254 864.8074, 8248.09 870.7421 858.39343, 8258.865 992.4457 846.4693, 8258.043 1064.5435 848.20557, 8264.086 1162.6305 852.1607, 8338.899 1158.6787 853.0818, 8401.222 1070.5956 848.013, 8443.728 976.26373 853.1439, 8467.714 872.5186 856.4264, 8455.702 984.56726 858.1025, 8460.879 1081.1609 860.03455, 8492.345 1168.5227 858.526, 8518.189 1234.5427 849.1458</trace>
</ink>
</file>

<file path=ppt/ink/ink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8499.2295 533.48035 874.14984, 8475.86 650.2838 863.5824, 8455.105 729.4551 856.05566</trace>
</ink>
</file>

<file path=ppt/ink/ink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8901.865 834.94006 874.14984, 8847.465 929.1996 856.19305, 8804.217 1006.5297 842.1356, 8758.674 1094.7942 829.6182, 8700.038 1210.9865 813.56244, 8790.625 1072.8074 802.4372, 8838.983 991.8397 792.6043, 8907.909 897.98553 797.93994, 8961.815 989.85333 806.7148, 8968.759 1092.062 814.0898, 8988.974 1160.2512 836.06537, 9068.28 1137.488 843.1566, 9120.578 1074.1853 835.86206, 9187.557 1003.7707 817.0556, 9224.591 940.8833 692.17395</trace>
</ink>
</file>

<file path=ppt/ink/ink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9333.917 351.46698 874.14984, 9332.586 422.36172 861.3964, 9328.452 493.9376 848.0131, 9319.697 583.70807 835.78375, 9307.064 677.4575 826.8983, 9289.988 794.43427 827.0037, 9277.189 899.5877 838.94574, 9358.879 929.50726 849.5899, 9431.732 872.62976 855.42523, 9502.839 822.6339 863.33435, 9575.214 815.216 863.5199, 9614.53 901.75275 860.23346, 9547.674 1005.518 853.01697, 9448.972 1076.2704 834.121, 9353.0 1056.7343 795.8448, 9280.724 1020.636 704.796</trace>
</ink>
</file>

<file path=ppt/ink/ink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9780.678 351.46698 874.14984, 9780.677 424.74442 857.3804, 9779.501 494.6445 848.2578, 9778.146 583.11127 838.8564, 9778.062 683.33453 832.23755, 9779.7 784.42535 821.2303, 9781.242 859.74146 805.4891, 9789.521 960.5482 765.7793, 9795.386 1031.9489 669.36334</trace>
</ink>
</file>

<file path=ppt/ink/ink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9914.889 926.4638 874.14984, 9990.207 873.0964 868.76996, 10069.704 787.48975 868.6397, 9970.988 769.34656 853.5377, 9908.001 818.91956 848.7371, 9878.881 913.786 849.83545, 9903.694 985.61096 850.1174, 10029.993 982.75183 844.12085, 10094.178 974.2443 836.5512, 10168.605 940.94214 813.497</trace>
</ink>
</file>

<file path=ppt/ink/ink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10332.233 714.4596 874.14984, 10239.859 783.1671 865.9157, 10220.931 851.7141 866.55743, 10291.405 916.26154 866.2595, 10246.209 1005.57404 864.7181, 10171.33 1039.6023 861.63696, 10108.004 1061.7297 855.28577, 10043.469 1056.3776 237.98459</trace>
</ink>
</file>

<file path=ppt/ink/ink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11076.834 744.45044 874.14984, 10979.003 799.047 857.84265, 10860.479 895.43695 842.5959, 10784.48 970.0143 835.68207, 10736.831 1035.1859 842.5166, 10801.218 1064.0615 847.8626, 10908.781 956.63666 836.6632, 11004.97 805.9568 819.57153, 11051.465 703.31195 812.7084, 11093.113 602.8038 807.82684, 11121.041 534.4755 804.26575, 11148.87 471.6168 801.06433, 11187.881 402.23425 815.4674, 11200.924 484.53076 824.0407, 11188.727 549.73645 821.4158, 11167.237 642.80664 816.5298, 11141.375 748.33264 810.7638, 11120.066 837.80554 806.85864, 11103.07 910.22424 804.10596, 11093.634 979.7136 810.07263, 11110.21 1049.9924 821.2373, 11193.4375 990.4732 822.0779, 11270.591 907.1034 808.851, 11341.63 827.65656 792.19934, 11412.099 754.24054 790.6691, 11374.809 837.3028 790.31476, 11334.735 933.83704 786.18317, 11328.342 1028.1838 800.2679, 11393.456 1029.9183 840.71185, 11456.304 984.58405 559.9637</trace>
</ink>
</file>

<file path=ppt/ink/ink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12000.689 292.51944 874.14984, 11992.728 369.96344 859.4338, 11980.452 452.4081 841.84106, 11959.71 561.4878 824.39136, 11931.674 680.85345 805.0364, 11913.431 757.54626 792.49475, 11893.798 834.3162 780.72595, 11844.182 946.37415 704.8852, 11816.104 1009.26135 602.89136</trace>
</ink>
</file>

<file path=ppt/ink/ink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11882.1045 548.4758 874.14984, 11924.614 467.96347 863.3888, 12031.272 394.69992 852.80054, 12098.322 370.88608 848.9046, 12193.741 351.55817 846.9549, 12263.158 360.63586 847.4976, 12287.658 441.94464 847.61865, 12245.153 548.0324 839.0478, 12185.384 615.5968 829.94, 12099.83 686.89044 816.7466, 12021.032 746.9018 805.08234, 11938.346 810.74774 817.59015, 12026.627 820.3789 813.53564, 12112.66 814.48895 818.6563, 12199.389 818.74005 825.5953, 12264.181 841.0278 834.2975, 12311.955 907.65344 850.0812, 12240.128 1012.7931 837.09735, 12160.018 1070.8986 827.4189, 12090.009 1113.2413 819.95447, 12019.271 1147.1302 815.3681, 11942.33 1168.6423 819.9115, 11879.152 1165.4717 824.1649, 11835.9 1076.7798 827.3934, 11887.156 1011.33234 821.1253, 12000.56 908.73956 811.0549, 12078.418 862.7 808.0962, 12168.815 825.71875 806.901, 12261.577 801.68854 805.53186, 12387.031 785.3527 809.89484, 12478.7 841.61646 820.6579, 12503.116 932.91473 831.61597, 12437.115 1043.9642 830.8779, 12382.4 1115.0433 809.9203, 12318.614 1142.7722 525.729</trace>
</ink>
</file>

<file path=ppt/ink/ink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12671.749 563.47125 874.14984, 12671.748 639.3786 868.15063, 12667.029 704.3626 240.06483</trace>
</ink>
</file>

<file path=ppt/ink/ink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11270.797 970.93304 874.14984, 11382.28 894.9888 851.43384, 11492.973 822.3072 839.79425, 11568.964 750.4513 847.01636, 11611.895 654.7388 852.5158, 11502.646 615.9449 851.64136, 11416.519 665.64526 845.3893, 11343.896 755.7758 813.2289, 11308.73 821.1418 673.6428</trace>
</ink>
</file>

<file path=ppt/ink/ink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12686.458 758.9288 874.14984, 12711.354 859.24725 859.6444, 12710.597 930.0837 851.6867, 12697.283 1010.142 845.8048, 12682.9795 1077.5442 840.8822, 12642.961 1165.5602 848.71735, 12632.836 1086.8439 848.5977, 12661.002 1015.9727 846.57654, 12709.762 934.6103 850.0756, 12791.324 848.4776 852.19525, 12893.299 805.5814 858.7964, 12964.741 845.2303 863.98846, 12969.899 934.9261 861.9608, 12958.15 1014.61896 861.2499, 12975.389 1085.7184 864.18207, 13068.888 1032.4866 858.196, 13172.002 942.31604 841.4731, 13240.438 872.6752 831.3135, 13338.625 765.8003 817.99384, 13359.541 696.9455 828.88245, 13292.117 724.28296 834.4369, 13206.068 841.5733 850.0327, 13224.902 933.66064 858.9279, 13302.461 921.3551 852.81726, 13384.92 925.5683 836.074, 13449.225 893.98505 814.7046</trace>
</ink>
</file>

<file path=ppt/ink/ink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13699.482 306.99774 874.14984, 13679.165 424.7616 853.60016, 13658.016 504.09735 842.18115, 13620.182 631.79663 828.18317, 13581.812 753.209 823.2845, 13554.745 839.4413 822.5441, 13531.751 913.22723 819.74457, 13497.13 1019.4984 823.1707, 13497.96 925.8376 848.02484, 13525.242 844.08026 855.7383, 13583.304 780.0962 856.60205, 13704.098 684.95996 840.74866, 13837.589 620.92206 818.91583, 13909.592 591.77747 787.4436, 13981.697 525.7392 675.9503</trace>
</ink>
</file>

<file path=ppt/ink/ink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13133.217 608.97455 874.14984, 13196.704 577.36835 871.26355, 13271.235 579.7517 869.926, 13337.15 599.8988 241.12428</trace>
</ink>
</file>

<file path=ppt/ink/ink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14160.949 729.4551 874.14984, 14150.112 797.0706 869.0774</trace>
</ink>
</file>

<file path=ppt/ink/ink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14071.782 1061.4226 874.14984, 13997.321 1076.4181 864.6903</trace>
</ink>
</file>

<file path=ppt/ink/ink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1720.6089 1831.3601 874.14984, 1814.9612 1829.8173 863.55066, 1948.1854 1818.459 853.2665, 2071.1372 1804.0354 844.2383, 2142.162 1794.7031 841.5274, 2280.3662 1778.2885 834.1228, 2386.657 1768.4283 828.68854, 2510.5847 1759.4515 822.8427, 2612.991 1752.5931 816.8175, 2715.6243 1746.464 810.7117, 2845.449 1739.0553 804.31323, 2996.4502 1728.2172 796.66644, 3163.5815 1714.1844 787.93414, 3272.9585 1705.0022 779.6052, 3416.9858 1692.0796 769.31696, 3584.3347 1677.3186 759.2333, 3768.4019 1663.3726 749.0167, 3927.8345 1652.4994 741.73596, 4067.2761 1643.8041 734.70856, 4234.715 1634.689 729.9758, 4420.9663 1624.4078 726.889, 4620.0522 1612.8545 723.11536, 4754.856 1605.0211 721.39264, 4916.6875 1595.0293 719.43317, 5103.7314 1584.4083 717.11365, 5307.473 1573.7395 713.481, 5521.719 1563.0114 709.34265, 5729.388 1553.3768 704.6767, 5879.726 1546.5212 700.4041, 6062.8296 1540.4595 695.09326, 6265.2617 1534.5618 689.86206, 6480.574 1527.4918 686.4062, 6651.826 1521.68 684.6976, 6816.5283 1516.256 682.55743, 7007.59 1509.485 680.2878, 7217.087 1499.4482 678.70105, 7440.199 1487.4733 678.50916, 7673.654 1476.0564 676.50806, 7913.5674 1467.1761 673.7982, 8094.5005 1460.992 671.4508, 8271.569 1456.1503 671.55444, 8472.597 1451.3956 671.3727, 8690.574 1446.1206 670.083, 8905.578 1440.7317 669.40643, 9059.169 1436.8718 668.45355, 9247.524 1432.7877 666.7083, 9457.477 1429.4741 663.0855, 9680.799 1426.0851 661.01514, 9857.454 1423.2184 663.1265, 10026.973 1420.2107 664.5233, 10222.114 1416.7983 666.9287, 10432.58 1415.1536 671.06854, 10647.479 1416.9968 675.5578, 10792.662 1418.4575 679.14746, 10971.948 1425.4664 682.25275, 11172.398 1437.5653 684.41583, 11385.963 1451.4938 686.1959, 11562.957 1462.6157 687.90234, 11722.67 1472.2058 687.8142, 11909.884 1481.9401 659.67554, 12112.932 1489.5712 622.4783, 12323.997 1494.8912 576.9006, 12536.763 1500.5116 524.27747, 12690.899 1504.6193 465.96695, 12841.525 1514.0879 403.25705, 12988.512 1535.9183 338.07083, 13082.914 1550.0265 279.67902, 13159.674 1555.8984 144.18628, 13238.013 1574.8864 78.09436</trace>
</ink>
</file>

<file path=ppt/ink/ink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2033.1572 3144.2354 874.14984, 1984.7267 3077.59 864.2543, 2006.1805 3011.8245 860.9222, 2038.6216 2932.0947 857.68353, 2086.103 2843.5535 857.694, 2134.7039 2947.3308 849.4406, 2130.8545 3077.2292 836.71014, 2125.4888 3160.2327 831.6049, 2120.8774 3244.713 827.9025, 2120.968 3320.1714 828.9761, 2129.762 3419.168 834.96857, 2220.6172 3423.2493 849.90424, 2255.3464 3359.4438 849.20166, 2301.9065 3249.1633 841.86554, 2326.1355 3167.3125 835.45557, 2346.2817 3095.2717 832.1339, 2371.8433 2987.397 832.676, 2347.058 3073.2354 828.4196, 2334.0 3137.076 823.8643, 2321.8037 3212.4924 821.3789, 2316.5037 3279.269 827.65906, 2328.604 3374.007 839.0031, 2420.2305 3391.2385 840.2386, 2504.722 3384.5264 849.2187</trace>
</ink>
</file>

<file path=ppt/ink/ink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2748.3413 3098.732 874.14984, 2837.406 3093.9287 868.0994, 2912.3428 3089.2917 866.8144, 2993.6187 3085.9185 867.2964, 3058.1045 3084.9268 844.9326</trace>
</ink>
</file>

<file path=ppt/ink/ink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2733.633 3355.2053 874.14984, 2852.26 3342.9888 858.7983, 2919.5781 3328.9902 852.4923, 3023.7297 3302.961 839.2945, 3089.3608 3285.91 816.51324</trace>
</ink>
</file>

<file path=ppt/ink/ink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3492.9414 2888.2786 874.14984, 3530.6394 2771.1875 856.23395, 3556.4783 2705.9685 850.93195, 3582.6814 2641.1077 852.98975, 3619.7275 2553.2424 856.0557, 3659.4263 2625.8938 849.20386, 3654.232 2735.031 842.3006, 3652.251 2806.5278 834.3902, 3648.875 2879.6938 824.5399, 3644.988 2960.485 798.7557, 3639.1025 3025.8022 683.4075</trace>
</ink>
</file>

<file path=ppt/ink/ink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3269.5613 3279.7112 874.14984, 3373.9683 3260.773 860.8698, 3446.1892 3248.8215 851.9848, 3528.3284 3238.3774 843.97614, 3649.5063 3226.562 833.966, 3756.7488 3223.1335 813.44995, 3820.3962 3228.0764 790.8847, 3907.5317 3244.9592 734.3818, 3971.9426 3261.0908 504.8483</trace>
</ink>
</file>

<file path=ppt/ink/ink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3434.109 3551.697 874.14984, 3449.301 3652.151 861.8302, 3467.1812 3781.5757 855.67664, 3478.5017 3882.4966 853.58527, 3482.7046 3962.435 853.7109, 3441.6064 3857.912 853.83954, 3453.7363 3751.4587 848.30804, 3505.41 3632.014 833.2699, 3569.607 3554.7402 807.0086, 3659.2498 3520.0112 752.56635, 3733.3523 3503.3474 626.7239</trace>
</ink>
</file>

<file path=ppt/ink/ink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20031.342 729.4551 874.14984, 20045.979 800.44434 854.48206, 20056.26 891.95935 852.54315, 20057.283 1017.99225 846.60565, 20055.568 1108.546 841.6552, 20052.564 1193.7659 836.8259, 20049.047 1275.0603 829.7975, 20042.13 1384.6956 821.4238, 20034.668 1518.973 814.7695, 20026.871 1674.0714 807.24384, 20021.445 1779.2854 798.9182, 20013.352 1912.0247 786.84595, 20000.268 2069.1997 775.4626, 19984.285 2247.3416 764.70575, 19969.68 2412.1682 755.2612, 19957.594 2549.6536 745.30145, 19943.893 2722.7144 733.0359, 19930.805 2924.5103 717.54987, 19919.404 3146.3657 700.1849, 19911.56 3306.262 684.5855, 19904.33 3484.8843 668.5235, 19897.406 3691.846 656.84894, 19892.035 3916.2178 648.15015, 19888.322 4150.736 642.12146, 19883.574 4382.7373 641.5509, 19880.303 4540.5815 641.19104, 19873.04 4729.7373 612.7028, 19862.502 4934.9434 577.5518, 19851.127 5143.9624 535.90967, 19841.73 5312.9985 487.21466, 19833.422 5458.9116 433.2442, 19825.44 5613.059 374.31204, 19817.656 5757.8945 312.3766, 19808.69 5875.2266 250.0314, 19802.896 5950.4155 192.27106, 19798.918 6013.3833 69.24996</trace>
</ink>
</file>

<file path=ppt/ink/ink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15755.865 3717.681 874.14984, 15862.039 3709.8572 865.7309, 15929.557 3707.6316 860.9868, 16005.089 3705.9548 855.7031, 16117.634 3704.2524 847.4677, 16219.915 3702.4597 843.08496, 16291.333 3698.2473 843.00684, 16375.777 3692.0369 842.6588, 16470.46 3684.6257 841.4145, 16617.18 3673.6384 838.17523, 16718.666 3666.5583 834.5867, 16833.762 3659.3896 830.41425, 16936.88 3653.2732 827.0935, 17025.643 3648.1902 824.05853, 17133.963 3641.223 821.4865, 17258.344 3631.9724 817.54724, 17396.732 3621.9702 813.2363, 17495.588 3614.8982 809.1502, 17609.42 3607.0664 804.34125, 17745.096 3597.7969 799.78424, 17896.576 3587.2263 795.6925, 18041.994 3577.5635 792.3574, 18153.41 3570.2769 789.1001, 18289.79 3563.3542 785.9655, 18441.994 3557.069 783.2047, 18605.092 3549.7458 781.13544, 18729.027 3544.1677 780.20337, 18857.615 3538.3044 779.22986, 19008.69 3531.4177 778.7555, 19174.541 3523.8794 778.14886, 19338.5 3516.9236 777.3493, 19456.553 3511.9902 776.26385, 19600.89 3506.2288 775.25446, 19760.7 3499.7622 774.8192, 19931.225 3491.9138 774.70966, 20066.371 3485.6138 774.78723, 20195.639 3479.472 774.752, 20346.523 3473.492 775.16974, 20511.846 3468.7305 775.0922, 20679.156 3465.6763 775.2921, 20792.572 3463.7207 775.48694, 20930.697 3462.4546 776.0981, 21083.492 3462.0337 777.0827, 21244.85 3463.0808 778.40564, 21378.533 3464.0696 780.1058, 21498.652 3465.0215 781.88336, 21637.8 3466.4011 783.94617, 21787.025 3468.6094 785.915, 21943.113 3471.1577 787.8975, 22102.45 3473.3647 789.7993, 22218.926 3474.921 791.4468, 22337.863 3476.1775 793.10876, 22469.426 3478.273 795.0111, 22606.275 3481.2693 797.52905, 22730.738 3484.7874 800.9538, 22825.506 3487.6978 804.26276, 22934.533 3492.3308 807.6392, 23053.195 3496.976 810.85815, 23177.135 3500.8987 813.7675, 23271.549 3503.5588 816.434, 23363.43 3505.5352 818.98004, 23465.934 3507.9165 821.98114, 23571.287 3511.0989 825.51666, 23670.533 3514.282 829.94727, 23738.635 3516.4768 833.5635, 23814.992 3518.6287 837.46356, 23894.965 3520.3574 841.23584, 23976.945 3522.743 844.69196, 24043.027 3524.9382 847.83386, 24166.916 3529.9087 853.19885, 24232.107 3532.5884 855.31256, 24328.352 3536.6257 860.07764, 24398.16 3541.3306 865.44696, 24460.928 3549.2017 577.88654</trace>
</ink>
</file>

<file path=ppt/ink/ink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23964.852 4003.6282 874.14984, 24044.451 3980.1597 869.4779, 24150.822 3991.843 866.994, 24227.863 4065.2307 865.3326, 24234.686 4146.283 863.0028, 24183.709 4238.3228 847.1189, 24087.936 4320.7944 827.16425, 24012.229 4344.007 802.3148, 23931.44 4376.2 738.241, 23866.426 4380.2104 660.3783</trace>
</ink>
</file>

<file path=ppt/ink/ink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24396.904 4079.6392 874.14984, 24310.346 4096.605 868.0367, 24243.436 4118.0996 866.80176, 24167.691 4204.203 866.64606, 24193.566 4285.275 865.0171, 24262.67 4318.503 862.55963, 24361.896 4330.3096 846.6258, 24433.69 4322.4414 834.9295, 24499.432 4317.7686 809.3022, 24565.02 4305.783 777.719</trace>
</ink>
</file>

<file path=ppt/ink/ink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19867.713 3491.198 874.14984, 19875.223 3561.1687 871.61346, 19912.502 3494.4807 869.9792, 19876.553 3565.127 868.6609, 19933.734 3495.9524 867.8849, 19847.326 3479.4941 867.50165, 19872.428 3545.282 866.2957, 19963.988 3510.532 864.1083, 19935.883 3436.9438 863.13983, 19865.395 3445.7253 862.50366, 19798.021 3482.1846 863.5859, 19802.082 3550.5125 865.08496, 19873.557 3519.3154 864.2592, 19893.053 3452.8796 864.6231, 19828.115 3456.969 866.538, 19901.838 3515.75 867.84735, 19937.16 3447.8948 868.8841, 19873.504 3458.856 869.4437, 19800.607 3491.198 870.2052</trace>
</ink>
</file>

<file path=ppt/ink/ink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19450.37 3732.676 874.14984, 19386.121 3727.0122 871.85956, 19295.865 3764.0125 868.9227, 19212.29 3868.1494 866.90717, 19191.994 3957.983 865.39844, 19203.664 4060.8225 863.9978, 19245.666 4140.033 864.3255, 19313.887 4182.0146 864.44775, 19407.863 4175.517 864.04297, 19494.994 4126.3193 862.4616, 19564.66 4026.672 863.07904, 19591.44 3910.0393 864.17944, 19555.89 3809.5105 863.61786, 19466.875 3761.7227 861.34106, 19403.318 3735.685 855.73065, 19337.037 3746.2544 8.542919</trace>
</ink>
</file>

<file path=ppt/ink/ink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19793.252 940.94214 874.14984, 19802.885 856.8688 864.5036, 19845.258 749.1866 859.08496, 19895.125 668.3578 855.9523, 19974.281 595.6355 857.89636, 20044.299 601.9096 859.8483, 20103.87 667.6138 859.64185, 20148.314 750.6439 862.2761, 20199.258 814.8588 866.24115, 20251.055 879.46216 576.41907</trace>
</ink>
</file>

<file path=ppt/ink/ink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20195.89 277.524 874.14984, 20217.348 351.29697 872.2763, 20282.71 377.07455 868.10815, 20377.379 309.4745 859.726, 20432.514 203.02448 857.79456, 20469.96 299.9879 850.72906, 20480.309 409.6403 843.5876, 20493.848 524.6208 836.2246, 20508.543 635.33 832.80774, 20522.447 741.2944 838.3555, 20518.965 830.4429 848.0091, 20435.416 861.8562 857.7084, 20363.186 752.21204 855.8742, 20369.242 686.16364 850.5606, 20408.49 588.1655 830.0481, 20480.164 534.07837 769.74536, 20544.812 522.1735 449.075</trace>
</ink>
</file>

<file path=ppt/ink/ink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19927.465 3310.2192 874.14984, 19861.598 3288.5747 869.31696, 19752.727 3281.3918 867.78174, 19668.07 3303.3047 867.1369, 19600.98 3339.28 865.7748, 19525.172 3425.9668 863.48975, 19503.621 3498.1707 863.33325, 19523.15 3591.2046 863.68756, 19561.844 3663.885 863.1162, 19647.89 3737.293 864.2997, 19745.363 3784.9685 865.1302, 19864.627 3797.4412 864.78534, 19972.924 3779.092 864.3122, 20079.766 3700.91 864.84186, 20128.33 3575.9495 864.7719, 20123.809 3511.3535 864.8517, 20090.988 3413.6016 865.09094, 20019.658 3334.5625 866.1031, 19931.06 3288.3386 865.8238, 19860.97 3265.7668 864.3666</trace>
</ink>
</file>

<file path=ppt/ink/ink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20136.137 4050.1655 874.14984, 20131.28 4134.5703 868.4938, 20127.035 4203.564 863.7277, 20124.246 4278.2896 865.6889, 20120.184 4381.959 866.2672, 20114.67 4480.2476 864.5293, 20107.283 4569.421 866.29803, 20108.82 4647.875 868.86273, 20193.441 4685.3535 867.3435, 20299.64 4691.6943 866.8881, 20364.193 4696.758 867.0576, 20471.113 4700.387 866.8269, 20528.674 4634.1475 751.4633</trace>
</ink>
</file>

<file path=ppt/ink/ink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19972.508 3959.159 874.14984, 20056.629 3959.159 870.91797, 20123.791 3959.159 859.40295, 20224.816 3959.159 846.8788, 20290.967 3959.9194 838.44556, 20356.293 3962.4485 829.14777, 20441.41 3964.9834 798.4647, 20506.957 3974.7004 7.8545656</trace>
</ink>
</file>

<file path=ppt/ink/ink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20330.1 3838.1614 874.14984, 20427.092 3847.8982 867.44244, 20519.201 3891.212 866.36597, 20551.582 3984.9006 865.2028, 20488.703 4050.8992 862.43976, 20423.455 4104.0854 752.5677</trace>
</ink>
</file>

<file path=ppt/ink/ink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20627.94 4608.0986 874.14984, 20583.562 4684.0337 864.9452, 20540.227 4756.2466 862.8757, 20501.092 4853.6426 865.3118, 20517.016 4926.046 864.97205, 20623.766 4952.8896 861.3431, 20695.107 4926.84 861.88995, 20758.574 4870.6367 861.3301, 20798.955 4772.201 861.9671, 20793.717 4695.436 863.0552, 20682.486 4632.902 863.1745, 20616.328 4617.7295 861.0728, 20551.29 4623.9336 423.60474</trace>
</ink>
</file>

<file path=ppt/ink/ink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21104.117 4034.6528 874.14984, 21046.766 4118.796 862.30774, 20988.195 4248.397 851.98114, 20963.254 4327.328 848.574, 20929.707 4455.988 842.78406, 20905.545 4588.5317 834.54504, 20897.182 4675.7925 829.72504, 20893.408 4757.665 821.32324, 20891.941 4823.8716 810.77014, 20896.072 4899.322 792.7218, 20905.088 4968.787 767.0201, 20930.008 5044.586 703.24207, 20963.988 5108.9097 159.22037</trace>
</ink>
</file>

<file path=ppt/ink/ink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21045.285 4487.101 874.14984, 21032.775 4552.5938 865.50665, 21009.41 4669.5723 856.3123, 20992.074 4754.498 852.15106, 20969.7 4668.176 854.2795, 20976.93 4562.775 859.3483, 20990.904 4487.0737 862.4897, 21063.217 4518.233 864.4022, 21103.258 4611.0547 868.11163, 21177.459 4538.9185 859.9424, 21211.654 4443.6733 848.6509, 21267.459 4374.406 847.41583, 21284.021 4467.5474 844.2553, 21275.178 4539.43 839.02057, 21261.244 4647.9897 821.2203, 21256.506 4728.6787 786.1254, 21248.666 4792.4097 630.34357</trace>
</ink>
</file>

<file path=ppt/ink/ink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21563.748 4298.883 874.14984, 21535.783 4383.7617 859.76385, 21507.746 4452.904 849.0301, 21472.049 4534.826 840.0951, 21432.988 4624.0254 827.5695, 21395.852 4715.6025 813.2278, 21366.309 4790.5327 791.9227, 21327.348 4903.006 733.43976, 21308.428 4973.3877 648.25525</trace>
</ink>
</file>

<file path=ppt/ink/ink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21595.92 4669.1147 874.14984, 21587.322 4768.82 861.9557, 21571.074 4839.08 853.8293, 21550.916 4906.009 846.0304, 21515.285 5010.408 834.9597, 21476.941 5090.06 813.7662, 21439.646 5159.309 746.78955</trace>
</ink>
</file>

<file path=ppt/ink/ink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21536.17 4759.087 874.14984, 21580.756 4688.914 867.2739, 21667.9 4644.3276 866.8307, 21749.588 4670.9644 864.9647, 21749.463 4760.541 860.8464, 21667.14 4830.7944 853.5566, 21589.484 4859.1084 847.2903, 21512.11 4855.291 852.27, 21573.51 4934.203 855.25604, 21649.352 5014.4146 852.34973, 21712.66 5076.858 836.24884</trace>
</ink>
</file>

<file path=ppt/ink/ink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21775.178 4306.122 874.14984, 21863.027 4371.751 861.763, 21954.867 4487.3613 850.7729, 21993.275 4563.009 846.3159, 22037.479 4685.0396 840.1554, 22052.38 4804.233 834.992, 22047.207 4879.6787 833.2784, 22028.912 4963.213 831.698, 21995.836 5047.671 830.37805, 21929.92 5157.238 820.6725, 21863.643 5189.541 812.8653, 21796.477 5234.833 791.4848, 21730.846 5239.5776 723.283</trace>
</ink>
</file>

<file path=ppt/ink/ink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22951.83 1468.8845 874.14984, 22899.25 1540.1659 863.8295, 22811.967 1630.2156 855.3404, 22741.281 1696.1885 850.0374, 22654.66 1748.895 828.61554, 22591.854 1758.65 621.91736</trace>
</ink>
</file>

<file path=ppt/ink/ink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22639.283 1483.8798 874.14984, 22701.71 1563.1603 863.0362, 22775.793 1655.779 858.8322, 22835.572 1728.5587 853.9026, 22883.441 1791.6173 842.4572, 22926.701 1854.6364 760.4663</trace>
</ink>
</file>

<file path=ppt/ink/ink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23071.334 1258.4315 874.14984, 23101.164 1338.0864 864.8801, 23104.299 1436.8821 861.05145, 23095.912 1513.4171 858.74475, 23084.8 1582.2928 849.65393</trace>
</ink>
</file>

<file path=ppt/ink/ink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23100.748 1227.4065 874.14984, 23165.93 1313.0968 870.7942, 23256.35 1325.8623 866.155, 23333.104 1273.5361 861.8942, 23388.896 1210.7119 861.09143, 23453.088 1155.9618 861.68365, 23517.43 1248.3206 860.7161, 23522.371 1350.0303 852.79626, 23522.352 1421.0459 833.0862</trace>
</ink>
</file>

<file path=ppt/ink/ink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19822.67 3537.2188 874.14984, 19906.68 3469.4795 865.15125, 19992.969 3399.7708 861.27997, 20083.98 3335.0845 860.86914, 20178.244 3275.9216 859.42554, 20257.055 3226.4182 859.75336, 20369.906 3151.8174 858.9976, 20473.895 3083.795 857.1159, 20592.459 3005.9368 855.3383, 20659.73 2961.7007 854.7353, 20766.422 2890.8696 853.88226, 20832.867 2846.7427 853.3514, 20909.307 2796.8298 851.6423, 20988.535 2745.7073 849.22534, 21111.25 2666.471 844.4895, 21185.066 2620.1907 843.59314, 21261.715 2572.36 844.1057, 21381.227 2498.9902 845.9357, 21447.826 2457.7603 846.842, 21521.342 2412.8984 847.52637, 21598.828 2365.4617 848.4695, 21712.918 2295.297 850.24994, 21783.633 2254.0337 851.41394, 21857.242 2212.9644 852.24304, 21931.762 2171.8362 852.7582, 21998.854 2134.1128 853.2508, 22112.22 2068.3674 853.9957, 22179.455 2028.6855 854.2238, 22249.814 1988.2831 854.36646, 22355.969 1927.9579 854.84296, 22475.805 1859.6628 855.5675, 22564.902 1808.6124 857.78467, 22653.043 1760.8091 862.21014, 22733.62 1710.9116 865.36597, 22798.732 1663.4354 872.29047</trace>
</ink>
</file>

<file path=ppt/ink/ink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22266.98 1846.8726 874.14984, 22338.79 1816.2672 874.14984, 22439.467 1786.6144 871.1378, 22558.023 1755.6263 869.5828, 22667.066 1727.9558 868.6767, 22741.05 1741.1652 867.1996, 22696.203 1843.3285 861.9369, 22641.48 1920.5127 855.646, 22570.686 1991.2981 831.74164, 22506.252 2028.4734 390.6402</trace>
</ink>
</file>

<file path=ppt/ink/ink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20806.277 2193.3186 874.14984, 20853.514 2272.8352 864.0667, 20898.285 2372.1377 864.72107, 20935.107 2473.2124 866.5104, 20924.617 2408.9563 862.85803, 20920.691 2325.95 863.1211, 20931.46 2261.4329 859.7406, 20955.715 2192.2183 856.07007, 21013.062 2090.2065 851.4542, 21100.27 2028.6553 853.33124, 21185.857 2042.4364 855.2823, 21253.037 2080.5942 857.0396</trace>
</ink>
</file>

<file path=ppt/ink/ink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22713.742 1725.358 874.14984, 22722.102 1652.142 868.2596, 22726.316 1572.2104 863.729, 22719.723 1466.4803 864.1236, 22705.287 1366.7405 862.6314, 22676.672 1251.6198 859.139, 22648.146 1141.8973 858.5307, 22625.387 1046.7418 859.99866, 22603.803 956.3728 862.0608, 22572.861 843.44653 861.8096, 22543.256 737.7473 861.2948, 22505.217 618.767 862.97833, 22473.97 528.61743 863.3987, 22436.31 416.94144 863.92163, 22395.81 333.1306 865.48865, 22314.611 392.4224 860.91614, 22282.95 467.5278 857.7502, 22258.094 543.2389 855.39246, 22231.5 637.7744 855.79297, 22213.994 701.2074 859.9252, 22235.688 618.7642 859.0818, 22272.094 519.7805 853.63007, 22312.363 422.7498 857.45557, 22346.682 349.41464 860.9298, 22411.186 316.8889 863.5849, 22486.93 399.22058 866.6717, 22540.82 484.04407 863.91205, 22608.055 548.8902 859.1611</trace>
</ink>
</file>

<file path=ppt/ink/ink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22847.951 593.46204 874.14984, 22872.617 688.60016 865.83936, 22904.174 791.23096 863.0565, 22944.148 867.22504 863.1924, 23012.209 881.4295 861.96326, 23084.191 825.96576 856.13464, 23131.15 739.58 857.9066, 23138.26 620.8929 860.66144, 23135.133 520.3864 862.90765, 23206.0 454.28592 861.1483, 23307.672 425.23108 859.4504, 23383.88 412.48282 861.1472</trace>
</ink>
</file>

<file path=ppt/ink/ink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22802.91 458.50323 874.14984, 22927.81 381.58923 850.6866, 23002.475 344.68503 840.78973, 23081.086 309.47403 827.41693, 23145.838 281.4438 811.08795, 23242.389 244.01915 759.99005, 23314.838 221.48676 653.7462</trace>
</ink>
</file>

<file path=ppt/ink/ink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23040.998 216.50813 874.14984, 23143.285 201.48999 862.8003, 23241.422 198.41765 858.1288, 23318.223 210.0744 860.5889, 23361.783 278.3425 862.6918, 23300.076 354.09665 862.56274, 23237.139 396.85614 423.5076</trace>
</ink>
</file>

<file path=ppt/ink/ink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23234.96 758.9288 874.14984, 23242.355 849.8181 868.6888, 23249.865 964.2047 864.0293, 23264.604 1043.9462 863.403, 23274.139 933.71686 852.2303, 23259.182 834.34326 849.32104, 23257.34 741.6345 851.70807, 23349.229 744.55176 855.82715, 23420.865 769.94836 854.1556, 23490.736 738.91693 857.4817, 23571.297 643.53107 858.5357, 23578.697 739.1726 855.2646, 23573.676 803.5768 843.1671, 23583.922 872.713 812.2273</trace>
</ink>
</file>

<file path=ppt/ink/ink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23830.643 472.98157 874.14984, 23820.904 538.0882 862.92523, 23802.338 602.8775 850.9077, 23772.05 680.6337 840.15576, 23732.984 763.70966 833.50323, 23698.895 832.4595 828.72394, 23649.127 922.91626 805.6435, 23611.01 989.8798 747.15533</trace>
</ink>
</file>

<file path=ppt/ink/ink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23830.643 714.4596 874.14984, 23844.912 802.8938 863.3605, 23849.17 926.57513 857.78174, 23840.145 1025.8746 856.72784, 23780.633 1097.0729 861.70245</trace>
</ink>
</file>

<file path=ppt/ink/ink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23756.182 789.9538 874.14984, 23809.594 714.29584 861.9358, 23920.092 645.8888 853.2784, 24009.8 612.45197 848.47644, 24033.262 685.58673 849.8657, 23925.264 761.58 849.28546, 23845.547 801.8831 855.87195, 23829.639 871.1053 861.34814, 23904.55 901.87854 862.4366, 24005.07 938.45734 862.04065, 24069.953 962.52325 855.7796</trace>
</ink>
</file>

<file path=ppt/ink/ink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24009.896 306.99774 874.14984, 24079.102 352.521 867.334, 24166.3 449.30276 857.6274, 24228.992 543.9664 849.2488, 24262.465 629.65094 845.7076, 24256.398 740.185 845.8219, 24198.924 850.2022 845.13477, 24131.705 906.0206 843.37573, 24065.186 943.06915 734.7346</trace>
</ink>
</file>

<file path=ppt/ink/ink1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22683.404 639.4825 874.14984, 22683.404 719.8645 864.81476, 22689.53 819.9676 861.48267, 22703.389 905.7299 860.06274, 22725.717 970.75806 859.6955, 22836.602 1065.3015 858.09344, 22904.635 1102.5643 856.3896, 22988.31 1148.454 851.2682, 23052.37 1183.406 417.19983</trace>
</ink>
</file>

<file path=ppt/ink/ink1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22713.742 1770.8612 874.14984, 22793.072 1724.8915 870.56226, 22868.639 1670.1473 865.81323, 22961.662 1613.725 864.9769, 23065.04 1556.7603 862.2998, 23188.402 1488.825 854.3058, 23262.938 1449.2167 849.92804, 23385.148 1387.0394 849.97034, 23458.332 1349.9697 849.8436, 23531.814 1313.0162 847.6476, 23653.508 1253.5022 844.345, 23725.64 1219.1501 844.6031, 23797.914 1184.1891 846.4103, 23902.658 1131.6904 851.1649, 24016.793 1070.8907 853.6336, 24120.291 1024.5634 856.09406, 24206.697 1000.4516 858.6609, 24270.6 986.0848 852.5322</trace>
</ink>
</file>

<file path=ppt/ink/ink1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23995.19 1046.9442 874.14984, 24081.293 1040.2672 869.39124, 24175.637 1064.942 867.1521, 24197.326 1161.2473 863.7845, 24175.87 1228.4873 857.81805</trace>
</ink>
</file>

<file path=ppt/ink/ink1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24203.861 1408.3857 874.14984, 24220.62 1493.4237 865.3028, 24242.227 1570.3243 866.09, 24323.957 1607.5629 865.855, 24401.703 1508.3633 858.48157, 24434.465 1402.7177 855.98206, 24446.51 1324.3325 856.63824, 24452.617 1439.3729 858.21576, 24478.787 1523.9364 859.6541, 24557.19 1598.0597 869.34393</trace>
</ink>
</file>

<file path=ppt/ink/ink1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24650.621 1408.3857 874.14984, 24660.877 1520.3702 861.2308, 24676.219 1636.428 860.5769, 24651.738 1562.621 851.1858, 24690.502 1459.702 854.66187, 24760.412 1392.1917 856.59625, 24844.87 1377.1477 857.62823, 24910.814 1373.4943 854.72943</trace>
</ink>
</file>

<file path=ppt/ink/ink1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24337.154 1302.9006 874.14984, 24442.184 1248.4393 856.2817, 24564.602 1173.7902 842.5945, 24635.17 1129.2601 822.57666</trace>
</ink>
</file>

<file path=ppt/ink/ink1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22699.033 1800.3351 874.14984, 22656.959 1735.8309 868.1369, 22592.064 1638.6621 864.3691, 22533.059 1553.3865 862.09326, 22469.617 1465.7057 855.9165, 22385.791 1354.4572 847.88544, 22289.072 1228.4484 849.01117, 22211.266 1126.1794 849.9592, 22117.15 1001.124 850.2955, 22064.748 930.6311 850.1715, 21989.316 828.33765 851.7016, 21898.773 709.2205 853.5594, 21827.752 619.60425 854.68964, 21756.596 537.50116 857.6918, 21685.406 486.3329 861.4966, 21617.012 576.5918 860.263, 21618.943 666.28705 858.7174, 21627.98 748.31635 857.0676, 21637.31 814.2186 857.96606, 21705.283 718.6436 858.4254, 21723.834 607.6632 857.86884, 21753.459 529.97736 858.83386, 21838.059 543.9836 858.5874, 21913.46 571.6859 862.6251</trace>
</ink>
</file>

<file path=ppt/ink/ink1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21074.701 443.50784 874.14984, 21089.89 524.9255 864.4606, 21118.281 629.6766 860.4804, 21152.453 713.3103 861.18365, 21231.428 734.7671 862.3189, 21273.16 628.0207 861.44635, 21274.68 535.4522 862.4019, 21266.838 467.80072 861.4268, 21252.7 363.1564 860.1755, 21258.277 444.3033 856.6746, 21290.076 563.9419 855.05615, 21325.273 641.6049 859.11066, 21401.049 689.30774 869.1924</trace>
</ink>
</file>

<file path=ppt/ink/ink1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21447.0 443.50784 874.14984, 21449.66 531.4683 868.3204, 21470.47 620.20435 866.50226, 21522.176 541.4243 856.5032, 21529.531 433.0443 855.2966, 21523.492 342.01248 857.7733, 21463.979 272.35367 860.8056, 21395.238 304.33478 860.70013, 21361.516 385.55566 864.02094, 21475.13 380.86246 857.62024, 21538.066 365.02414 846.2333, 21602.957 334.07138 820.9605</trace>
</ink>
</file>

<file path=ppt/ink/ink1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21223.621 185.48312 874.14984, 21150.725 239.00787 843.4819, 21064.69 286.6029 800.1214, 21000.123 307.47318 757.0468, 20936.945 322.03723 519.8442</trace>
</ink>
</file>

<file path=ppt/ink/ink1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21029.656 171.00479 874.14984, 21110.037 141.21144 869.2156, 21204.451 158.72777 867.74115, 21242.322 233.05289 866.33636, 21267.322 296.602 840.1384</trace>
</ink>
</file>

<file path=ppt/ink/ink1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1556.0614 5318.0547 874.14984, 1593.2842 5243.0444 865.20715, 1625.3992 5171.258 859.1421, 1664.3314 5076.048 857.0799, 1694.8711 4984.989 860.32794, 1719.9929 4912.7505 862.2549, 1751.4302 4984.598 864.3985, 1745.0897 5077.6196 857.5644, 1742.7006 5141.235 854.7365, 1741.5645 5246.177 851.65753, 1758.2927 5346.221 853.7007, 1836.2532 5341.472 854.18976, 1878.9603 5273.021 852.24817, 1910.5056 5181.796 852.5115, 1922.4076 5053.8643 856.21564, 1913.7794 4990.805 857.50824, 1995.7681 5048.2964 852.8174, 2059.4524 5060.9624 817.59125</trace>
</ink>
</file>

<file path=ppt/ink/ink1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1630.5214 4698.588 874.14984, 1699.2717 4692.538 863.24347, 1766.719 4684.7607 851.3646, 1848.5544 4674.471 841.1188, 1937.575 4662.265 833.7233, 2062.604 4643.05 805.0571, 2141.8132 4630.6514 762.6066, 2205.3894 4621.64 478.97992</trace>
</ink>
</file>

<file path=ppt/ink/ink1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2022.1261 4526.4 874.14984, 2093.1606 4510.132 863.9309, 2209.1038 4506.0596 862.09814, 2303.8145 4544.113 864.0399, 2307.2778 4642.888 862.3829, 2306.8704 4711.5 859.8008</trace>
</ink>
</file>

<file path=ppt/ink/ink1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2047.8652 5391.9976 874.14984, 2049.9407 5489.9375 866.49756, 2048.5054 5612.8784 864.4785, 2034.5621 5684.538 864.91754, 1994.5275 5580.846 854.35046, 1998.1803 5475.5244 848.05676, 2019.3069 5372.6284 846.50464, 2076.2393 5300.873 853.2197, 2111.825 5367.2383 859.3298, 2146.989 5431.801 863.5311, 2218.4656 5425.1763 863.3055, 2278.8767 5345.686 857.8795, 2319.646 5273.889 857.1874, 2334.1821 5371.429 846.3977, 2320.956 5434.632 839.1805, 2296.8472 5539.1763 827.21655, 2278.9263 5640.656 789.78986, 2268.2717 5704.7915 718.96405</trace>
</ink>
</file>

<file path=ppt/ink/ink1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2633.4336 5264.795 874.14984, 2585.7742 5349.674 856.7727, 2545.7651 5421.9004 847.34686, 2495.3071 5515.909 832.04364, 2439.7192 5629.3145 818.2661, 2382.7886 5755.6875 805.75256, 2335.9832 5862.5503 795.46716, 2300.6892 5940.72 802.0922</trace>
</ink>
</file>

<file path=ppt/ink/ink1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2628.8374 5694.4917 874.14984, 2594.976 5803.674 856.0778, 2570.8938 5878.575 846.4023, 2545.5024 5965.092 838.7682, 2524.5784 6038.395 833.18744, 2498.2412 6138.387 815.88617, 2479.9175 6207.9556 777.4062</trace>
</ink>
</file>

<file path=ppt/ink/ink1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2495.545 5784.981 874.14984, 2567.3542 5712.3843 862.1467, 2676.5725 5639.9707 854.88434, 2765.6606 5600.602 853.9644, 2847.458 5619.56 857.12354, 2858.3752 5683.1265 855.6035, 2812.1233 5752.484 852.2481, 2729.304 5813.3623 841.8446, 2631.3574 5860.6177 838.4583, 2551.7668 5883.992 841.6323, 2564.7498 5955.388 855.0343, 2619.4229 6028.1855 858.14844, 2723.815 6076.922 859.8861, 2799.02 6103.9766 862.802, 2865.2917 6100.4414 570.563</trace>
</ink>
</file>

<file path=ppt/ink/ink1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3120.6414 5196.5396 874.14984, 3219.1726 5184.331 862.1411, 3318.416 5174.5605 851.5365, 3390.4683 5167.6553 833.0667</trace>
</ink>
</file>

<file path=ppt/ink/ink1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3150.977 5453.013 874.14984, 3261.0732 5423.262 857.483, 3335.7727 5405.151 846.80365, 3417.8882 5389.014 837.8709, 3490.3552 5373.9824 816.4228, 3556.3584 5362.4795 795.818</trace>
</ink>
</file>

<file path=ppt/ink/ink1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3955.329 5000.5654 874.14984, 3984.9304 5084.758 864.1724, 4020.9539 5203.0825 856.3109, 4035.4756 5266.2603 853.039, 4053.0671 5350.795 851.5005, 4058.9373 5425.825 853.4403, 4033.5503 5351.6772 849.36707, 4034.6565 5243.6626 846.7796, 4054.7107 5146.667 853.6054, 4117.258 5058.996 856.40485, 4244.3145 5030.295 856.21014, 4307.2485 5021.226 862.3653, 4372.673 5030.5557 858.3628</trace>
</ink>
</file>

<file path=ppt/ink/ink1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4164.001 4608.0986 874.14984, 4138.051 4705.5728 865.5608, 4118.9575 4774.0825 859.926</trace>
</ink>
</file>

<file path=ppt/ink/ink1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4774.389 5408.027 874.14984, 4796.729 5325.6577 864.9028, 4836.0522 5202.4556 858.80066, 4866.753 5107.961 858.56274, 4890.5 5038.059 861.0797, 4914.96 5102.382 856.8527, 4934.415 5199.462 859.55884, 5005.961 5251.347 861.7346, 5073.129 5184.332 860.7942, 5103.7153 5101.76 861.98975, 5118.9395 5005.459 863.3753, 5123.688 5120.713 855.2021, 5141.8525 5217.7314 839.8383, 5175.5024 5295.0894 819.2088, 5200.28 5360.3604 614.8278</trace>
</ink>
</file>

<file path=ppt/ink/ink1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5415.1133 5152.071 874.14984, 5402.945 5233.631 864.7758, 5384.082 5344.986 862.12335, 5361.383 5421.249 863.3577, 5339.0693 5331.7085 856.63074, 5364.101 5250.322 855.0401, 5426.9814 5169.1816 854.44525, 5505.1733 5125.696 855.9024, 5598.191 5119.842 859.6311, 5676.183 5128.802 869.33124</trace>
</ink>
</file>

<file path=ppt/ink/ink1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4938.937 4789.0776 874.14984, 5039.0864 4770.1396 857.38947, 5114.4487 4756.141 844.55225, 5177.5835 4744.4087 832.3931, 5274.856 4726.022 811.257, 5340.6533 4713.584 769.0367</trace>
</ink>
</file>

<file path=ppt/ink/ink1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5222.069 4623.094 874.14984, 5316.2607 4646.756 865.9369, 5383.1494 4705.806 865.7505, 5402.8794 4795.837 864.0186, 5385.697 4865.0894 860.94293</trace>
</ink>
</file>

<file path=ppt/ink/ink1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5996.0854 5181.5444 874.14984, 6097.3584 5167.9375 862.835, 6160.6284 5158.993 856.9843, 6264.8774 5143.2456 840.25574, 6339.4697 5125.8853 823.4565, 6405.5933 5111.18 736.2862</trace>
</ink>
</file>

<file path=ppt/ink/ink1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6145.925 5015.5605 874.14984, 6149.0576 5118.004 862.8314, 6166.657 5218.3228 857.87305, 6193.522 5297.6655 843.75116</trace>
</ink>
</file>

<file path=ppt/ink/ink1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6592.685 4894.5635 874.14984, 6607.877 4983.049 865.189, 6626.2007 5095.5493 858.29376, 6643.911 5182.336 856.4258, 6656.338 5247.1074 858.8292, 6671.7324 5162.539 855.0762, 6693.7383 5097.841 851.85333, 6739.104 4998.908 836.5794, 6799.409 4926.3994 808.25916, 6862.452 4892.102 760.70905, 6926.6406 4872.946 439.18536</trace>
</ink>
</file>

<file path=ppt/ink/ink1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7143.3213 4970.057 874.14984, 7099.3623 5071.129 867.80896, 7096.875 5163.614 867.2614, 7165.0635 5200.1533 864.40485, 7230.6885 5195.36 861.5328, 7319.7085 5149.08 856.2523, 7366.3345 5079.272 855.74457, 7385.6694 4988.5327 856.799, 7358.3267 4876.599 857.25574, 7266.733 4797.063 859.8991, 7192.095 4777.8027 861.8963, 7149.914 4859.671 860.76556, 7227.31 4927.0493 857.4059, 7292.273 4960.3374 796.8012</trace>
</ink>
</file>

<file path=ppt/ink/ink1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7188.3657 4442.632 874.14984, 7190.5537 4539.7925 865.16235, 7188.3647 4608.0986 858.9634</trace>
</ink>
</file>

<file path=ppt/ink/ink1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7754.6294 4834.5815 874.14984, 7757.5444 4930.7954 864.95886, 7760.107 5015.729 863.4941, 7783.461 5101.128 865.639, 7860.537 5141.966 864.9286, 7948.5938 5049.7173 858.21924, 7977.8765 4981.4937 852.45044, 8002.2646 4918.527 846.0124, 8036.1875 4816.3843 842.52997, 8029.891 4908.685 837.2027, 8028.8506 5001.557 828.5452, 8063.8604 5087.6147 800.59045, 8112.2207 5152.071 710.0594</trace>
</ink>
</file>

<file path=ppt/ink/ink1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8269.415 5079.1616 874.14984, 8240.906 5177.1714 867.0118, 8249.963 5260.3467 867.70264, 8331.702 5300.739 866.41925, 8424.815 5240.426 862.00775, 8487.446 5140.3843 857.47394, 8515.835 5066.5933 855.33185, 8432.208 5002.001 857.7178, 8365.708 5078.1475 862.1103, 8460.95 5148.0312 859.9509, 8528.718 5169.9746 851.0954</trace>
</ink>
</file>

<file path=ppt/ink/ink1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7769.337 4608.0986 874.14984, 7863.377 4590.482 860.4581, 7959.0664 4576.215 850.03534, 8055.441 4567.6045 834.02374, 8119.8857 4562.646 806.2718</trace>
</ink>
</file>

<file path=ppt/ink/ink1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8037.761 4487.101 874.14984, 8127.7993 4510.179 866.76666, 8194.713 4572.9946 866.1312, 8208.022 4639.601 864.8424, 8201.389 4713.584 862.7287</trace>
</ink>
</file>

<file path=ppt/ink/ink1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7203.0737 4503.131 874.14984, 7162.9126 4578.7207 879.83673</trace>
</ink>
</file>

<file path=ppt/ink/ink1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9184.997 2193.3186 874.14984, 9093.234 2194.6482 866.27997, 9023.287 2211.9338 857.77985, 8938.347 2247.1667 846.8675, 8865.376 2280.73 837.30035, 8796.48 2320.9128 828.6972, 8712.255 2379.3557 820.0173, 8629.922 2444.9656 816.73975, 8513.639 2549.2888 808.582, 8467.515 2615.5085 812.9509, 8439.246 2686.7456 817.4, 8431.178 2761.6704 822.4894, 8437.466 2827.1409 827.71387, 8478.674 2933.8794 835.0254, 8589.653 3025.0847 839.938, 8661.843 3052.4604 842.37494, 8780.704 3075.7566 840.1801, 8849.989 3073.4326 834.44366, 8922.427 3065.1267 826.76996, 9024.984 3046.9502 801.95154, 9088.714 3032.8599 761.0911</trace>
</ink>
</file>

<file path=ppt/ink/ink1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9378.961 2676.2744 874.14984, 9480.437 2676.274 862.66876, 9582.329 2676.274 857.2203, 9647.456 2676.2744 849.57117, 9711.537 2679.843 553.9101</trace>
</ink>
</file>

<file path=ppt/ink/ink1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9333.917 2963.256 874.14984, 9424.51 2952.505 864.39386, 9526.807 2932.8203 857.23035, 9625.534 2916.7102 848.1742, 9693.851 2906.0215 830.5376, 9758.702 2903.2314 8.211151</trace>
</ink>
</file>

<file path=ppt/ink/ink1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10004.058 2435.3137 874.14984, 10012.22 2548.7476 860.2947, 10007.679 2675.2622 853.767, 10006.336 2771.5415 852.51086, 10007.374 2846.1555 855.5622, 10003.158 2922.7415 857.6921, 10011.958 2827.3176 856.2772, 10042.95 2707.5159 850.728, 10074.173 2614.1528 848.7301, 10150.152 2504.7302 849.50085, 10242.536 2427.8198 849.7024, 10312.98 2399.8606 847.46643, 10389.979 2389.229 842.751, 10452.959 2375.9695 836.7312, 10526.197 2374.2979 813.0906</trace>
</ink>
</file>

<file path=ppt/ink/ink1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10644.781 2298.8037 874.14984, 10622.156 2198.4053 870.7351, 10717.985 2127.4844 868.5834, 10785.503 2146.6328 866.65924, 10815.39 2221.6775 862.63904, 10759.009 2315.683 857.7649, 10694.909 2379.1096 858.387, 10648.668 2449.3958 861.58813, 10693.313 2526.4119 861.90906, 10795.053 2527.388 855.2466, 10868.162 2525.2861 836.66455</trace>
</ink>
</file>

<file path=ppt/ink/ink1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11018.001 2525.2861 874.14984, 10996.331 2615.363 866.4171, 10993.284 2722.9658 866.7382, 11052.549 2796.2866 866.002, 11120.511 2812.118 863.60913, 11187.566 2793.1128 860.9169, 11250.44 2702.278 861.4016, 11281.194 2604.8125 859.83496, 11291.224 2511.7693 856.21564, 11275.511 2414.03 855.0622, 11201.165 2338.1636 856.92596, 11120.577 2335.4033 858.4957, 11037.048 2370.4377 860.70416, 11009.6875 2453.5798 863.9974, 11104.775 2448.7244 858.43964, 11199.33 2432.0286 836.3057, 11262.101 2408.5234 8.271395</trace>
</ink>
</file>

<file path=ppt/ink/ink1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11151.294 2012.3392 874.14984, 11127.302 2097.335 863.9737, 11064.008 2153.8794 564.4554</trace>
</ink>
</file>

<file path=ppt/ink/ink1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11568.638 2661.7961 874.14984, 11637.388 2660.299 863.4044, 11778.008 2646.2698 842.87683, 11852.102 2637.9387 822.2581, 11915.3955 2630.6113 708.3243</trace>
</ink>
</file>

<file path=ppt/ink/ink1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11583.346 2902.757 874.14984, 11685.575 2897.3162 864.0101, 11752.47 2895.7852 859.9625, 11848.275 2897.7922 854.7819, 11916.796 2899.9922 845.3562</trace>
</ink>
</file>

<file path=ppt/ink/ink1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12448.369 2464.7874 874.14984, 12489.01 2382.284 863.9201, 12550.849 2263.8728 853.1063, 12587.225 2197.751 848.9429, 12638.242 2105.4678 850.9704, 12678.902 2039.2927 854.38464, 12689.392 2107.4072 854.50464, 12687.501 2195.795 853.34064, 12695.1045 2262.102 851.745, 12708.719 2332.5903 846.75116, 12727.262 2397.282 839.8316, 12745.473 2472.0615 821.7368, 12764.294 2535.784 8.116943</trace>
</ink>
</file>

<file path=ppt/ink/ink1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12179.945 2872.2493 874.14984, 12264.757 2849.542 863.4996, 12328.722 2836.626 857.17786, 12407.421 2822.903 850.0462, 12494.554 2809.8533 844.078, 12586.529 2799.51 834.7057, 12653.1 2792.4775 824.53235, 12721.3545 2787.5747 809.06635, 12838.439 2782.9097 749.32074, 12936.707 2790.855 673.0143, 13001.283 2798.077 524.6468</trace>
</ink>
</file>

<file path=ppt/ink/ink1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12429.983 3135.9617 874.14984, 12417.187 3204.7607 865.0196, 12405.964 3302.7698 862.05536, 12405.482 3410.9995 862.28796, 12417.318 3485.1375 863.6012, 12487.102 3559.5193 862.97144, 12558.407 3523.795 861.25323, 12613.842 3430.3887 856.14185, 12647.834 3338.247 850.03314, 12668.81 3258.9268 847.68414, 12685.714 3185.4912 854.1057, 12668.553 3265.5918 857.03253, 12649.793 3355.3599 858.6235, 12644.501 3441.0393 861.46655, 12660.102 3516.7485 862.4373, 12676.36 3581.9766 812.53937</trace>
</ink>
</file>

<file path=ppt/ink/ink1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12671.749 3023.2375 874.14984, 12759.599 2975.042 865.75885, 12839.162 2965.3186 863.0261, 12874.291 3029.1672 861.4377, 12814.936 3097.2302 859.4001, 12764.376 3176.9014 863.2028, 12843.908 3218.3237 859.4993, 12945.791 3217.1099 846.8106, 13019.826 3212.039 815.97943</trace>
</ink>
</file>

<file path=ppt/ink/ink1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13296.846 2600.7803 874.14984, 13255.527 2676.2778 867.903, 13208.162 2767.966 862.5352, 13182.628 2843.9878 865.6118, 13211.266 2912.1296 866.5608, 13294.399 2888.0088 862.8072, 13374.513 2826.0583 857.7752, 13440.529 2733.1519 853.2695, 13490.295 2620.2124 852.075, 13514.194 2540.7012 852.409, 13502.58 2468.9702 856.2348, 13436.638 2419.2751 859.1123, 13355.548 2423.9731 861.648, 13296.565 2487.9155 864.2483, 13400.949 2524.7502 858.45465, 13465.049 2542.6162 847.18225, 13535.854 2540.2817 828.9282</trace>
</ink>
</file>

<file path=ppt/ink/ink1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13445.767 2073.3552 874.14984, 13460.981 2181.498 865.88165, 13476.102 2261.5732 856.1945</trace>
</ink>
</file>

<file path=ppt/ink/ink1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1541.3533 7007.366 874.14984, 1550.4681 7085.8574 868.1976, 1559.3059 7153.404 860.42755, 1569.9275 7235.429 856.4192, 1590.2192 7366.6533 855.22046, 1609.65 7478.4805 855.02344, 1614.9694 7547.6646 856.04486, 1624.4744 7420.454 849.54456, 1654.2677 7302.936 839.98584, 1682.8599 7238.6143 836.173, 1763.5984 7127.313 841.706, 1848.8286 7093.361 846.7114, 1929.9486 7116.9165 855.8432, 1994.3524 7167.3833 427.03754</trace>
</ink>
</file>

<file path=ppt/ink/ink1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1705.9006 6645.408 874.14984, 1696.0349 6762.7954 865.97205, 1690.2733 6842.417 857.687</trace>
</ink>
</file>

<file path=ppt/ink/ink1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2212.4128 7233.8486 874.14984, 2325.4263 7233.848 867.0547, 2394.0994 7233.8486 861.44385, 2460.381 7239.0884 8.616394</trace>
</ink>
</file>

<file path=ppt/ink/ink1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2152.661 7490.3223 874.14984, 2268.4521 7490.3213 856.4515, 2340.897 7489.2974 851.8847, 2421.7097 7484.205 846.23926, 2493.324 7480.431 832.2369, 2558.153 7475.91 819.8712</trace>
</ink>
</file>

<file path=ppt/ink/ink1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3124.318 7197.6533 874.14984, 3059.589 7168.3726 863.42065, 2991.9265 7194.004 858.2883, 2915.7854 7245.1104 854.0912, 2854.6204 7319.7446 852.3518, 2846.5789 7390.426 854.667, 2913.316 7442.0703 855.375, 2994.7876 7443.7163 854.77954, 3081.5332 7385.999 852.43176, 3131.2212 7315.407 849.06213, 3149.9714 7177.147 843.91437, 3153.391 7104.2363 841.0249, 3155.2622 7036.5596 837.7354, 3158.889 6950.657 834.1534, 3165.334 6859.3096 832.2914, 3171.3706 6782.3965 831.8174, 3185.198 6681.9556 836.8809, 3158.5007 6772.149 834.1006, 3143.1223 6853.4336 827.75684, 3129.1775 6954.896 820.77893, 3122.1362 7052.1973 817.00165, 3118.0598 7123.5195 813.8001, 3129.3875 7195.8384 813.383, 3208.582 7282.135 820.2169, 3282.094 7330.2407 855.2983</trace>
</ink>
</file>

<file path=ppt/ink/ink1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3434.109 7053.3867 874.14984, 3440.9219 7152.515 861.9219, 3443.6836 7220.1367 856.84375, 3448.062 7286.846 855.11993, 3454.3948 7372.4985 854.1318, 3467.242 7299.9907 851.8521, 3469.6672 7229.568 852.41986, 3476.8643 7127.282 855.1747, 3498.9668 7024.545 856.5585, 3548.852 6947.616 858.8438, 3629.6267 6901.731 861.0316, 3730.691 6896.4688 859.8395, 3802.8054 6925.3027 853.8846, 3866.7783 6969.587 555.6403</trace>
</ink>
</file>

<file path=ppt/ink/ink1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2867.8447 7550.821 874.14984, 2980.0413 7544.87 863.5186, 3064.2268 7542.3384 850.5334, 3163.3618 7540.374 840.8214, 3265.3345 7538.91 833.86285, 3335.2314 7537.965 828.5553, 3427.8064 7537.3774 823.67914, 3571.4426 7536.773 795.72046, 3667.9485 7535.451 766.85126, 3762.9248 7530.3975 730.4758, 3842.1167 7526.7524 671.2141, 3907.1729 7523.7715 587.57574</trace>
</ink>
</file>

<file path=ppt/ink/ink1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3076.5166 7762.825 874.14984, 3106.114 7874.627 858.072, 3118.7817 7946.2397 849.7799, 3128.881 8025.769 843.35693, 3136.9653 8106.1445 838.8852, 3146.2139 8204.873 838.2718, 3152.2373 8289.378 843.1812, 3082.1301 8225.704 856.67676, 2987.1345 8147.3364 862.4745, 2895.8152 8168.1733 860.9897, 2836.8518 8259.839 860.2198, 2865.5835 8323.899 860.7689, 2988.9592 8361.317 853.2186, 3069.3845 8351.399 845.2544, 3187.4126 8312.103 832.5902, 3305.1697 8178.255 823.1958, 3346.1982 8105.1855 818.5983, 3377.7502 8035.7485 813.6919, 3403.9048 7949.3906 810.54333, 3423.3408 7859.9717 810.2373, 3436.9233 7785.3315 812.827, 3443.3953 7694.3843 824.39056, 3392.0864 7844.6826 832.6471, 3380.2598 7921.802 826.52936, 3371.9456 8004.948 819.064, 3365.8696 8106.73 811.6155, 3364.5625 8212.218 785.8262, 3369.0308 8309.438 750.5163, 3372.2317 8374.12 707.833, 3388.299 8454.089 604.08545</trace>
</ink>
</file>

<file path=ppt/ink/ink1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3195.1013 8063.7686 874.14984, 3268.7087 8062.2715 858.5534, 3340.7446 8059.3833 848.1306, 3430.1233 8054.9785 835.8459, 3532.896 8046.9517 824.72015, 3623.4878 8040.4614 793.0105, 3701.6135 8033.7773 764.84515</trace>
</ink>
</file>

<file path=ppt/ink/ink1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4133.6655 7399.8325 874.14984, 4248.31 7399.8325 858.3878, 4316.114 7399.8325 851.6931, 4388.3296 7399.8335 842.3857, 4453.223 7399.8325 825.746, 4517.94 7401.306 786.4825</trace>
</ink>
</file>

<file path=ppt/ink/ink1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4238.461 7611.3203 874.14984, 4313.5537 7611.3203 856.8814, 4387.307 7612.8613 844.3655, 4487.792 7618.189 829.62006, 4559.947 7621.7227 803.494, 4641.0967 7626.3154 765.53107</trace>
</ink>
</file>

<file path=ppt/ink/ink1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20895.447 2947.7434 874.14984, 20938.92 3023.8286 865.0714, 20981.459 3122.524 857.5509, 21006.055 3210.512 846.30475, 21013.658 3328.3618 825.7401, 20993.53 3413.1855 796.41205, 20971.535 3476.696 718.84155</trace>
</ink>
</file>

<file path=ppt/ink/ink1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21268.666 2993.2466 874.14984, 21247.197 3072.3745 871.30457, 21231.578 3179.9224 868.9065, 21278.137 3263.6147 867.86957, 21349.494 3286.0518 866.43524, 21446.861 3234.5002 862.84015, 21518.992 3159.1208 857.2011, 21559.88 3064.6423 858.1254, 21555.895 2974.194 859.6339, 21510.203 2901.8264 860.4441, 21394.523 2858.2021 861.811, 21296.488 2863.0547 864.8428, 21271.836 2949.8477 864.47144, 21358.928 3007.6907 863.99146, 21425.346 3017.7468 861.5747, 21490.469 3010.4675 669.87524</trace>
</ink>
</file>

<file path=ppt/ink/ink1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16858.057 804.9492 874.14984, 16881.154 923.8076 858.95953, 16891.3 990.5791 853.2596, 16900.639 1061.8304 849.927, 16908.988 1134.7588 848.2025, 16920.637 1245.3147 850.6415, 16928.227 1333.8651 851.5197, 16932.451 1400.5378 853.23267, 16936.1 1304.4697 854.4468, 16946.156 1182.6926 846.55664, 16955.941 1119.174 848.3276, 16980.178 1020.31244 851.9616, 17042.799 923.48615 853.91864, 17142.742 853.2194 857.6175, 17206.775 847.7825 859.66547, 17271.361 860.30786 852.05536</trace>
</ink>
</file>

<file path=ppt/ink/ink1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17558.533 699.98126 874.14984, 17529.838 796.6026 861.1498, 17500.799 860.5087 852.8696, 17463.496 937.54333 844.7046, 17424.041 1023.2914 838.1525, 17371.746 1150.4446 832.6601, 17341.84 1253.4783 832.6979, 17341.926 1350.543 837.4261, 17406.734 1396.4318 849.18134, 17473.11 1394.1925 569.0453</trace>
</ink>
</file>

<file path=ppt/ink/ink1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17647.701 1046.9442 874.14984, 17629.035 1145.2858 863.54395, 17605.012 1250.8649 863.16815, 17600.598 1317.3663 866.14764, 17688.568 1315.486 863.35046, 17747.375 1251.3922 857.58105, 17809.938 1142.7736 852.12506, 17850.742 1055.808 852.39496, 17864.188 981.416 856.28064, 17803.969 914.49506 860.14154, 17703.541 928.7522 861.1462, 17627.902 960.2294 860.9241, 17572.902 1039.1819 862.6052, 17659.574 1088.401 860.2978, 17769.951 1054.0884 852.7082, 17848.967 1024.8876 831.28436, 17912.451 986.943 403.35635</trace>
</ink>
</file>

<file path=ppt/ink/ink1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18168.92 714.4596 874.14984, 18120.266 788.31085 867.7063, 18057.727 900.9132 861.22534, 18026.396 965.9805 859.7031, 17981.12 1073.4752 857.9715, 17950.768 1191.4409 857.49384, 17944.084 1281.7089 856.4351, 18001.693 1351.0869 857.4156, 18091.08 1343.4832 854.91016, 18154.213 1333.9257 847.5789</trace>
</ink>
</file>

<file path=ppt/ink/ink1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18288.426 865.9651 874.14984, 18249.547 949.1037 862.1489, 18185.824 1070.1223 856.0314, 18138.432 1161.4294 857.1572, 18165.828 1231.4612 859.41034, 18253.234 1205.1836 853.7125, 18324.355 1176.3678 840.4904, 18390.29 1138.7695 407.1962</trace>
</ink>
</file>

<file path=ppt/ink/ink1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18094.46 1076.4181 874.14984, 18177.982 1063.0951 867.71204, 18258.14 1047.2871 861.39575, 18333.623 1026.9253 863.7013, 18401.836 1007.5648 868.03613</trace>
</ink>
</file>

<file path=ppt/ink/ink1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18526.514 850.96967 874.14984, 18563.658 923.353 865.1373, 18581.656 1025.3005 861.0509, 18563.902 1140.0914 857.71344, 18524.799 1226.6189 851.01025, 18494.133 1290.3496 833.90796</trace>
</ink>
</file>

<file path=ppt/ink/ink1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18586.266 624.48706 874.14984, 18675.877 726.572 861.7581, 18737.422 848.6456 857.72205, 18755.555 921.64325 856.38403, 18768.557 1034.3151 853.8841, 18756.28 1110.0968 851.25073, 18742.771 1172.9612 849.0127, 18678.787 1306.8269 842.91437, 18629.74 1384.9163 839.15216, 18576.812 1460.0598 831.61426, 18533.443 1523.7346 818.87305, 18482.39 1589.8818 793.86334</trace>
</ink>
</file>

<file path=ppt/ink/ink1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16605.262 1695.3671 874.14984, 16687.271 1700.993 852.72144, 16768.652 1705.8663 837.9194, 16871.387 1711.536 824.3976, 16991.963 1716.7687 812.6186, 17126.053 1722.0225 800.4849, 17256.82 1728.2224 796.48016, 17352.17 1732.9276 793.3704, 17473.648 1741.7998 790.35767, 17556.205 1747.7487 783.7552, 17672.908 1757.4652 778.1559, 17813.512 1768.89 776.3433, 17970.488 1779.7659 775.12274, 18138.666 1788.6318 774.4721, 18295.422 1794.6459 774.36786, 18412.55 1798.6193 754.5781, 18546.434 1802.0797 724.869, 18681.88 1812.2074 687.2936, 18800.734 1840.5417 642.4602, 18877.992 1858.959 601.9589, 18961.098 1870.4639 473.09164</trace>
</ink>
</file>

<file path=ppt/ink/ink1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5013.397 7218.853 874.14984, 5000.043 7305.5693 849.1885, 4987.566 7369.128 846.6032, 4973.283 7450.6284 852.4628, 4974.2207 7534.802 857.36383, 4988.6416 7607.689 859.32306, 5069.069 7670.569 865.8121, 5166.4194 7646.289 863.32385, 5249.4478 7590.7007 858.0815, 5307.144 7513.9126 855.66876, 5341.685 7419.964 855.3274, 5353.1035 7335.9243 855.60345, 5336.008 7240.311 857.05524, 5307.1094 7176.631 860.1935, 5233.243 7130.0356 863.06036, 5149.2266 7132.098 863.5333, 5081.1885 7216.258 863.5581, 5090.569 7291.343 863.275, 5186.212 7355.9136 860.9398, 5257.237 7395.4385 857.48047, 5323.8003 7403.889 565.3988</trace>
</ink>
</file>

<file path=ppt/ink/ink1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5147.609 6765.888 874.14984, 5153.637 6831.6836 860.24774</trace>
</ink>
</file>

<file path=ppt/ink/ink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5951.9614 7264.3574 874.14984, 5873.475 7280.025 867.5294, 5790.6445 7322.7026 863.354, 5715.5967 7398.985 861.1554, 5688.4487 7479.4185 860.4229, 5686.5557 7554.9307 859.7383, 5733.5522 7619.629 861.1458, 5828.1484 7631.4893 861.98254, 5891.2437 7562.398 859.89795, 5930.874 7461.172 853.74634, 5945.3716 7383.838 849.06464, 5956.5405 7295.949 844.01025, 5971.347 7165.844 837.61676, 5979.068 7086.7534 837.06146, 5985.676 7014.5977 839.6803, 5994.558 6912.4507 845.5535, 5992.524 6991.386 848.16064, 5986.3755 7072.1177 843.63385, 5977.0107 7204.1294 833.9156, 5975.204 7279.828 823.1006, 5979.569 7348.5513 806.07635, 6002.5273 7426.8853 759.0064, 6017.993 7492.353 536.86487</trace>
</ink>
</file>

<file path=ppt/ink/ink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6220.3853 7158.355 874.14984, 6221.9507 7258.05 863.337, 6233.8823 7378.103 858.2625, 6249.0776 7495.103 860.4189, 6205.32 7386.925 860.54816, 6242.5166 7290.1465 858.19556, 6304.9473 7206.0205 850.68805, 6383.332 7144.2905 842.2918, 6488.7153 7115.2266 826.27527, 6556.481 7101.8374 797.1171</trace>
</ink>
</file>

<file path=ppt/ink/ink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5594.3687 7716.8047 874.14984, 5662.3877 7704.878 861.0304, 5731.3213 7692.5557 848.95306, 5822.322 7676.361 836.6456, 5930.554 7658.7856 825.9802, 6050.0796 7642.65 822.1139, 6175.7876 7629.079 816.769, 6300.804 7618.2964 801.07465, 6403.2153 7610.3184 779.0666, 6484.7334 7605.0283 745.1349, 6551.948 7600.056 698.23254, 6615.448 7596.6313 611.0964</trace>
</ink>
</file>

<file path=ppt/ink/ink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5951.9614 7852.7983 874.14984, 5957.5493 7925.826 860.49426, 5960.652 7990.9844 852.41406, 5963.034 8065.8677 848.4972, 5963.366 8144.1533 846.08167, 5960.4707 8257.4795 846.14154, 5953.6045 8348.779 851.73236, 5935.9883 8416.735 855.0149, 5860.5396 8336.224 861.03925, 5806.297 8232.675 863.48285, 5717.5586 8187.141 864.43005, 5686.8203 8264.188 863.3893, 5704.553 8328.196 862.3687, 5788.91 8360.184 858.45624, 5878.8945 8352.9 851.6165, 5966.838 8300.28 842.625, 6031.9585 8255.568 819.7708</trace>
</ink>
</file>

<file path=ppt/ink/ink1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6145.925 7988.274 874.14984, 6122.687 8057.7935 865.5095, 6102.612 8148.132 864.10223, 6100.333 8248.235 863.93036, 6136.268 8326.736 864.4235, 6236.6367 8368.283 863.0249, 6339.684 8327.904 860.8297, 6412.744 8240.102 857.4863, 6424.3384 8167.097 855.7829, 6413.7954 8086.1997 854.53955, 6374.501 8001.5337 855.6257, 6293.5835 7926.099 858.8472, 6193.879 7921.2207 860.94794, 6119.499 7975.9424 862.744, 6133.7354 8053.509 861.64746, 6207.742 8097.932 856.3704, 6301.9937 8097.686 847.31055, 6369.304 8094.7935 827.7417</trace>
</ink>
</file>

<file path=ppt/ink/ink1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5117.273 6765.888 874.14984, 5120.6313 6844.9385 871.7569, 5198.0034 6835.913 869.4183, 5203.2593 6768.6816 868.5638, 5104.35 6739.752 867.18665, 5084.749 6821.0825 866.8209, 5147.7 6838.6055 866.12115, 5167.802 6766.674 867.0929, 5102.281 6759.431 835.358</trace>
</ink>
</file>

<file path=ppt/ink/ink1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6875.817 7596.8413 874.14984, 6968.8555 7595.079 864.50476, 7095.453 7589.582 856.17944, 7186.519 7589.2866 845.067, 7249.866 7589.9375 805.11035</trace>
</ink>
</file>

<file path=ppt/ink/ink1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6964.9854 7837.8027 874.14984, 7071.4185 7825.6475 857.2061, 7145.0205 7814.697 844.5196, 7223.3696 7800.54 832.4674, 7293.1235 7788.5396 810.2007, 7359.219 7776.7065 781.80646</trace>
</ink>
</file>

<file path=ppt/ink/ink1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8126.929 7233.8486 874.14984, 8061.7925 7213.0537 869.259, 7979.722 7210.127 864.5662, 7909.6895 7234.399 865.91, 7816.551 7324.572 864.62683, 7774.0596 7413.3115 861.65735, 7771.2573 7527.6553 861.04877, 7818.7607 7638.157 859.4494, 7871.549 7704.0864 857.65967, 7954.0083 7744.663 857.34, 8041.1714 7753.1665 857.02344, 8126.929 7746.7964 855.867</trace>
</ink>
</file>

<file path=ppt/ink/ink1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8350.31 7777.304 874.14984, 8373.085 7701.7056 868.2565, 8394.635 7605.274 863.2326, 8403.3 7528.663 865.58673, 8405.218 7437.4062 866.6016, 8405.298 7365.413 866.5473, 8413.74 7479.4775 862.38947, 8427.92 7582.224 861.34265, 8451.707 7667.9146 862.9945, 8527.02 7691.7285 863.7609, 8560.893 7583.9404 859.74664, 8584.92 7482.3384 856.0181, 8602.54 7389.0347 856.60114, 8637.674 7463.792 856.8584, 8655.128 7544.8076 849.097, 8669.155 7629.7114 835.4526, 8677.734 7693.6875 708.2522</trace>
</ink>
</file>

<file path=ppt/ink/ink1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8469.813 6887.403 874.14984, 8560.315 6813.7026 868.65515, 8644.916 6817.0273 868.2728, 8692.784 6907.212 864.7604, 8662.174 6980.6797 861.5272, 8618.725 7051.849 861.7844, 8596.512 7122.432 862.6582, 8678.53 7171.07 866.49243, 8765.999 7147.47 864.47784, 8831.13 7127.608 854.8272</trace>
</ink>
</file>

<file path=ppt/ink/ink1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9482.838 7294.8647 874.14984, 9440.225 7224.2603 867.0, 9370.304 7241.169 865.1639, 9294.243 7325.6987 864.2468, 9290.836 7440.292 863.76666, 9381.951 7502.19 861.7966, 9454.013 7438.6636 860.22394, 9500.493 7351.71 855.5569, 9529.763 7251.7764 848.07916, 9542.197 7180.0215 844.4352, 9554.178 7101.084 844.4311, 9563.492 7037.049 844.8961, 9579.103 6916.104 846.27527, 9590.488 6814.523 851.68744, 9587.844 6915.542 846.6111, 9579.919 6992.2944 840.44104, 9573.438 7081.5415 834.1943, 9571.511 7175.3267 823.5609, 9574.81 7268.702 807.9705, 9585.957 7395.4336 753.12695, 9594.185 7474.2065 672.364</trace>
</ink>
</file>

<file path=ppt/ink/ink1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10078.518 6916.877 874.14984, 10117.749 6850.959 868.64087, 10164.657 6751.3228 863.5146, 10198.46 6667.906 863.25446, 10225.224 6562.8267 865.21625, 10282.895 6657.7666 852.2766, 10302.074 6790.2227 839.1142, 10312.198 6867.601 817.15845, 10316.661 6931.5903 750.1105</trace>
</ink>
</file>

<file path=ppt/ink/ink1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9959.933 7158.355 874.14984, 10049.901 7157.253 863.0373, 10116.191 7154.413 855.31555, 10196.931 7152.576 847.75616, 10285.973 7151.468 841.7551, 10376.807 7151.341 832.16943, 10462.067 7153.849 821.7901, 10535.688 7155.338 800.2124, 10599.436 7156.8784 774.1392</trace>
</ink>
</file>

<file path=ppt/ink/ink1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10152.978 7309.3433 874.14984, 10153.76 7399.327 866.2144, 10174.638 7506.2046 866.502, 10242.539 7579.6934 866.5633, 10316.125 7585.208 865.1551, 10400.111 7476.908 864.4925, 10432.855 7368.708 864.6403, 10424.721 7459.944 861.34607, 10449.204 7557.127 860.4409, 10466.444 7626.3154 858.8399</trace>
</ink>
</file>

<file path=ppt/ink/ink1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9840.429 6690.394 874.14984, 9830.982 6787.642 862.64417, 9816.404 6925.598 851.9168, 9810.699 7010.8804 847.59216, 9809.482 7102.33 844.09296, 9813.316 7195.3525 842.7932, 9821.48 7275.285 843.24194, 9829.091 7338.4087 842.34143, 9861.359 7440.467 843.9088, 9936.997 7502.4453 847.62946, 10004.317 7537.8184 858.0451</trace>
</ink>
</file>

<file path=ppt/ink/ink1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10585.949 6750.893 874.14984, 10646.556 6823.7163 862.5546, 10692.582 6928.8345 858.92053, 10705.103 6994.847 857.70764, 10708.885 7069.848 855.78076, 10706.663 7185.572 852.91614, 10695.883 7295.9243 848.7961, 10683.55 7362.0645 844.69727, 10670.414 7434.0127 835.65295, 10651.732 7496.899 648.5235</trace>
</ink>
</file>

<file path=ppt/ink/ink1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9319.209 7672.3354 874.14984, 9421.238 7684.718 860.48987, 9492.216 7689.233 852.6216, 9577.054 7692.232 845.135, 9673.648 7694.0444 838.4958, 9768.703 7697.9688 833.0605, 9838.034 7701.1895 823.4809, 9918.915 7707.0903 809.15656, 10062.674 7719.0693 751.49225, 10151.336 7727.7837 712.26556, 10226.49 7735.435 666.39984, 10319.138 7742.39 568.93256, 10383.67 7749.3623 321.40915</trace>
</ink>
</file>

<file path=ppt/ink/ink1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9870.765 7988.274 874.14984, 9870.765 8071.456 863.33, 9876.808 8189.653 859.4818, 9882.871 8255.333 860.5217, 9889.581 8319.949 861.2565, 9888.058 8393.244 863.33044, 9803.275 8337.013 858.6863, 9731.48 8276.696 860.1074, 9641.023 8234.772 862.07605, 9575.037 8251.912 863.0645, 9605.966 8339.318 861.89624, 9708.617 8386.078 860.7999, 9813.794 8395.185 856.98535, 9921.18 8353.364 852.9414, 9993.631 8298.371 851.8886, 10054.976 8209.536 854.2248, 10093.463 8131.2383 861.4018, 10059.614 8210.907 862.26855, 10043.1 8317.076 859.8182, 10046.74 8397.222 859.3609, 10108.678 8465.546 860.96545, 10205.418 8453.534 862.0652, 10272.135 8376.563 860.6388, 10302.615 8291.214 858.6803, 10298.418 8191.2563 856.99225, 10262.3545 8089.8965 856.04584, 10212.309 8016.3574 855.96735, 10120.656 7969.1357 858.8875, 10023.998 7977.228 860.5307, 9965.503 8060.7866 861.8743, 9979.982 8131.054 861.06854, 10057.145 8207.095 858.0535, 10181.618 8245.115 855.10297, 10281.082 8240.424 852.7066, 10354.868 8229.279 848.15546</trace>
</ink>
</file>

<file path=ppt/ink/ink1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11032.709 7626.3154 874.14984, 11134.185 7635.2715 865.5145, 11228.701 7639.3677 863.2955, 11293.323 7643.061 853.23065</trace>
</ink>
</file>

<file path=ppt/ink/ink1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11032.709 7852.7983 874.14984, 11121.111 7858.1294 863.7668, 11192.025 7862.16 855.1689, 11256.502 7865.955 838.658, 11322.597 7872.411 648.0766</trace>
</ink>
</file>

<file path=ppt/ink/ink1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11524.513 7762.825 874.14984, 11613.872 7741.7715 860.9195, 11677.855 7730.453 849.1244, 11749.259 7725.287 837.78503, 11812.03 7719.202 817.61694, 11877.301 7718.6885 774.7164</trace>
</ink>
</file>

<file path=ppt/ink/ink1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12522.828 7294.8647 874.14984, 12417.542 7251.632 865.3658, 12309.187 7256.9517 865.24097, 12200.496 7315.6245 863.8399, 12128.052 7381.3594 860.71027, 12082.057 7474.0005 858.4414, 12069.467 7561.111 858.8549, 12090.881 7643.391 860.3221, 12137.059 7711.688 862.04175, 12211.792 7767.6875 863.2408, 12338.165 7801.827 862.87787, 12407.598 7804.6475 862.1278, 12472.887 7810.998 859.5616, 12538.033 7806.5635 850.15906</trace>
</ink>
</file>

<file path=ppt/ink/ink1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12701.165 7762.825 874.14984, 12726.222 7696.9834 868.1854, 12755.306 7593.7485 867.294, 12768.196 7529.2295 866.73755, 12776.65 7440.761 867.03186, 12762.99 7505.4697 861.3985, 12765.08 7580.3403 857.4098, 12777.264 7658.3345 855.03815, 12807.296 7749.7847 854.48596, 12836.095 7816.573 854.9525, 12909.03 7861.507 860.93134, 12995.741 7794.7666 861.4073, 13033.781 7723.035 858.42065, 13057.664 7618.7646 856.8527, 13065.99 7536.855 857.40814, 13035.314 7619.901 856.48303, 13040.196 7731.6514 843.2464, 13045.45 7807.956 815.4883, 13055.262 7870.8804 223.82033</trace>
</ink>
</file>

<file path=ppt/ink/ink2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12939.253 7097.856 874.14984, 13009.039 7062.0547 869.31976, 13103.775 7069.6973 868.0129, 13139.98 7143.697 866.915, 13130.868 7248.8994 866.94684, 13165.315 7328.709 865.6241, 13233.639 7365.4097 864.3566, 13300.122 7390.5923 860.3516</trace>
</ink>
</file>

<file path=ppt/ink/ink2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13373.144 8033.7773 874.14984, 13278.3125 8033.7773 862.03253, 13209.053 8032.6743 856.39526, 13124.432 8030.0405 848.99255, 13025.448 8027.9307 841.4484, 12915.232 8028.179 837.3219, 12796.967 8030.5767 831.8919, 12674.678 8035.0474 827.109, 12580.342 8038.9146 817.9258, 12489.618 8043.535 797.96106, 12395.746 8049.4756 771.03796, 12317.531 8054.8057 736.67426, 12199.347 8063.9146 648.36444, 12131.964 8069.493 506.97342</trace>
</ink>
</file>

<file path=ppt/ink/ink2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12522.828 8395.736 874.14984, 12519.119 8507.013 867.5914, 12527.504 8578.424 866.1014, 12548.006 8656.072 865.2004, 12581.706 8726.778 865.08795, 12668.597 8795.195 865.4835, 12731.805 8784.4375 864.10767, 12786.867 8684.91 857.25433, 12819.318 8586.973 855.3994, 12830.039 8501.303 859.3681, 12829.114 8414.229 864.0556, 12850.968 8486.429 863.8736, 12859.121 8574.863 856.95056, 12864.024 8668.475 843.4827, 12874.62 8778.639 822.6038, 12882.595 8848.974 785.25543</trace>
</ink>
</file>

<file path=ppt/ink/ink2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12954.881 8350.749 874.14984, 13021.899 8310.614 866.48737, 13112.465 8282.559 862.26404, 13188.185 8286.0625 863.8393, 13232.279 8372.008 863.4622, 13156.516 8452.96 861.88416, 13092.497 8512.331 862.31177, 13126.313 8591.031 858.5847, 13217.546 8613.652 858.5846, 13281.595 8624.787 859.13873, 13348.085 8620.742 239.54147</trace>
</ink>
</file>

<file path=ppt/ink/ink2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13997.321 7656.306 874.14984, 13910.762 7658.9004 868.3758, 13812.042 7691.2734 866.61346, 13740.025 7773.673 865.4687, 13753.602 7864.999 862.1541, 13818.467 7922.6924 859.81854, 13895.321 7935.6753 860.07166, 13959.999 7911.046 860.57446, 14027.4375 7797.2715 855.7672, 14050.16 7728.971 849.7851, 14079.036 7589.978 837.6737, 14086.229 7504.029 835.79407, 14085.846 7417.5635 834.9096, 14079.192 7296.935 838.8283, 14065.759 7223.5806 844.99, 14051.3955 7343.6953 845.772, 14045.693 7425.0234 842.12085, 14037.735 7548.282 836.07117, 14035.319 7624.609 833.74146, 14038.037 7698.6025 835.3851, 14049.852 7803.1206 839.09216, 14085.729 7867.36 847.0048, 14171.589 7814.239 849.31305, 14236.326 7701.545 843.27246, 14282.064 7593.7266 847.01355, 14305.088 7517.5825 851.52, 14303.815 7626.106 848.0434, 14308.455 7691.815 846.93414, 14320.804 7784.448 844.85333, 14387.986 7832.555 848.69836, 14444.65 7769.234 849.5587, 14477.727 7677.021 848.36, 14504.906 7563.043 848.66205, 14516.159 7481.2266 851.58887, 14494.844 7549.059 856.5752, 14496.1875 7669.628 852.95514, 14523.127 7758.6753 838.5592, 14547.15 7821.9 808.5072</trace>
</ink>
</file>

<file path=ppt/ink/ink2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14658.27 8079.798 874.14984, 14568.561 8074.1714 861.0521, 14499.859 8072.6025 853.8312, 14418.811 8073.2007 847.522, 14331.288 8074.5234 838.1877, 14241.19 8076.464 828.2735, 14154.357 8079.164 817.6626, 14084.27 8081.608 799.96295, 13972.759 8094.418 740.6654, 13904.034 8102.6934 645.38904</trace>
</ink>
</file>

<file path=ppt/ink/ink2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14176.577 8124.2676 874.14984, 14179.157 8232.6045 862.2061, 14168.126 8348.848 854.6312, 14156.953 8438.258 851.7942, 14146.997 8512.19 851.78613, 14073.23 8527.763 854.1404, 13980.238 8492.741 858.8351, 13915.735 8508.047 861.985, 13926.876 8610.548 861.2362, 14025.662 8688.859 860.5019, 14108.785 8699.172 860.66406, 14234.947 8634.869 854.74554, 14329.596 8549.678 844.25073, 14390.952 8445.217 836.2673, 14348.147 8541.741 848.2464, 14406.894 8658.537 855.2012, 14503.458 8697.962 861.22076, 14568.042 8673.778 859.66583, 14615.297 8577.966 854.7294, 14608.146 8481.256 849.50616, 14555.459 8383.498 849.2451, 14452.957 8301.162 851.4547, 14364.913 8298.092 855.9195, 14335.404 8363.612 857.5657, 14396.925 8449.76 856.8044, 14494.016 8455.152 853.0775, 14563.587 8456.751 843.4501</trace>
</ink>
</file>

<file path=ppt/ink/ink2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14861.425 7943.8047 874.14984, 14967.861 7935.5234 844.2211, 15059.854 7931.3296 823.87537, 15126.046 7929.914 772.8218</trace>
</ink>
</file>

<file path=ppt/ink/ink2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14876.134 8124.2676 874.14984, 14966.894 8123.1665 863.0874, 15086.319 8110.0244 862.77313, 15156.488 8101.2896 861.0945, 15221.21 8091.746 425.43347</trace>
</ink>
</file>

<file path=ppt/ink/ink2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15382.6455 8003.7866 874.14984, 15464.102 7984.7695 865.463, 15562.51 7959.1816 855.0393, 15625.485 7943.3164 838.9258</trace>
</ink>
</file>

<file path=ppt/ink/ink2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16097.829 7580.8125 874.14984, 16017.248 7566.516 869.2028, 15905.627 7597.8374 864.541, 15822.04 7646.0425 862.1031, 15766.931 7741.2437 861.52826, 15764.628 7858.7114 858.7952, 15788.959 7940.5864 856.8931, 15869.025 8007.3853 856.6671, 15970.609 8042.938 855.60114, 16038.09 8046.5244 853.0787, 16101.083 8053.206 849.08154, 16165.318 8049.363 834.27435</trace>
</ink>
</file>

<file path=ppt/ink/ink2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16768.889 7702.326 874.14984, 16676.22 7703.4194 866.80237, 16569.902 7747.8354 865.26355, 16511.06 7837.062 863.6433, 16509.326 7913.352 862.6268, 16588.068 7974.314 861.2539, 16677.375 7983.8267 859.44354, 16765.578 7927.7705 856.69055, 16824.453 7833.9873 853.7756, 16850.271 7721.2285 849.784, 16854.242 7647.9893 848.4713, 16854.42 7576.0767 848.13025, 16851.504 7456.772 848.35565, 16850.148 7388.4536 849.1569, 16850.03 7289.687 851.6855, 16848.523 7367.6753 852.4358, 16844.607 7434.675 850.379, 16837.592 7557.5767 845.95135, 16833.678 7667.781 843.87244, 16835.717 7738.311 844.67096, 16841.926 7809.4243 845.7102, 16858.346 7914.507 850.65704, 16909.51 7984.2534 856.21234, 16988.107 7965.873 859.25183, 17073.912 7857.9688 853.96405, 17107.646 7754.6255 853.46136, 17123.11 7665.7056 854.6598, 17123.377 7741.7354 855.6373, 17142.03 7845.895 854.4988, 17182.943 7942.3584 856.1173, 17266.857 7972.6387 857.62286, 17338.156 7872.5703 854.42285, 17360.863 7750.8096 855.71094, 17362.445 7667.3066 858.8418, 17335.176 7753.9126 858.9393, 17343.871 7845.389 856.5611, 17380.771 7930.1235 855.79834, 17468.8 7987.0845 856.4776, 17533.15 8005.9414 753.37604</trace>
</ink>
</file>

<file path=ppt/ink/ink2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17558.533 8199.762 874.14984, 17453.648 8178.9897 861.0778, 17385.258 8175.9546 854.6513, 17302.607 8176.157 847.917, 17210.041 8177.9927 842.00824, 17111.373 8181.937 837.3178, 17016.396 8185.6304 828.85925, 16953.367 8188.075 819.1969, 16881.115 8189.2305 798.86554, 16780.713 8188.2134 736.40027, 16706.541 8186.126 594.94025</trace>
</ink>
</file>

<file path=ppt/ink/ink2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16977.56 8245.265 874.14984, 16973.271 8340.135 864.3996, 16963.057 8448.963 860.1955, 16957.041 8534.183 858.0711, 16956.371 8607.925 859.89545, 16959.021 8703.432 861.9822, 16868.201 8627.9 865.83673, 16796.113 8581.996 866.5705, 16739.713 8651.09 862.2108, 16748.682 8720.581 857.7691, 16808.861 8809.739 854.26794, 16891.115 8878.193 853.8053, 16975.785 8905.896 855.7046, 17077.764 8887.358 856.7486, 17168.191 8834.918 856.1052, 17246.414 8748.992 854.6742, 17278.338 8668.094 857.61414, 17282.139 8601.993 860.18726, 17237.344 8692.351 858.61664, 17244.975 8796.379 857.29047, 17268.238 8886.564 857.5541, 17333.598 8973.729 859.20135, 17402.076 9015.006 861.1643, 17491.809 8985.868 861.15643, 17555.809 8883.433 858.76794, 17546.672 8767.994 855.35114, 17523.06 8677.112 853.3774, 17473.092 8574.184 853.5161, 17422.086 8501.824 855.38293, 17332.562 8442.444 861.27, 17265.238 8458.717 864.32043, 17228.416 8547.2705 864.9511, 17265.955 8637.229 862.06555, 17328.348 8704.741 858.25146, 17411.46 8746.936 850.9763, 17476.756 8775.369 830.20166</trace>
</ink>
</file>

<file path=ppt/ink/ink2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16932.518 8592.228 874.14984, 16948.086 8664.009 871.68024, 16966.541 8767.91 869.19403, 16977.7 8849.315 868.05023, 16984.104 8915.234 681.2233</trace>
</ink>
</file>

<file path=ppt/ink/ink2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15993.953 6721.419 874.14984, 16093.626 6719.041 863.1999, 16158.986 6710.5654 856.7928, 16241.276 6699.405 848.8691, 16338.357 6687.9062 840.7306, 16446.482 6679.459 834.7349, 16560.727 6675.0513 829.8621, 16654.31 6672.6553 826.8711, 16741.164 6673.03 821.7531, 16838.9 6675.4565 818.4465, 16936.916 6677.038 818.4702, 17005.607 6678.121 819.0313, 17091.191 6678.53 821.53186, 17189.637 6678.508 824.8216, 17297.69 6676.721 827.7389, 17385.879 6674.61 829.5153, 17466.4 6671.9897 831.06866, 17553.678 6668.999 832.54865, 17627.713 6666.3833 835.3105, 17736.785 6671.419 842.4314, 17823.35 6708.455 848.6459, 17889.23 6793.698 854.9663, 17907.607 6895.8687 858.09143, 17914.775 6991.874 859.3913, 17918.125 7126.5684 857.2532, 17922.812 7247.564 853.15564, 17928.336 7336.1636 848.34766, 17935.152 7436.766 842.96735, 17940.668 7526.4707 838.4866, 17945.117 7603.8853 834.40686, 17947.682 7700.028 831.0289, 17948.695 7809.5273 828.2581, 17948.7 7928.7104 825.4772, 17948.652 8011.836 822.9102, 17948.334 8109.615 819.9217, 17949.062 8223.266 817.5689, 17950.264 8320.572 816.31195, 17951.863 8410.422 815.2925, 17955.498 8518.572 814.1778, 17960.303 8627.575 814.06995, 17963.908 8705.438 813.9379, 17968.225 8798.341 815.20026, 17971.686 8897.333 818.342, 17975.242 8998.836 822.80286, 17978.324 9077.973 827.9672, 17981.504 9150.02 832.94275, 17984.867 9228.632 837.6499, 17987.668 9306.009 843.34125, 17988.664 9410.625 854.1296, 17974.668 9490.013 862.51953, 17906.387 9542.492 864.498, 17802.295 9566.402 862.06384, 17661.924 9569.629 850.80945, 17571.484 9568.555 845.7216, 17487.346 9569.8125 841.34515, 17416.703 9571.9 837.2507, 17328.748 9579.443 834.1691, 17226.51 9592.479 830.93616, 17111.186 9611.001 827.1334, 17027.418 9624.929 823.57007, 16930.4 9642.91 819.6471, 16814.312 9664.897 816.39935, 16689.479 9685.827 813.767, 16578.467 9702.269 812.1805, 16495.625 9713.949 811.1275, 16410.688 9724.277 814.13196, 16340.391 9732.278 819.50653, 16253.167 9733.926 832.3397, 16270.477 9668.639 669.96075</trace>
</ink>
</file>

<file path=ppt/ink/ink2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1943.9889 6403.9297 874.14984, 1846.527 6387.6553 862.8653, 1715.7147 6384.4126 856.1584, 1633.611 6389.693 852.23785, 1546.0879 6397.4575 848.8001, 1460.2883 6402.727 847.7893, 1390.3936 6406.272 848.11316, 1276.1011 6399.5107 850.548, 1193.5544 6406.341 854.9221, 1137.8922 6491.4644 860.2395, 1131.5555 6568.2466 858.9079, 1132.2968 6635.1167 854.0718, 1134.0159 6721.395 847.69183, 1137.2352 6824.2437 840.04877, 1139.7792 6900.1685 833.9695, 1143.3445 6991.075 827.2617, 1146.9736 7104.428 820.56055, 1149.0164 7237.253 813.71063, 1148.1364 7368.824 807.0524, 1146.847 7469.0527 800.8783, 1142.7411 7591.704 795.253, 1136.1323 7724.1064 792.3109, 1129.8668 7857.287 792.5082, 1125.0858 7959.845 795.04767, 1125.2639 8050.675 798.4558, 1132.8552 8143.275 806.2992, 1148.8606 8231.532 814.6242, 1174.0664 8308.245 822.75525, 1224.5201 8406.639 837.1356, 1329.0175 8469.572 848.00586, 1431.7313 8493.103 853.2793, 1497.848 8494.248 853.4678, 1574.3145 8489.031 851.63324, 1654.1984 8478.278 846.77954, 1766.7738 8459.554 831.0024, 1865.3766 8439.7705 810.5563, 1929.2808 8426.244 770.27496</trace>
</ink>
</file>

<file path=ppt/ink/ink2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1780.3607 9271.675 874.14984, 1788.7402 9360.401 865.0934, 1800.5226 9481.55 860.35486, 1807.3558 9577.756 858.42975, 1810.3876 9656.66 858.95135, 1803.0991 9750.436 859.82135, 1750.2295 9649.302 852.0096, 1760.6263 9574.734 845.91174, 1783.0339 9496.743 841.27686, 1814.2316 9423.321 838.09106, 1863.1337 9327.686 838.75775, 1953.0049 9249.162 848.7073, 2022.3036 9253.731 854.8455, 2104.3381 9333.443 861.08496, 2143.7134 9396.534 751.0368</trace>
</ink>
</file>

<file path=ppt/ink/ink2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2345.7056 9422.147 874.14984, 2301.2715 9492.894 865.6056, 2265.9197 9568.154 865.6418, 2248.7253 9636.574 866.0336, 2277.8396 9741.887 865.6283, 2383.8796 9794.804 862.0519, 2481.8918 9779.592 857.302, 2548.843 9707.117 852.47253, 2573.0967 9580.943 847.8524, 2569.728 9516.509 846.3853, 2547.9424 9410.403 845.0588, 2509.8135 9326.06 849.8309, 2446.594 9282.3125 855.4742, 2373.1626 9331.438 859.7188, 2353.4844 9403.158 863.05225, 2388.243 9501.516 864.44794, 2418.4087 9567.547 864.95715</trace>
</ink>
</file>

<file path=ppt/ink/ink2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2361.3328 8970.216 874.14984, 2369.0063 9051.875 843.5543, 2376.2864 9115.944 759.6254</trace>
</ink>
</file>

<file path=ppt/ink/ink2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2837.5093 9483.162 874.14984, 2925.779 9491.55 865.12445, 3046.987 9506.512 854.8603, 3117.9233 9515.556 840.8925, 3184.058 9530.204 231.90173</trace>
</ink>
</file>

<file path=ppt/ink/ink2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2882.5532 9739.637 874.14984, 2992.7202 9754.102 861.7925, 3091.5684 9745.067 851.6601, 3154.8152 9739.334 835.9768</trace>
</ink>
</file>

<file path=ppt/ink/ink2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3642.7808 9377.677 874.14984, 3718.1738 9309.072 867.959, 3728.7485 9225.556 868.3988, 3638.824 9222.325 866.1583, 3528.75 9264.834 860.00653, 3437.8047 9330.443 855.0507, 3369.4346 9431.497 855.0553, 3339.5198 9526.802 854.78687, 3342.4094 9615.385 855.48303, 3374.8218 9710.0625 857.62555, 3419.3855 9782.523 859.9959, 3527.7183 9865.027 861.48596, 3652.5286 9896.968 859.4657, 3715.3728 9895.319 858.3683, 3809.3613 9870.817 850.3792, 3876.4766 9846.774 833.8927</trace>
</ink>
</file>

<file path=ppt/ink/ink2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3955.329 9951.123 874.14984, 3856.8027 9981.73 856.2894, 3752.5574 9982.621 844.7223, 3677.4614 9982.725 841.557, 3566.806 9981.451 840.12396, 3504.026 9979.857 841.04395, 3403.4163 9978.72 847.10034, 3309.0103 9980.515 855.42834</trace>
</ink>
</file>

<file path=ppt/ink/ink2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3523.277 10132.103 874.14984, 3547.3574 10208.253 866.256, 3563.3298 10281.339 862.35693, 3580.1978 10399.4795 860.5702, 3592.0964 10495.599 861.5351, 3587.7979 10569.479 863.25165, 3553.6196 10460.475 863.63025, 3548.8403 10394.823 863.79565, 3557.7788 10324.1875 862.84607, 3587.7405 10260.996 860.99365, 3701.729 10181.223 853.34686, 3801.1558 10145.057 838.9432, 3867.0056 10117.289 819.8714, 3933.242 10101.811 387.8609</trace>
</ink>
</file>

<file path=ppt/ink/ink2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4208.1255 9845.121 874.14984, 4296.787 9839.314 865.06915, 4362.1387 9835.473 860.3798, 4441.4146 9830.769 848.1863</trace>
</ink>
</file>

<file path=ppt/ink/ink2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4253.169 10071.6045 874.14984, 4364.818 10055.633 858.0591, 4432.7153 10037.799 850.2034, 4497.1416 10022.199 832.47424, 4562.273 10005.593 542.359</trace>
</ink>
</file>

<file path=ppt/ink/ink2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5131.9814 9573.136 874.14984, 5056.533 9557.316 868.1905, 4941.7085 9575.472 862.09607, 4850.4053 9617.972 860.54584, 4787.1855 9698.308 859.777, 4781.9277 9798.972 856.88245, 4798.0684 9862.017 855.39636, 4835.376 9952.621 852.87213, 4926.953 10049.5205 842.54016, 5018.1904 10104.287 824.31476, 5131.396 10100.122 786.6799, 5196.621 10092.679 726.3736, 5261.2715 10057.92 188.56442</trace>
</ink>
</file>

<file path=ppt/ink/ink2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5415.1133 9664.143 874.14984, 5414.67 9754.359 870.9739, 5416.9966 9855.829 858.9504, 5429.995 9954.948 858.0492, 5474.9365 10039.893 861.53406, 5560.926 10055.608 861.2496, 5629.012 9976.07 858.4267, 5669.9224 9896.655 854.83307, 5689.052 9781.202 854.8475, 5687.6367 9682.824 857.3248, 5693.2803 9800.346 854.48114, 5712.456 9900.736 837.93256, 5742.4663 9994.553 809.3842, 5772.7056 10071.603 731.6208</trace>
</ink>
</file>

<file path=ppt/ink/ink2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1332.6813 11474.97 874.14984, 1430.3323 11474.97 866.3579, 1493.5803 11473.536 861.97186, 1564.2107 11470.75 857.15424, 1639.3646 11466.402 853.26, 1717.921 11459.593 846.8157, 1783.2769 11453.259 839.21436, 1899.2213 11435.044 816.87177, 1971.0782 11423.327 779.2121, 2034.7632 11410.566 210.60272</trace>
</ink>
</file>

<file path=ppt/ink/ink2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1452.185 11791.425 874.14984, 1541.6025 11777.596 863.59247, 1662.4762 11754.904 857.9997, 1737.6655 11741.13 854.59045, 1819.8987 11726.975 851.36005, 1902.0319 11711.383 845.5263, 1969.4242 11698.135 838.4201, 2054.2778 11672.717 818.48926, 2118.6042 11656.666 736.998</trace>
</ink>
</file>

<file path=ppt/ink/ink2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1913.6534 11113.011 874.14984, 1984.9293 11148.704 865.52405, 2098.7258 11223.545 854.4401, 2163.2354 11274.02 850.4365, 2259.3057 11356.86 845.6112, 2329.445 11442.127 849.105, 2348.028 11553.478 850.82837, 2279.2588 11678.935 847.7996, 2202.9883 11768.1875 837.81714, 2130.0723 11835.717 797.8446</trace>
</ink>
</file>

<file path=ppt/ink/ink2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3002.057 11670.943 874.14984, 3015.0085 11586.113 868.0892, 3028.8784 11518.357 863.13434, 3043.7668 11453.08 863.8871, 3066.8257 11366.619 866.35614, 3125.286 11435.501 858.30554, 3145.2004 11519.8 851.9825, 3170.4285 11615.055 845.02136, 3212.13 11737.908 841.66626, 3269.1863 11842.316 847.01337, 3347.825 11852.84 853.30536, 3383.994 11770.154 851.8458, 3401.7905 11666.478 849.825, 3403.8572 11602.428 849.63635, 3401.1677 11539.299 849.5612, 3391.8828 11453.466 851.7064, 3357.4014 11383.537 856.10815, 3341.0256 11473.866 862.6928, 3386.5718 11537.869 857.35114, 3462.4463 11544.531 824.3556</trace>
</ink>
</file>

<file path=ppt/ink/ink2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2957.0132 11067.506 874.14984, 3067.8696 11072.693 858.17474, 3139.7205 11079.033 851.4613, 3222.278 11087.786 844.5888, 3305.9917 11093.832 834.3559, 3379.228 11089.737 823.57, 3464.0122 11088.711 794.04333, 3529.3865 11077.823 607.6443</trace>
</ink>
</file>

<file path=ppt/ink/ink2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3314.605 10932.031 874.14984, 3388.7725 10969.267 863.84186, 3497.9443 11040.718 859.7663, 3558.1526 11141.213 861.6396, 3519.9795 11239.119 860.25165, 3492.9417 11308.466 856.8816</trace>
</ink>
</file>

<file path=ppt/ink/ink2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3492.9414 11822.449 874.14984, 3485.0623 11922.093 866.75903, 3476.6387 12052.337 862.4588, 3471.8123 12118.642 861.82983, 3470.2107 12188.473 862.6881, 3478.3718 12081.811 851.6782, 3479.3108 12018.6455 847.0064, 3480.1445 11929.077 840.8914, 3481.8472 11852.798 848.48706, 3531.1997 11936.119 856.89404, 3600.467 11973.523 866.9151, 3646.185 11860.468 856.33307, 3669.7935 11770.601 856.09766, 3695.346 11701.321 857.6787, 3712.4246 11777.226 853.5599, 3703.6338 11841.601 850.0823, 3690.9072 11915.845 846.58563, 3669.3857 12033.068 838.19196, 3654.5747 12104.708 830.09064, 3639.32 12172.553 819.4504, 3622.5264 12248.176 794.3087, 3603.0183 12312.998 511.74084</trace>
</ink>
</file>

<file path=ppt/ink/ink2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3880.8691 11942.93 874.14984, 3847.1487 12047.954 861.08496, 3808.5137 12179.644 853.5049, 3788.793 12254.095 847.62317, 3771.5662 12329.845 840.4948, 3749.2314 12437.947 822.93225, 3735.6672 12503.344 773.1633</trace>
</ink>
</file>

<file path=ppt/ink/ink2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12198.886 874.14984, 3965.453 12289.622 863.46313, 3953.0222 12405.063 859.4942, 3948.4583 12469.249 858.42474, 3942.7761 12556.961 857.1937, 3929.7478 12492.693 845.2388, 3924.9595 12421.764 840.4228, 3921.6357 12347.265 836.3285, 3922.2715 12222.098 830.4845, 3932.9338 12152.721 833.12476, 3989.1445 12044.158 838.7592, 4056.8147 11996.381 845.0991, 4136.6323 12009.493 851.6304, 4182.547 12083.188 861.9582, 4105.417 12150.314 861.1437, 4008.0632 12182.988 861.28766, 3976.336 12251.275 859.57166, 3999.2651 12318.418 852.2698, 4076.2952 12405.932 839.44855, 4148.233 12464.163 816.56006, 4216.399 12508.619 754.80237</trace>
</ink>
</file>

<file path=ppt/ink/ink2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4372.673 11746.954 874.14984, 4454.5737 11734.556 865.7955, 4569.3203 11735.614 863.1267, 4637.071 11736.982 858.9717, 4701.233 11747.221 423.68362</trace>
</ink>
</file>

<file path=ppt/ink/ink2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4402.0894 11927.934 874.14984, 4509.4287 11935.119 865.3586, 4581.584 11936.683 860.6476, 4657.9233 11933.22 854.23944, 4734.0557 11931.156 841.25494, 4797.419 11928.384 655.97644</trace>
</ink>
</file>

<file path=ppt/ink/ink2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5073.1484 11746.954 874.14984, 5139.46 11763.958 868.9854, 5209.1284 11770.282 863.52673, 5282.271 11770.394 861.33826, 5387.1074 11767.05 858.53265, 5483.5664 11764.159 851.40704, 5548.5103 11763.387 818.5065</trace>
</ink>
</file>

<file path=ppt/ink/ink2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5906.9175 11383.961 874.14984, 5816.004 11387.053 868.75714, 5733.9263 11438.892 864.3956, 5672.3306 11537.773 861.3652, 5640.751 11626.057 859.52515, 5628.7627 11697.778 858.6485, 5659.224 11785.032 859.6191, 5731.3755 11848.32 859.3955, 5815.7026 11874.904 858.5037, 5905.6304 11862.917 855.84564, 5970.3022 11850.498 847.35046</trace>
</ink>
</file>

<file path=ppt/ink/ink2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6577.9766 11490.481 874.14984, 6495.683 11466.409 869.1493, 6397.155 11487.308 867.71313, 6333.972 11586.829 864.4417, 6337.6885 11662.09 860.5989, 6395.2554 11755.843 857.8779, 6490.943 11810.462 859.91315, 6569.9927 11709.96 857.6987, 6590.6636 11601.44 851.16315, 6595.529 11525.362 848.9573, 6599.406 11442.3545 845.712, 6601.5146 11356.835 844.77, 6600.114 11273.89 845.0867, 6597.939 11208.91 845.71106, 6584.3096 11099.369 849.5264, 6570.568 11030.559 856.03613, 6573.935 11133.587 854.17883, 6581.078 11239.292 845.0112, 6586.4883 11318.065 840.2579, 6592.6855 11403.102 835.63995, 6598.5044 11478.104 834.6704, 6610.044 11597.856 836.18805, 6638.51 11702.596 844.33997, 6714.758 11732.549 855.3019, 6757.038 11669.662 859.05426, 6777.8594 11570.6045 858.3709, 6780.7944 11467.866 856.0215, 6777.4077 11371.759 857.2084, 6773.983 11301.454 859.86743, 6766.2 11370.908 860.5203, 6773.6846 11483.401 854.26917, 6793.4414 11581.518 852.69684, 6823.0513 11660.889 855.95245, 6885.8394 11696.782 861.16046, 6929.8154 11627.043 861.36865, 6963.7314 11523.408 855.97906, 6983.7285 11414.424 852.72925, 6987.1797 11351.336 853.3851, 6984.38 11258.043 855.80005, 6957.831 11353.259 860.0347, 6965.4985 11455.431 852.48486, 6991.7534 11571.123 836.77124, 7028.528 11658.732 816.3088, 7053.287 11724.213 686.4174</trace>
</ink>
</file>

<file path=ppt/ink/ink2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7182.8496 11909.835 874.14984, 7113.744 11890.886 864.4833, 7010.154 11864.089 860.63416, 6892.7124 11847.031 859.4605, 6767.791 11853.5205 859.1924, 6668.6724 11869.243 858.17957, 6582.294 11888.992 858.8154, 6516.559 11904.575 855.41473, 6451.1187 11920.177 826.02795</trace>
</ink>
</file>

<file path=ppt/ink/ink2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6741.605 11972.403 874.14984, 6750.2954 12063.425 864.14636, 6759.256 12172.648 858.64453, 6769.1157 12263.959 854.7504, 6779.2 12344.402 854.0933, 6791.258 12448.208 855.7195, 6718.507 12489.907 862.09784, 6639.9824 12481.37 864.58734, 6595.442 12551.09 864.28284, 6627.886 12647.304 858.74725, 6692.6113 12727.01 854.8366, 6775.5264 12764.069 855.95624, 6875.0796 12735.592 854.98413, 6965.175 12652.428 848.9747, 7027.988 12551.8545 846.02954, 7062.549 12428.099 847.9208, 7070.154 12340.48 850.36707, 7003.255 12422.752 855.92163, 7002.645 12485.924 853.3633, 7009.7104 12588.173 849.4668, 7036.83 12693.502 849.94977, 7076.7056 12762.869 854.1187, 7144.5713 12777.053 857.92896, 7222.1855 12681.475 859.3579, 7238.4546 12565.155 855.0356, 7234.2485 12496.581 854.4965, 7218.176 12397.668 852.86316, 7160.169 12289.498 855.30023, 7067.438 12233.142 858.67975, 6998.3706 12279.91 860.9354, 6990.6064 12369.491 859.66125, 7039.3735 12452.984 852.4844, 7137.9165 12477.707 835.7732, 7206.883 12486.842 802.7803</trace>
</ink>
</file>

<file path=ppt/ink/ink2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7426.453 12002.911 874.14984, 7459.842 11917.115 864.39606, 7491.2896 11791.336 858.8205, 7507.9404 11697.058 858.87494, 7493.8604 11760.221 847.29504, 7508.784 11855.437 847.9665, 7543.2056 11940.859 852.48553, 7618.6987 11980.647 857.1653, 7682.346 11875.764 859.91907, 7700.049 11811.735 856.3617, 7721.8794 11716.755 853.5656, 7718.5576 11652.162 854.8135, 7675.104 11721.367 854.2563, 7657.871 11821.228 852.7683, 7654.6704 11885.937 852.6713, 7658.7524 11951.061 853.82855, 7700.9434 12049.599 857.1078, 7788.4575 12059.202 860.3579, 7846.0063 11988.86 862.9174, 7875.889 12078.137 863.2624, 7863.3516 12147.009 865.0292, 7840.724 12031.699 862.9783, 7860.8843 11943.877 860.86597, 7909.0933 11880.805 859.53687, 8017.754 11859.694 857.9726, 8092.725 11852.026 857.43317, 8155.6045 11872.391 423.09235</trace>
</ink>
</file>

<file path=ppt/ink/ink2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7382.329 11368.967 874.14984, 7470.731 11378.157 864.019, 7534.3657 11383.324 857.76733, 7610.7866 11391.395 850.8536, 7693.16 11399.506 845.12, 7774.5376 11405.102 836.07794, 7838.727 11409.742 821.5163, 7918.2573 11414.986 793.6225</trace>
</ink>
</file>

<file path=ppt/ink/ink2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7694.877 11248.486 874.14984, 7799.8696 11326.317 862.2698, 7882.506 11387.894 860.72925, 7923.305 11471.459 863.3234, 7878.3115 11537.118 861.85626, 7815.0293 11594.202 424.23184</trace>
</ink>
</file>

<file path=ppt/ink/ink2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8693.193 11957.407 874.14984, 8776.691 11956.158 868.18933, 8907.859 11945.992 859.1275, 8984.583 11939.154 852.8907, 9053.796 11933.329 841.4533, 9118.167 11928.24 823.3318</trace>
</ink>
</file>

<file path=ppt/ink/ink2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8827.405 11686.456 874.14984, 8828.972 11781.933 863.5635, 8837.91 11888.892 859.5622, 8854.424 11995.49 852.47107, 8864.976 12061.886 842.03503, 8872.0625 12127.009 407.49802</trace>
</ink>
</file>

<file path=ppt/ink/ink2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9542.589 11580.972 874.14984, 9476.244 11560.823 870.46564, 9376.333 11590.349 867.27545, 9305.602 11685.962 862.8236, 9282.056 11777.73 858.38104, 9283.903 11863.054 852.723, 9324.113 11959.746 851.60583, 9369.801 12029.722 852.8449, 9459.584 12087.54 857.1225, 9570.804 12065.852 858.5541, 9638.177 12007.842 860.1885, 9691.51 11927.934 860.0767</trace>
</ink>
</file>

<file path=ppt/ink/ink2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9736.553 11686.456 874.14984, 9732.264 11775.465 864.31104, 9731.984 11878.303 860.5639, 9742.901 11975.532 859.81525, 9764.46 12059.024 862.2108, 9818.789 12133.549 862.80237, 9904.813 12124.802 863.0317, 9942.471 12041.532 860.8055, 9958.689 11959.072 859.8132, 9959.26 11852.753 861.42804, 9954.275 11944.272 859.1722, 9983.972 12061.934 854.7205, 10006.182 12142.301 842.80945</trace>
</ink>
</file>

<file path=ppt/ink/ink2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10302.817 12032.901 874.14984, 10387.885 11939.12 866.0033, 10426.542 11834.698 865.398, 10422.784 11921.831 862.18695, 10426.006 11989.032 861.9195, 10441.06 12091.514 861.8834, 10535.588 12133.769 861.8171, 10623.818 12046.241 855.6576, 10660.48 11957.579 849.58325, 10671.62 11849.192 851.3346, 10627.346 11948.851 848.7463, 10644.222 12072.18 847.9908, 10672.609 12151.709 850.31555, 10749.305 12157.329 852.13446, 10801.514 12093.982 854.25006, 10847.756 12018.472 860.70605, 10853.647 12104.401 860.16595, 10860.377 12190.305 856.54236, 10889.355 12290.241 856.48083, 10971.898 12336.95 858.7445, 11033.403 12239.446 855.75574, 11037.032 12113.759 852.549, 11014.171 12012.634 850.365, 10953.902 11919.45 851.0802, 10870.0205 11863.138 856.87115, 10818.46 11934.989 861.2151, 10834.188 12036.085 857.464, 10911.9 12124.839 848.8735, 10981.275 12141.991 844.9561, 11065.824 12174.133 826.22266, 11129.741 12166.511 648.1072</trace>
</ink>
</file>

<file path=ppt/ink/ink2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10660.409 11505.477 874.14984, 10570.461 11514.214 864.0484, 10443.36 11524.102 855.95056, 10369.642 11531.518 852.05884, 10258.242 11542.266 837.82904, 10193.286 11548.107 814.8067</trace>
</ink>
</file>

<file path=ppt/ink/ink2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10436.109 11354.488 874.14984, 10528.14 11381.796 863.3653, 10615.0625 11422.017 859.23785, 10680.128 11493.051 862.33405, 10676.487 11556.205 861.95575, 10612.866 11642.364 863.69495, 10548.453 11689.954 859.18506</trace>
</ink>
</file>

<file path=ppt/ink/ink2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2644.465 10448.558 874.14984, 2651.828 10525.466 868.5267, 2669.6567 10651.202 859.5554, 2680.3035 10732.452 854.4193, 2690.796 10824.557 849.333, 2701.1138 10922.059 844.00964, 2708.1367 10989.012 839.6317, 2717.1824 11078.866 835.23615, 2723.6099 11142.375 829.65137, 2733.7227 11229.49 825.13007, 2747.4277 11337.511 820.75275, 2759.4556 11431.802 816.69214, 2771.1965 11523.356 812.4986, 2784.9631 11639.212 808.20825, 2798.099 11771.378 804.12054, 2808.5435 11916.378 799.9801, 2815.9783 12068.889 780.7684, 2820.8816 12179.269 753.79193, 2824.5852 12294.137 718.8978, 2829.5217 12421.012 676.3377, 2839.4817 12550.852 627.1279, 2854.8596 12667.2 571.5482, 2867.5962 12752.505 510.52075, 2894.3804 12839.1045 445.06537, 2913.3333 12906.484 337.18362, 2942.3054 12984.335 182.54034</trace>
</ink>
</file>

<file path=ppt/ink/ink2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2986.4294 13044.835 874.14984, 3078.1558 13047.229 867.8152, 3141.6885 13049.072 866.383, 3213.4292 13051.692 864.02515, 3288.9639 13053.208 861.6966, 3399.2878 13053.181 856.8419, 3464.957 13051.493 854.6495, 3579.1392 13050.268 852.2099, 3683.6978 13050.393 852.067, 3815.1726 13052.631 852.2444, 3895.5173 13053.521 852.4203, 3962.6846 13053.585 852.4813, 4028.4885 13052.872 852.4311, 4108.6973 13052.427 851.6108, 4200.0303 13052.133 849.7193, 4297.842 13050.899 847.5779, 4363.2476 13050.034 845.25446, 4447.755 13048.921 842.9216, 4546.283 13046.3545 840.1172, 4655.55 13042.468 836.83936, 4749.528 13039.29 833.63385, 4832.9756 13036.602 830.5134, 4932.899 13035.049 827.5654, 5043.975 13034.772 825.2032, 5164.238 13033.86 823.2766, 5245.821 13033.265 821.89325, 5344.461 13032.709 820.5205, 5458.235 13031.992 818.74866, 5582.146 13032.465 816.8763, 5693.6836 13033.261 815.7574, 5784.807 13034.064 814.89557, 5895.263 13035.144 814.4191, 6018.9473 13037.124 813.9073, 6151.548 13038.04 813.0974, 6246.9062 13038.411 812.252, 6353.1514 13037.597 810.95593, 6476.7134 13035.791 809.3285, 6610.815 13034.069 807.82025, 6738.0933 13032.666 806.81866, 6834.7227 13031.655 805.7491, 6951.4146 13029.705 804.8194, 7078.7524 13027.336 804.86066, 7212.6694 13025.04 805.2375, 7314.3545 13023.179 806.0892, 7417.1494 13021.062 806.81604, 7534.5703 13019.15 807.689, 7661.028 13017.559 808.6407, 7786.831 13015.425 809.85693, 7875.2446 13013.865 810.7471, 7984.701 13010.835 811.37714, 8107.628 13008.698 812.2521, 8239.659 13008.608 812.90985, 8377.615 13009.478 812.74457, 8498.917 13010.598 812.20166, 8598.591 13011.702 811.25885, 8715.522 13012.799 810.1319, 8843.677 13014.795 809.10187, 8979.213 13017.764 808.6733, 9075.14 13019.915 808.82025, 9181.698 13022.586 808.9476, 9301.782 13026.159 809.16174, 9430.002 13030.851 809.0936, 9547.51 13035.064 809.66675, 9637.505 13038.271 810.3472, 9742.679 13042.364 812.0617, 9856.966 13047.224 814.3933, 9977.179 13051.65 816.9285, 10066.131 13054.691 819.2918, 10157.978 13057.21 821.22974, 10260.773 13057.551 823.50134, 10367.337 13055.726 825.6735, 10470.164 13053.224 829.33905, 10567.444 13049.568 834.0861, 10630.556 13047.184 838.3691, 10699.319 13043.22 842.3896, 10771.11 13038.045 846.06647, 10844.867 13031.7295 849.2718, 10959.784 13022.718 854.349, 11078.156 13011.835 858.9358, 11159.984 12972.462 862.76575, 11215.519 12908.442 815.8173</trace>
</ink>
</file>

<file path=ppt/ink/ink2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11125.555 10609.888 874.14984, 11131.72 10699.793 861.779, 11135.357 10767.8955 855.28906, 11139.85 10850.9 849.4025, 11145.225 10947.186 843.1378, 11152.871 11055.221 836.9443, 11161.274 11173.507 831.1037, 11169.672 11298.805 825.98706, 11175.218 11381.85 821.96436, 11181.969 11496.174 815.0172, 11186.629 11575.96 809.8502, 11190.974 11680.35 805.6381, 11195.401 11810.447 800.7935, 11199.704 11926.726 796.08246, 11203.945 12034.543 791.6842, 11212.188 12168.55 787.19037, 11223.697 12317.169 761.34357, 11236.028 12469.229 727.8187, 11244.04 12568.025 686.7189, 11249.208 12631.478 638.7261, 11257.128 12718.139 583.98724, 11263.343 12786.7295 499.0085, 11270.797 12863.338 337.3912</trace>
</ink>
</file>

<file path=ppt/ink/ink2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10862.646 10663.665 874.14984, 10786.909 10671.273 862.9047, 10647.486 10682.404 852.04895, 10554.943 10684.704 844.8532, 10448.277 10684.194 837.61017, 10328.892 10680.882 830.6076, 10198.34 10674.73 824.41766, 10068.811 10667.456 819.4414, 9971.929 10662.094 812.1087, 9853.856 10656.256 806.27856, 9776.054 10652.369 801.74133, 9667.565 10648.884 800.9056, 9535.296 10646.591 798.28906, 9383.72 10645.477 794.4257, 9247.447 10644.88 789.82294, 9129.164 10644.613 785.32385, 8983.553 10644.494 777.3663, 8826.317 10645.645 770.24133, 8718.964 10646.503 764.7643, 8583.725 10650.576 762.43536, 8429.308 10656.527 763.6554, 8258.3 10662.609 762.56964, 8111.192 10667.016 762.3751, 7978.8965 10670.341 762.4954, 7816.78 10672.864 759.9851, 7634.1943 10675.607 753.343, 7441.4395 10680.324 747.54987, 7313.6245 10683.536 743.44586, 7161.9146 10688.946 740.8899, 6994.4043 10695.536 741.57874, 6815.972 10703.074 743.8575, 6655.961 10709.091 746.8856, 6525.3677 10713.684 749.63635, 6366.302 10717.215 751.68677, 6186.648 10719.503 752.85443, 5992.974 10720.61 751.34393, 5791.7803 10722.392 747.8322, 5632.0576 10723.966 744.53625, 5485.4272 10725.075 742.8683, 5319.6353 10726.488 742.2377, 5141.069 10728.646 743.41974, 4960.0645 10729.703 746.2263, 4835.591 10730.344 748.7696, 4681.984 10730.384 751.35254, 4509.473 10731.149 753.4076, 4325.3374 10731.834 754.93604, 4174.379 10733.04 757.57874, 4040.4563 10734.693 760.434, 3891.0518 10736.862 764.16943, 3735.871 10739.002 769.0408, 3581.179 10740.741 774.7585, 3478.8433 10741.893 779.5574, 3362.2566 10742.988 785.677, 3235.9397 10743.343 792.1032, 3105.253 10744.848 798.4669, 2992.3625 10748.477 805.14453, 2900.405 10752.572 810.9478, 2797.7449 10757.975 812.152, 2696.9663 10760.92 809.9247, 2632.2556 10762.824 807.12195, 2568.4805 10765.6 797.1693, 2503.5552 10762.85 616.4</trace>
</ink>
</file>

<file path=ppt/ink/ink2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11419.717 11082.502 874.14984, 11498.674 11062.429 867.41235, 11618.043 11047.435 863.7813, 11688.961 11039.223 858.36084, 11752.404 11039.536 566.1743</trace>
</ink>
</file>

<file path=ppt/ink/ink2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11405.01 11232.974 874.14984, 11487.62 11224.927 871.34894, 11559.074 11208.717 868.6753, 11635.743 11188.503 861.4148</trace>
</ink>
</file>

<file path=ppt/ink/ink2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11613.682 10856.0205 874.14984, 11706.56 10859.762 867.93335, 11812.709 10886.963 864.01447, 11886.483 10955.579 862.43994, 11908.868 11037.098 860.41235, 11900.339 11126.268 855.6801, 11857.071 11243.812 851.6613, 11814.379 11322.094 856.2211, 11769.227 11387.116 573.66406</trace>
</ink>
</file>

<file path=ppt/ink/ink2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12283.821 10342.556 874.14984, 12292.512 10439.482 862.23773, 12293.804 10514.732 852.475, 12291.416 10611.238 840.5187, 12285.239 10723.022 830.31335, 12274.757 10847.748 821.5012, 12260.256 10980.069 815.2357, 12243.995 11103.463 811.4939, 12231.518 11196.705 805.00574, 12216.153 11293.838 802.8483, 12205.226 11361.351 802.29944, 12191.252 11433.246 802.16064, 12167.917 11513.671 821.2754, 12264.473 11463.312 856.41437, 12354.301 11445.78 862.0486, 12454.497 11408.637 861.8245, 12522.828 11383.961 855.7798</trace>
</ink>
</file>

<file path=ppt/ink/ink2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12620.2705 10209.664 874.14984, 12603.083 10305.658 861.02637, 12589.797 10435.579 858.1072, 12583.555 10502.922 855.06616, 12577.183 10566.712 564.23895</trace>
</ink>
</file>

<file path=ppt/ink/ink2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12715.873 11128.006 874.14984, 12806.118 11066.612 866.25244, 12854.05 10993.061 866.7782, 12782.104 10979.1045 862.27386, 12716.206 11067.919 857.6777, 12687.352 11190.044 859.4278, 12743.977 11276.834 859.47455, 12837.9 11272.555 857.4858, 12907.113 11226.689 854.8148, 12966.073 11138.187 858.0766, 13012.35 11204.823 812.6602, 13011.676 11282.183 823.5287, 13055.948 11192.852 855.86786, 13086.951 11111.1455 855.1783, 13122.162 11045.205 859.82477, 13181.721 11120.72 861.1557, 13193.057 11218.507 863.871, 13267.1455 11273.243 863.68915, 13364.469 11170.198 853.3947, 13413.961 11071.999 851.5281, 13437.56 10959.201 855.29315, 13370.17 11018.832 852.713, 13350.895 11085.666 845.459, 13334.903 11214.058 845.9177, 13375.844 11297.476 849.4359, 13472.428 11269.976 847.78705, 13546.791 11165.424 843.97, 13600.368 11075.07 849.51056, 13649.482 10996.985 853.71716, 13706.838 11090.643 860.0556, 13715.457 11195.043 862.38983, 13773.605 11259.713 865.8818</trace>
</ink>
</file>

<file path=ppt/ink/ink2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14131.534 10841.541 874.14984, 14043.337 10917.698 858.0979, 13961.301 11016.876 860.50745, 13939.269 11098.241 863.29224, 14003.062 11085.965 860.28394, 14068.638 10993.854 851.97644, 14118.386 10899.986 855.7948, 14148.804 10836.447 859.507, 14142.34 10930.278 855.19617, 14130.899 10993.84 848.5223, 14117.607 11060.624 841.5226, 14098.028 11151.354 833.9234, 14075.432 11256.255 824.7174, 14052.568 11366.163 818.40985, 14030.126 11475.801 816.2648, 14014.033 11554.6455 816.83636, 13998.256 11632.011 818.5926, 13981.893 11709.171 823.8965, 13954.677 11794.207 837.2201, 13964.461 11681.211 842.43567, 13987.307 11588.255 831.8952, 14018.237 11476.139 816.6187, 14054.017 11358.583 809.5539, 14090.391 11243.847 804.4372, 14114.386 11168.116 800.6425, 14141.525 11088.144 802.41205, 14171.901 11007.759 807.2572, 14205.923 10932.199 812.90283, 14262.549 10829.354 826.891, 14336.182 10810.531 852.64526, 14340.741 10894.611 856.0771, 14329.865 10966.679 850.90015, 14318.1045 11036.899 844.7646, 14300.466 11157.276 841.5647, 14304.142 11251.797 847.30725, 14412.367 11252.137 849.8635, 14498.918 11163.786 840.8399, 14571.882 11037.114 833.0456, 14602.267 10965.151 830.789, 14638.645 10858.617 836.17346, 14627.222 10789.207 845.3853, 14555.877 10872.16 854.47015, 14527.935 10949.671 856.44525, 14530.833 11051.414 855.5355, 14549.409 11125.032 856.37915, 14628.09 11181.169 859.58655, 14709.353 11093.006 859.1707, 14745.853 11029.754 845.79236</trace>
</ink>
</file>

<file path=ppt/ink/ink2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14503.834 10554.043 874.14984, 14492.996 10633.12 867.7752, 14478.308 10698.34 8.648772</trace>
</ink>
</file>

<file path=ppt/ink/ink2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13159.875 10299.638 874.14984, 13098.11 10429.276 838.17755, 13046.878 10532.883 817.9136, 12974.783 10666.968 779.8438, 12933.148 10744.404 729.01605, 12887.844 10830.947 649.4374</trace>
</ink>
</file>

<file path=ppt/ink/ink2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15487.441 10584.033 874.14984, 15424.182 10580.478 863.6623, 15355.371 10600.319 863.3525, 15284.056 10659.128 859.9492, 15229.403 10729.631 857.4378, 15190.609 10833.89 856.803, 15177.731 10922.333 858.36694, 15196.673 11024.529 858.62756, 15232.11 11093.539 860.89856, 15317.885 11124.399 861.8027, 15395.369 11112.415 860.0367, 15487.884 11038.976 855.95703, 15554.273 10955.449 852.5732, 15613.923 10846.211 851.659, 15667.082 10739.615 852.2352, 15665.343 10835.769 855.3881, 15655.438 10937.322 853.7589, 15653.0 11001.521 853.46387, 15654.731 11099.374 854.6661, 15720.766 11124.371 857.4927, 15805.416 11003.04 849.22327, 15845.51 10926.856 825.97235, 15870.624 10862.724 536.6784</trace>
</ink>
</file>

<file path=ppt/ink/ink2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15934.202 10720.544 874.14984, 15913.343 10800.925 864.97546, 15903.179 10901.156 861.0198, 15899.749 11005.936 859.51886, 15895.474 11090.832 862.15125, 15927.927 10988.406 852.45294, 15947.916 10919.75 850.97626, 15971.012 10844.896 849.67975, 15996.79 10776.107 852.1341, 16050.655 10699.711 855.01184, 16111.002 10817.401 850.2085, 16112.302 10898.966 844.6198, 16112.195 10965.1875 839.03613, 16120.637 11081.123 837.34406, 16227.532 11106.861 840.99023, 16312.207 11031.646 833.09106, 16395.215 10902.4 834.5271, 16416.959 10837.012 840.01074, 16421.787 10757.22 845.91833, 16333.471 10794.938 845.3757, 16279.503 10876.318 842.08246, 16253.768 10946.428 845.6865, 16230.754 11059.082 849.11237, 16279.236 11152.307 851.66364, 16374.939 11169.027 850.09283, 16463.162 11108.755 844.6185, 16534.451 11042.77 818.61676</trace>
</ink>
</file>

<file path=ppt/ink/ink2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16635.598 10377.2 874.14984, 16567.86 10488.193 862.24615, 16529.88 10554.043 856.97894</trace>
</ink>
</file>

<file path=ppt/ink/ink2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15830.326 10373.58 874.14984, 15780.793 10459.912 866.8722, 15752.314 10524.416 854.515</trace>
</ink>
</file>

<file path=ppt/ink/ink2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16825.885 10270.164 874.14984, 16817.498 10369.151 860.69055, 16812.062 10440.654 853.67834, 16805.889 10524.448 847.3438, 16800.93 10617.274 842.35297, 16796.918 10715.2295 833.8451, 16793.434 10811.74 824.4259, 16789.918 10897.61 812.0927, 16786.559 10974.189 787.90076, 16784.346 11037.761 758.23737</trace>
</ink>
</file>

<file path=ppt/ink/ink2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16608.938 10948.061 874.14984, 16670.037 10843.799 861.4361, 16758.785 10755.226 860.02576, 16864.928 10714.082 862.10724, 16942.09 10724.914 861.9262, 17007.379 10820.142 857.9827, 17021.322 10901.692 852.90027, 17028.77 10971.231 833.03253</trace>
</ink>
</file>

<file path=ppt/ink/ink2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17037.312 10479.065 874.14984, 17031.256 10578.783 866.6693, 17029.041 10644.53 860.0152</trace>
</ink>
</file>

<file path=ppt/ink/ink2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17186.232 11022.004 874.14984, 17260.182 10970.305 866.42316, 17336.9 10850.445 852.5931, 17365.352 10778.846 847.5903, 17381.686 10707.857 845.6273, 17392.254 10600.287 848.9579, 17390.23 10522.0205 850.60095, 17346.064 10459.254 857.76324, 17274.225 10561.928 859.1959, 17247.773 10667.078 850.0907, 17238.295 10759.375 842.37, 17230.553 10876.709 832.50525, 17223.695 11015.855 821.5807, 17218.547 11155.765 810.96246, 17215.104 11259.01 801.39386, 17215.979 11377.257 793.87805, 17223.846 11489.527 791.5862, 17236.746 11574.184 800.25385, 17268.799 11672.733 816.5687, 17308.111 11597.553 828.073, 17320.793 11531.689 823.7974</trace>
</ink>
</file>

<file path=ppt/ink/ink2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17513.49 10600.063 874.14984, 17501.32 10693.281 859.40045, 17495.584 10760.171 855.3019, 17492.27 10830.904 854.37787, 17494.01 10928.269 857.0034, 17566.553 10905.501 853.56854, 17599.885 10839.523 846.9365, 17633.99 10762.814 841.64264, 17662.387 10695.791 837.6404, 17689.236 10625.896 838.2052, 17676.14 10753.854 831.386, 17669.283 10866.858 825.9138, 17676.55 10957.067 833.84424, 17739.932 11012.703 846.2875, 17813.186 10970.553 847.1807, 17876.018 10899.752 844.5032, 17921.506 10820.955 842.959, 17950.127 10740.913 843.384, 17939.252 10665.458 848.3436, 17860.195 10690.99 853.78033, 17801.293 10811.698 846.18134, 17778.998 10891.931 840.49677, 17763.271 10956.397 835.8972, 17791.527 11033.843 840.13617, 17861.559 11015.515 836.58936, 17938.188 11008.549 839.05835, 18003.96 10969.452 769.4468</trace>
</ink>
</file>

<file path=ppt/ink/ink2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13222.386 11761.95 874.14984, 13150.4 11774.967 865.5688, 13050.026 11797.412 865.46027, 12984.222 11799.203 865.3544, 12913.463 11794.147 865.276, 12844.156 11791.512 864.3894, 12733.254 11817.424 862.0603, 12672.941 11893.991 861.38434, 12651.872 11965.426 860.02875, 12626.415 12082.979 851.30914, 12610.065 12201.975 839.9657, 12600.117 12280.64 834.72375, 12590.49 12351.136 835.0028, 12573.434 12468.541 838.98, 12569.357 12585.282 764.8581, 12588.642 12659.469 787.86365, 12686.1045 12716.284 816.0827, 12787.312 12721.506 828.15674, 12887.217 12707.939 836.8279, 12954.881 12696.837 871.1261</trace>
</ink>
</file>

<file path=ppt/ink/ink2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12597.288 12335.396 874.14984, 12673.33 12301.868 868.43835, 12738.407 12286.676 858.54504, 12805.042 12274.897 837.70795</trace>
</ink>
</file>

<file path=ppt/ink/ink2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13252.721 12576.873 874.14984, 13174.368 12617.705 867.7358, 13108.447 12670.109 865.5844, 13046.724 12775.458 865.8911, 13033.126 12843.122 865.6246, 13038.017 12908.562 865.6025, 13106.45 12988.715 864.52026, 13220.445 12976.481 860.18506, 13299.248 12961.132 851.23645</trace>
</ink>
</file>

<file path=ppt/ink/ink2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13759.233 12395.895 874.14984, 13823.7705 12409.705 871.8233, 13912.874 12437.881 868.54865, 13978.031 12461.771 858.55145</trace>
</ink>
</file>

<file path=ppt/ink/ink2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13788.65 12637.372 874.14984, 13886.785 12627.853 861.0557, 13953.197 12621.343 836.2376</trace>
</ink>
</file>

<file path=ppt/ink/ink2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14369.621 12198.886 874.14984, 14399.476 12131.446 865.4005, 14436.732 12042.334 862.00256, 14477.819 11941.388 861.7513, 14523.401 12029.215 853.85004, 14521.106 12118.747 849.2029, 14516.585 12221.848 835.20746, 14504.686 12313.181 816.8139, 14495.298 12377.054 780.5581</trace>
</ink>
</file>

<file path=ppt/ink/ink2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14280.453 12546.882 874.14984, 14369.8125 12522.844 867.551, 14446.534 12511.4795 863.291, 14516.127 12500.002 855.2887, 14579.214 12494.667 795.8496</trace>
</ink>
</file>

<file path=ppt/ink/ink2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14399.956 12908.841 874.14984, 14314.516 12909.653 870.3331, 14284.616 12834.058 867.3266, 14331.94 12758.114 866.49805, 14418.455 12816.158 863.9355, 14442.23 12911.499 858.1585, 14431.6045 13014.8545 852.92896, 14404.524 13093.632 854.05096, 14340.773 13146.891 856.8144, 14262.146 13159.847 860.40076, 14229.384 13249.256 862.87866, 14285.098 13346.306 860.5442, 14349.464 13393.085 860.6726, 14459.05 13387.142 858.9274, 14561.098 13292.028 851.38586, 14625.692 13220.728 833.5379, 14646.28 13154.597 543.61395</trace>
</ink>
</file>

<file path=ppt/ink/ink2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14876.134 12229.911 874.14984, 14870.669 12329.846 860.51666, 14863.369 12399.401 854.8084, 14853.236 12472.455 853.10925, 14842.379 12542.098 855.2974, 14830.6455 12622.277 858.87494, 14856.55 12533.849 852.9707, 14879.898 12453.606 853.0692, 14910.794 12355.232 854.9935, 14988.234 12295.595 860.2168, 15015.022 12412.568 858.1698, 15015.117 12513.693 853.5961, 15006.156 12611.874 854.9489, 15018.371 12508.383 848.96606, 15030.512 12440.38 847.8709, 15052.983 12337.377 849.7637, 15082.725 12263.112 854.7757, 15145.662 12258.138 859.2025, 15172.414 12332.358 860.3583, 15175.821 12402.484 855.2535, 15176.212 12466.393 849.791, 15181.306 12553.668 853.79236, 15233.746 12488.397 423.5893</trace>
</ink>
</file>

<file path=ppt/ink/ink2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15382.6455 12183.89 874.14984, 15388.108 12291.057 865.9809, 15395.772 12354.678 864.6994, 15408.202 12424.694 864.3224, 15429.246 12489.839 864.0562, 15493.759 12538.217 862.964, 15552.41 12464.567 857.70355, 15567.676 12401.593 856.75085, 15577.766 12297.427 857.6705, 15566.591 12187.125 859.31616, 15641.798 12140.438 864.08307, 15710.821 12161.655 865.08966</trace>
</ink>
</file>

<file path=ppt/ink/ink2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15979.245 11942.93 874.14984, 15909.704 11860.558 868.3112, 15917.881 11782.778 868.23413, 15983.361 11792.017 865.8146, 16008.352 11855.902 861.51337, 16012.507 11938.656 856.14996, 15992.703 12043.0205 851.94745, 15963.842 12121.746 854.37915, 15900.317 12186.34 860.3579, 15933.637 12249.307 864.79346, 16020.723 12270.268 865.4272, 16098.093 12251.263 863.1403, 16173.209 12213.882 857.5815</trace>
</ink>
</file>

<file path=ppt/ink/ink2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15458.024 11942.93 874.14984, 15540.215 11954.744 871.10455, 15612.9 11959.183 867.4343, 15686.459 11964.319 861.4347, 15749.814 11971.746 8.594931</trace>
</ink>
</file>

<file path=ppt/ink/ink2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15665.777 11806.419 874.14984, 15755.581 11842.967 868.6702, 15785.655 11920.398 862.4125, 15773.656 11994.331 857.2669, 15742.621 12058.867 658.61816</trace>
</ink>
</file>

<file path=ppt/ink/ink2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15681.404 12561.878 874.14984, 15671.979 12637.475 868.60315, 15652.751 12727.041 866.39355, 15655.542 12638.583 860.9259, 15690.466 12525.045 861.8645, 15769.826 12517.337 865.515, 15833.135 12482.818 864.003, 15875.564 12408.193 860.38306, 15863.189 12498.815 854.9466, 15836.201 12601.146 841.76074, 15810.401 12676.655 822.8352, 15785.097 12740.117 732.30316</trace>
</ink>
</file>

<file path=ppt/ink/ink2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16053.705 12379.865 874.14984, 16027.754 12460.961 863.6523, 16007.452 12524.255 856.0375, 15982.512 12601.331 848.22705, 15956.608 12685.2 837.34686, 15932.224 12769.6045 826.08514, 15912.728 12838.864 809.8176, 15889.6455 12926.214 763.8059, 15870.594 12991.789 639.3389</trace>
</ink>
</file>

<file path=ppt/ink/ink2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16097.829 12832.83 874.14984, 16092.482 12926.918 866.3321, 16082.227 12990.19 861.17114, 16060.304 13071.795 860.20154, 16059.599 13003.669 854.22534, 16077.019 12900.074 846.4625, 16093.816 12833.208 844.70776, 16115.265 12765.456 844.94464, 16140.375 12699.725 846.6439, 16181.138 12608.585 848.95, 16229.292 12540.032 855.28986, 16297.8545 12532.635 863.3256, 16303.852 12610.474 864.16583, 16262.988 12725.79 864.61035, 16192.405 12784.438 865.2032, 16111.143 12799.434 866.0398, 16120.859 12871.315 863.73975, 16154.934 12944.538 862.1934, 16227.515 12999.524 862.9399, 16309.586 12974.57 861.8101, 16374.797 12946.08 838.06726</trace>
</ink>
</file>

<file path=ppt/ink/ink2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16664.094 12455.876 874.14984, 16742.27 12458.37 874.14984, 16817.912 12471.605 867.00934, 16883.781 12488.783 567.1508</trace>
</ink>
</file>

<file path=ppt/ink/ink2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16679.723 12712.867 874.14984, 16777.123 12714.001 864.32324, 16843.35 12712.864 846.6462</trace>
</ink>
</file>

<file path=ppt/ink/ink2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17275.4 12229.911 874.14984, 17312.908 12128.824 865.5162, 17350.309 12029.418 866.22205, 17381.46 12125.996 855.2018, 17376.988 12189.561 851.5068, 17373.969 12258.741 844.91095, 17370.53 12342.143 826.1639, 17375.135 12419.054 781.1543</trace>
</ink>
</file>

<file path=ppt/ink/ink2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17155.898 12682.358 874.14984, 17239.418 12657.085 867.6713, 17347.293 12641.556 861.63727, 17440.656 12650.726 863.94507, 17528.2 12666.846 868.9521</trace>
</ink>
</file>

<file path=ppt/ink/ink2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17304.818 13089.82 874.14984, 17234.031 13079.135 870.2841, 17192.56 12996.573 869.26807, 17266.85 12964.434 866.3331, 17303.242 13029.759 860.9569, 17287.627 13124.2295 855.392, 17253.22 13209.23 854.9659, 17195.486 13274.765 857.94135, 17124.229 13313.221 860.8783, 17059.734 13341.699 863.23926, 17031.307 13419.536 865.857, 17143.648 13478.685 863.4932, 17239.51 13472.413 859.05334, 17327.357 13394.256 849.66284, 17390.594 13319.965 826.172</trace>
</ink>
</file>

<file path=ppt/ink/ink2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17662.408 12425.368 874.14984, 17673.766 12516.549 868.87744, 17678.004 12581.792 867.8586, 17678.713 12652.157 867.18555, 17676.666 12729.355 866.33746, 17691.605 12636.958 854.2067, 17704.39 12568.648 849.74725, 17737.186 12480.529 854.0316, 17800.887 12473.978 859.9977, 17810.516 12565.141 859.5901, 17809.686 12652.265 858.78156, 17802.662 12716.049 855.36066, 17824.17 12628.903 852.0531, 17853.377 12543.847 852.96106, 17910.426 12479.461 856.0303, 17981.277 12489.1455 860.5871, 17999.602 12564.595 863.04236, 17934.93 12567.683 552.3834</trace>
</ink>
</file>

<file path=ppt/ink/ink3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18497.096 12108.913 874.14984, 18387.713 12095.853 866.7029, 18279.084 12152.817 857.045, 18198.283 12257.006 852.7484, 18159.588 12350.089 852.98, 18140.412 12443.007 850.51184, 18145.484 12563.104 850.51764, 18166.984 12663.749 853.3623, 18216.066 12743.086 857.05005, 18314.777 12779.867 858.5258, 18408.36 12772.931 857.97577, 18499.453 12731.826 859.95715, 18575.94 12672.831 863.826</trace>
</ink>
</file>

<file path=ppt/ink/ink3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18675.434 11897.943 874.14984, 18608.395 11944.419 871.8977, 18573.717 11878.829 868.1297, 18609.123 11797.964 867.3897, 18689.69 11818.484 864.3679, 18711.945 11894.414 859.1639, 18708.734 11985.267 850.9195, 18666.75 12103.187 848.5124, 18605.06 12180.558 850.46423, 18652.121 12246.969 853.7782, 18721.998 12248.246 853.81494, 18792.248 12209.505 853.3069, 18857.121 12151.429 836.36816</trace>
</ink>
</file>

<file path=ppt/ink/ink3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19406.244 11383.961 874.14984, 19336.648 11420.227 865.48224, 19237.914 11465.615 860.75696, 19120.715 11484.896 862.5687, 19005.836 11458.922 863.9278, 18935.13 11437.035 864.83264, 18912.732 11540.745 859.05237, 18922.637 11622.895 851.5827, 18940.39 11760.105 834.6371, 18951.682 11862.165 826.287, 18961.184 11981.503 818.5624, 18968.074 12115.6 811.5883, 18971.266 12252.093 804.9922, 18973.025 12352.193 799.32684, 18970.193 12479.424 793.7914, 18964.338 12624.729 789.4, 18959.783 12729.033 786.8289, 18954.854 12846.697 786.4421, 18950.598 12976.715 786.9193, 18946.473 13105.501 789.5589, 18941.602 13213.936 795.25745, 18937.654 13292.71 801.3541, 18931.52 13368.385 812.356, 18924.602 13436.126 822.30743, 18932.71 13529.637 840.51056, 18997.574 13563.515 853.6632, 19096.54 13571.477 862.96655, 19172.053 13559.531 865.9623</trace>
</ink>
</file>

<file path=ppt/ink/ink3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19673.752 12063.409 874.14984, 19600.416 12098.112 865.8302, 19509.148 12161.594 865.50586, 19438.71 12262.612 863.1692, 19406.195 12361.257 860.9911, 19408.91 12457.121 861.3924, 19460.148 12523.664 863.3626, 19543.127 12487.564 861.557, 19601.328 12352.477 847.87024, 19636.162 12223.326 835.8444, 19649.2 12136.263 831.1702, 19657.975 12072.758 829.39624, 19665.873 11999.416 827.66, 19674.895 11914.329 827.3149, 19685.137 11825.912 829.43427, 19695.523 11740.792 832.0206, 19704.088 11671.929 836.4208, 19659.385 11763.983 844.1294, 19649.336 11840.4795 840.57166, 19641.441 11929.908 835.93726, 19636.773 12008.033 834.75116, 19634.172 12076.261 833.50964, 19636.078 12152.76 833.37256, 19642.324 12227.392 834.7735, 19659.385 12330.832 843.0033, 19716.824 12405.418 856.0817, 19809.28 12321.533 859.5914, 19857.531 12231.272 853.6112, 19883.91 12165.86 850.25775, 19908.838 12096.074 848.05444, 19939.682 11992.604 847.451, 19897.9 12060.505 843.23505, 19871.76 12198.223 834.6681, 19864.506 12269.72 837.3728, 19863.55 12375.364 843.71857, 19935.342 12409.39 853.458, 20005.684 12283.02 847.1882, 20040.814 12205.924 843.23456, 20095.422 12079.001 832.7779, 20122.678 12006.498 835.34393, 20143.174 11939.703 837.7959, 20160.283 11859.801 843.7393, 20124.012 11941.198 851.1422, 20101.193 12050.535 848.21173, 20091.414 12125.8125 843.2949, 20084.04 12191.331 840.73425, 20096.562 12291.399 846.16693, 20108.838 12357.807 862.12067</trace>
</ink>
</file>

<file path=ppt/ink/ink3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19390.617 12606.348 874.14984, 19463.248 12578.054 868.3395, 19574.18 12542.764 862.43, 19638.67 12532.384 860.99664, 19708.078 12529.156 859.89655, 19782.076 12529.767 858.96655, 19898.273 12532.058 857.61536, 20005.424 12529.323 855.0303, 20131.918 12507.183 851.54626, 20225.875 12475.729 840.33765, 20292.223 12405.906 795.1018</trace>
</ink>
</file>

<file path=ppt/ink/ink3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19733.5 12787.326 874.14984, 19720.283 12872.167 868.0193, 19710.412 12994.081 861.9746, 19705.225 13089.321 862.0725, 19693.758 13154.174 864.30524, 19612.16 13106.59 864.71545, 19543.988 13054.286 866.2162, 19476.904 13053.012 866.8027, 19433.332 13154.233 863.55963, 19460.822 13257.732 859.5108, 19526.707 13319.593 859.07404, 19633.652 13329.822 857.0797, 19726.941 13296.292 852.89795, 19817.896 13200.724 849.9808, 19873.562 13115.932 851.9354, 19907.182 13027.388 854.5317, 19883.266 13129.313 847.8669, 19882.26 13192.69 848.62775, 19915.13 13296.128 852.97015, 20004.627 13295.511 854.17255, 20064.867 13177.382 847.1777, 20095.512 13062.168 839.8601, 20090.725 12939.564 842.0593, 20045.031 12829.63 847.3309, 19956.72 12778.488 854.55853, 19903.727 12845.541 861.07886, 19899.512 12909.638 864.86975, 19974.348 12944.541 862.60913, 20068.93 12916.464 854.129, 20136.137 12893.846 835.5966</trace>
</ink>
</file>

<file path=ppt/ink/ink3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19361.201 11776.429 874.14984, 19298.662 11904.161 848.742, 19262.277 11997.31 833.7732, 19224.908 12109.436 820.3697, 19191.502 12232.944 808.69794, 19165.45 12362.516 804.5627, 19148.676 12493.093 802.5811, 19140.338 12606.846 803.89777, 19135.129 12699.977 801.4798, 19136.635 12792.933 802.12476, 19139.838 12866.844 805.39856, 19151.602 12959.833 808.7088, 19172.213 13062.703 812.34674, 19198.863 13164.788 812.5822, 19216.326 13230.419 810.69867, 19249.2 13322.481 787.04047, 19286.742 13406.275 693.235</trace>
</ink>
</file>

<file path=ppt/ink/ink3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20210.596 11610.444 874.14984, 20254.21 11716.283 859.85474, 20275.521 11783.093 852.4936, 20297.924 11862.193 845.4901, 20319.914 11951.664 839.273, 20340.213 12051.508 836.163, 20358.615 12160.177 833.4222, 20373.791 12268.217 830.8593, 20385.162 12350.043 826.23346, 20395.418 12454.819 821.4574, 20401.96 12522.627 817.9016, 20408.357 12621.336 815.0759, 20412.053 12739.145 811.92926, 20411.393 12867.124 809.1697, 20408.273 12974.508 807.52893, 20403.85 13065.766 806.24023, 20396.66 13166.295 807.06683, 20388.023 13264.143 811.2522, 20380.445 13344.132 817.47015, 20317.545 13352.013 569.81573</trace>
</ink>
</file>

<file path=ppt/ink/ink3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20319.068 11513.232 874.14984, 20307.36 11445.255 866.4144, 20334.629 11362.821 863.8478, 20406.883 11329.797 864.5927, 20474.295 11402.763 861.5982, 20489.018 11468.19 857.46606, 20498.086 11577.8545 851.11774, 20500.49 11681.279 853.18463, 20590.941 11728.653 852.669, 20661.623 11707.849 857.0376, 20726.879 11673.411 568.7522</trace>
</ink>
</file>

<file path=ppt/ink/ink3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20687.693 12501.38 874.14984, 20776.47 12495.179 868.2155, 20899.71 12500.23 866.5207, 20964.184 12504.015 864.14484, 21026.941 12516.6875 571.95984</trace>
</ink>
</file>

<file path=ppt/ink/ink3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20776.861 12289.893 874.14984, 20771.504 12385.932 862.2907, 20769.986 12455.187 855.9912, 20770.502 12532.959 852.01984, 20771.006 12609.122 855.978, 20774.432 12687.409 859.1446, 20776.338 12750.816 859.96814</trace>
</ink>
</file>

<file path=ppt/ink/ink3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21253.037 12093.918 874.14984, 21225.676 12188.996 862.67773, 21194.363 12312.148 856.1209, 21184.83 12380.081 854.9831, 21183.568 12447.672 856.51294, 21196.305 12550.847 860.12775, 21280.416 12579.122 860.5078, 21352.227 12468.766 848.9842, 21401.895 12345.218 843.9196, 21416.994 12273.348 845.14813, 21425.777 12181.318 804.2417, 21380.473 12294.837 815.6429, 21366.383 12413.552 816.756, 21367.232 12480.306 809.3332, 21395.885 12583.353 797.22504, 21424.42 12651.745 715.69403</trace>
</ink>
</file>

<file path=ppt/ink/ink3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21461.709 11897.943 874.14984, 21456.203 11829.232 870.1952, 21505.21 11743.661 869.2691, 21579.88 11732.933 866.54047, 21632.953 11810.5 861.3567, 21603.803 11927.736 855.6677, 21537.508 12024.127 853.6482, 21502.941 12098.523 854.4118, 21551.805 12163.428 857.82104, 21618.521 12169.651 861.4828, 21684.525 12099.481 861.20685, 21739.178 12035.4795 803.3004</trace>
</ink>
</file>

<file path=ppt/ink/ink3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21536.17 11383.961 874.14984, 21618.879 11359.408 866.24835, 21703.133 11343.299 860.4703, 21809.035 11351.972 862.5767, 21878.104 11404.554 863.9419, 21899.225 11472.47 862.6992, 21888.137 11576.335 861.8969, 21880.148 11641.887 861.85724, 21873.752 11715.118 860.5944, 21866.268 11830.201 856.16644, 21862.256 11942.653 853.1677, 21859.492 12023.708 850.57074, 21855.44 12121.429 846.06024, 21850.299 12231.197 840.3104, 21844.098 12349.866 834.32355, 21839.84 12430.877 829.294, 21834.408 12526.935 824.67975, 21829.252 12638.105 821.1638, 21823.936 12758.59 819.12463, 21818.398 12866.003 817.3851, 21813.627 12951.897 816.19714, 21807.613 13048.797 816.45184, 21800.58 13146.185 819.789, 21795.938 13209.988 823.56287, 21788.725 13280.173 829.05695, 21779.793 13347.562 836.28687, 21738.488 13445.986 847.68616, 21639.697 13472.388 855.42535, 21542.525 13461.199 860.7818, 21470.61 13437.281 862.0587, 21403.527 13417.368 863.5069, 21339.738 13389.716 863.2068</trace>
</ink>
</file>

<file path=ppt/ink/ink3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22385.566 11248.486 874.14984, 22298.518 11241.126 870.91034, 22233.38 11236.108 858.2886, 22137.217 11228.938 845.10974, 22047.635 11223.234 841.6877, 21935.463 11221.443 844.79736, 21871.412 11222.068 845.85583, 21774.922 11222.134 848.0055, 21642.602 11221.102 853.13904, 21526.758 11220.483 856.3599, 21456.557 11221.254 856.85535, 21374.418 11223.958 855.7155, 21285.16 11226.619 853.73254, 21153.307 11230.018 849.82855, 21070.387 11231.473 848.48303, 20980.008 11232.788 847.8236, 20899.506 11233.649 847.4429, 20831.713 11234.209 847.0601, 20747.418 11234.571 846.06946, 20651.35 11234.795 844.2367, 20546.678 11236.195 842.45337, 20435.098 11240.025 840.242, 20348.389 11243.465 838.03033, 20262.016 11249.331 835.6132, 20161.021 11258.646 833.1724, 20050.541 11270.563 830.7959, 19942.027 11281.086 828.9616, 19864.68 11288.451 827.3663, 19770.588 11293.424 826.4152, 19665.965 11296.105 826.2961, 19553.857 11298.194 826.2565, 19462.666 11300.029 826.49475, 19375.205 11301.9795 826.4596, 19270.824 11305.218 826.03986, 19156.625 11309.813 824.9453, 19036.059 11315.56 823.90704, 18956.543 11319.357 822.7958, 18857.338 11326.219 821.6429, 18745.182 11334.165 820.55035, 18623.953 11342.821 819.56165, 18520.232 11349.943 818.95593, 18428.695 11356.001 818.3936, 18318.05 11362.68 817.7483, 18194.27 11370.4795 816.59863, 18061.605 11380.284 815.1629, 17972.637 11386.864 813.8224, 17865.043 11394.746 812.18384, 17743.896 11403.48 810.79663, 17614.918 11412.043 809.9957, 17479.893 11420.319 810.11206, 17340.283 11428.241 810.2597, 17198.844 11435.871 810.1525, 17106.12 11440.862 809.8934, 16993.719 11447.913 809.4269, 16868.213 11456.837 809.2042, 16733.846 11467.953 809.2356, 16594.344 11479.534 809.1466, 16465.674 11488.892 809.22345, 16368.583 11495.621 808.93024, 16254.646 11499.591 808.6838, 16131.711 11500.304 809.0521, 16002.921 11499.999 809.77734, 15904.38 11500.017 811.0621, 15805.011 11500.492 812.48444, 15689.282 11502.58 813.5451, 15563.564 11506.428 813.8309, 15440.718 11510.414 814.0096, 15353.333 11513.272 814.0786, 15248.131 11516.227 814.367, 15131.521 11517.049 815.0652, 15007.148 11515.587 816.22076, 14910.243 11514.208 817.5793, 14815.592 11512.465 818.2801, 14706.283 11510.592 818.8475, 14588.645 11508.983 818.8318, 14468.833 11508.948 819.355, 14389.248 11508.961 819.8494, 14292.285 11509.512 821.0978, 14185.239 11509.307 823.01556, 14072.615 11509.74 825.1744, 13978.21 11510.779 826.7144, 13895.234 11512.197 827.9907, 13797.695 11515.696 829.20544, 13692.556 11523.305 830.06256, 13585.384 11535.59 831.31555, 13514.114 11544.028 832.65344, 13430.887 11557.301 834.2514, 13340.219 11574.544 836.0576, 13246.012 11592.913 838.1519, 13150.797 11609.9795 840.539, 13062.87 11623.853 842.9437, 12999.402 11633.559 845.1027, 12928.086 11643.501 847.2187, 12853.929 11652.828 849.44354, 12779.84 11661.359 851.58435, 12670.239 11673.72 855.3782, 12554.414 11686.64 858.936, 12465.255 11695.844 862.426, 12374.159 11706.62 864.83575, 12277.027 11741.109 864.64264, 12207.069 11789.02 864.16626, 12155.411 11898.541 862.7241, 12123.545 12016.253 858.3709, 12109.97 12092.406 852.51434, 12097.981 12183.534 845.6632, 12088.865 12285.753 841.5308, 12083.1455 12356.058 838.1193, 12079.25 12441.27 834.4473, 12076.768 12541.064 830.896, 12075.598 12651.043 827.8107, 12075.137 12751.196 825.6308, 12074.981 12831.118 823.8022, 12076.218 12925.216 822.94183, 12079.045 13024.556 824.5669, 12083.861 13122.138 828.36316, 12092.229 13212.504 832.6102, 12099.749 13282.147 836.90015, 12135.2295 13391.681 847.7227, 12182.658 13467.672 856.00415, 12271.959 13545.264 860.48914, 12368.87 13603.617 861.7085, 12493.234 13651.672 860.2085, 12586.751 13678.702 857.98535, 12713.22 13701.988 857.2113, 12824.193 13715.752 856.9323, 12887.644 13719.959 856.6206, 12960.147 13723.463 856.3039, 13038.9 13727.287 855.9928, 13159.453 13732.697 855.3691, 13234.971 13737.942 854.92865, 13318.597 13745.702 854.06384, 13398.346 13752.625 853.2553, 13540.43 13763.95 850.64465, 13630.108 13769.134 848.6296, 13726.131 13771.942 847.0226, 13797.043 13773.533 845.8599, 13872.619 13773.856 844.6869, 13960.505 13773.321 844.23315, 14056.636 13771.275 843.6366, 14151.143 13769.161 842.75635, 14220.826 13767.567 841.7707, 14306.737 13766.89 840.3181, 14402.17 13765.68 839.15063, 14504.777 13764.693 838.3837, 14585.413 13763.928 837.9461, 14664.671 13763.199 837.4176, 14758.186 13762.731 837.4424, 14859.863 13763.725 836.63104, 14962.714 13764.061 836.08356, 15033.585 13764.251 835.54913, 15123.885 13764.014 834.9269, 15227.041 13763.668 834.24445, 15337.903 13763.454 833.31964, 15428.077 13763.715 832.38635, 15510.879 13764.404 831.3393, 15608.363 13766.69 830.5761, 15714.209 13770.749 829.9943, 15824.306 13774.271 830.2139, 15895.911 13776.579 830.30634, 15986.092 13778.077 830.48334, 16088.468 13778.141 830.3911, 16199.086 13778.184 830.08673, 16314.094 13779.497 829.8865, 16420.84 13780.742 830.00964, 16502.012 13781.698 830.26715, 16598.855 13782.66 830.5091, 16706.23 13783.618 830.54535, 16820.143 13785.513 829.6217, 16907.527 13787.127 828.8848, 16994.094 13789.444 828.3878, 17094.115 13792.246 828.2539, 17202.88 13794.618 828.5466, 17308.195 13797.679 829.3043, 17383.078 13799.962 829.86426, 17473.99 13803.279 830.3866, 17575.531 13806.713 830.86005, 17684.627 13809.676 831.2182, 17771.633 13811.724 832.0087, 17854.688 13813.273 832.49677, 17951.314 13812.983 832.8443, 18056.9 13810.76 832.68915, 18164.848 13808.122 832.7514, 18238.0 13806.286 832.64374, 18329.49 13804.539 832.923, 18433.062 13803.011 832.6786, 18543.182 13800.532 832.0647, 18634.662 13798.475 831.3894, 18716.455 13796.655 830.6971, 18811.988 13796.019 830.48755, 18916.88 13796.356 830.4337, 19028.504 13797.154 830.68823, 19101.492 13797.7 830.99316, 19191.62 13797.128 831.09937, 19292.332 13795.112 831.0136, 19399.914 13791.24 831.3397, 19493.164 13786.983 832.0115, 19571.994 13782.859 832.6465, 19664.678 13778.537 833.44086, 19765.434 13775.171 834.167, 19870.459 13772.97 834.9569, 19943.227 13771.374 835.66125, 20026.184 13769.213 836.2677, 20120.951 13767.085 836.94366, 20222.412 13765.175 837.4263, 20314.154 13763.011 838.0399, 20387.541 13761.116 838.5842, 20476.086 13758.986 839.0699, 20573.518 13757.257 839.3969, 20675.428 13755.774 839.73975, 20748.697 13754.55 840.027, 20826.191 13752.733 840.4472, 20913.266 13749.55 841.3786, 21005.83 13747.489 842.7629, 21092.936 13747.116 844.52295, 21158.568 13747.212 845.9659, 21236.266 13747.279 847.1592, 21319.805 13746.054 848.4681, 21404.873 13743.425 849.84283, 21467.826 13740.956 851.16736, 21597.086 13733.399 853.806, 21664.125 13728.6455 855.0832, 21768.473 13718.171 857.16656, 21871.217 13708.74 861.02515, 21968.021 13682.447 862.6775, 22042.682 13647.751 862.0735</trace>
</ink>
</file>

<file path=ppt/ink/ink3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22356.148 11217.979 874.14984, 22322.926 11283.409 871.49005, 22281.281 11388.782 855.54956, 22249.74 11484.69 849.6353, 22233.375 11547.539 848.50214, 22218.117 11615.669 848.5507, 22194.268 11723.689 849.74506, 22179.293 11791.935 849.4629, 22163.174 11870.481 849.2531, 22148.283 11960.209 849.7254, 22134.787 12060.263 848.2299, 22126.047 12125.268 846.6782, 22117.87 12210.68 844.01965, 22111.652 12311.13 840.4691, 22106.375 12423.007 836.241, 22102.04 12522.613 832.2239, 22098.578 12607.946 828.4013, 22094.14 12710.325 824.781, 22088.73 12823.003 821.9341, 22082.344 12941.766 820.20074, 22077.879 13024.08 819.7773, 22074.037 13116.293 819.65295, 22071.898 13218.57 820.8985, 22071.506 13323.149 823.4602, 22071.707 13412.668 827.4321, 22072.057 13480.605 831.4176, 22072.627 13551.63 837.685, 22074.328 13616.792 843.39966, 22082.168 13697.128 852.7775, 22082.562 13762.275 572.4425</trace>
</ink>
</file>

<file path=ppt/ink/ink3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1214.0969 533.48035 874.14984, 1197.1351 639.1016 861.87463, 1188.928 705.996 855.07495, 1178.7708 775.68445 848.35547, 1158.9375 898.3991 837.867, 1134.8386 1022.5857 831.44135, 1113.9855 1112.0798 826.7221, 1091.6561 1203.3147 818.0915, 1070.9982 1284.3295 808.22284, 1053.684 1353.3988 793.1985, 1034.8413 1423.898 767.27203</trace>
</ink>
</file>

<file path=ppt/ink/ink3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1214.0969 699.98126 874.14984, 1216.1814 774.7309 868.95386, 1226.6066 845.1647 863.64105, 1255.4961 981.2982 849.4768, 1278.4093 1108.321 838.1994, 1287.2277 1198.8169 828.70984, 1296.0132 1275.9623 806.76495, 1302.7028 1339.0488 786.1218</trace>
</ink>
</file>

<file path=ppt/ink/ink3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1034.8413 1136.9169 874.14984, 1115.176 1138.042 865.50543, 1228.8298 1110.8162 859.0828, 1319.028 1085.8337 853.3425, 1385.6152 1067.4568 840.4752</trace>
</ink>
</file>

<file path=ppt/ink/ink3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1780.3607 880.4435 874.14984, 1702.8846 969.7351 854.10236, 1657.4905 1040.843 842.31195, 1610.7429 1124.1898 834.28955, 1572.6443 1194.8396 828.53406, 1537.3209 1315.716 838.64185, 1562.6898 1406.9924 843.6201, 1636.1151 1443.2235 845.36334, 1724.1666 1430.9073 847.6082, 1818.3536 1352.0052 843.4106, 1890.3247 1276.984 814.1333</trace>
</ink>
</file>

<file path=ppt/ink/ink3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2078.201 926.4638 874.14984, 2004.0242 975.385 868.30914, 1934.84 1067.2339 863.8812, 1885.5653 1148.7719 857.7821, 1854.9072 1241.6447 858.59906, 1885.2723 1333.713 859.622, 1993.2347 1356.1821 856.3519, 2091.0112 1331.7948 848.9221, 2204.425 1252.8005 842.8093, 2298.3086 1167.5521 836.6308, 2380.73 1075.9147 841.84973, 2285.4888 1117.5995 852.58105, 2237.8003 1212.2926 854.4005, 2240.5293 1304.1953 856.70636, 2322.5625 1352.9971 857.4609, 2434.684 1298.9196 851.8126, 2520.3704 1230.4377 835.8125, 2599.4214 1151.9124 787.1075</trace>
</ink>
</file>

<file path=ppt/ink/ink3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2196.7854 880.4435 874.14984, 2272.7747 859.0581 865.59827, 2378.338 831.496 863.6862, 2456.6343 810.11456 861.4235</trace>
</ink>
</file>

<file path=ppt/ink/ink3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2659.173 563.47125 874.14984, 2662.0889 694.4755 848.2134, 2659.7678 780.6707 834.2522, 2650.9553 924.81995 803.14026, 2642.561 1043.0865 744.28534, 2652.2063 1131.4812 669.4238, 2654.2944 1196.5222 466.56943</trace>
</ink>
</file>

<file path=ppt/ink/ink3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2837.5093 1197.4156 874.14984, 2902.5955 1148.0656 864.95087, 2986.6255 1086.167 860.8332, 3051.1448 1032.0648 860.8679, 3097.5679 968.9008 863.86475, 3027.511 959.2225 864.06616, 2952.7896 1057.4524 854.78955, 2912.1296 1139.7007 851.8867, 2932.898 1226.9763 853.7987, 3037.521 1224.2756 850.19464, 3113.224 1211.9309 844.89624, 3178.8845 1162.1489 231.81892</trace>
</ink>
</file>

<file path=ppt/ink/ink3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3210.7288 624.48706 874.14984, 3118.037 682.36615 856.2205, 2984.6106 758.37463 837.2252, 2906.069 801.6731 810.8709, 2843.1604 826.96954 526.3046</trace>
</ink>
</file>

<file path=ppt/ink/ink3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3285.189 917.67346 874.14984, 3285.189 988.63074 864.7785, 3295.8167 1103.6147 859.72296, 3303.973 1168.8759 858.39, 3313.4807 1262.4595 856.90955, 3323.726 1171.192 824.89075, 3346.5217 1084.4705 828.5818, 3378.5645 999.7805 833.5714, 3430.0686 915.8218 840.1999, 3522.0327 862.13947 860.82764, 3589.2964 893.5924 863.5875, 3652.2437 949.88916 241.09483</trace>
</ink>
</file>

<file path=ppt/ink/ink3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3866.1606 970.93304 874.14984, 3786.593 1015.0472 863.72327, 3694.0996 1083.5841 856.83875, 3638.131 1147.3298 855.7175, 3713.6562 1129.4492 845.3754, 3781.2285 1038.1494 838.0395, 3826.4001 1111.3484 844.9546, 3845.1873 1175.0905 852.87103, 3930.212 1152.3075 857.002, 3997.5994 1094.2007 850.8406, 4080.716 1029.7452 823.33405, 4140.415 965.9369 392.92166</trace>
</ink>
</file>

<file path=ppt/ink/ink3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4149.2925 458.50323 874.14984, 4151.8735 583.46844 854.5066, 4145.3926 672.3903 842.6023, 4136.3 768.0431 831.55774, 4129.917 833.1994 823.74, 4121.9673 915.7069 817.28534, 4114.978 988.57684 798.2356, 4108.533 1077.944 736.6046, 4101.812 1141.22 600.044</trace>
</ink>
</file>

<file path=ppt/ink/ink3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4029.7893 970.93304 874.14984, 4117.347 888.18964 853.0938, 4187.139 854.6173 845.3766, 4263.985 835.8155 841.28455, 4370.705 831.1817 838.0828, 4432.777 901.1931 841.64624, 4451.2983 999.487 834.9463, 4430.319 1086.1771 826.1131, 4417.334 1155.4236 818.15485, 4387.3813 1242.4019 783.5696</trace>
</ink>
</file>

<file path=ppt/ink/ink3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4641.0967 940.94214 874.14984, 4617.8594 1037.9701 863.00885, 4594.6177 1147.7981 856.56024, 4592.2505 1226.0734 858.94196, 4668.9604 1243.044 861.60614, 4692.5967 1145.0815 860.81964, 4693.4766 1058.4064 861.54333, 4697.022 968.39984 863.40674, 4797.2734 898.938 861.2236, 4876.56 904.7305 858.69965, 4950.682 963.75134 855.613, 4984.8027 1028.6766 854.33276, 4979.7686 1094.8529 856.5223, 5027.344 1008.58563 849.6929, 5083.3354 924.352 847.637, 5163.223 864.6377 852.36035, 5250.6978 870.9884 853.5187, 5319.074 982.1394 847.2885, 5328.999 1055.799 842.6214, 5316.923 1154.7194 823.2234, 5303.9404 1218.6019 783.45557</trace>
</ink>
</file>

<file path=ppt/ink/ink3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1086.3198 1718.6359 874.14984, 1177.5138 1701.2828 858.4813, 1255.3729 1692.153 846.3572, 1354.0454 1683.3938 834.45013, 1472.2767 1675.3987 823.39233, 1573.1652 1669.1561 814.87775, 1670.004 1662.5552 807.27496, 1796.182 1655.0629 797.76556, 1935.0753 1647.5972 790.6955, 2038.1742 1642.0089 780.5908, 2176.0042 1634.5902 770.2769, 2338.8604 1623.7756 759.62537, 2521.0955 1609.6482 749.2903, 2679.39 1597.1023 739.91846, 2823.815 1585.4236 730.424, 3004.3862 1571.247 717.6835, 3211.6438 1557.2986 703.72406, 3436.4832 1545.1575 690.02655, 3670.5496 1534.5505 676.68427, 3841.2412 1527.0824 632.9288, 4016.7007 1520.4749 582.79974, 4208.0283 1514.0597 527.08997, 4372.3667 1509.4573 466.68445, 4508.7256 1506.1234 402.44122, 4659.7334 1503.6371 336.33582, 4810.2017 1499.3582 271.48843, 4950.165 1491.505 211.35109, 5067.6367 1478.0034 158.04395, 5142.801 1469.2644 110.37098, 5206.5127 1465.2811 23.541927</trace>
</ink>
</file>

<file path=ppt/ink/ink3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5698.245 804.9492 874.14984, 5674.876 909.9581 864.1593, 5654.121 985.9285 856.84375</trace>
</ink>
</file>

<file path=ppt/ink/ink3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5623.7856 1287.9052 874.14984, 5615.823 1355.1198 868.0365, 5606.0366 1419.8845 838.73883</trace>
</ink>
</file>

<file path=ppt/ink/ink3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2242.7485 2654.5571 874.14984, 2208.7944 2584.8347 863.8086, 2159.0122 2494.143 866.06287, 2065.067 2458.2947 865.8657, 1996.0355 2495.0454 862.38983, 1911.1051 2626.2937 845.5019, 1880.0223 2708.4304 837.72186, 1845.5217 2842.9468 824.10657, 1845.2595 2917.5256 827.3561, 1867.2599 3009.168 834.43353, 1936.9128 3024.0625 838.8788, 2008.3204 2980.4543 842.6215, 2096.2278 2847.0432 837.7736, 2154.7686 2721.8708 829.6749, 2180.5095 2647.9556 826.8791, 2201.1716 2583.8694 827.9933, 2231.3381 2677.489 823.0092, 2226.2122 2756.887 818.1459, 2220.228 2850.109 821.7344, 2220.1587 2933.4167 830.11383, 2240.3298 3018.2168 840.2395, 2315.8179 2973.0422 857.2475</trace>
</ink>
</file>

<file path=ppt/ink/ink3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1854.8208 2239.3389 874.14984, 1949.4264 2252.4724 862.767, 2051.3257 2269.2195 853.6542, 2148.2932 2280.9866 839.8878, 2258.3755 2272.1814 821.78455, 2324.2683 2265.4744 787.37396, 2388.354 2245.9033 379.23212</trace>
</ink>
</file>

<file path=ppt/ink/ink3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2212.4128 2117.8245 874.14984, 2282.6558 2150.52 864.88086, 2357.0618 2221.568 861.0554, 2394.878 2297.8315 858.7802, 2406.0405 2384.721 856.2221, 2396.3223 2452.0083 851.5289, 2387.2993 2533.8032 840.0079, 2363.0007 2598.4934 410.22913</trace>
</ink>
</file>

<file path=ppt/ink/ink3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2554.3774 2963.256 874.14984, 2538.062 3050.241 863.57275, 2532.176 3166.9976 859.7484, 2529.7334 3258.613 856.15015, 2526.1943 3333.5542 843.0547</trace>
</ink>
</file>

<file path=ppt/ink/ink3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2510.253 2932.748 874.14984, 2590.557 2993.2483 864.6759, 2657.0076 3017.3591 865.6937, 2728.326 2998.8577 864.7012, 2796.1187 2915.924 859.32806, 2849.9768 2817.4114 848.48846, 2818.3647 2942.9143 831.7074, 2794.4624 3073.7588 818.4507, 2783.5708 3147.9116 799.2777, 2775.787 3223.4304 772.13934, 2767.9734 3289.3828 720.0482, 2763.0496 3355.2053 631.7237</trace>
</ink>
</file>

<file path=ppt/ink/ink3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3060.8894 2888.2786 874.14984, 3049.113 2960.7576 859.21436, 3036.8977 3039.8096 842.3149, 3016.5515 3144.624 825.716, 2989.141 3267.9895 810.0309, 2971.3638 3347.4067 799.97565, 2948.5627 3447.2456 787.8571, 2930.3325 3526.6482 786.64124, 2914.3599 3593.1384 796.2135, 2878.0295 3527.9873 8.469626</trace>
</ink>
</file>

<file path=ppt/ink/ink3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3136.2688 3279.7112 874.14984, 3143.7844 3376.418 860.95764, 3143.7207 3444.3848 853.7358, 3142.2917 3519.0667 844.11914, 3139.1309 3630.676 823.4429, 3137.03 3703.5276 785.2542</trace>
</ink>
</file>

<file path=ppt/ink/ink3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3087.548 3249.7202 874.14984, 3132.2578 3174.5837 862.86145, 3210.785 3096.367 860.32965, 3285.4937 3051.234 862.372, 3354.5715 3061.5117 863.4472, 3372.886 3142.1902 860.6315, 3337.5266 3239.5208 852.05975, 3240.197 3346.0637 840.7844, 3141.1497 3401.5007 843.7674, 3108.0596 3485.4104 851.813, 3163.709 3548.7163 856.068, 3226.6123 3603.4773 854.68854, 3314.711 3619.019 842.0505, 3388.5942 3620.2068 812.6458</trace>
</ink>
</file>

<file path=ppt/ink/ink3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3731.949 2691.27 874.14984, 3830.4521 2692.8118 865.5408, 3894.455 2698.139 864.4237, 3972.6096 2703.9463 862.26447</trace>
</ink>
</file>

<file path=ppt/ink/ink3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3717.241 3008.2422 874.14984, 3821.8506 3026.9758 861.8751, 3892.5347 3031.6375 853.8726, 3958.309 3037.0142 837.6655, 4022.8694 3042.2925 648.5819</trace>
</ink>
</file>

<file path=ppt/ink/ink3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4819.433 2027.8517 874.14984, 4752.583 2105.6038 856.6608, 4704.802 2173.9097 844.9983, 4651.803 2265.4258 832.80634, 4602.4287 2361.5757 821.50214, 4565.562 2435.9016 812.69867, 4522.8706 2533.298 803.29736, 4493.392 2601.2666 796.68634, 4456.508 2699.7773 788.026, 4426.403 2809.0515 784.9343, 4410.288 2917.107 786.629, 4405.5806 3001.2773 792.80743, 4409.458 3072.6943 800.4233, 4433.823 3148.3594 808.73096, 4478.911 3224.1624 815.1012, 4538.9565 3293.237 819.1961, 4607.272 3344.7986 819.9349, 4680.6143 3408.0076 820.8271, 4743.964 3436.1748 750.8686</trace>
</ink>
</file>

<file path=ppt/ink/ink3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5177.025 2691.27 874.14984, 5203.3726 2760.256 860.3766, 5221.129 2825.375 850.94666, 5234.9683 2901.055 843.6857, 5245.049 2964.3364 837.9263, 5251.7124 3049.767 840.086, 5188.3823 2955.1123 833.41187, 5175.185 2834.2 829.85626, 5188.11 2738.9412 834.3836, 5265.662 2637.4358 836.95593, 5348.967 2576.701 839.7526, 5453.8975 2550.22 837.41003, 5523.6187 2537.5679 827.1535</trace>
</ink>
</file>

<file path=ppt/ink/ink3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5296.529 2193.3186 874.14984, 5290.342 2256.8152 864.75055, 5280.053 2319.867 861.77716, 5270.1284 2383.7231 854.9962</trace>
</ink>
</file>

<file path=ppt/ink/ink3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5489.573 2208.314 874.14984, 5446.8643 2313.7292 854.4158, 5415.1133 2389.81 822.181</trace>
</ink>
</file>

<file path=ppt/ink/ink3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5772.7056 2888.2786 874.14984, 5863.567 2882.4026 867.4127, 5927.8594 2876.094 862.491, 6021.884 2861.2007 854.25305, 6096.34 2847.6787 837.1373</trace>
</ink>
</file>

<file path=ppt/ink/ink3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6309.5527 2464.7874 874.14984, 6333.4355 2553.5845 863.7528, 6356.3438 2678.9285 854.6772, 6372.6807 2780.1143 848.9068, 6387.021 2862.655 850.7807, 6400.0547 2932.7466 850.39, 6373.006 2858.4626 859.8946, 6366.704 2795.6384 860.6842, 6370.1577 2729.3594 861.2288, 6397.4385 2615.6775 860.6601, 6440.875 2547.1067 854.961, 6505.3457 2483.725 848.55084, 6568.283 2412.666 829.72473, 6632.6123 2370.4783 788.66895</trace>
</ink>
</file>

<file path=ppt/ink/ink3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6875.817 2525.2861 874.14984, 6856.1133 2614.4814 864.1225, 6840.512 2717.7217 862.6302, 6863.599 2808.0012 864.7148, 6928.349 2826.9346 863.81665, 6992.213 2804.3135 860.45465, 7049.5244 2734.2727 854.7677, 7097.461 2619.8235 850.9137, 7116.418 2532.9724 850.6231, 7101.001 2437.5452 852.5735, 7065.152 2360.5867 854.706, 6997.301 2299.1802 858.1356, 6896.8604 2284.6475 862.0881, 6829.6123 2310.6262 864.0604, 6846.244 2395.4382 864.25024, 6960.2925 2418.325 856.6095, 7041.9614 2428.271 836.3675, 7106.8257 2415.787 646.34204</trace>
</ink>
</file>

<file path=ppt/ink/ink3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7084.489 2027.8517 874.14984, 7084.488 2106.11 867.5611, 7079.2393 2172.1912 8.632979</trace>
</ink>
</file>

<file path=ppt/ink/ink3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7351.993 1982.3485 874.14984, 7305.096 1919.1663 870.9471, 7368.352 1866.0247 868.13776, 7462.7627 1878.4905 866.5384, 7482.6685 1977.0709 861.8452, 7444.3374 2040.5709 853.39496, 7350.388 2120.8699 843.69336, 7283.1084 2180.4778 851.6929, 7355.0254 2219.7656 855.76, 7441.707 2221.4045 851.9996, 7525.8765 2200.966 841.32043, 7590.8 2183.4685 803.622</trace>
</ink>
</file>

<file path=ppt/ink/ink3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7575.3735 1770.8612 874.14984, 7677.936 1861.8715 860.82056, 7740.2812 1939.6787 853.23804, 7788.7344 2030.1051 847.52814, 7810.2275 2096.0818 844.79675, 7825.2153 2179.6453 840.2887, 7828.0513 2275.7607 835.65247, 7827.4033 2345.7078 832.0512, 7815.9775 2426.2407 828.1739, 7788.0493 2521.7285 824.05786, 7745.984 2624.7644 819.78143, 7691.7554 2728.1443 810.9845, 7631.6 2822.6885 794.22217, 7588.5317 2888.252 769.47284, 7529.7847 2955.6782 737.1288, 7472.36 3026.6309 666.2733, 7408.346 3080.5535 285.9215</trace>
</ink>
</file>

<file path=ppt/ink/ink3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8141.637 2329.3115 874.14984, 8145.392 2411.5986 865.233, 8145.0596 2514.2498 861.9423, 8149.5317 2596.3928 862.9052, 8174.073 2670.3025 864.7733, 8252.826 2670.911 863.4671, 8317.949 2585.8767 854.5296, 8386.927 2460.8906 847.93646, 8416.778 2397.9473 847.7872, 8398.425 2505.2249 853.3166, 8434.986 2591.2253 860.21545, 8507.37 2599.0547 859.9838, 8573.091 2593.7205 802.99347</trace>
</ink>
</file>

<file path=ppt/ink/ink3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8648.149 2555.7942 874.14984, 8646.974 2665.5256 862.2319, 8639.756 2774.0544 861.77704, 8616.735 2689.7664 850.2073, 8633.313 2626.4548 845.9827, 8668.718 2531.3079 843.92474, 8736.417 2463.5715 848.7891, 8839.163 2435.8862 851.61676, 8929.894 2441.9548 854.8295, 8994.541 2451.6094 857.80676</trace>
</ink>
</file>

<file path=ppt/ink/ink3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8216.098 2057.3257 874.14984, 8293.653 2040.5947 865.6013, 8403.095 2032.2795 859.9961, 8492.975 2027.8998 857.49164, 8575.301 2022.4766 856.62976, 8673.42 2007.5221 852.71924, 8738.237 1997.3436 848.9389</trace>
</ink>
</file>

<file path=ppt/ink/ink3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8648.149 1907.3713 874.14984, 8721.714 1948.7806 869.36426, 8751.13 2018.5808 866.477, 8710.007 2098.8015 863.35394, 8665.765 2165.2515 857.2055</trace>
</ink>
</file>

<file path=ppt/ink/ink3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9304.501 2540.2817 874.14984, 9400.419 2535.8203 863.0901, 9524.558 2529.8762 854.99225, 9597.3955 2526.4773 843.494, 9662.386 2528.4006 412.4607</trace>
</ink>
</file>

<file path=ppt/ink/ink3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9437.794 2404.806 874.14984, 9415.368 2493.9082 864.07935, 9397.43 2586.0488 859.99817, 9395.186 2648.814 855.6383, 9386.797 2714.7366 418.65167</trace>
</ink>
</file>

<file path=ppt/ink/ink3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10272.481 1649.8636 874.14984, 10206.809 1737.4697 857.9973, 10164.384 1806.7883 846.4293, 10115.177 1896.5398 834.46484, 10062.645 1998.4034 823.2465, 10026.841 2068.3086 814.8201, 9982.887 2168.9844 807.97546, 9954.048 2235.3252 803.1563, 9921.0205 2336.5906 794.202, 9894.423 2459.009 764.35266, 9877.643 2591.358 727.8192, 9869.183 2705.7354 685.1088, 9865.383 2797.9517 636.7988, 9871.702 2900.0076 582.9734, 9888.826 2999.4805 523.9292, 9918.912 3081.4775 459.8266, 9939.881 3147.0012 349.03397, 9974.641 3219.7295 194.04741</trace>
</ink>
</file>

<file path=ppt/ink/ink3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10510.57 2283.808 874.14984, 10436.062 2323.7593 868.6489, 10365.823 2333.4111 866.649, 10297.584 2294.5442 864.3815, 10291.793 2219.0203 861.31647, 10313.924 2150.6208 859.75275, 10381.365 2095.1138 861.1401, 10465.204 2116.3508 861.12335, 10511.02 2226.2393 856.5179, 10496.862 2292.9246 852.5174, 10447.998 2404.4595 844.4055, 10355.166 2508.3877 837.85956, 10266.913 2571.0686 842.0429, 10193.478 2605.2778 846.49774, 10219.409 2671.9949 857.00836, 10296.932 2706.6494 858.8222, 10392.161 2715.0347 855.25433, 10489.791 2675.804 846.54706, 10555.612 2646.801 827.741</trace>
</ink>
</file>

<file path=ppt/ink/ink3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10719.242 2254.3345 874.14984, 10728.577 2356.3215 862.5618, 10740.233 2474.4736 859.1886, 10748.324 2564.3972 857.6833, 10746.207 2478.7607 837.69946, 10772.445 2369.9285 826.28546, 10806.487 2299.8823 813.94714, 10872.658 2199.9539 765.26227, 10949.678 2157.4465 696.9173, 11012.619 2134.3406 527.1711</trace>
</ink>
</file>

<file path=ppt/ink/ink3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10913.205 1831.3601 874.14984, 10904.149 1938.166 864.2556, 10898.497 2012.3391 857.24567</trace>
</ink>
</file>

<file path=ppt/ink/ink3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11196.336 2223.3096 874.14984, 11177.668 2298.8667 865.1999, 11151.154 2398.186 865.4759, 11156.307 2494.5085 866.2086, 11241.403 2528.1794 863.20087, 11313.002 2486.355 860.0776, 11392.217 2381.5264 859.8143, 11424.318 2275.4429 858.9739, 11427.591 2185.028 860.716, 11372.711 2117.224 863.4236, 11289.125 2130.4407 864.9556, 11252.235 2205.66 865.6287, 11361.061 2215.8064 859.499, 11453.607 2193.6077 839.09625</trace>
</ink>
</file>

<file path=ppt/ink/ink3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11342.499 1703.1234 874.14984, 11318.347 1788.7006 866.61005, 11296.749 1854.0292 857.3063</trace>
</ink>
</file>

<file path=ppt/ink/ink3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11657.806 2449.792 874.14984, 11789.357 2432.446 850.87103, 11906.585 2418.1035 827.5749, 12022.339 2403.3525 788.4515, 12098.351 2393.3142 716.2363</trace>
</ink>
</file>

<file path=ppt/ink/ink3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11851.769 2239.3389 874.14984, 11850.062 2330.9924 863.30597, 11835.469 2457.7422 855.2231, 11826.92 2533.0083 843.9141, 11815.689 2596.9001 552.59973</trace>
</ink>
</file>

<file path=ppt/ink/ink3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12298.529 2117.8245 874.14984, 12307.866 2226.256 862.23517, 12315.483 2349.0444 858.9562, 12316.946 2448.7935 860.50195, 12336.895 2367.334 841.42163, 12383.962 2262.9333 827.9306, 12443.489 2170.2964 816.6543, 12534.842 2108.0417 825.34393, 12625.35 2107.097 834.5071, 12689.446 2113.1858 860.27246</trace>
</ink>
</file>

<file path=ppt/ink/ink3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12850.086 2193.3186 874.14984, 12826.093 2281.0222 863.9994, 12802.02 2372.6125 865.3301, 12827.486 2445.4817 866.67163, 12901.89 2429.043 863.15594, 12981.311 2370.1665 855.8901, 13062.072 2260.9165 850.88776, 13105.919 2177.5146 851.47925, 13113.455 2085.3367 854.0674, 13066.182 2017.7435 856.40784, 12982.287 1981.5192 858.42395, 12895.332 1994.7097 861.49115, 12834.497 2075.235 861.92584, 12905.102 2148.94 859.14105, 13003.5205 2140.9922 852.43713, 13073.465 2132.8196 835.4066</trace>
</ink>
</file>

<file path=ppt/ink/ink3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12969.589 1741.3876 874.14984, 12954.882 1847.8799 864.841, 12939.253 1921.8494 858.48224</trace>
</ink>
</file>

<file path=ppt/ink/ink3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13133.217 1725.358 874.14984, 13109.455 1833.2701 867.663, 13088.174 1907.3711 863.56976</trace>
</ink>
</file>

<file path=ppt/ink/ink3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13133.217 1499.9095 874.14984, 13197.415 1579.0228 863.1766, 13242.572 1715.4749 850.50146, 13256.796 1781.7233 845.0723, 13261.971 1846.963 840.0044, 13260.11 1919.7218 835.8333, 13245.858 2062.8247 826.8922, 13226.227 2160.3342 822.1866, 13197.287 2265.1367 813.82526, 13172.496 2343.212 801.7832, 13141.177 2420.2715 782.39844, 13094.991 2498.6367 755.58386, 13033.631 2564.539 721.2115, 12978.775 2632.9866 643.0365, 12914.853 2679.488 519.7695</trace>
</ink>
</file>

<file path=ppt/ink/ink3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13461.393 2042.3302 874.14984, 13428.902 2125.1755 867.9285, 13398.718 2204.8845 862.5338, 13379.497 2268.0703 862.81525, 13389.421 2344.8428 865.143, 13465.441 2316.2393 850.1975, 13533.245 2210.3887 837.8195, 13595.486 2102.8293 830.03485, 13642.432 2034.9366 839.7724, 13638.4 2116.5708 851.4299, 13631.799 2202.0637 853.36444, 13636.686 2283.398 843.59924, 13669.922 2349.0164 798.0123</trace>
</ink>
</file>

<file path=ppt/ink/ink3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13848.4 2208.314 874.14984, 13819.083 2284.1843 864.81433, 13790.645 2380.4502 865.11884, 13810.904 2450.769 864.91766, 13883.652 2439.561 859.6248, 13960.221 2361.702 849.5268, 13999.945 2296.2173 852.3062, 14015.789 2217.1729 854.92957, 13986.441 2136.9702 857.95123, 13898.299 2114.6335 861.4753, 13843.342 2199.3013 864.5313, 13911.595 2256.3835 859.5751, 14003.735 2264.8901 846.1859, 14073.033 2266.5715 819.0419, 14137.653 2243.389 8.081577</trace>
</ink>
</file>

<file path=ppt/ink/ink3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13416.35 1815.8475 874.14984, 13523.705 1810.3617 860.2721, 13593.667 1804.3442 852.78424, 13669.912 1798.5201 846.92206, 13733.403 1793.8596 842.544, 13818.567 1789.1396 828.7728, 13881.468 1786.2595 797.3539</trace>
</ink>
</file>

<file path=ppt/ink/ink3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13744.524 1695.3671 874.14984, 13823.483 1726.1193 868.8581, 13896.384 1775.7932 866.42664, 13917.999 1878.0493 865.4124, 13905.813 1941.5099 863.6768</trace>
</ink>
</file>

<file path=ppt/ink/ink3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10689.825 3069.2583 874.14984, 10779.24 2998.4324 858.8138, 10900.116 2890.0217 844.4635, 10975.306 2817.4429 836.68854, 11057.834 2736.453 829.473, 11181.799 2614.161 819.2925, 11306.654 2494.1768 806.17426, 11393.688 2416.1707 801.1445, 11494.939 2329.2368 797.2165, 11597.268 2242.8535 794.69135, 11674.395 2178.0884 792.6354, 11775.267 2093.7114 790.25073, 11894.497 1994.2122 787.0139, 12027.434 1882.4015 780.0318, 12168.125 1763.0818 771.35693, 12288.656 1661.6704 764.58057, 12392.821 1574.6049 758.16125, 12514.092 1475.7529 757.84674, 12637.125 1378.2195 758.91547, 12722.665 1310.6603 759.7214, 12825.7295 1234.7644 762.6634, 12935.085 1160.6914 768.5918, 13041.634 1093.8898 777.33606, 13127.36 1041.9438 788.8817, 13193.506 1005.49866 803.8835, 13275.493 992.42096 818.1785</trace>
</ink>
</file>

<file path=ppt/ink/ink3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12880.421 940.94214 874.14984, 12958.731 895.09076 863.2546, 13089.118 829.84247 850.08673, 13171.658 799.7466 844.34033, 13242.009 776.39105 839.99915, 13359.668 759.64435 836.8589, 13452.989 773.1342 837.0439, 13502.722 862.80505 839.66144, 13498.037 957.8973 838.14386, 13434.316 1059.0417 825.432, 13387.664 1122.6243 793.2592</trace>
</ink>
</file>

<file path=ppt/ink/ink3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13744.524 668.9563 874.14984, 13721.451 774.34625 865.37146, 13707.765 907.4905 865.32196, 13721.293 976.1333 865.19116, 13776.737 1063.5446 864.0119, 13855.602 1095.8484 860.3458, 13942.909 1081.9916 852.86646, 14040.735 1025.967 843.71814, 14124.957 954.0294 845.7309, 14178.504 869.8763 850.8581, 14192.671 796.30554 854.7464, 14158.101 714.69635 857.68066, 14052.695 644.2511 859.9722, 13924.856 656.0541 855.9434, 13811.795 688.2664 849.1975, 13748.917 707.97546 842.8117, 13677.608 731.3359 826.6505, 13613.896 748.697 536.83044</trace>
</ink>
</file>

<file path=ppt/ink/ink3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15115.141 789.9538 874.14984, 15063.481 911.7691 854.1232, 15024.973 988.63025 842.3939, 14978.372 1078.2361 831.9215, 14926.534 1178.0496 823.11, 14892.924 1242.7695 817.0142, 14853.086 1325.2467 814.85236, 14791.669 1461.8091 809.8965, 14756.219 1559.6445 807.424, 14724.517 1672.2349 806.10297, 14700.051 1784.9579 805.854, 14683.305 1868.6875 806.5851, 14671.421 1972.4396 807.35956, 14666.615 2086.2483 808.6857, 14669.052 2202.1975 811.3803, 14672.926 2292.454 813.75024, 14679.96 2370.6409 821.3724, 14694.509 2448.2937 829.6403, 14723.674 2559.291 842.7159, 14761.241 2659.1208 853.8794, 14786.965 2722.2952 869.996</trace>
</ink>
</file>

<file path=ppt/ink/ink3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15458.024 1982.3485 874.14984, 15562.246 1872.3008 844.46893, 15678.465 1754.0356 830.9206, 15750.069 1671.2125 828.1146, 15796.546 1598.4862 837.20123, 15845.79 1456.0608 839.05664, 15869.12 1382.2634 839.0778, 15890.074 1315.9589 842.7084, 15904.622 1248.2876 848.6042, 15901.722 1172.2107 858.1336, 15835.825 1200.433 857.99426, 15756.805 1300.442 840.7241, 15720.612 1369.8633 830.8874, 15687.221 1463.1508 824.0694, 15659.236 1575.9558 816.34045, 15639.38 1682.599 809.1933, 15625.274 1777.6576 802.5234, 15613.92 1904.7744 795.5851, 15602.924 2050.2598 788.8351, 15588.913 2197.7969 783.9521, 15579.273 2297.2515 783.1623, 15566.011 2396.8538 784.08057, 15551.728 2485.0605 785.8632, 15544.859 2551.8403 787.052, 15502.062 2459.5479 837.9557, 15477.665 2391.477 843.97125, 15449.474 2275.9749 853.901, 15454.392 2195.8264 856.9868, 15480.363 2108.424 850.7761, 15521.385 2028.683 843.93304, 15602.53 1917.9862 834.74915, 15719.424 1856.167 840.81525, 15802.428 1886.59 844.5641, 15826.15 2007.9225 846.60675, 15812.745 2073.7078 846.5873, 15792.944 2174.346 851.8593, 15803.882 2239.6938 855.9014, 15874.644 2253.7515 856.283, 15956.514 2228.1309 856.4807, 16005.901 2160.424 861.31323, 15981.652 2060.052 861.5813, 15937.254 1968.7274 863.68536, 15944.893 1876.3424 863.2724, 16010.716 1805.318 859.4673, 16094.284 1776.0155 858.9325, 16172.676 1813.718 859.8064, 16223.067 1908.295 857.3335, 16241.21 2011.0791 856.16833, 16265.283 2110.0408 861.2253, 16353.779 2105.627 860.54254, 16418.342 2047.8616 831.99286</trace>
</ink>
</file>

<file path=ppt/ink/ink3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16485.758 1725.358 874.14984, 16447.492 1817.6381 863.09503, 16407.834 1921.9951 855.6966, 16385.225 2010.469 858.72565, 16422.795 2086.2278 860.72925, 16503.557 2107.5325 857.51483, 16613.293 2070.045 850.37634, 16726.143 1983.5083 848.13904, 16801.059 1900.6826 848.23425, 16855.867 1808.3376 850.80975, 16852.506 1744.3986 855.33624, 16761.41 1758.9333 858.7663, 16670.295 1844.143 855.8941, 16638.684 1921.1964 857.28815, 16676.412 2001.3445 856.59924, 16745.633 2012.0122 853.83167, 16823.215 2035.9681 846.6373, 16888.053 2025.9478 784.0356</trace>
</ink>
</file>

<file path=ppt/ink/ink3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15919.494 1921.8496 874.14984, 15854.437 1960.1774 873.1566, 15949.762 1977.4181 860.93054, 16018.009 1961.5381 840.9759</trace>
</ink>
</file>

<file path=ppt/ink/ink3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17379.277 1665.8933 874.14984, 17333.588 1728.8833 865.67584, 17272.117 1811.6823 860.7437, 17235.342 1889.4083 863.05347, 17241.81 1964.2832 863.97504, 17338.531 2009.4363 858.48566, 17417.533 2005.2631 852.0364, 17537.568 1980.5143 838.1398, 17600.959 1948.4674 833.42554, 17697.629 1869.5344 835.8585, 17750.133 1799.3441 840.2148, 17750.504 1731.3085 847.46387, 17680.59 1736.6124 858.97687, 17636.887 1813.0641 860.5423, 17634.117 1893.1934 861.2234, 17703.82 1963.1257 861.66113, 17774.26 1971.6156 861.6257, 17847.67 1903.7242 859.6087, 17916.775 1814.2532 862.0197, 17994.492 1780.215 864.5604, 18030.06 1850.9404 862.4751, 18043.256 1919.6659 860.2982, 18076.277 1852.3044 861.2178, 18135.033 1745.4362 859.5097, 18203.936 1694.2468 860.9437, 18273.762 1733.9216 859.1956, 18277.135 1828.8982 853.2769, 18274.5 1916.4869 856.34534, 18315.432 1991.2642 871.6568</trace>
</ink>
</file>

<file path=ppt/ink/ink3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18511.805 1092.4476 874.14984, 18515.559 1194.852 861.8211, 18515.166 1263.8389 855.1616, 18514.59 1344.3949 848.8754, 18515.256 1434.554 843.4347, 18515.004 1531.6472 838.96814, 18514.736 1599.8431 836.92737, 18514.674 1675.743 835.008, 18514.648 1742.6407 832.5614, 18514.291 1807.0051 831.0584, 18510.457 1878.2667 833.04865, 18502.592 1984.0872 841.1969, 18583.604 1938.4338 857.91455, 18626.275 1846.0956 856.3927, 18682.176 1745.4369 853.9138, 18762.186 1657.6199 853.8735, 18839.764 1627.0697 856.0365, 18914.35 1670.308 859.5513, 18923.348 1749.2421 860.9321, 18921.262 1858.17 862.32367, 18942.951 1929.976 863.4475, 19010.629 1906.293 861.9741, 19074.975 1866.795 855.94196</trace>
</ink>
</file>

<file path=ppt/ink/ink3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18333.469 1453.8892 874.14984, 18452.557 1429.1061 850.746, 18543.35 1413.1221 835.66956, 18650.074 1394.2996 822.9667, 18714.555 1382.9268 802.76917, 18796.04 1368.5645 758.38556, 18859.533 1361.948 7.4531026</trace>
</ink>
</file>

<file path=ppt/ink/ink3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19301.45 1634.8683 874.14984, 19227.084 1700.8392 861.8718, 19129.762 1790.8002 856.0001, 19070.594 1885.6466 860.61176, 19160.65 1916.3109 857.6894, 19255.46 1820.0183 847.83545, 19331.865 1723.9409 847.59406, 19356.793 1655.663 851.3929, 19301.041 1736.66 859.3162, 19287.03 1846.2648 858.0278, 19294.344 1926.5101 859.14624, 19358.32 1950.1188 860.35846, 19430.4 1863.6608 852.704, 19500.955 1721.5188 836.43304, 19540.805 1619.0975 827.06415, 19578.758 1506.5691 819.0673, 19609.803 1394.1473 815.4417, 19629.98 1320.9224 812.69495, 19643.84 1244.9614 814.67236, 19654.191 1142.0295 824.5108, 19641.592 1078.1345 838.40247, 19582.596 1150.9662 848.2209, 19549.281 1263.6543 842.2605, 19535.158 1343.4086 837.2271, 19525.697 1429.3397 832.2673, 19518.613 1566.1395 823.65875, 19524.197 1643.6637 824.7022, 19537.445 1715.9109 828.2041, 19567.451 1814.2312 837.1308, 19648.242 1863.6078 846.77435, 19711.436 1854.3353 849.4744, 19813.078 1819.5032 847.57214, 19908.69 1758.2351 854.32166, 19924.783 1681.4779 858.04175, 19830.635 1705.3055 852.863, 19758.256 1757.2426 848.0767, 19738.14 1863.9243 848.8376, 19779.113 1936.0775 845.451, 19852.098 1937.7441 838.309, 19935.014 1951.0754 819.17126, 19998.006 1934.5535 777.8012</trace>
</ink>
</file>

<file path=ppt/ink/ink3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20553.48 1092.4476 874.14984, 20550.375 1162.6813 861.4916, 20537.99 1235.6403 846.84875, 20513.912 1328.4009 832.80865, 20479.477 1433.8438 821.7962, 20448.512 1520.904 813.3783, 20419.658 1597.0609 806.95667, 20389.564 1671.872 782.5258, 20335.219 1807.5797 710.96735, 20305.291 1889.1533 662.1596, 20280.98 1968.1826 608.2978, 20256.37 2042.9307 476.03406, 20238.943 2106.1047 371.56216</trace>
</ink>
</file>

<file path=ppt/ink/ink3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20702.4 1106.926 874.14984, 20690.043 1224.5599 852.1263, 20674.92 1312.6991 840.1592, 20663.068 1379.4414 832.19385, 20646.418 1453.2767 826.33575, 20630.12 1522.4121 815.26154, 20611.928 1587.5536 796.95135, 20587.602 1670.0145 772.722, 20561.176 1758.4274 736.42145, 20542.121 1821.8129 692.916, 20518.996 1897.8927 643.396, 20496.326 1971.6504 527.268, 20475.742 2035.0161 400.99823</trace>
</ink>
</file>

<file path=ppt/ink/ink3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20880.738 1430.6204 874.14984, 20865.412 1515.9979 860.76245, 20846.482 1582.064 853.0256, 20822.559 1657.6355 848.57874, 20799.691 1736.3176 846.6679, 20781.477 1800.8903 845.6427, 20775.143 1898.0668 851.7166, 20864.531 1909.6835 854.05426, 20908.973 1824.516 845.97186, 20956.38 1722.1256 826.91534, 20989.502 1649.5751 810.3285, 21024.787 1563.305 815.5754, 21052.898 1485.2789 819.1858, 21015.941 1569.5208 816.80444, 20990.014 1694.1694 815.81134, 20984.92 1771.1176 822.55896, 20988.098 1844.3235 832.9624, 21000.305 1938.9692 837.7516, 21076.14 1937.6024 843.6614, 21137.832 1847.6398 834.8573, 21211.729 1740.0004 821.63055, 21283.764 1688.6888 834.6363, 21282.6 1781.9824 828.0997, 21259.137 1914.4397 818.80414, 21241.53 1987.5907 825.69464, 21209.719 2097.013 841.89374, 21169.918 2008.6812 856.89746, 21179.205 1891.7993 858.2386, 21194.213 1823.641 855.7924, 21232.562 1723.9292 853.1841, 21300.855 1659.4225 855.25446, 21385.275 1635.1366 857.41693, 21450.607 1644.598 857.7742, 21529.9 1652.955 861.25134, 21593.8 1681.9067 423.9967</trace>
</ink>
</file>

<file path=ppt/ink/ink3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20866.03 1258.4315 874.14984, 20992.332 1243.5481 855.59094, 21074.81 1233.0623 845.7998, 21165.244 1220.9384 837.26385, 21289.068 1201.9073 826.9556, 21366.125 1189.7014 803.8886, 21432.154 1180.091 393.49414</trace>
</ink>
</file>

<file path=ppt/ink/ink3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21194.205 1121.9214 874.14984, 21271.404 1140.6157 865.2907, 21335.896 1172.2137 864.31586, 21381.652 1235.8433 865.1907, 21383.479 1305.9906 864.688, 21308.512 1358.2832 860.7016, 21245.18 1392.8593 847.132</trace>
</ink>
</file>

<file path=ppt/ink/ink3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21581.213 955.9376 874.14984, 21671.416 1037.0339 855.2097, 21727.787 1100.331 845.46234, 21787.137 1181.7113 836.01886, 21841.941 1278.4586 827.9778, 21881.299 1351.9133 822.0646, 21909.08 1433.8221 816.9016, 21925.328 1512.1149 813.67395, 21935.992 1591.1588 807.308, 21924.56 1698.4001 801.05664, 21881.314 1826.4047 793.4306, 21801.643 1967.4033 777.554, 21744.938 2063.7212 762.96124, 21645.416 2172.1611 741.0774, 21489.168 2279.4521 711.7206, 21387.535 2349.0151 662.0188, 21305.916 2418.1545 566.67596, 21208.912 2464.7874 488.58322</trace>
</ink>
</file>

<file path=ppt/ink/ink3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1437.477 5000.5654 874.14984, 1451.1025 5082.9814 865.3482, 1463.9258 5183.094 860.66547, 1476.9285 5284.2275 858.9502, 1491.5707 5379.5796 858.18854, 1505.1385 5466.0947 856.20404, 1519.437 5562.9985 856.7964, 1524.7505 5632.282 859.54156, 1506.1644 5556.2954 856.50726, 1506.3726 5492.8237 852.1214, 1515.081 5380.1055 843.9867, 1528.5599 5309.108 841.1111, 1554.4406 5207.516 841.6618, 1603.5231 5115.7246 847.0588, 1683.4508 5083.0205 853.2096, 1776.0004 5111.8354 857.87067, 1839.1934 5136.041 860.29315</trace>
</ink>
</file>

<file path=ppt/ink/ink3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1660.857 4577.591 874.14984, 1652.1946 4676.9053 865.8113, 1643.8251 4746.969 865.2682, 1632.5249 4812.1035 679.61334</trace>
</ink>
</file>

<file path=ppt/ink/ink3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2152.661 5226.531 874.14984, 2264.395 5219.715 864.7179, 2332.2583 5222.4136 863.79144, 2396.46 5223.8867 860.6877, 2462.866 5232.732 569.5561</trace>
</ink>
</file>

<file path=ppt/ink/ink3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2137.953 5499.033 874.14984, 2258.2876 5485.564 856.4751, 2332.9368 5478.204 847.22687, 2411.195 5468.668 839.99384, 2481.4668 5460.3105 821.37836, 2547.089 5452.889 800.07764</trace>
</ink>
</file>

<file path=ppt/ink/ink3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2733.633 5272.5513 874.14984, 2831.372 5252.9854 859.59076, 2905.869 5240.668 850.70325, 3022.8313 5225.1255 839.23505, 3102.3916 5217.782 829.9779, 3183.494 5210.1904 819.84283, 3252.4124 5203.148 797.59424, 3329.3135 5196.5396 767.8918</trace>
</ink>
</file>

<file path=ppt/ink/ink3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4774.0825 874.14984, 3740.8347 4768.93 868.08844, 3621.4521 4804.224 861.0224, 3537.4177 4847.3633 858.0121, 3473.5283 4900.0093 856.84564, 3429.3228 4992.4673 855.70575, 3424.5354 5084.9077 854.84314, 3461.977 5180.782 854.75085, 3560.1006 5260.4463 854.38684, 3635.3066 5276.486 852.535, 3719.252 5276.2036 848.15485, 3859.8254 5252.7153 836.88837, 3928.0222 5239.1094 821.7025, 4000.3728 5211.535 794.9796</trace>
</ink>
</file>

<file path=ppt/ink/ink3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4655.8047 4955.0615 874.14984, 4648.693 4890.815 869.04736, 4580.421 4861.182 863.61383, 4480.147 4888.2246 860.3648, 4423.1772 4975.2876 860.06226, 4461.7773 5079.8193 859.53125, 4541.639 5134.161 859.27997, 4633.046 5111.231 859.9572, 4697.5386 5035.8687 858.93, 4722.7373 4969.07 852.3774, 4742.329 4888.2324 845.1143, 4757.731 4801.631 838.72626, 4773.698 4676.875 837.33484, 4775.379 4609.957 841.43335, 4770.8477 4508.499 848.22107, 4743.145 4588.478 848.4145, 4743.607 4660.669 844.8577, 4746.5146 4744.675 839.107, 4749.839 4814.447 834.30426, 4753.866 4879.519 830.2192, 4760.784 4951.6206 833.09216, 4772.505 5019.187 835.66376, 4799.4224 5095.1904 844.7786, 4875.664 5011.9077 846.23804, 4922.3755 4918.6694 840.6867, 4971.1113 4803.9673 846.3504, 4992.422 4871.4106 848.1492, 4990.3647 4935.2197 852.0654, 5007.6743 5023.8574 859.5582, 5098.9907 5028.895 857.3444, 5155.1714 4961.431 852.2212, 5201.8345 4854.3677 850.1968, 5223.3237 4767.9385 853.0301, 5223.959 4694.0303 856.2098, 5216.377 4803.5596 858.5747, 5236.7764 4901.767 848.5087, 5251.4854 4970.057 825.86584</trace>
</ink>
</file>

<file path=ppt/ink/ink4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4387.3813 5226.531 874.14984, 4509.762 5207.4995 851.58746, 4599.561 5195.7603 838.1989, 4741.9976 5179.5425 821.3291, 4886.446 5166.674 811.7182, 4989.8633 5162.043 795.77734, 5081.774 5159.5474 768.313, 5165.101 5158.792 733.27344, 5255.7534 5160.008 691.8337, 5336.6006 5162.1714 645.8088, 5418.47 5163.821 532.69305, 5482.7065 5168.053 406.34946</trace>
</ink>
</file>

<file path=ppt/ink/ink4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4819.433 5333.0493 874.14984, 4826.3223 5438.121 861.7055, 4831.6016 5503.5957 856.5921, 4836.043 5575.468 853.10474, 4836.697 5647.819 851.95013, 4834.0894 5753.4976 853.7854, 4816.676 5822.091 856.3769, 4737.616 5749.028 856.2343, 4673.2427 5663.1953 858.1687, 4594.521 5615.108 861.9685, 4536.855 5680.6187 862.8569, 4539.2617 5763.764 860.7755, 4583.925 5846.6934 861.5593, 4654.2773 5900.061 861.209, 4772.0283 5901.8735 858.6357, 4855.061 5871.7944 856.1606, 4934.928 5781.528 855.27625, 4985.096 5697.867 853.7413, 4999.8906 5801.0356 856.6606, 5014.084 5875.871 859.9363, 5077.9824 5908.0815 861.3221, 5155.831 5857.489 858.9153, 5210.8794 5775.4995 852.933, 5239.8804 5671.802 855.62354, 5228.007 5571.4146 856.2767, 5171.0776 5481.798 855.6618, 5104.8193 5433.3936 857.29785, 5017.734 5427.6606 860.625, 4938.8994 5460.987 860.58246, 4898.164 5546.5327 861.3661, 5014.2886 5591.332 854.0381, 5077.3813 5610.958 839.871, 5162.3164 5618.997 810.108</trace>
</ink>
</file>

<file path=ppt/ink/ink4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6369.305 5060.5474 874.14984, 6473.5444 5062.6504 857.0049, 6555.6577 5058.951 853.7508, 6653.192 5051.138 842.6957, 6746.3394 5042.791 833.25134, 6816.4116 5036.312 826.06305, 6895.054 5028.6865 809.2969, 7009.9907 5015.173 752.2676, 7081.824 5006.099 662.1033</trace>
</ink>
</file>

<file path=ppt/ink/ink4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6801.3564 4834.5815 874.14984, 6874.7983 4867.7344 865.14874, 6960.952 4924.9707 860.9699, 7035.659 5021.6733 861.69543, 7035.086 5092.522 861.80536, 6969.142 5172.851 859.92535, 6905.7036 5233.3027 802.3938</trace>
</ink>
</file>

<file path=ppt/ink/ink4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7665.461 4774.0825 874.14984, 7694.6704 4859.212 863.3498, 7726.205 4971.1187 859.3689, 7738.0205 5034.862 858.22705, 7751.923 5134.043 859.6772, 7744.575 5209.55 860.86584, 7695.086 5109.985 856.0271, 7704.8213 5042.198 852.03796, 7729.275 4938.9 844.1396, 7783.586 4834.5405 848.29083, 7874.22 4763.1016 852.01416, 7958.878 4742.175 854.0847, 8037.761 4744.6094 859.7693</trace>
</ink>
</file>

<file path=ppt/ink/ink4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7829.0894 4336.113 874.14984, 7807.1724 4430.893 867.3381, 7792.3184 4495.8916 860.9573</trace>
</ink>
</file>

<file path=ppt/ink/ink4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7992.7173 4351.625 874.14984, 7981.8804 4419.697 873.2253</trace>
</ink>
</file>

<file path=ppt/ink/ink4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8335.601 4925.588 874.14984, 8436.0625 4915.765 862.1607, 8501.109 4909.827 855.6919, 8575.5625 4904.636 849.86176, 8653.365 4900.9287 845.72473, 8726.918 4898.6274 838.433, 8796.319 4895.8027 822.3477, 8860.489 4895.052 803.39923</trace>
</ink>
</file>

<file path=ppt/ink/ink4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8365.937 5152.071 874.14984, 8429.697 5144.9478 864.3418, 8498.485 5137.1865 851.112, 8599.237 5124.8584 834.5891, 8670.814 5116.161 807.4461, 8752.944 5106.0503 764.15796</trace>
</ink>
</file>

<file path=ppt/ink/ink4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7948.593 4366.6206 874.14984, 7925.4717 4455.0957 868.53467, 7910.034 4518.577 569.9294</trace>
</ink>
</file>

<file path=ppt/ink/ink4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9617.049 4638.607 874.14984, 9543.106 4644.3545 865.8682, 9449.662 4693.145 861.23016, 9374.366 4756.923 858.47687, 9337.285 4836.2373 860.1675, 9384.213 4911.2026 859.5497, 9483.772 4891.616 857.49066, 9552.55 4804.144 853.7197, 9591.817 4693.4473 846.5731, 9607.745 4610.4653 841.4031, 9622.61 4521.8306 837.3062, 9643.95 4396.6045 833.8401, 9660.46 4303.736 837.8962, 9610.546 4422.1924 841.1156, 9593.874 4505.4688 835.4593, 9581.943 4568.3003 830.0414, 9572.815 4649.061 824.19525, 9572.064 4732.375 808.56134, 9587.549 4803.2734 784.9496, 9596.936 4866.931 741.848, 9620.689 4930.5703 665.26025</trace>
</ink>
</file>

<file path=ppt/ink/ink4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9170.289 5152.071 874.14984, 9256.56 5137.7363 853.67236, 9338.866 5123.135 837.1396, 9437.0 5108.1816 824.44794, 9538.912 5095.825 796.36536, 9617.923 5086.926 764.15204, 9682.08 5083.1846 728.3554, 9750.148 5077.456 653.9658, 9813.342 5079.113 5.805909</trace>
</ink>
</file>

<file path=ppt/ink/ink4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9387.235 5372.865 874.14984, 9373.418 5490.778 854.8069, 9365.596 5568.3174 848.83813, 9357.785 5651.442 846.07245, 9349.794 5734.0938 849.7651, 9337.86 5804.9673 852.374, 9280.784 5875.911 855.4893, 9211.061 5883.2637 855.52686, 9121.206 5858.108 858.54224, 9033.556 5851.1387 862.1452, 8989.425 5920.631 859.8148, 9039.223 5985.821 855.47144, 9139.51 6018.075 847.8119, 9207.561 6007.431 843.50507, 9319.298 5959.03 835.66547, 9428.639 5833.414 825.4986, 9477.951 5741.7407 819.97754, 9511.734 5675.5474 816.81036, 9544.639 5598.564 813.2132, 9577.716 5515.977 813.69836, 9604.835 5446.1323 817.8254, 9637.809 5381.744 827.89935, 9634.723 5479.6113 835.1969, 9621.551 5561.4805 831.0997, 9598.026 5702.7046 822.8856, 9584.389 5789.6104 807.4176, 9574.078 5864.369 782.62036, 9562.96 5969.234 709.2758, 9556.734 6042.876 544.2266</trace>
</ink>
</file>

<file path=ppt/ink/ink4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9363.334 5665.017 874.14984, 9484.4795 5683.693 856.40125, 9563.176 5676.5034 845.4802, 9656.994 5649.0576 834.24274, 9738.885 5629.51 808.82526, 9811.013 5604.0015 782.3571</trace>
</ink>
</file>

<file path=ppt/ink/ink4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10704.533 4140.138 874.14984, 10580.074 4105.5703 848.4981, 10498.687 4096.7363 840.1834, 10406.793 4094.1797 835.08307, 10314.731 4098.7236 833.3291, 10239.639 4104.536 832.9583, 10135.488 4137.2837 842.0707, 10073.994 4222.35 844.772, 10060.219 4324.848 846.8754, 10074.711 4449.1704 842.08044, 10089.693 4538.562 837.01044, 10102.932 4640.6533 834.68756, 10112.227 4714.953 831.30023, 10118.849 4801.4155 827.2607, 10119.293 4906.595 823.58075, 10110.422 5025.3833 819.40765, 10097.157 5137.253 815.5466, 10085.491 5223.521 812.77203, 10066.773 5324.161 810.8288, 10043.067 5429.5664 811.9632, 10019.084 5532.9277 816.2354, 10001.268 5608.647 820.52563, 9986.645 5677.429 827.521, 9978.113 5743.821 834.7777, 10009.534 5838.212 846.2229, 10121.251 5864.8174 854.6525, 10219.456 5819.604 849.29047, 10287.189 5784.981 826.86176</trace>
</ink>
</file>

<file path=ppt/ink/ink4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10361.649 5060.5474 874.14984, 10437.03 5054.334 859.2553, 10507.919 5046.626 846.82166, 10597.777 5034.326 834.54816, 10662.905 5025.692 815.0082, 10734.869 5015.5605 786.747</trace>
</ink>
</file>

<file path=ppt/ink/ink4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11315.841 4638.607 874.14984, 11220.898 4660.475 867.8256, 11118.989 4711.377 861.8521, 11035.982 4788.45 861.3776, 11006.002 4901.8496 860.85547, 11006.511 5000.8438 857.4112, 11067.391 5082.878 856.4519, 11207.439 5095.5444 849.8153, 11342.265 5065.411 834.2833, 11407.134 5048.049 815.20483, 11479.469 5015.5605 780.65686</trace>
</ink>
</file>

<file path=ppt/ink/ink4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12134.901 4744.6094 874.14984, 12056.415 4770.2812 868.6419, 11964.856 4835.853 864.0658, 11924.335 4898.699 864.82965, 11922.436 4967.5693 865.1443, 11989.381 5011.958 862.5071, 12069.251 5004.8105 860.34564, 12149.292 4926.5474 853.89746, 12185.797 4854.241 848.0897, 12237.5205 4725.3584 836.056, 12262.281 4641.05 830.4212, 12282.94 4552.199 827.33685, 12295.435 4470.2983 827.3458, 12302.072 4358.0366 833.2426, 12280.046 4288.808 842.89417, 12252.59 4359.346 848.40845, 12233.667 4485.3975 844.9696, 12223.676 4571.141 841.51184, 12214.249 4659.0137 838.11597, 12209.037 4738.6416 837.7647, 12211.133 4850.0913 841.10785, 12246.093 4921.774 847.76337, 12329.979 4910.031 855.02893, 12379.632 4842.0493 858.01843, 12422.01 4733.83 853.79565, 12457.609 4634.5073 850.26575, 12445.408 4738.3823 851.792, 12433.219 4832.162 854.43115, 12470.6045 4895.228 856.30676, 12566.692 4866.707 855.7496, 12632.048 4764.0215 850.4446, 12672.853 4668.657 850.8822, 12696.147 4587.734 850.1693, 12661.231 4655.8555 856.02734, 12647.799 4752.5244 851.2877, 12661.324 4828.782 839.86127, 12677.177 4893.568 764.2057</trace>
</ink>
</file>

<file path=ppt/ink/ink4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11896.8125 5060.5474 874.14984, 11982.375 5059.05 854.8888, 12072.032 5055.0605 835.6139, 12185.733 5047.61 819.67615, 12315.08 5037.2397 803.3828, 12446.688 5027.7383 761.1764, 12557.76 5022.2603 717.61774, 12637.597 5018.9414 672.3758, 12707.767 5017.1 625.3799, 12788.655 5024.633 503.03436</trace>
</ink>
</file>

<file path=ppt/ink/ink4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12269.112 5196.5396 874.14984, 12269.112 5263.9414 863.0653, 12268.0205 5392.0073 851.56055, 12262.957 5491.256 848.5534, 12197.338 5502.438 852.5893, 12151.55 5428.051 854.193, 12070.973 5401.3784 857.12634, 12040.765 5486.265 856.07916, 12064.125 5560.0986 857.8512, 12160.92 5605.764 857.7711, 12231.316 5607.0947 854.14703, 12335.796 5590.9946 845.1539, 12442.833 5521.78 843.7471, 12508.31 5450.42 846.928, 12542.008 5386.082 852.31824, 12503.801 5467.925 864.03613, 12522.618 5545.0107 864.8718, 12608.064 5573.3237 863.56274, 12676.224 5508.6333 860.315, 12700.802 5432.36 858.22327, 12659.294 5348.773 856.8042, 12548.504 5297.4165 853.14984, 12464.551 5301.2886 854.6314, 12562.047 5327.8286 842.12726, 12627.233 5313.593 811.4703, 12705.168 5300.9434 741.0725, 12768.056 5282.73 456.59488</trace>
</ink>
</file>

<file path=ppt/ink/ink4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12671.749 4125.1426 874.14984, 12768.842 4123.8286 862.4719, 12831.948 4131.719 857.20056, 12901.103 4151.74 852.7684, 12969.275 4185.151 849.72705, 13061.351 4255.536 846.8397, 13116.673 4337.6357 845.426, 13144.441 4469.579 841.45953, 13145.85 4558.3354 838.461, 13144.019 4632.153 836.34125, 13138.524 4707.3926 833.75696, 13127.107 4800.415 830.5122, 13112.374 4905.0586 827.1265, 13094.3545 5013.0073 824.6864, 13082.113 5084.974 822.60333, 13064.674 5170.5645 822.2163, 13046.132 5258.026 824.7712, 13028.2295 5340.247 829.0781, 13011.437 5413.6924 834.127, 12985.312 5513.636 845.13245, 12929.205 5583.482 855.32904, 12864.307 5620.584 860.97766, 12755.712 5618.9614 861.26825, 12669.75 5575.6 855.7385, 12606.43 5533.3115 818.88574</trace>
</ink>
</file>

<file path=ppt/ink/ink4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13267.43 4789.0776 874.14984, 13362.313 4799.576 861.9625, 13487.671 4810.3516 861.5702, 13561.243 4816.5317 859.57086, 13626.691 4825.41 425.0562</trace>
</ink>
</file>

<file path=ppt/ink/ink4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13238.013 4955.0615 874.14984, 13305.321 4953.8135 861.2134, 13375.731 4950.8203 848.0211, 13468.612 4946.563 834.1477, 13535.31 4943.5996 812.9049, 13610.3125 4940.0664 780.455</trace>
</ink>
</file>

<file path=ppt/ink/ink4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13908.153 4834.5815 874.14984, 14018.623 4827.7495 856.87915, 14087.351 4828.4067 850.88354, 14160.449 4830.7446 842.1663, 14225.949 4832.139 826.3365, 14291.43 4836.7046 788.3861</trace>
</ink>
</file>

<file path=ppt/ink/ink4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14846.717 4518.1265 874.14984, 14779.865 4490.7134 865.8336, 14673.885 4507.953 860.8444, 14569.959 4549.1533 857.4649, 14498.419 4594.549 856.7386, 14442.016 4657.8374 855.02136, 14412.694 4759.772 855.3259, 14412.472 4843.058 855.9102, 14460.181 4940.952 856.2924, 14562.864 5001.6646 855.8439, 14673.17 5018.2646 852.2302, 14755.978 5009.229 846.73773, 14847.925 4990.743 840.5673, 14923.651 4978.291 827.19006, 14988.419 4962.1235 807.53174</trace>
</ink>
</file>

<file path=ppt/ink/ink4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15770.573 4442.632 874.14984, 15698.695 4446.4116 869.01843, 15613.586 4498.2783 863.5142, 15543.158 4585.5703 860.13806, 15543.015 4659.187 861.20953, 15615.6045 4733.3193 860.03033, 15708.258 4722.813 858.6303, 15779.321 4666.6455 855.85974, 15836.599 4526.304 847.1203, 15860.825 4431.6035 840.9652, 15878.3125 4359.749 835.6967, 15895.127 4284.674 830.67755, 15912.23 4205.066 833.5847, 15926.628 4138.979 836.3466, 15911.08 4255.5674 828.95996, 15892.346 4367.751 804.9374, 15877.048 4477.987 747.01965, 15885.299 4593.85 656.5979, 15894.368 4665.4663 490.62616</trace>
</ink>
</file>

<file path=ppt/ink/ink4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15472.733 4910.593 874.14984, 15594.492 4895.7085 857.1387, 15674.766 4885.223 846.6477, 15768.103 4874.2734 837.80945, 15864.757 4865.374 825.01843, 15954.666 4859.8496 806.50964, 16026.876 4854.814 778.7229, 16096.591 4850.0933 734.99023</trace>
</ink>
</file>

<file path=ppt/ink/ink4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15696.112 5046.0684 874.14984, 15693.009 5112.8965 862.5436, 15687.281 5176.291 853.72943, 15679.495 5251.87 846.99945, 15669.908 5329.687 843.9169, 15655.001 5434.9287 842.34235, 15640.252 5516.6025 844.91943, 15558.673 5557.537 851.32184, 15483.861 5498.4785 857.1595, 15420.726 5463.334 861.7729, 15350.029 5476.6357 862.315, 15314.784 5540.28 862.48584, 15317.934 5606.547 863.1277, 15398.095 5667.6646 861.13043, 15484.321 5683.7373 856.001, 15590.361 5636.4224 851.2722, 15683.523 5546.801 843.3979, 15773.361 5399.7495 832.4279, 15821.729 5303.8003 826.6545, 15861.762 5221.1567 821.99414, 15910.675 5109.5957 814.79706, 15909.215 5211.944 812.47815, 15895.454 5307.341 807.29004, 15881.351 5414.158 804.4598, 15870.014 5501.5396 803.21216, 15861.844 5572.943 813.78955, 15855.685 5670.719 830.4823, 15849.809 5737.3726 846.4278</trace>
</ink>
</file>

<file path=ppt/ink/ink4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15725.529 5391.9976 874.14984, 15878.642 5369.8076 815.1198, 15945.681 5358.6265 734.0814, 16008.661 5347.5283 628.1921</trace>
</ink>
</file>

<file path=ppt/ink/ink4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16754.182 4095.669 874.14984, 16676.906 4069.524 864.3261, 16549.684 4061.0635 855.41974, 16475.406 4061.0486 855.79443, 16405.04 4064.7786 858.134, 16314.764 4105.15 861.2227, 16283.609 4191.131 859.7839, 16304.755 4290.3936 856.02216, 16327.121 4397.4194 850.3146, 16336.661 4463.264 848.60223, 16342.685 4542.062 846.8139, 16343.326 4631.546 845.1495, 16343.0205 4695.6953 843.7937, 16338.5205 4772.5244 841.9893, 16329.369 4865.125 839.14246, 16317.433 4966.8394 836.3719, 16303.701 5070.3384 834.8329, 16290.019 5164.322 835.82404, 16280.268 5230.004 837.3154, 16268.028 5299.0244 841.21747, 16256.162 5365.0503 844.7823, 16252.063 5460.7617 850.7781, 16354.7 5528.3394 853.3212, 16450.098 5533.72 846.8115, 16518.932 5533.596 819.0894, 16582.273 5526.4233 8.003346</trace>
</ink>
</file>

<file path=ppt/ink/ink4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16962.852 4532.604 874.14984, 16889.645 4551.317 868.6595, 16793.23 4600.543 863.22363, 16708.547 4686.726 863.4083, 16692.5 4765.1953 863.00415, 16701.041 4849.055 859.9463, 16777.174 4903.834 861.49396, 16844.59 4873.3774 859.65186, 16906.637 4770.973 851.4888, 16934.176 4691.476 845.6782, 16959.148 4599.877 839.77655, 16978.918 4520.374 835.6814, 16996.217 4449.0063 831.63654, 17015.7 4365.5283 829.6552, 17034.623 4280.7876 830.1899, 17049.984 4210.6235 832.4572, 17045.77 4274.378 841.5026, 17035.305 4418.027 836.0358, 17028.129 4517.7734 831.35333, 17019.371 4610.164 828.7112, 17012.094 4680.8877 826.18207, 17006.4 4749.601 830.422, 17022.973 4827.3555 838.9248, 17094.723 4800.169 841.10834, 17205.748 4680.7373 828.2623, 17279.387 4576.0327 828.3339, 17316.47 4486.454 838.3646, 17317.838 4402.8057 843.8823, 17269.445 4474.301 864.5191, 17263.174 4590.187 865.6677, 17278.877 4665.856 866.4119, 17360.984 4643.42 863.0424, 17454.623 4518.8843 846.34094, 17504.043 4445.1514 840.0115, 17563.81 4338.8213 834.7557, 17508.03 4446.918 840.5634, 17501.29 4563.876 841.8135, 17507.63 4645.076 831.71466, 17515.26 4709.542 782.40125</trace>
</ink>
</file>

<file path=ppt/ink/ink4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16798.305 4925.588 874.14984, 16924.771 4906.9517 854.4994, 17007.186 4897.1323 843.4294, 17104.541 4885.9814 833.4687, 17201.352 4875.607 825.2488, 17270.99 4868.253 806.06323, 17352.502 4860.5684 781.044, 17468.043 4847.786 708.4252, 17533.06 4840.1655 612.01373, 17596.97 4833.814 5.1603</trace>
</ink>
</file>

<file path=ppt/ink/ink4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17096.145 5076.576 874.14984, 17083.977 5173.595 862.9605, 17065.912 5282.167 863.7211, 17032.848 5357.159 865.07916, 16964.3 5325.1665 861.15717, 16890.9 5307.088 860.36475, 16876.865 5399.5835 856.067, 16924.98 5472.646 856.9139, 16991.334 5498.715 857.2292, 17104.424 5460.3315 851.09485, 17210.945 5379.578 844.4624, 17279.715 5306.7646 844.68744, 17322.883 5393.1455 852.75836, 17384.668 5456.2695 857.7918, 17450.469 5462.2656 861.00616, 17525.363 5386.2046 860.5656, 17522.572 5267.25 858.13684, 17486.352 5181.2676 854.64166, 17396.643 5114.6807 853.29443, 17317.852 5120.5347 855.0118, 17291.67 5209.1943 857.9259, 17376.828 5240.447 853.0069, 17451.805 5259.8423 834.6953, 17517.553 5258.8247 716.7314</trace>
</ink>
</file>

<file path=ppt/ink/ink4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17439.03 4125.1426 874.14984, 17520.707 4091.769 863.38934, 17631.645 4089.9575 859.3436, 17733.691 4141.445 857.7799, 17811.53 4228.6826 856.2925, 17833.113 4330.1445 853.9804, 17835.402 4403.5527 851.94305, 17835.012 4480.109 849.7545, 17833.045 4615.1396 844.7897, 17834.875 4709.289 841.4399, 17840.61 4816.3105 837.73114, 17845.908 4901.1226 833.94104, 17852.244 4983.4087 829.9464, 17858.953 5072.8867 827.8064, 17864.64 5160.162 829.46655, 17869.02 5231.186 832.7464, 17866.496 5337.2656 842.9572, 17819.596 5424.6387 851.62964, 17727.312 5462.5137 857.6743, 17662.408 5484.038 861.61847</trace>
</ink>
</file>

<file path=ppt/ink/ink4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18243.38 4759.087 874.14984, 18308.584 4766.8706 865.2507, 18435.14 4779.5156 850.6095, 18501.996 4785.8384 835.4988, 18568.172 4794.464 545.1056</trace>
</ink>
</file>

<file path=ppt/ink/ink4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18288.426 5015.5605 874.14984, 18373.695 5029.628 863.3084, 18469.146 5039.8965 854.82184, 18534.088 5047.717 835.70825</trace>
</ink>
</file>

<file path=ppt/ink/ink4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18720.479 4925.588 874.14984, 18826.988 4919.4404 859.4732, 18907.113 4908.772 847.4562, 19005.58 4886.559 835.0133, 19090.354 4869.1626 807.9361, 19167.238 4850.0938 778.04034</trace>
</ink>
</file>

<file path=ppt/ink/ink4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19733.5 4472.106 874.14984, 19651.445 4466.7656 868.2451, 19530.344 4493.7686 861.3315, 19433.195 4543.167 859.2352, 19350.502 4634.178 857.77216, 19319.475 4733.93 856.8569, 19327.498 4834.855 858.41064, 19385.758 4913.733 858.6623, 19491.96 4958.2407 856.8269, 19581.012 4974.78 852.33344, 19662.334 4975.887 839.3785, 19725.594 4966.896 818.5263</trace>
</ink>
</file>

<file path=ppt/ink/ink4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20285.057 4532.604 874.14984, 20257.303 4606.8545 866.03394, 20232.83 4710.533 866.0695, 20227.072 4795.1235 865.70154, 20244.648 4870.6636 866.37573, 20347.148 4943.369 863.77747, 20430.475 4938.3516 861.2112, 20521.13 4887.4307 859.4694, 20594.63 4810.6587 859.5823, 20637.025 4726.5547 859.279, 20648.387 4645.358 859.0253, 20615.88 4561.0835 859.1722, 20549.809 4498.6113 858.73206, 20464.994 4468.1206 858.3392, 20382.736 4465.0786 860.1341, 20306.498 4503.413 862.6282, 20369.197 4582.6562 861.4022, 20460.998 4589.407 854.16266, 20536.393 4588.784 832.06757, 20601.326 4570.669 227.49417</trace>
</ink>
</file>

<file path=ppt/ink/ink4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20433.979 4079.6392 874.14984, 20441.262 4174.9795 865.00995, 20448.686 4245.623 859.7162</trace>
</ink>
</file>

<file path=ppt/ink/ink4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21372.543 4457.6274 874.14984, 21273.484 4439.143 864.0002, 21203.39 4464.4185 858.65924, 21138.96 4506.1226 856.60333, 21077.93 4580.2456 855.81946, 21057.682 4660.9077 856.0332, 21076.283 4729.991 858.3786, 21162.127 4781.248 858.44104, 21250.613 4785.6025 857.40076, 21340.521 4733.1094 855.4856, 21404.104 4626.4746 849.2644, 21442.729 4550.745 837.1954, 21453.416 4484.406 230.69478</trace>
</ink>
</file>

<file path=ppt/ink/ink4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21387.252 4079.6392 874.14984, 21397.898 4166.1675 863.564, 21409.883 4288.866 855.8229, 21416.775 4360.493 853.1918, 21422.387 4434.304 848.09564, 21427.887 4544.6206 833.93774, 21425.656 4633.462 805.2417, 21412.512 4701.9653 758.82275, 21391.234 4766.1035 327.50284</trace>
</ink>
</file>

<file path=ppt/ink/ink4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21402.877 3703.2021 874.14984, 21482.826 3647.0918 864.9078, 21566.525 3640.764 862.0648, 21639.979 3663.6404 862.9158, 21701.998 3750.3032 863.50616, 21670.764 3849.0522 864.0427, 21621.541 3925.9333 865.289, 21593.133 4008.2952 867.4505, 21658.15 4049.1636 866.57465, 21723.188 4061.045 866.5109, 21801.797 4078.1167 865.12646, 21865.904 4083.2651 680.6126</trace>
</ink>
</file>

<file path=ppt/ink/ink4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21909.389 4276.648 874.14984, 21897.19 4367.8516 870.97314, 21890.457 4454.1445 857.12415, 21892.738 4535.147 853.2268, 21919.709 4618.7334 856.19653, 21997.996 4660.4014 856.6242, 22072.729 4592.638 854.7748, 22129.322 4505.7534 850.8441, 22181.305 4382.839 849.4273, 22206.146 4304.449 851.57745, 22194.205 4402.63 851.93506, 22186.697 4472.7314 845.3119, 22177.838 4540.7876 835.36554, 22168.143 4618.3926 804.7013, 22155.635 4682.5415 617.429</trace>
</ink>
</file>

<file path=ppt/ink/ink4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21223.621 4910.593 874.14984, 21314.506 4903.4688 867.01263, 21385.055 4895.7085 860.4998, 21467.816 4886.6562 852.0175, 21531.793 4879.6665 846.0684, 21596.67 4873.54 841.7824, 21659.75 4867.813 839.1806, 21790.768 4858.2754 835.703, 21878.61 4853.4727 833.32733, 21972.27 4849.6333 832.93976, 22039.123 4847.0527 834.07367, 22108.61 4846.2974 836.43536, 22173.115 4846.2 842.654, 22244.863 4846.213 852.584, 22309.906 4850.4395 426.9788</trace>
</ink>
</file>

<file path=ppt/ink/ink4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21599.598 5176.8906 874.14984, 21604.432 5265.051 862.9087, 21601.13 5392.975 858.46643, 21594.287 5456.0254 859.97003, 21566.58 5527.817 862.04047, 21497.598 5500.0522 862.90515, 21427.4 5451.1685 864.3087, 21357.146 5459.904 865.84576, 21324.35 5564.796 860.74554, 21372.436 5665.1987 852.4697, 21439.531 5723.301 849.51276, 21549.277 5732.5005 848.2352, 21632.904 5711.5747 847.79254, 21713.63 5632.8887 849.15845, 21777.887 5545.883 851.82666, 21821.025 5481.172 853.04474, 21822.676 5575.7295 853.838, 21802.266 5686.568 848.79553, 21815.61 5791.0845 853.02655, 21893.268 5832.622 855.218, 21987.729 5770.3154 849.2959, 22056.31 5690.316 846.0362, 22103.059 5586.2104 846.4549, 22115.756 5488.6147 848.2913, 22090.008 5405.859 850.6175, 22008.223 5338.597 853.52234, 21926.664 5309.081 856.03253, 21817.336 5325.375 855.86755, 21741.36 5361.684 856.546, 21710.123 5444.07 857.79, 21736.225 5516.193 857.69165, 21829.168 5528.4326 855.78156, 21898.674 5529.1304 849.35767, 21964.596 5504.885 557.6826</trace>
</ink>
</file>

<file path=ppt/ink/ink4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22117.143 5211.535 874.14984, 22147.715 5140.481 865.56226, 22234.18 5075.4023 860.99756, 22297.988 5065.6626 860.3504, 22387.096 5103.3843 860.6121, 22398.086 5177.1807 861.0247, 22328.209 5265.692 859.1495, 22262.04 5308.068 859.6458, 22228.047 5372.2056 862.5761, 22294.615 5404.4985 861.88464, 22391.105 5416.326 861.1586, 22460.025 5423.0225 857.37683</trace>
</ink>
</file>

<file path=ppt/ink/ink4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1311.5383 7157.321 874.14984, 1308.4778 7239.18 865.0917, 1330.6594 7345.876 861.87683, 1399.3324 7426.2183 863.4115, 1468.431 7445.056 862.5569, 1546.2255 7390.2017 858.3321, 1603.5166 7296.112 851.5929, 1635.0635 7182.1997 846.94415, 1642.7028 7114.7524 846.57733, 1644.1039 7047.566 847.0743, 1631.2224 6945.055 849.38116, 1584.4863 6870.3325 852.85986, 1504.6804 6837.0205 856.21204, 1423.7004 6837.203 858.79706, 1355.8845 6859.625 860.2268, 1292.9285 6934.262 860.3001, 1266.2101 7008.6245 859.758, 1307.6056 7085.582 860.17786, 1427.0754 7128.7793 856.75244, 1492.0742 7117.28 853.56226, 1558.285 7084.5913 850.28864, 1646.4913 7048.243 836.05414</trace>
</ink>
</file>

<file path=ppt/ink/ink4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1526.6451 6494.937 874.14984, 1508.3715 6582.808 864.747, 1496.084 6649.1914 858.3731</trace>
</ink>
</file>

<file path=ppt/ink/ink4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1869.529 7143.3594 874.14984, 1950.8204 7150.44 865.7015, 2048.7568 7155.384 860.55505, 2115.3533 7159.6826 846.2541</trace>
</ink>
</file>

<file path=ppt/ink/ink4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1795.069 7384.837 874.14984, 1914.7081 7381.4624 854.2879, 2008.9236 7371.13 839.6425, 2095.5308 7362.5337 808.3133, 2159.8757 7355.312 777.8952</trace>
</ink>
</file>

<file path=ppt/ink/ink4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2867.8447 6615.417 874.14984, 2794.3796 6617.3066 869.3742, 2707.704 6666.1084 864.56934, 2631.7947 6736.201 857.30176, 2575.6477 6825.6787 853.47473, 2549.3015 6911.946 854.0955, 2593.1401 6997.155 854.4875, 2695.8274 7042.1357 850.9284, 2772.3264 7048.0044 844.9151, 2848.7507 7045.14 835.56805, 2953.858 7030.6973 800.42664, 3020.5334 7018.5713 737.2021</trace>
</ink>
</file>

<file path=ppt/ink/ink4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2390.7493 7279.869 874.14984, 2489.6445 7279.868 862.8497, 2553.128 7279.868 857.0267, 2628.418 7279.869 851.01154, 2712.4775 7278.7275 845.60535, 2838.155 7275.562 842.50305, 2950.104 7272.3613 829.8291, 3013.8127 7271.6875 819.82544, 3115.1772 7267.332 794.6166, 3180.3936 7264.3574 745.6202</trace>
</ink>
</file>

<file path=ppt/ink/ink4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2673.881 7641.8276 874.14984, 2666.0022 7739.6157 863.0607, 2666.1213 7850.183 860.0047, 2674.173 7973.0083 860.92535, 2677.3472 8049.6274 863.6909, 2655.972 7957.1226 860.4252, 2658.5808 7854.7017 857.829, 2705.4636 7741.1143 859.96106, 2788.5757 7667.7954 858.4351, 2885.2036 7646.922 858.58746, 2952.091 7640.2305 861.0001</trace>
</ink>
</file>

<file path=ppt/ink/ink4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3060.8894 7626.3154 874.14984, 3025.9958 7561.7812 870.27185, 3091.8547 7495.9575 869.0341, 3137.0525 7560.62 866.1729, 3105.97 7644.9155 861.3772, 3045.7224 7743.591 861.12604, 3052.3262 7806.5005 860.5512, 3157.0012 7813.7935 856.9291, 3227.964 7790.48 846.5583</trace>
</ink>
</file>

<file path=ppt/ink/ink4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3285.189 7218.853 874.14984, 3378.1475 7214.53 868.98865, 3473.39 7212.709 865.65356, 3538.482 7212.662 853.9467</trace>
</ink>
</file>

<file path=ppt/ink/ink4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3285.189 7414.8286 874.14984, 3383.474 7402.612 861.2068, 3450.4746 7383.9053 853.80615, 3513.3684 7367.863 837.6777, 3578.742 7349.7915 546.2488</trace>
</ink>
</file>

<file path=ppt/ink/ink4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4178.709 6856.895 874.14984, 4081.4128 6856.354 863.42236, 3973.2556 6888.353 859.03955, 3891.4849 6939.972 857.3058, 3840.3462 7015.856 857.17883, 3814.0632 7095.2534 855.51086, 3819.4524 7203.027 855.7396, 3872.2344 7314.3613 855.90765, 3936.337 7383.4795 855.9267, 4051.9949 7425.604 855.22363, 4117.398 7427.243 854.75085, 4217.0786 7395.3823 850.6124, 4283.505 7369.842 841.335</trace>
</ink>
</file>

<file path=ppt/ink/ink4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4416.798 6947.9014 874.14984, 4410.9204 7042.898 867.58344, 4413.1226 7170.349 864.80927, 4425.649 7237.0586 865.7497, 4481.086 7333.557 866.03864, 4548.8296 7350.533 864.4843, 4629.764 7288.6597 858.9598, 4665.5957 7220.407 854.2211, 4687.7593 7121.922 856.9138, 4692.1313 7048.982 860.51794, 4673.363 7121.0454 861.9628, 4675.0703 7215.6265 861.8845, 4702.465 7309.2446 857.32764, 4769.878 7381.435 838.4371</trace>
</ink>
</file>

<file path=ppt/ink/ink4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4655.8047 6735.8975 874.14984, 4730.519 6656.1367 866.29297, 4815.5034 6622.1484 862.5036, 4887.686 6630.2007 862.90283, 4932.1396 6713.491 862.7608, 4884.767 6824.556 862.3151, 4854.483 6926.0747 863.29614, 4894.799 6994.389 861.1628, 4978.4727 7025.672 859.2417, 5062.588 7031.4814 859.4819, 5129.313 7004.247 868.93884</trace>
</ink>
</file>

<file path=ppt/ink/ink4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6235.093 7037.874 874.14984, 6333.2007 7030.413 863.4062, 6452.979 7021.7437 857.5409, 6524.357 7016.261 855.05975, 6603.5605 7009.6807 854.4943, 6684.3223 7004.375 853.2632, 6811.4956 6997.663 847.749, 6874.5225 6994.535 841.30853, 6939.3667 6992.7935 829.8316</trace>
</ink>
</file>

<file path=ppt/ink/ink4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6235.093 7279.869 874.14984, 6338.687 7254.8 859.75287, 6412.6855 7238.9287 849.99677, 6502.3994 7221.5425 840.3755, 6600.586 7204.1855 832.4131, 6673.0557 7191.617 818.167, 6742.239 7178.4365 797.29675, 6846.48 7152.87 732.63556, 6917.992 7132.352 577.8278</trace>
</ink>
</file>

<file path=ppt/ink/ink4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6607.3926 6872.4077 874.14984, 6704.487 6898.3735 862.47815, 6767.9546 6915.936 855.78485, 6871.1294 6948.1743 845.8181, 6960.0137 6986.556 840.8209, 7048.669 7049.951 843.10284, 7099.114 7126.211 846.08514, 7091.0103 7211.7466 849.8306, 7009.709 7326.3003 846.9314, 6917.8804 7424.58 837.54834, 6845.529 7496.1885 808.47253</trace>
</ink>
</file>

<file path=ppt/ink/ink4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8663.777 7007.366 874.14984, 8699.487 7114.171 860.7056, 8722.108 7179.368 854.4735, 8744.569 7252.4507 849.2069, 8765.583 7328.389 845.61285, 8785.275 7402.0728 846.93134, 8812.166 7499.4067 850.97644, 8825.611 7562.8823 853.7252, 8797.913 7463.636 849.47375, 8793.158 7345.532 842.2276, 8804.5205 7273.6196 840.0304, 8825.527 7205.9087 838.9599, 8868.523 7112.503 841.89343, 8947.26 7054.6133 846.39435, 9025.529 7029.6494 852.96857, 9112.256 7052.1763 860.34186, 9184.997 7090.617 868.6091</trace>
</ink>
</file>

<file path=ppt/ink/ink4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8887.157 6706.4233 874.14984, 8885.387 6815.6494 863.61304, 8887.157 6887.403 855.97186</trace>
</ink>
</file>

<file path=ppt/ink/ink4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9050.786 6706.4233 874.14984, 9041.73 6794.2954 865.6982, 9035.237 6860.7676 860.357</trace>
</ink>
</file>

<file path=ppt/ink/ink4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9482.838 7233.8486 874.14984, 9563.172 7226.025 865.1367, 9655.93 7221.8003 860.6604, 9721.567 7220.0415 855.8784, 9784.968 7221.9478 560.39606</trace>
</ink>
</file>

<file path=ppt/ink/ink4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9468.13 7536.3423 874.14984, 9554.966 7526.519 863.55634, 9681.835 7514.803 854.6717, 9757.261 7508.1885 842.4025, 9822.208 7507.121 551.2624</trace>
</ink>
</file>

<file path=ppt/ink/ink4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10183.3125 7355.364 874.14984, 10299.191 7344.371 852.05115, 10379.973 7336.4395 834.7835, 10469.08 7326.1816 817.2299, 10547.776 7317.35 785.83734, 10615.365 7309.3433 752.5346</trace>
</ink>
</file>

<file path=ppt/ink/ink4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11270.797 7082.861 874.14984, 11157.211 7018.2896 865.25525, 11042.207 7018.6216 858.34064, 10951.184 7045.3833 852.6484, 10876.792 7087.5415 850.5915, 10813.618 7175.2476 850.3809, 10782.107 7257.5933 851.4452, 10782.017 7364.578 853.36835, 10811.967 7456.342 855.72314, 10890.763 7536.909 856.0322, 11010.725 7590.099 852.42737, 11136.848 7605.91 846.885, 11214.487 7595.9795 841.0483, 11289.312 7570.1387 833.2387, 11353.223 7552.2725 818.9528, 11419.717 7521.3477 795.4717</trace>
</ink>
</file>

<file path=ppt/ink/ink4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11464.761 6841.8994 874.14984, 11422.966 6751.881 869.2828, 11497.456 6686.9927 868.1728, 11576.958 6735.3257 866.72015, 11566.256 6824.5107 863.6162, 11503.286 6915.9175 864.08453, 11471.423 7017.2227 864.6763, 11549.528 7094.327 861.2776, 11626.861 7097.3857 855.54706, 11690.242 7092.8076 841.8589, 11755.053 7074.6064 8.34481</trace>
</ink>
</file>

<file path=ppt/ink/ink4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11896.8125 7626.3154 874.14984, 11922.384 7547.424 868.1958, 11946.97 7449.8345 862.8867, 11954.911 7355.678 865.2516, 11952.618 7235.7188 865.9128, 11946.562 7304.249 861.34973, 11960.543 7395.8037 859.897, 11985.24 7474.2163 858.0323, 12033.332 7542.0776 859.0484, 12107.072 7581.42 860.3225, 12178.717 7539.3228 860.47723, 12221.571 7439.1714 857.3185, 12238.716 7375.9565 854.2037, 12260.648 7274.6016 852.3566, 12269.295 7178.968 855.7267, 12258.028 7248.615 855.4577, 12257.376 7321.7417 853.64734, 12272.239 7412.6436 847.01306, 12299.319 7488.5312 831.3881, 12339.371 7557.8247 798.53674</trace>
</ink>
</file>

<file path=ppt/ink/ink4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12179.945 6735.8975 874.14984, 12254.483 6727.102 868.4492, 12338.892 6760.661 867.1491, 12362.152 6838.475 866.158, 12322.448 6931.649 865.6002, 12310.872 7008.0947 866.1801, 12388.428 7049.251 865.4359, 12501.71 7063.2803 865.07574, 12564.978 7046.916 856.94763</trace>
</ink>
</file>

<file path=ppt/ink/ink4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13324.424 7061.143 874.14984, 13259.266 7051.0767 869.5634, 13145.253 7066.2 863.4974, 13046.892 7100.5024 859.6414, 12976.189 7157.3677 860.7969, 12948.792 7223.326 861.3907, 13003.089 7305.241 860.46045, 13073.327 7334.1626 857.10144, 13177.914 7316.4785 847.98254, 13246.313 7298.265 826.11005</trace>
</ink>
</file>

<file path=ppt/ink/ink4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13178.261 6554.918 874.14984, 13193.451 6660.539 861.81104, 13203.452 6724.5674 855.07996, 13215.492 6795.996 850.1753, 13227.838 6871.6963 846.77795, 13245.29 6981.629 848.679, 13261.869 7080.23 848.8663, 13282.93 7182.5405 847.0841, 13296.846 7248.8447 847.8739</trace>
</ink>
</file>

<file path=ppt/ink/ink4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13327.182 6374.456 874.14984, 13259.741 6365.125 871.68896, 13295.166 6287.241 867.97046, 13374.03 6265.144 867.68427, 13457.447 6274.3594 866.1213, 13513.492 6342.0464 865.47345, 13489.119 6446.781 862.5875, 13434.382 6534.4917 861.2973, 13391.949 6598.0527 862.5702, 13487.882 6668.3696 857.14124, 13560.984 6690.0806 842.36194, 13625.442 6691.8804 773.7887</trace>
</ink>
</file>

<file path=ppt/ink/ink4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13639.7295 6901.881 874.14984, 13648.844 6982.98 868.6137, 13659.386 7049.922 867.613, 13694.596 7138.9497 868.3591, 13778.215 7194.9004 865.7294, 13857.05 7129.623 858.69836, 13894.311 7048.798 851.76764, 13913.881 6959.565 854.0874, 13917.314 6882.6646 857.82965, 13895.274 6993.595 861.9918, 13909.809 7102.9775 859.5602, 13966.825 7180.5093 860.43097, 14055.1875 7179.176 858.5199, 14120.33 7171.5425 856.5151</trace>
</ink>
</file>

<file path=ppt/ink/ink4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12880.421 7430.3403 874.14984, 12975.074 7434.633 867.6587, 13102.5205 7434.326 861.9873, 13176.778 7433.6 860.3179, 13296.735 7431.025 857.3807, 13406.522 7424.747 856.35095, 13486.227 7418.8174 853.98004, 13581.731 7411.823 848.7463, 13687.448 7404.1494 842.8375, 13769.848 7398.6226 836.5034, 13851.29 7393.9297 830.6914, 13942.593 7390.154 826.5993, 14034.326 7387.7026 831.2963, 14120.115 7385.9453 836.7678, 14193.563 7382.806 841.4337, 14258.182 7380.187 851.2237, 14323.884 7380.1836 819.9739</trace>
</ink>
</file>

<file path=ppt/ink/ink4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13550.561 7596.8413 874.14984, 13550.561 7693.954 863.3319, 13548.142 7804.424 859.9413, 13547.29 7895.716 859.5058, 13546.825 7991.917 861.5043, 13482.41 7964.186 862.7577, 13392.208 7933.8047 863.6969, 13354.151 8013.9497 861.241, 13377.135 8101.0215 860.9039, 13446.3 8168.4526 859.87854, 13559.069 8179.101 859.17413, 13667.404 8139.249 859.5116, 13760.204 8050.2495 858.5884, 13789.266 8137.585 860.86584, 13802.916 8215.105 863.06647, 13870.005 8286.865 863.5383, 13967.793 8251.033 862.41095, 14019.065 8168.328 857.94415, 14034.497 8067.6196 854.57416, 14006.52 7955.204 853.07806, 13960.05 7883.836 852.6609, 13862.575 7836.5566 853.15857, 13776.513 7819.4634 855.118, 13698.981 7832.857 859.4424, 13670.666 7923.475 862.0331, 13797.766 8000.3022 854.26654, 13874.047 7996.9717 848.22986, 13942.604 8000.643 830.37683, 14012.029 7988.274 808.9071</trace>
</ink>
</file>

<file path=ppt/ink/ink4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14131.534 7731.8003 874.14984, 14113.298 7663.444 867.7338, 14116.858 7599.6504 864.60065, 14211.015 7550.9014 865.6553, 14247.416 7648.209 860.22156, 14190.915 7723.107 857.29553, 14120.492 7782.978 858.20154, 14061.529 7859.103 860.5445, 14124.69 7890.562 858.0737, 14212.644 7903.7085 849.89264, 14309.591 7901.104 835.3623, 14376.975 7897.7847 802.2266</trace>
</ink>
</file>

<file path=ppt/ink/ink4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1720.6089 8803.198 874.14984, 1733.923 8891.447 863.7605, 1743.2104 8956.211 858.2244, 1752.7495 9030.0205 854.47534, 1763.25 9109.824 852.09845, 1774.7532 9192.826 850.8466, 1792.063 9308.775 850.1177, 1807.5209 9406.338 850.87335, 1814.1707 9482.239 855.2871, 1779.0593 9387.278 856.6287, 1780.6914 9270.55 851.6322, 1791.471 9200.372 848.8973, 1817.2175 9094.068 848.16296, 1866.4298 8990.867 849.3632, 1916.6674 8923.978 853.95856, 2003.7909 8882.854 858.3653, 2091.5957 8873.759 861.00195, 2167.369 8878.692 860.70905</trace>
</ink>
</file>

<file path=ppt/ink/ink4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2421.0847 8999.689 874.14984, 2380.58 9082.341 867.5092, 2344.06 9188.787 862.3106, 2333.2075 9278.387 859.6769, 2342.6592 9347.97 858.7416, 2386.6821 9414.586 858.255, 2475.3223 9437.507 859.5013, 2569.4275 9372.231 858.68195, 2625.336 9286.418 852.42944, 2641.9204 9223.606 849.12634, 2647.4814 9152.693 848.02246, 2638.9875 9083.149 846.756, 2608.2014 8982.0625 845.4154, 2525.5833 8890.075 846.33777, 2447.2397 8836.715 850.1607, 2380.6243 8820.728 857.5356, 2345.4443 8894.382 861.57086, 2375.7776 8964.62 860.6452, 2445.4954 9026.618 857.5207, 2508.84 9076.626 794.0953</trace>
</ink>
</file>

<file path=ppt/ink/ink4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2539.6694 8607.223 874.14984, 2534.2576 8704.695 867.22955, 2532.3154 8773.207 860.4568</trace>
</ink>
</file>

<file path=ppt/ink/ink4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2718.9248 8546.725 874.14984, 2805.572 8477.058 868.4731, 2870.0974 8499.002 867.6459, 2874.2878 8575.308 864.1923, 2821.7917 8670.384 862.0515, 2812.5027 8734.336 864.0714, 2897.4292 8795.944 861.4769, 3005.301 8823.518 846.9289, 3082.0469 8837.667 816.7053</trace>
</ink>
</file>

<file path=ppt/ink/ink4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3180.3933 9044.677 874.14984, 3260.7283 9044.677 864.64923, 3370.5718 9044.283 862.491, 3470.435 9040.198 863.1506, 3537.9854 9037.435 864.46783</trace>
</ink>
</file>

<file path=ppt/ink/ink4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3180.3933 9302.184 874.14984, 3279.3674 9309.817 859.4829, 3353.011 9306.795 850.1519, 3440.085 9293.5 840.65814, 3515.6914 9284.034 819.2904, 3583.029 9271.675 797.45215</trace>
</ink>
</file>

<file path=ppt/ink/ink4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4238.461 8803.198 874.14984, 4156.4043 8799.8545 867.28265, 4038.4358 8832.8 861.8919, 3949.3655 8882.477 859.4417, 3870.5837 8975.394 858.14056, 3854.988 9083.892 855.5778, 3872.0537 9180.838 855.0542, 3940.4011 9283.69 853.2076, 4043.4048 9361.037 850.63165, 4178.4 9397.876 845.08386, 4259.718 9399.403 842.0732, 4333.354 9381.703 835.75604, 4396.4985 9371.375 825.0817, 4461.8413 9346.652 805.2958</trace>
</ink>
</file>

<file path=ppt/ink/ink4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4372.673 8577.749 874.14984, 4360.6753 8512.668 869.3994, 4392.9966 8434.679 867.67566, 4481.436 8418.094 866.7549, 4558.511 8498.177 865.059, 4553.5737 8568.639 861.96423, 4519.4253 8637.951 858.17737, 4463.8433 8704.828 857.11334, 4417.575 8772.133 860.58905, 4448.1836 8841.884 863.0814, 4525.176 8865.755 863.0621, 4623.109 8869.414 863.04834, 4689.0396 8868.692 857.95685</trace>
</ink>
</file>

<file path=ppt/ink/ink4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4804.725 9361.647 874.14984, 4886.2803 9271.83 865.1893, 4922.5107 9163.733 861.6931, 4932.382 9073.057 860.5712, 4931.686 8997.901 860.1975, 4924.108 8906.337 859.5746, 4908.212 8834.16 862.64825, 4889.4146 8901.059 855.0394, 4900.814 9021.522 844.5841, 4919.739 9094.32 840.1691, 4957.541 9202.0625 841.0949, 5005.074 9283.438 842.7779, 5093.546 9299.265 849.2104, 5141.5806 9235.275 851.6437, 5162.876 9172.288 849.97705, 5178.605 9099.86 845.8512, 5193.0405 8993.859 842.5398, 5186.238 8875.601 848.2275, 5173.3447 8797.629 854.0021, 5123.7954 8888.661 857.2708, 5112.0625 8990.048 849.7568, 5114.853 9056.802 839.8264, 5124.8867 9121.714 827.726, 5149.392 9212.765 782.856, 5205.7925 9282.741 636.00934</trace>
</ink>
</file>

<file path=ppt/ink/ink4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5147.609 8456.751 874.14984, 5211.9023 8421.508 868.2347, 5317.0635 8412.564 863.0428, 5421.562 8434.902 859.848, 5495.9307 8505.005 861.64667, 5441.507 8596.219 862.1619, 5451.765 8666.626 860.12787, 5534.219 8686.484 851.7351, 5630.5693 8733.61 853.919, 5666.4663 8816.212 857.6157, 5572.5977 8879.244 861.0031, 5490.24 8894.377 864.1031, 5426.411 8899.29 839.3396</trace>
</ink>
</file>

<file path=ppt/ink/ink4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6861.1094 9165.673 874.14984, 6947.945 9181.377 864.31573, 7082.541 9205.558 852.7415, 7167.5005 9222.278 846.6304, 7247.008 9234.789 837.30237, 7357.725 9239.889 812.8056, 7430.345 9241.694 766.44867</trace>
</ink>
</file>

<file path=ppt/ink/ink4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6905.2334 9346.652 874.14984, 7003.4575 9355.995 866.63385, 7077.1455 9362.368 856.8062, 7160.855 9368.0205 845.56555, 7245.0425 9369.522 834.5612, 7351.3394 9361.708 807.84863, 7416.8335 9355.675 765.8277</trace>
</ink>
</file>

<file path=ppt/ink/ink4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7307.8687 8985.212 874.14984, 7383.603 9031.269 862.16486, 7517.425 9101.124 848.73193, 7629.5386 9159.328 841.0574, 7714.2256 9217.906 846.69165, 7743.0483 9301.642 849.00476, 7683.8286 9400.075 847.4874, 7604.6846 9473.808 844.7228, 7518.7354 9541.411 832.8996, 7454.494 9590.309 794.5797</trace>
</ink>
</file>

<file path=ppt/ink/ink4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8856.82 9210.66 874.14984, 8802.675 9138.067 867.01276, 8704.852 9103.469 862.4637, 8591.202 9129.646 859.4853, 8516.287 9175.799 857.2597, 8462.952 9240.706 853.1804, 8432.931 9354.192 850.8122, 8431.851 9420.083 850.8441, 8442.713 9514.745 851.2875, 8503.315 9604.688 855.0082, 8599.639 9627.08 857.4195, 8671.634 9599.987 858.1157, 8747.428 9492.298 851.7733, 8778.276 9422.61 849.0924, 8815.409 9312.592 848.6827, 8824.359 9215.225 852.33746, 8806.417 9302.19 856.4808, 8818.536 9434.108 859.0377, 8842.8125 9506.173 859.92444, 8862.182 9574.908 861.33246, 8890.708 9640.788 861.3119</trace>
</ink>
</file>

<file path=ppt/ink/ink4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8320.894 8848.701 874.14984, 8420.198 8855.573 861.3524, 8497.714 8863.499 851.6404, 8588.416 8874.144 843.88947, 8677.58 8884.693 838.2351, 8814.101 8900.218 817.811, 8920.614 8910.196 771.0256, 8996.82 8905.841 702.5975, 9060.2705 8905.747 290.9666</trace>
</ink>
</file>

<file path=ppt/ink/ink4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8842.114 8712.709 874.14984, 8937.422 8747.003 862.53064, 9059.591 8805.396 857.37476, 9141.317 8861.257 858.10486, 9163.431 8941.884 859.53235, 9142.037 9021.431 856.92773, 9081.343 9099.452 851.8412, 9016.26 9163.136 658.93054</trace>
</ink>
</file>

<file path=ppt/ink/ink4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9065.492 9583.477 874.14984, 9060.637 9659.46 864.35736, 9049.961 9758.377 866.53906, 9046.385 9680.252 855.5075, 9052.115 9578.865 849.54816, 9055.197 9495.058 851.47363, 9127.493 9568.449 866.4004, 9207.166 9558.532 862.8844, 9246.225 9487.819 857.4935, 9275.41 9385.028 856.11505, 9293.669 9303.315 856.0873, 9283.729 9400.095 854.7339, 9267.086 9493.796 843.02625, 9255.296 9605.65 822.5852, 9252.165 9683.386 777.04474, 9252.104 9746.873 650.34265</trace>
</ink>
</file>

<file path=ppt/ink/ink4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9542.589 9226.173 874.14984, 9504.325 9314.605 862.5614, 9455.062 9447.008 851.22955, 9427.7295 9530.918 845.71906, 9403.73 9608.605 841.1908, 9384.363 9672.992 837.4153, 9361.574 9754.058 830.056, 9335.243 9846.671 818.6404, 9296.38 9978.788 775.55884, 9272.078 10061.419 710.7551, 9247.685 10125.588 182.73897</trace>
</ink>
</file>

<file path=ppt/ink/ink4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9513.173 9829.608 874.14984, 9521.864 9912.209 864.11194, 9530.355 10018.562 860.395, 9538.713 10107.559 855.59753, 9546.054 10176.871 844.4817, 9552.878 10241.677 826.78406, 9555.726 10306.653 222.16673</trace>
</ink>
</file>

<file path=ppt/ink/ink4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9497.545 9769.11 874.14984, 9561.531 9732.249 863.68756, 9638.83 9713.42 858.88556, 9712.088 9713.106 857.53986, 9784.721 9747.873 858.2398, 9786.693 9821.126 857.4612, 9714.273 9884.699 854.7868, 9600.582 9921.389 846.9033, 9501.826 9929.88 852.2796, 9553.249 10002.799 860.2501, 9609.831 10074.154 855.2756, 9674.414 10159.583 840.21783, 9742.73 10216.043 820.7175, 9806.017 10264.591 615.8566</trace>
</ink>
</file>

<file path=ppt/ink/ink5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10034.393 9467.649 874.14984, 10146.126 9469.411 860.09717, 10258.681 9475.524 852.1712, 10329.423 9480.081 841.61316, 10395.737 9487.1045 718.98303</trace>
</ink>
</file>

<file path=ppt/ink/ink5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10019.685 9739.637 874.14984, 10132.984 9739.637 860.2569, 10200.229 9738.406 853.86554, 10272.817 9736.915 849.1686, 10344.081 9737.917 841.53845, 10417.81 9738.434 824.1105, 10481.038 9742.624 758.08026</trace>
</ink>
</file>

<file path=ppt/ink/ink5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10600.656 9633.635 874.14984, 10687.493 9633.632 864.25446, 10813.877 9632.263 855.2026, 10883.252 9627.06 851.4564, 10968.946 9622.076 836.8335, 11033.017 9617.557 410.62277</trace>
</ink>
</file>

<file path=ppt/ink/ink5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11508.886 9346.652 874.14984, 11434.635 9338.007 868.6466, 11341.867 9346.686 863.89795, 11269.394 9378.722 865.2457, 11208.043 9462.472 863.87115, 11185.216 9582.255 859.46155, 11193.832 9686.033 854.6982, 11227.638 9775.248 851.2555, 11313.879 9867.104 849.999, 11397.634 9914.223 850.44885, 11516.476 9890.872 850.3266, 11596.253 9867.892 849.3916, 11661.195 9824.264 8.449261</trace>
</ink>
</file>

<file path=ppt/ink/ink5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11524.513 9120.17 874.14984, 11521.478 9029.258 867.6151, 11593.626 8954.655 867.78345, 11672.345 8959.802 867.6024, 11701.433 9039.131 862.8464, 11701.878 9104.811 858.6619, 11672.287 9177.124 859.8648, 11649.653 9262.217 862.0513, 11707.886 9332.812 859.639, 11833.098 9345.16 851.0025, 11919.92 9350.271 829.87366, 11982.908 9346.77 540.22174</trace>
</ink>
</file>

<file path=ppt/ink/ink5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11940.938 9875.63 874.14984, 12017.162 9783.3955 865.81976, 12059.474 9698.6 862.2385, 12084.046 9607.322 863.8292, 12104.716 9531.232 864.5666, 12116.717 9606.698 860.1857, 12132.947 9719.05 860.5951, 12157.274 9802.611 862.7519, 12233.441 9860.556 863.97205, 12318.841 9743.487 859.2496, 12347.806 9651.626 852.15656, 12359.341 9534.032 852.30054, 12361.287 9451.967 854.274, 12338.442 9575.253 855.0027, 12346.116 9684.37 845.83344, 12373.11 9797.699 827.0792, 12408.499 9871.708 781.2763</trace>
</ink>
</file>

<file path=ppt/ink/ink5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12254.405 9105.175 874.14984, 12341.24 9062.617 868.7195, 12450.051 9078.589 866.84845, 12515.974 9171.017 863.9517, 12487.842 9235.158 861.19934, 12422.784 9318.468 862.816, 12479.673 9388.075 864.7915, 12556.951 9397.013 865.4986, 12650.905 9386.475 865.99164, 12715.873 9377.677 864.5562</trace>
</ink>
</file>

<file path=ppt/ink/ink5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13178.261 8728.737 874.14984, 13088.153 8736.173 867.79895, 12968.838 8737.109 869.3346, 12883.747 8751.026 869.013, 12874.425 8838.49 866.71124, 12894.463 8912.584 862.2732, 12925.3125 9016.481 857.8206, 12949.207 9114.734 854.1028, 12960.936 9179.945 853.31726, 12973.036 9257.87 852.56537, 12986.64 9347.89 850.873, 13000.342 9448.522 847.76996, 13009.557 9517.57 844.9472, 13018.997 9602.112 841.21326, 13027.619 9701.83 837.33923, 13035.751 9811.772 833.33093, 13042.559 9913.355 830.2664, 13047.68 9993.624 827.496, 13052.258 10089.39 825.3144, 13056.8 10194.264 824.0021, 13061.631 10304.459 823.8666, 13065.184 10385.938 825.0317, 13069.291 10469.704 826.58685, 13075.829 10561.772 829.26245, 13083.956 10654.401 833.2041, 13090.81 10736.694 837.4855, 13099.999 10854.538 846.554, 13106.087 10939.61 856.18945, 13134.5625 11009.056 865.0737, 13236.184 11034.784 867.21704, 13329.577 11049.434 866.69946, 13439.73 11067.81 864.60986, 13504.716 11074.646 860.57935</trace>
</ink>
</file>

<file path=ppt/ink/ink5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13625.021 8999.689 874.14984, 13648.902 9120.325 856.85394, 13659.466 9192.945 850.3086, 13669.047 9275.208 845.2148, 13679.569 9360.497 842.2638, 13691.421 9444.847 841.3582, 13704.487 9523.409 843.4892, 13724.334 9634.558 846.1585, 13714.623 9703.437 857.4486, 13649.219 9658.858 860.6403, 13563.173 9618.115 861.16077, 13474.013 9606.12 861.4678, 13391.541 9639.366 860.78876, 13359.71 9711.191 859.76624, 13412.547 9800.12 856.3545, 13506.14 9860.894 846.6057, 13584.759 9879.911 839.263, 13674.025 9879.691 827.2669, 13746.95 9884.392 806.2262, 13811.954 9882.796 780.1586</trace>
</ink>
</file>

<file path=ppt/ink/ink5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13595.6045 8728.737 874.14984, 13674.119 8713.042 864.419, 13767.23 8726.242 861.482, 13848.301 8765.426 860.34735, 13883.4 8841.306 861.1587, 13843.065 8927.254 861.1309, 13791.941 9031.676 861.7371, 13784.896 9117.952 861.4869, 13862.939 9194.219 858.61426, 13926.44 9217.947 853.3912, 14005.985 9252.969 835.37396, 14072.146 9262.064 405.48935</trace>
</ink>
</file>

<file path=ppt/ink/ink5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13982.612 9392.673 874.14984, 14001.561 9462.098 865.7121, 14014.904 9551.713 862.7123, 14034.407 9652.462 861.3487, 14067.798 9746.74 861.6426, 14110.578 9811.743 862.3783, 14181.711 9828.1 864.6058, 14240.956 9749.168 863.00244, 14271.975 9660.544 857.82605, 14281.424 9550.141 855.8532, 14271.261 9446.104 857.4378, 14236.166 9525.966 860.59076, 14271.873 9638.5 858.56635, 14356.436 9732.854 852.0032, 14429.651 9797.825 835.7654</trace>
</ink>
</file>

<file path=ppt/ink/ink5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14524.058 9980.598 874.14984, 14445.97 9980.595 863.34375, 14309.083 9980.598 852.3858, 14226.561 9982.161 848.20825, 14140.499 9986.534 841.0261, 14055.837 9994.296 832.7632, 13974.471 10007.511 823.4797, 13908.862 10020.0205 809.90326, 13803.042 10050.188 753.99, 13738.211 10080.524 681.3774</trace>
</ink>
</file>

<file path=ppt/ink/ink5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13997.321 10207.079 874.14984, 14018.736 10291.756 866.6977, 14034.694 10419.578 855.7511, 14044.103 10508.883 849.94196, 14054.745 10607.645 853.8451, 14059.818 10705.271 857.2058, 13981.989 10669.302 862.1738, 13899.069 10630.699 865.2966, 13839.317 10707.144 860.83923, 13873.472 10787.935 854.8057, 13962.376 10856.018 853.73785, 14082.816 10857.195 854.0004, 14169.717 10821.352 853.2693, 14239.728 10735.152 853.1886, 14277.968 10633.188 857.4098, 14253.549 10712.822 854.8308, 14263.636 10805.145 852.03455, 14310.73 10891.522 853.80676, 14393.876 10920.996 855.39215, 14461.955 10883.448 855.8467, 14499.143 10777.151 852.128, 14499.639 10704.945 848.88446, 14482.159 10593.59 845.8422, 14416.635 10483.292 844.0991, 14328.791 10408.475 845.91724, 14252.009 10388.258 850.92676, 14188.244 10449.459 858.3805, 14212.983 10551.863 857.62213, 14259.762 10626.11 853.8994, 14333.383 10665.926 844.6081, 14396.4795 10692.377 802.25055</trace>
</ink>
</file>

<file path=ppt/ink/ink5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14489.126 10313.081 874.14984, 14553.12 10292.291 870.42065, 14626.797 10346.081 868.74725, 14606.859 10440.082 866.47125, 14576.741 10521.896 866.42755, 14618.447 10597.438 864.51074, 14703.316 10623.011 861.428, 14782.586 10632.231 855.43207, 14858.651 10604.511 836.2597</trace>
</ink>
</file>

<file path=ppt/ink/ink5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15010.346 9980.598 874.14984, 15109.266 9966.77 863.3098, 15226.327 9941.925 854.77625, 15319.57 9907.005 843.4062, 15382.6455 9883.384 820.69385</trace>
</ink>
</file>

<file path=ppt/ink/ink5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15100.432 9679.138 874.14984, 15106.932 9765.5205 863.7907, 15124.519 9889.485 856.92865, 15137.983 9965.268 853.181, 15155.649 10043.714 850.38904, 15178.296 10118.366 844.9708, 15196.127 10182.589 834.11224, 15219.017 10252.583 817.1978</trace>
</ink>
</file>

<file path=ppt/ink/ink5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15651.068 10056.092 874.14984, 15674.422 9944.516 860.08527, 15687.971 9818.65 856.31714, 15690.832 9722.243 858.6802, 15685.723 9659.034 862.4366, 15677.197 9757.388 857.39734, 15686.249 9843.22 853.0829, 15714.819 9952.711 849.6547, 15749.264 10029.002 850.216, 15826.232 10078.358 856.51117, 15898.369 9990.065 859.06604, 15925.392 9890.311 855.3264, 15941.712 9778.528 854.4026, 15946.446 9692.202 856.7269, 15932.745 9765.833 857.0618, 15958.177 9875.136 854.6711, 15999.888 9965.674 842.9502, 16063.513 10015.886 822.08417, 16127.543 10048.327 755.82983</trace>
</ink>
</file>

<file path=ppt/ink/ink5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15681.404 8894.722 874.14984, 15773.058 8880.851 868.39966, 15839.773 8868.53 865.49994, 15915.188 8851.627 861.54596, 15989.852 8831.711 857.75415, 16095.492 8800.588 856.72375, 16176.085 8780.329 858.6284, 16236.046 8887.337 857.6454, 16246.746 8954.605 854.32056, 16261.935 9068.153 848.2551, 16274.561 9174.413 842.1765, 16285.552 9279.732 842.61554, 16292.185 9354.658 842.27203, 16299.09 9442.241 841.61176, 16305.919 9531.309 840.4993, 16310.902 9596.751 840.1252, 16316.742 9682.157 838.9711, 16324.068 9781.792 837.78204, 16333.395 9890.002 836.2755, 16341.222 9974.177 835.13873, 16349.702 10055.614 832.9444, 16360.725 10147.984 832.22504, 16372.417 10245.68 832.5824, 16382.955 10340.275 834.2446, 16390.06 10404.374 836.1767, 16398.584 10479.137 838.9045, 16408.656 10556.138 841.9731, 16418.742 10630.3545 845.27704, 16433.719 10736.285 851.6388, 16446.256 10835.531 858.9825, 16431.639 10923.037 863.5539, 16342.8125 10983.622 861.7813, 16265.847 10995.318 859.18994, 16185.021 10997.74 855.0586, 16077.803 10995.24 843.1798, 15990.789 10995.779 824.4932, 15922.759 11003.345 767.0559</trace>
</ink>
</file>

<file path=ppt/ink/ink5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16500.465 9890.624 874.14984, 16544.332 9814.631 864.29266, 16591.924 9713.0 859.5789, 16638.348 9596.647 857.1636, 16667.396 9515.897 856.78613, 16680.781 9445.206 857.9643, 16640.756 9551.529 857.0602, 16651.549 9651.679 852.4134, 16698.588 9767.626 854.61816, 16756.693 9837.71 857.2305, 16830.613 9834.112 858.7861, 16915.777 9743.35 858.65045, 16952.559 9640.195 860.5146, 16965.164 9553.243 861.95276, 16932.068 9656.322 859.26636, 16936.645 9759.861 851.0819, 16966.043 9864.93 854.28094, 17031.057 9923.666 856.83606, 17118.164 9903.259 861.6738, 17191.496 9875.712 869.7396, 17217.314 9985.626 866.5482, 17211.299 10069.286 867.0217, 17143.357 9969.547 862.1065, 17134.867 9899.881 863.16705, 17211.979 9823.32 861.6439, 17296.568 9817.317 859.9319, 17386.63 9822.37 853.6396</trace>
</ink>
</file>

<file path=ppt/ink/ink5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17006.977 9180.669 874.14984, 16923.164 9200.437 864.37854, 16806.168 9215.757 858.02875, 16742.37 9224.052 852.5836, 16656.65 9241.676 838.048, 16586.354 9258.754 802.8385</trace>
</ink>
</file>

<file path=ppt/ink/ink5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16768.889 8999.689 874.14984, 16871.932 9016.842 862.3151, 16994.576 9056.454 854.1314, 17104.133 9107.17 853.09424, 17179.703 9178.028 858.5743, 17158.385 9246.321 859.27704, 17080.348 9324.382 860.67645, 17011.615 9384.556 860.8083</trace>
</ink>
</file>

<file path=ppt/ink/ink5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8000.0713 8418.487 874.14984, 8013.1333 8497.579 862.8383, 8019.318 8563.019 855.5923, 8025.529 8646.24 846.9393, 8031.8994 8747.349 837.8917, 8039.469 8866.103 828.817, 8048.821 9003.751 819.63184, 8060.309 9159.018 810.1264, 8075.465 9331.436 796.1681, 8088.7603 9476.629 777.07355, 8103.6465 9616.57 757.7459, 8117.903 9748.789 741.0003, 8130.9937 9869.108 725.9868, 8146.3164 10024.149 684.8231, 8160.807 10198.37 637.36816, 8173.4395 10381.31 583.9807, 8182.135 10509.335 525.30145, 8190.755 10646.986 462.27457, 8203.1 10788.8545 397.56427, 8224.127 10914.241 331.49826, 8237.71 10995.129 273.0083, 8247.961 11082.293 112.476395</trace>
</ink>
</file>

<file path=ppt/ink/ink5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7918.2573 8456.751 874.14984, 7999.0938 8455.603 871.4441, 8090.592 8456.484 863.9143, 8190.6597 8452.545 858.4463, 8254.025 8449.58 856.76294, 8320.545 8447.014 856.0675, 8423.689 8445.109 854.7318, 8490.775 8446.993 853.94684, 8564.382 8449.679 853.62726, 8629.209 8451.8 853.8675, 8762.239 8453.391 854.0663, 8849.594 8452.774 852.6119, 8947.742 8451.658 849.6994, 9015.035 8450.875 846.7255, 9097.624 8449.146 843.1536, 9193.976 8447.096 839.6509, 9299.261 8445.368 836.7539, 9395.796 8443.987 834.4642, 9473.829 8442.955 832.33496, 9569.994 8442.281 830.1712, 9678.634 8441.858 827.9189, 9798.948 8441.594 825.68066, 9887.381 8441.431 823.86487, 9987.508 8441.326 821.51056, 10108.812 8441.271 818.069, 10245.131 8440.334 813.62976, 10391.862 8439.179 808.81476, 10540.69 8438.922 804.81464, 10643.719 8438.814 801.31696, 10769.428 8439.113 798.30023, 10910.519 8439.857 795.37445, 11062.213 8440.341 792.71106, 11190.652 8440.655 790.5966, 11302.935 8440.86 790.48517, 11435.488 8440.992 790.6104, 11582.506 8442.375 790.9403, 11739.895 8446.769 791.06805, 11844.727 8449.796 790.4277, 11973.12 8453.786 789.2147, 12119.374 8458.024 787.63794, 12277.555 8462.055 786.36017, 12416.852 8465.107 786.36414, 12532.961 8467.395 786.1609, 12671.636 8469.0625 784.6694, 12824.229 8470.516 783.65936, 12987.483 8472.91 782.9592, 13104.259 8474.679 782.8219, 13235.474 8477.217 782.55774, 13387.785 8480.125 781.4943, 13554.751 8482.727 780.0198, 13711.695 8485.44 778.70496, 13833.391 8487.626 776.9122, 13979.982 8491.241 775.1368, 14141.59 8494.877 774.1264, 14313.295 8499.067 773.52856, 14443.568 8502.463 773.3228, 14576.062 8506.359 773.3872, 14729.923 8510.343 773.9666, 14899.138 8513.462 773.81323, 15068.244 8516.588 773.5755, 15187.252 8518.783 772.9721, 15329.889 8522.223 772.8474, 15483.323 8526.629 773.6093, 15642.159 8532.229 775.6181, 15769.07 8536.526 779.1157, 15886.08 8540.28 782.6793, 16021.498 8543.431 786.37537, 16168.606 8545.457 789.0601, 16319.972 8547.665 791.4711, 16418.918 8549.104 793.56055, 16537.234 8552.057 795.7448, 16660.875 8556.516 799.10944, 16780.525 8562.138 804.63666, 16874.447 8567.279 811.37085, 16950.82 8572.023 818.4137, 17026.41 8578.027 825.5466, 17096.592 8584.489 832.47864, 17197.441 8597.834 846.7024, 17290.03 8627.228 858.64856, 17356.877 8672.47 864.68555, 17410.809 8767.795 863.9807, 17443.574 8858.419 861.1566, 17460.523 8925.719 859.01306, 17479.887 9009.059 855.18976, 17498.695 9095.59 850.4011, 17513.082 9163.272 845.638, 17530.828 9254.715 839.3756, 17549.049 9362.324 832.83923, 17565.678 9482.596 826.60596, 17577.85 9576.502 821.36945, 17588.867 9672.197 816.55804, 17600.525 9785.808 812.702, 17612.582 9911.837 809.6217, 17624.95 10040.592 807.4691, 17633.469 10129.677 805.9367, 17645.496 10240.995 804.577, 17660.705 10365.358 804.0442, 17675.717 10494.892 804.4685, 17688.344 10621.339 806.65314, 17696.324 10725.469 811.3718, 17701.352 10805.934 816.4397, 17702.6 10885.234 823.0776, 17700.09 10957.3545 829.8076, 17692.521 11021.757 836.5864, 17665.215 11123.625 848.44775, 17622.154 11193.296 857.93567, 17522.793 11241.064 863.0329, 17454.027 11253.939 863.1165, 17335.932 11266.843 858.1172, 17265.537 11271.994 855.1162, 17183.041 11276.396 851.565, 17089.367 11279.184 848.97125, 16987.48 11281.609 845.84467, 16910.799 11283.232 842.278, 16831.203 11284.378 838.7506, 16739.422 11285.272 835.7908, 16640.404 11288.422 834.10645, 16543.215 11293.568 834.4895, 16472.225 11297.667 834.9778, 16382.184 11304.337 834.6953, 16275.559 11311.223 833.26025, 16154.939 11316.619 830.0797, 16057.173 11320.248 826.58813, 15958.8955 11322.837 822.8518, 15839.648 11324.15 818.087, 15708.874 11324.637 813.51984, 15577.045 11324.915 810.06067, 15488.283 11325.055 806.72815, 15380.799 11325.139 805.0589, 15260.982 11326.422 805.56464, 15130.921 11329.056 806.5126, 15019.875 11331.381 807.6922, 14919.398 11333.55 808.3106, 14794.225 11334.771 807.4174, 14648.385 11333.553 804.95105, 14487.457 11331.296 801.2043, 14380.634 11329.798 797.2805, 14247.575 11328.124 792.6114, 14096.857 11326.852 788.0234, 13935.324 11327.295 783.9427, 13792.557 11329.561 781.17944, 13675.337 11332.322 778.9214, 13533.649 11337.41 777.9713, 13372.896 11343.1045 777.0363, 13196.562 11347.75 775.70685, 13070.697 11350.848 774.2871, 12925.405 11353.172 770.4134, 12754.858 11354.689 762.60144, 12569.863 11355.312 753.875, 12398.989 11355.698 748.1503, 12267.857 11355.925 742.8283, 12113.163 11356.055 743.384, 11943.708 11356.091 746.0843, 11764.704 11356.086 749.38574, 11631.005 11356.068 752.6944, 11491.493 11356.059 755.846, 11330.569 11354.762 758.76465, 11155.257 11351.901 761.9739, 10970.89 11347.479 764.1453, 10782.994 11341.728 766.9418, 10659.771 11337.931 769.3257, 10512.455 11332.344 746.60364, 10350.781 11324.494 714.76416, 10181.082 11315.722 674.92145, 10036.631 11308.224 627.8077, 9914.57 11301.845 574.0024, 9775.8545 11293.682 514.53094, 9629.581 11285.279 450.45447, 9481.327 11277.655 383.18753, 9380.173 11272.504 313.4672, 9269.932 11267.555 244.36386, 9153.535 11262.36 188.42744, 9036.053 11256.294 141.75388, 8934.95 11250.7 103.571594, 8856.508 11246.217 73.144035, 8769.71 11241.672 49.74756, 8681.49 11238.224 32.64618, 8594.912 11234.736 21.06222, 8471.734 11228.937 10.911275, 8377.317 11224.125 10.23, 8309.784 11215.194 10.23</trace>
</ink>
</file>

<file path=ppt/ink/ink5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4416.798 95.5106 874.14984, 4418.1465 185.61601 863.63416, 4414.494 274.09833 853.04254, 4403.499 391.37576 848.6608, 4392.091 468.00323 851.95636, 4365.0034 531.3931 239.95758</trace>
</ink>
</file>

<file path=ppt/ink/ink5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4610.761 201.51273 874.14984, 4533.4507 269.111 865.5595, 4447.121 328.81128 864.45184, 4451.3057 407.37686 867.09326, 4514.399 453.56027 865.12537</trace>
</ink>
</file>

<file path=ppt/ink/ink5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4879.185 306.99774 874.14984, 4814.855 377.60193 863.4568, 4747.705 442.2266 853.4424, 4675.637 505.718 848.0897, 4585.2837 585.34216 836.63403, 4505.9536 658.7443 813.6941, 4435.024 721.74615 766.3217, 4370.128 776.39453 634.6053</trace>
</ink>
</file>

<file path=ppt/ink/ink5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4715.557 608.97455 874.14984, 4728.4863 684.1358 868.80994, 4740.376 797.6605 868.5404, 4742.1045 888.9616 869.6519, 4737.5967 772.19965 863.0504, 4770.584 676.0188 857.85767, 4831.864 590.1749 850.06793, 4913.1396 532.2829 834.87915, 5008.2935 512.5435 815.56525, 5073.1484 502.97244 777.63025</trace>
</ink>
</file>

<file path=ppt/ink/ink5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5102.5654 472.98157 874.14984, 5099.0835 400.15323 871.9829, 5143.4883 326.27347 869.2593, 5212.664 343.54242 866.34235, 5186.377 427.5429 860.7615, 5140.2905 521.46747 860.23456, 5210.9595 581.04346 862.6823, 5287.0044 580.66785 864.05023, 5352.5854 578.3647 841.41754</trace>
</ink>
</file>

<file path=ppt/ink/ink5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4610.761 3884.1816 874.14984, 4617.215 3805.7769 871.3077, 4617.665 3707.5544 860.6539, 4611.544 3599.9084 856.273, 4606.941 3533.3147 854.3093, 4603.0503 3462.4514 852.8241, 4599.2627 3388.4463 853.3472, 4593.0957 3278.1392 852.2251, 4588.147 3214.0376 852.30084, 4580.6943 3144.1633 853.3694, 4574.529 3077.3005 854.23334, 4565.6533 2955.9631 855.20776, 4561.6045 2879.49 855.396, 4557.0283 2801.3652 855.5526, 4549.5615 2688.7683 855.6234, 4538.067 2573.6785 857.1195, 4527.5186 2483.7983 859.05084, 4519.914 2395.1157 860.85895, 4515.48 2324.655 862.6801, 4524.927 2253.8315 864.2329, 4629.399 2189.5872 865.19806, 4720.7646 2176.458 864.9715, 4791.652 2172.7773 864.11786, 4870.0215 2169.774 862.4308, 4949.0127 2167.7405 860.4336, 5015.6055 2166.613 859.03064, 5123.5625 2165.7861 857.236, 5246.241 2165.5378 857.7478, 5344.1763 2165.4207 857.9821, 5471.905 2165.396 857.95917, 5543.472 2164.2644 857.9653, 5657.8696 2160.7812 857.23114, 5732.014 2157.81 856.5853, 5813.1577 2155.3281 855.7304, 5879.8735 2152.9417 855.026, 5942.746 2150.3296 854.4103, 6018.2695 2146.2473 854.0469, 6102.5317 2143.41 853.6097, 6191.228 2141.5657 852.84406, 6323.6914 2140.1653 850.876, 6409.054 2141.7021 849.41693, 6503.2363 2142.7192 847.8113, 6604.7734 2141.7358 846.0532, 6699.2188 2140.2136 844.7786, 6772.798 2138.8474 843.53687, 6859.9414 2136.1577 841.76843, 6955.244 2133.311 840.4674, 7056.19 2131.8274 839.87726, 7131.5664 2131.0535 839.68604, 7208.127 2131.087 839.8985, 7294.8906 2131.2698 840.67816, 7388.9194 2131.7551 841.63696, 7482.068 2132.0933 842.6201, 7549.7646 2132.3252 843.1972, 7635.017 2131.5635 843.44, 7732.293 2128.8916 842.95416, 7836.413 2125.8862 841.50696, 7917.7817 2123.729 840.0059, 7995.781 2121.9724 838.48883, 8083.9326 2120.4558 838.6296, 8177.58 2119.4685 839.2384, 8271.541 2118.8213 840.6059, 8335.101 2118.401 841.65674, 8413.814 2119.4119 843.08124, 8504.539 2122.0986 843.8213, 8602.074 2125.3433 844.00635, 8682.289 2127.7244 844.2685, 8754.366 2129.569 844.51807, 8838.71 2131.1409 845.16296, 8930.204 2132.5337 845.24567, 9023.746 2133.4392 845.73303, 9156.296 2134.4104 847.0933, 9235.589 2135.9268 847.9219, 9319.8545 2138.351 848.9699, 9408.018 2139.9075 850.1869, 9490.153 2140.9167 851.3051, 9621.803 2143.088 853.04565, 9695.392 2144.621 853.9166, 9767.218 2146.1677 854.81287, 9871.576 2148.2659 856.61993, 9987.479 2147.599 860.1376, 10086.062 2146.7922 862.40295, 10185.3125 2146.998 863.964, 10263.646 2153.1313 865.9061, 10341.722 2198.3496 867.69104, 10363.049 2304.3862 866.862, 10354.353 2367.9158 865.9872, 10342.044 2434.4028 864.0877, 10317.388 2548.5732 858.2868, 10301.29 2618.5483 854.56445, 10285.249 2692.2595 852.10846, 10260.429 2805.0657 852.16705, 10246.543 2871.6252 852.2025, 10231.723 2945.5095 852.181, 10216.598 3019.5684 852.2702, 10194.137 3138.7153 853.02985, 10182.985 3215.791 853.6709, 10173.216 3299.2559 854.31177, 10165.864 3366.242 854.59845, 10151.965 3496.0515 853.88, 10143.83 3563.7249 854.25775, 10130.621 3662.6294 857.39874, 10112.062 3764.556 862.159, 10078.484 3854.3862 865.7332, 9994.672 3906.307 866.31964, 9908.327 3927.2305 864.2442, 9815.618 3933.6897 858.55096, 9722.711 3934.6472 851.41095, 9586.861 3938.5803 847.9545, 9502.398 3940.7524 847.37225, 9373.779 3944.7783 846.5487, 9287.404 3948.262 844.76294, 9189.0 3953.0967 842.7682, 9099.535 3957.8423 841.32574, 9022.6875 3962.099 840.00586, 8925.002 3967.79 837.3746, 8812.037 3974.2192 833.64056, 8688.196 3979.67 828.8511, 8602.432 3983.2825 824.60065, 8501.598 3986.2812 820.0408, 8385.647 3989.4937 816.4653, 8260.272 3993.3914 813.92505, 8142.7583 3996.8257 812.539, 8053.086 3999.385 811.1878, 7943.8525 4001.9502 810.37024, 7820.009 4003.5789 810.5394, 7685.3926 4005.884 810.5184, 7586.2456 4007.738 810.17596, 7479.746 4010.221 809.34955, 7355.685 4013.1082 808.0127, 7220.6143 4015.5198 807.02637, 7092.201 4016.3499 806.3573, 6997.364 4016.6716 805.2893, 6884.375 4016.3254 805.6215, 6761.3965 4016.638 806.66327, 6630.978 4017.209 807.5161, 6528.46 4017.3123 808.54974, 6426.336 4016.8918 809.22284, 6306.384 4015.132 809.6416, 6176.328 4012.688 809.3426, 6041.3325 4010.3577 808.49615, 5903.5894 4008.3032 808.6812, 5808.495 4006.9062 809.4111, 5704.1787 4006.0693 810.6693, 5591.391 4004.2336 812.78766, 5475.394 4001.2004 815.18, 5373.048 3998.9912 818.44586, 5292.7793 3997.4365 821.8745, 5200.8945 3997.7288 825.9011, 5102.4185 3998.8545 830.4156, 5001.268 4000.513 834.9971, 4927.0337 4001.82 838.5087, 4854.433 4002.8154 839.1792, 4779.7764 4002.5444 837.1298, 4711.6157 4000.5964 832.35565, 4615.6924 3996.3394 815.09216, 4531.403 3986.7776 769.93176, 4467.539 3976.8896 591.31323</trace>
</ink>
</file>

<file path=ppt/ink/ink5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8976.325 4170.129 874.14984, 8964.273 4284.49 864.8732, 8955.577 4362.2554 855.31195, 8947.076 4451.209 846.1597, 8936.367 4581.482 833.3576, 8930.606 4673.0493 828.0995, 8925.938 4751.524 827.4688, 8921.396 4830.914 823.98145, 8916.175 4928.6025 821.1766, 8910.203 5036.735 819.46027, 8905.073 5150.5767 818.27466, 8901.147 5267.3105 814.7251, 8896.032 5382.8057 809.51154, 8891.733 5471.7686 799.9542, 8887.335 5552.3833 782.3904, 8882.547 5638.1333 756.7717, 8879.776 5724.604 722.0004, 8879.625 5808.1606 679.9234, 8882.165 5883.6807 630.7851, 8883.545 5957.596 509.10434, 8887.028 6020.8726 358.4272</trace>
</ink>
</file>

<file path=ppt/ink/ink5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8856.82 4231.145 874.14984, 8937.104 4210.7485 871.13837, 9065.549 4202.463 858.16797, 9174.84 4203.939 849.224, 9241.323 4206.858 846.5098, 9319.428 4208.7007 844.00165, 9406.752 4208.407 843.91254, 9471.165 4207.9326 842.13763, 9546.793 4206.6045 839.9999, 9636.682 4206.1675 837.9381, 9736.749 4206.269 836.474, 9844.073 4205.589 835.5182, 9951.999 4204.6465 834.7353, 10027.238 4203.9507 833.8826, 10121.678 4203.103 832.62103, 10231.174 4202.5527 830.6809, 10353.044 4200.93 827.12415, 10457.9 4198.8716 823.17804, 10551.413 4196.537 819.5161, 10662.846 4192.2627 816.12164, 10777.968 4188.3877 813.7276, 10859.842 4185.687 811.7817, 10963.093 4183.02 810.6786, 11081.665 4180.0044 810.8245, 11211.276 4175.663 810.37946, 11316.303 4171.914 809.67816, 11417.564 4168.037 809.1709, 11537.499 4162.7793 808.29047, 11670.2295 4158.091 807.14014, 11811.255 4153.796 806.0623, 11953.869 4150.1025 805.859, 12051.672 4147.611 805.8392, 12158.929 4145.547 806.2125, 12278.175 4143.8555 807.2247, 12406.175 4141.5034 808.7219, 12524.548 4138.649 810.1525, 12619.059 4136.1343 811.06665, 12734.222 4133.2515 810.8731, 12862.4795 4130.666 810.51514, 12945.419 4128.9985 810.2606, 13052.776 4127.5596 809.394, 13174.666 4128.0933 808.84357, 13301.244 4130.465 809.46136, 13430.126 4133.2954 810.1268, 13551.326 4135.578 811.39716, 13640.764 4137.2046 812.6646, 13750.832 4138.6377 814.11536, 13875.783 4140.8716 814.9039, 14009.761 4142.883 813.9684, 14113.103 4144.4985 812.69604, 14211.552 4146.163 811.8688, 14318.542 4148.5093 812.655, 14426.25 4151.8413 815.632, 14527.168 4156.125 821.0149, 14595.928 4159.1543 825.75604, 14677.0 4162.955 830.50653, 14767.149 4165.9707 834.7797, 14834.663 4168.0005 838.719, 14909.274 4169.5923 842.7923, 14998.322 4169.1562 845.14166, 15092.952 4168.131 845.87195, 15178.977 4167.7505 846.8978, 15303.684 4169.7607 850.0232, 15367.796 4179.2734 853.17554, 15463.844 4207.747 857.5991, 15550.618 4263.4346 860.01385, 15617.898 4339.7065 863.13324, 15665.447 4427.2197 864.10266, 15681.118 4490.401 863.26447, 15691.331 4566.765 861.65076, 15696.509 4649.6914 859.76636, 15699.1455 4775.28 854.1709, 15694.556 4851.163 850.7227, 15686.247 4933.5493 850.3292, 15676.658 5010.061 850.2255, 15658.141 5138.4985 850.29675, 15645.617 5215.5864 850.27515, 15632.255 5296.037 850.55585, 15612.807 5416.483 852.0617, 15603.478 5481.495 853.4226, 15588.0205 5586.346 855.8858, 15569.029 5697.151 860.09875, 15540.604 5803.922 864.1861, 15493.386 5871.511 865.2162, 15421.773 5907.2383 865.70105, 15287.452 5920.3975 860.82776, 15197.931 5919.4897 854.4319, 15123.591 5917.825 846.4976, 15052.736 5915.4165 839.1198, 14965.718 5912.3706 832.7084, 14866.304 5909.9287 831.1437, 14756.745 5908.3076 828.87335, 14640.576 5907.5713 826.6236, 14558.306 5907.1445 824.588, 14465.493 5908.091 822.2959, 14357.442 5910.5674 820.4792, 14237.843 5912.5845 819.24225, 14121.527 5913.9077 818.57965, 14031.532 5914.782 817.6546, 13918.797 5916.2837 816.1442, 13790.333 5917.9995 812.8844, 13703.71 5919.14 810.3197, 13595.645 5920.2188 807.6129, 13470.707 5921.1025 804.8195, 13335.243 5921.6597 802.9822, 13191.42 5921.997 801.7193, 13050.185 5922.212 800.8079, 12949.926 5922.352 799.9667, 12825.603 5922.442 799.22675, 12683.563 5921.2046 797.67896, 12529.044 5918.5547 795.42596, 12403.22 5916.314 793.13715, 12284.634 5914.088 790.95215, 12147.629 5911.9043 789.6533, 12015.944 5910.3506 789.4123, 11915.451 5909.2905 788.95294, 11792.7295 5907.319 788.8388, 11655.68 5903.836 789.5431, 11509.673 5900.2866 790.4614, 11356.574 5897.264 791.48145, 11226.373 5895.2275 792.7325, 11113.282 5893.8247 793.6475, 10981.901 5891.6377 794.94635, 10841.878 5888.024 795.538, 10698.941 5884.394 797.0607, 10602.782 5881.9507 798.905, 10493.97 5881.1978 803.17316, 10374.443 5882.3887 806.71106, 10247.955 5884.832 809.8821, 10136.283 5886.877 812.3196, 10044.799 5888.494 814.37573, 9937.127 5891.0137 815.6496, 9821.975 5894.6436 817.12366, 9746.862 5897.076 818.5778, 9655.37 5900.1406 815.0809, 9556.811 5904.1533 808.9803, 9457.182 5908.9517 795.0781, 9360.477 5913.332 772.9511, 9277.028 5917.5166 742.82684, 9150.742 5924.6084 660.2914, 9085.008 5928.41 608.7478, 9019.418 5931.5894 550.7622, 8909.01 5934.8486 421.0847, 8841.561 5936.4624 208.24422</trace>
</ink>
</file>

<file path=ppt/ink/ink5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12626.705 5484.038 874.14984, 12550.26 5493.8433 874.14984, 12440.398 5473.392 870.4415, 12335.553 5411.898 867.9754, 12266.035 5335.901 864.987, 12225.673 5263.5845 862.2458, 12204.883 5185.1704 859.6114, 12198.524 5091.733 859.04834, 12205.659 4999.814 860.39465, 12229.845 4886.1235 860.8907, 12260.812 4787.935 859.9891, 12315.523 4676.055 859.2675, 12365.055 4598.9775 860.194, 12443.3955 4532.7563 862.4156, 12510.274 4501.732 864.2071, 12587.104 4502.2856 865.53156, 12676.229 4560.9766 864.42725, 12737.68 4652.728 860.7516, 12756.669 4771.1836 853.95245, 12749.073 4881.5625 849.7596, 12734.605 4954.028 846.5817, 12711.761 5042.93 842.7138, 12676.39 5148.1655 837.4376, 12653.169 5216.22 831.15027, 12633.334 5279.3247 818.7696, 12606.321 5342.66 787.0094</trace>
</ink>
</file>

<file path=ppt/ink/ink5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14832.009 5528.5073 874.14984, 14753.091 5430.62 869.244, 14700.888 5325.837 867.6192, 14655.089 5208.9956 864.6747, 14625.338 5117.675 861.92065, 14606.853 5042.1187 861.5197, 14602.822 4939.5195 862.8445, 14612.794 4838.2856 863.3057, 14637.51 4743.186 864.2809, 14671.945 4668.6353 865.84564, 14746.918 4612.3823 866.4295, 14878.364 4606.6685 864.51794, 14989.069 4630.6465 862.2812, 15077.4 4684.156 863.4845, 15152.024 4768.727 862.2444, 15203.937 4851.6226 860.5787, 15248.9375 4953.0737 861.04065, 15279.094 5055.955 862.87726, 15297.135 5158.7466 863.24945, 15298.911 5272.717 863.4858, 15280.394 5377.2734 864.1907, 15243.017 5462.122 863.2605, 15157.649 5529.1133 862.5796, 15088.698 5546.045 861.3394, 14966.399 5554.381 856.4066, 14869.535 5535.6465 847.21857, 14806.611 5523.2915 836.204, 14727.78 5509.364 804.05975</trace>
</ink>
</file>

<file path=ppt/ink/ink5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14832.009 4698.588 874.14984, 14843.831 4592.9937 861.67676, 14855.166 4521.176 853.45935, 14869.653 4443.952 844.9934, 14901.403 4302.214 830.92426, 14931.139 4198.087 824.7256, 14952.056 4126.2617 820.1855, 14982.767 4031.0403 813.58984, 15020.65 3918.263 807.1525, 15064.163 3794.2698 803.014, 15104.503 3685.909 800.5859, 15139.718 3594.8352 799.4063, 15184.028 3490.0435 801.0969, 15233.349 3380.794 802.52435, 15279.899 3276.3005 811.50745, 15317.108 3178.975 821.8939, 15336.701 3087.7195 830.62, 15356.796 3008.832 849.56635, 15367.938 2932.748 872.3699</trace>
</ink>
</file>

<file path=ppt/ink/ink5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12477.784 4669.1147 874.14984, 12528.452 4594.268 863.4045, 12622.253 4486.47 850.3233, 12683.438 4422.188 844.3377, 12780.198 4325.354 835.8916, 12847.062 4264.4126 835.32556, 12967.96 4154.844 828.962, 13044.399 4086.0186 825.4243, 13135.59 4004.3435 819.7593, 13241.507 3913.265 812.6687, 13319.566 3847.5027 806.1808, 13411.232 3775.1953 799.6445, 13522.585 3693.4192 793.9169, 13645.508 3607.5383 790.2759, 13774.211 3519.9949 786.94073, 13901.888 3434.1985 786.6836, 13988.645 3376.0115 786.76306, 14091.807 3305.4539 787.02783, 14208.196 3224.1348 788.0111, 14337.032 3130.5195 788.4101, 14479.674 3020.0469 786.1844, 14571.837 2948.643 772.3811, 14660.046 2882.4956 756.4972, 14727.214 2827.2632 727.5255</trace>
</ink>
</file>

<file path=ppt/ink/ink5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15189.602 2178.3232 874.14984, 15113.154 2193.068 868.83466, 15014.568 2235.301 862.86615, 14949.328 2282.6748 860.61475, 14899.886 2349.5854 860.34265, 14872.336 2443.1018 858.6032, 14870.82 2561.1292 856.5965, 14888.181 2650.736 856.1714, 14951.358 2730.406 856.92426, 15049.142 2766.2656 856.5238, 15156.357 2763.824 853.9481, 15232.815 2738.828 849.98456, 15295.62 2721.6855 842.4553, 15367.938 2691.27 824.1163</trace>
</ink>
</file>

<file path=ppt/ink/ink5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15458.024 2495.8123 874.14984, 15386.216 2573.7874 864.35706, 15339.776 2653.2593 866.8012, 15376.835 2725.338 866.20465, 15464.097 2728.0935 865.2534, 15533.93 2658.192 865.64545, 15523.094 2582.4658 864.6788, 15511.91 2498.3274 864.53314, 15554.287 2434.758 864.3536, 15643.301 2431.3066 860.1075, 15731.0625 2483.218 859.4289, 15768.959 2555.1611 858.77216, 15749.924 2667.1523 857.74426, 15741.284 2568.912 845.36176, 15782.37 2504.8704 838.47363, 15855.208 2414.8696 839.18256, 15925.204 2389.247 844.43964, 15959.602 2470.5032 848.32935, 15934.1455 2571.0513 844.64197, 15891.039 2643.029 834.1041, 15838.561 2705.8542 527.3622</trace>
</ink>
</file>

<file path=ppt/ink/ink5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16380.961 2419.801 874.14984, 16288.457 2448.871 862.1989, 16174.521 2511.3206 855.1591, 16077.017 2580.55 854.1722, 16026.459 2666.3987 858.01465, 16099.352 2690.18 858.59296, 16186.793 2653.0781 856.08527, 16266.046 2560.2756 843.75397, 16320.805 2489.3374 812.1073, 16350.908 2423.9475 394.2506</trace>
</ink>
</file>

<file path=ppt/ink/ink5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16396.588 2012.3392 874.14984, 16383.772 2109.417 862.46, 16363.348 2241.2449 855.8254, 16350.882 2320.092 852.3592, 16331.816 2440.2332 847.3557, 16313.241 2551.0073 844.40045, 16293.925 2653.6777 834.18756, 16281.245 2718.5667 819.18134</trace>
</ink>
</file>

<file path=ppt/ink/ink5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16798.305 2374.2979 874.14984, 16787.906 2470.2397 863.67505, 16765.309 2577.1252 856.84247, 16740.506 2673.7207 844.63684, 16723.457 2741.339 823.3812</trace>
</ink>
</file>

<file path=ppt/ink/ink5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16738.555 2117.8245 874.14984, 16745.447 2182.6633 867.1546</trace>
</ink>
</file>

<file path=ppt/ink/ink5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16989.512 2505.637 874.14984, 16968.906 2592.0503 862.34863, 16936.05 2696.7322 864.96454, 16931.635 2598.0532 845.7382, 16969.64 2480.6184 828.9924, 17026.113 2380.1538 813.9428, 17101.6 2318.3694 824.5404, 17173.627 2313.216 831.4621, 17211.148 2396.5073 835.9738, 17211.562 2467.8735 835.68475, 17195.7 2588.114 830.7307, 17180.342 2671.4475 801.1513</trace>
</ink>
</file>

<file path=ppt/ink/ink5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17379.277 2344.307 874.14984, 17365.543 2458.1472 861.192, 17346.62 2571.0193 852.8685, 17331.006 2642.7493 842.1652, 17312.957 2708.6028 719.21277</trace>
</ink>
</file>

<file path=ppt/ink/ink5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17364.568 2012.3392 874.14984, 17342.766 2094.3342 864.6466, 17300.69 2165.527 860.3028, 17252.807 2230.1606 421.09204</trace>
</ink>
</file>

<file path=ppt/ink/ink5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17662.408 1891.3417 874.14984, 17654.445 1987.3607 861.7209, 17642.174 2056.6035 857.3192, 17623.98 2136.3267 850.5483, 17603.031 2224.2573 845.8993, 17585.8 2299.3167 842.4573, 17571.291 2364.1846 839.8156, 17556.707 2429.9194 833.7969, 17528.016 2549.2683 814.5796, 17509.693 2622.7432 786.3376, 17487.135 2687.477 377.7853</trace>
</ink>
</file>

<file path=ppt/ink/ink5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17439.03 2419.801 874.14984, 17561.188 2360.3687 853.41113, 17629.295 2338.8584 855.2874, 17697.508 2329.7637 857.6175, 17796.492 2366.7317 860.23944, 17835.658 2436.374 859.41656, 17841.834 2514.4766 856.5827, 17812.805 2598.3328 852.41315, 17774.559 2669.0354 829.9254</trace>
</ink>
</file>

<file path=ppt/ink/ink5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17871.082 2027.8517 874.14984, 17837.844 2144.1057 862.50635, 17811.33 2223.309 853.61865</trace>
</ink>
</file>

<file path=ppt/ink/ink5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18228.674 2359.3022 874.14984, 18148.229 2416.439 862.8542, 18049.998 2488.3088 850.98694, 17976.879 2552.3196 844.2658, 17908.6 2632.2983 848.7998, 17999.354 2634.2783 852.3468, 18081.045 2569.559 856.8529, 18143.027 2483.2373 860.98486, 18189.525 2384.6953 860.09, 18195.178 2457.216 862.84283, 18189.053 2553.6448 863.1938, 18216.227 2636.2393 863.5048, 18241.682 2701.7888 842.0662</trace>
</ink>
</file>

<file path=ppt/ink/ink5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18482.39 1770.8612 874.14984, 18479.285 1841.7557 859.29205, 18470.031 1913.3314 846.5351, 18451.994 2002.6929 835.3035, 18424.18 2104.6067 826.1949, 18390.791 2211.096 806.73926, 18369.82 2277.8699 781.33405, 18344.674 2354.839 751.0407, 18324.719 2426.1326 716.522, 18301.8 2505.7485 620.73596, 18284.033 2569.6409 413.6875</trace>
</ink>
</file>

<file path=ppt/ink/ink5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18497.096 2570.7898 874.14984, 18574.633 2485.796 857.01385, 18650.018 2413.0068 853.6882, 18710.008 2324.1614 857.5636, 18653.195 2260.1765 855.87286, 18571.096 2286.395 854.8177, 18513.424 2365.5715 854.0589, 18503.58 2433.331 855.4884, 18537.727 2501.4285 858.5598, 18629.053 2491.379 856.25885, 18726.4 2446.5393 852.3253, 18833.637 2411.761 856.55853, 18924.55 2417.786 859.0415, 18976.596 2496.6829 859.57983, 18942.219 2601.5852 856.27905, 18815.496 2692.0154 841.64154, 18752.36 2731.378 816.1934, 18660.725 2766.7642 766.569</trace>
</ink>
</file>

<file path=ppt/ink/ink5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14638.046 2888.2786 874.14984, 14734.216 2881.7478 861.68317, 14807.148 2878.6008 853.3012, 14919.944 2875.1072 842.60834, 15041.849 2873.3582 834.4817, 15134.384 2874.249 830.28864, 15246.028 2876.958 823.6533, 15359.318 2880.074 818.0919, 15447.313 2882.6086 813.3661, 15564.407 2884.8276 808.31573, 15703.251 2885.3713 802.6569, 15861.658 2882.422 795.40594, 15987.915 2879.275 788.4191, 16116.778 2874.7998 781.5115, 16272.431 2869.504 776.4675, 16445.37 2865.1274 770.9571, 16624.223 2861.918 763.9322, 16746.197 2859.782 756.3119, 16902.9 2858.387 752.8258, 17083.195 2857.84 745.8159, 17278.459 2857.4963 737.7072, 17437.943 2857.3176 730.99396, 17583.143 2857.2178 698.2715, 17747.336 2858.4705 657.9346, 17920.596 2861.334 610.0033, 18094.207 2864.492 555.8717, 18207.297 2866.5732 496.71082, 18333.385 2868.6367 433.165, 18457.996 2870.3435 365.1764, 18572.5 2871.633 297.54892, 18661.256 2872.471 232.04036, 18729.523 2873.015 172.75172, 18828.033 2873.582 93.13799, 18903.633 2872.6426 28.352633</trace>
</ink>
</file>

<file path=ppt/ink/ink5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6443.7646 7414.8286 874.14984, 6513.601 7414.827 871.65656, 6622.6465 7414.8286 868.6573, 6721.2104 7414.8286 866.0906, 6784.413 7414.641 864.987, 6855.5225 7413.045 863.887, 6962.4224 7409.6826 861.5361, 7028.52 7408.18 859.8933, 7095.961 7407.2046 858.79193, 7162.9287 7405.837 857.79504, 7269.405 7403.528 858.2105, 7381.9277 7405.0474 859.03046, 7446.5903 7407.9434 859.1137, 7515.0293 7410.3765 858.8094, 7624.453 7413.528 858.3739, 7752.039 7415.5723 858.0685, 7855.366 7416.4546 857.1069, 7923.169 7417.958 856.52435, 7997.553 7419.646 855.98456, 8062.1147 7421.0225 855.62213, 8182.733 7424.174 855.3966, 8255.539 7426.4023 855.38617, 8333.465 7428.212 855.34265, 8450.568 7430.5503 855.2303, 8524.005 7431.2754 855.1108, 8606.559 7431.729 854.79736, 8683.477 7432.7812 854.3274, 8814.291 7437.3853 853.05725, 8891.537 7441.5356 852.8584, 9006.491 7447.4834 852.897, 9082.12 7451.1997 853.05786, 9167.432 7454.714 852.99255, 9245.619 7457.112 852.3869, 9309.642 7458.7393 851.6195, 9388.769 7461.071 850.0789, 9477.241 7465.5166 848.578, 9573.13 7471.8525 847.2029, 9642.445 7476.296 846.16614, 9718.877 7480.6694 845.15173, 9806.624 7486.0596 844.4917, 9900.706 7491.743 843.9365, 9990.27 7496.379 843.5177, 10058.081 7499.719 843.0758, 10143.392 7503.7227 842.4534, 10242.037 7508.8765 841.4659, 10348.377 7513.4707 839.8995, 10429.571 7516.5737 838.31744, 10512.049 7518.9736 836.5028, 10608.614 7520.513 834.8276, 10715.217 7522.5786 833.29175, 10823.342 7525.463 831.8521, 10899.881 7527.59 830.4006, 10998.091 7528.9663 828.62585, 11112.572 7528.9204 826.1808, 11240.863 7526.2866 822.9427, 11323.675 7524.5576 818.0315, 11402.277 7523.8 809.26196, 11468.432 7521.6616 799.89197</trace>
</ink>
</file>

<file path=ppt/ink/ink5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15264.061 7369.842 874.14984, 15347.6455 7369.841 867.99725, 15444.411 7369.842 862.90796, 15526.375 7369.842 859.67975, 15610.817 7369.842 857.88617, 15734.902 7374.2812 856.43286, 15836.375 7380.3687 855.9545, 15901.1455 7385.4893 855.8702, 15975.703 7390.653 855.67035, 16051.483 7394.599 855.41327, 16177.962 7400.3525 854.5226, 16258.792 7404.1655 853.6135, 16346.856 7408.0938 852.29974, 16417.537 7411.183 851.0455, 16484.82 7413.354 850.915, 16563.473 7414.7373 850.57117, 16651.04 7415.599 850.11145, 16743.4 7416.1353 849.2679, 16885.514 7417.9785 846.7503, 16977.06 7419.671 845.2082, 17074.9 7420.014 843.7055, 17155.414 7419.8677 839.2984, 17226.688 7419.3804 832.854, 17307.627 7418.511 824.0004, 17395.309 7417.5796 811.95197, 17487.684 7416.974 791.86597, 17620.934 7416.323 728.6703, 17684.164 7416.139 686.2131, 17795.57 7418.983 581.04645, 17861.14 7420.9375 419.12076</trace>
</ink>
</file>

<file path=ppt/ink/ink5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21387.252 7158.355 874.14984, 21465.312 7172.052 871.36896, 21571.078 7165.652 867.4323, 21660.17 7119.4194 867.64825, 21689.506 7051.067 868.0183, 21584.926 6986.716 866.5036, 21475.389 7024.543 866.0333, 21404.307 7137.2188 865.5596, 21399.318 7205.5674 865.2064, 21465.014 7310.7515 862.481, 21548.576 7347.4546 858.07947, 21615.838 7365.2046 848.6598, 21678.7 7346.1006 8.444931</trace>
</ink>
</file>

<file path=ppt/ink/ink5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22132.77 7007.366 874.14984, 22061.46 7030.135 866.5822, 21997.732 7063.1973 859.34827, 21933.455 7113.1367 857.9152, 21888.299 7180.6655 860.72363, 21892.713 7275.17 859.5246, 21940.918 7351.3022 858.03, 22035.29 7392.4097 856.595, 22102.059 7391.063 853.1456, 22186.426 7394.661 839.9903, 22251.826 7378.1772 410.2688</trace>
</ink>
</file>

<file path=ppt/ink/ink5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21849.637 7203.858 874.14984, 21947.838 7191.7827 866.9883, 22012.922 7183.9287 862.9854, 22111.748 7170.5605 858.9721, 22181.459 7160.5137 853.1138</trace>
</ink>
</file>

<file path=ppt/ink/ink5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22668.7 6947.9014 874.14984, 22671.277 7041.6587 863.62317, 22656.965 7152.5996 859.2421, 22641.148 7236.4995 850.42755, 22628.312 7327.892 836.2062, 22625.79 7390.7407 814.8182, 22616.078 7454.6953 7.8724923</trace>
</ink>
</file>

<file path=ppt/ink/ink5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22594.238 6947.9014 874.14984, 22666.691 6903.5728 864.3176, 22779.908 6884.184 859.25665, 22853.332 6888.6035 855.91876, 22929.484 6903.873 852.82965, 23032.434 6935.3037 852.4669, 23071.463 7029.9272 855.66876, 22974.09 7082.032 853.69745, 22858.764 7112.1274 856.55493, 22794.912 7130.1284 859.7685, 22723.395 7186.0044 862.41016, 22748.59 7272.4214 860.12933, 22827.613 7335.5166 858.934, 22898.643 7391.8955 860.6032, 22962.244 7460.548 862.68695, 23012.488 7524.599 762.9962</trace>
</ink>
</file>

<file path=ppt/ink/ink5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22430.607 6887.403 874.14984, 22439.703 6952.672 871.54865, 22439.75 7075.4155 865.9255, 22437.068 7180.2734 860.1597, 22435.396 7243.57 855.0919, 22433.357 7307.5522 848.7449, 22427.457 7403.533 833.1291, 22422.398 7469.705 783.24725</trace>
</ink>
</file>

<file path=ppt/ink/ink5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23205.545 6584.909 874.14984, 23211.377 6688.497 866.82654, 23211.479 6805.326 861.46246, 23211.945 6880.5405 858.61395, 23217.172 6944.527 848.42035</trace>
</ink>
</file>

<file path=ppt/ink/ink5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22951.83 6735.8975 874.14984, 23048.393 6735.8965 861.36725, 23114.342 6735.8965 852.17096, 23212.16 6734.989 832.8225, 23302.67 6729.7495 806.35864, 23381.533 6723.844 739.1299</trace>
</ink>
</file>

<file path=ppt/ink/ink5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21387.252 7596.8413 874.14984, 21469.314 7604.255 865.0809, 21595.51 7601.406 856.569, 21711.42 7595.054 847.3493, 21833.803 7589.0703 839.9618, 21924.715 7586.1045 833.3217, 22037.516 7585.2583 826.1776, 22171.924 7586.516 818.509, 22326.473 7588.9824 809.69586, 22439.596 7590.9175 801.47595, 22572.299 7592.992 790.0599, 22736.047 7595.997 773.4389, 22928.498 7602.5737 753.5435, 23128.701 7614.9575 731.46594, 23278.682 7625.1904 710.331, 23485.758 7652.768 683.2229, 23619.629 7670.68 635.9928, 23682.986 7675.767 585.16504, 23747.326 7684.103 551.3558, 23846.27 7702.326 488.23022</trace>
</ink>
</file>

<file path=ppt/ink/ink5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4506.8853 9543.662 874.14984, 4483.6646 9456.575 867.53125, 4464.125 9377.467 861.248, 4442.151 9290.2 856.42303, 4415.224 9153.765 852.3729, 4403.389 9067.183 850.04614, 4394.4736 9000.538 846.87524, 4385.634 8923.635 843.27576, 4377.0444 8829.456 840.05536, 4369.8677 8723.628 836.2268, 4364.9453 8612.191 833.0024, 4360.8604 8499.281 831.0618, 4358.2266 8424.985 829.51636, 4355.628 8335.887 829.02155, 4354.983 8237.734 829.85443, 4354.849 8160.034 831.26886, 4355.184 8084.9937 832.6778, 4356.096 7999.981 834.7043, 4358.359 7913.9526 837.916, 4361.808 7832.7705 843.0247, 4366.6636 7761.1357 847.64636, 4396.565 7670.706 854.96387, 4468.156 7652.137 860.28723, 4574.7134 7661.177 863.9931, 4687.057 7667.3286 864.8685, 4793.8994 7666.858 864.67053, 4865.851 7667.409 864.30634, 4945.0527 7668.307 863.16113, 5025.3237 7669.5376 860.6329, 5104.608 7670.611 858.7339, 5217.835 7671.8315 856.2521, 5310.336 7672.4575 856.6934, 5394.3887 7672.737 856.9085, 5506.342 7674.0225 857.2025, 5597.795 7676.3906 858.2793, 5726.24 7680.1724 858.5924, 5801.6387 7682.7476 858.1788, 5871.4966 7684.544 857.6336, 5996.9624 7686.9365 856.28546, 6076.136 7687.695 855.1626, 6194.7397 7689.417 853.54095, 6271.4883 7692.21 852.93036, 6356.233 7695.1226 852.45013, 6447.126 7697.7295 851.8625, 6533.5005 7700.697 851.4193, 6597.193 7702.9883 850.973, 6673.673 7705.394 850.4052, 6758.4814 7707.5044 849.9956, 6849.6733 7710.1587 849.7846, 6922.39 7712.358 849.7072, 6992.6143 7714.034 849.48987, 7074.982 7715.4644 849.00934, 7155.257 7716.512 848.50745, 7295.319 7716.4023 847.14923, 7385.0986 7714.0225 846.1919, 7482.77 7711.1777 845.115, 7586.544 7708.589 843.7436, 7673.839 7706.5225 842.35297, 7752.1367 7703.888 840.7154, 7843.8086 7700.153 839.0464, 7943.6587 7696.0713 837.5804, 8049.6147 7692.8647 836.59607, 8119.7783 7690.76 836.1003, 8204.859 7689.429 836.056, 8301.705 7687.4897 836.1376, 8407.822 7684.409 835.483, 8502.628 7681.5444 834.6885, 8581.952 7679.0938 833.9056, 8677.248 7676.782 832.92285, 8782.993 7676.409 832.0089, 8895.856 7676.74 831.22784, 8975.265 7677.042 830.6858, 9063.632 7678.0747 830.0439, 9164.56 7680.032 829.8763, 9275.255 7682.235 828.92065, 9380.122 7684.8687 828.19086, 9461.391 7687.066 827.48145, 9560.284 7690.704 826.3188, 9669.631 7694.5444 825.3483, 9786.744 7697.761 824.5897, 9875.473 7700.0527 824.3629, 9965.836 7702.617 824.2851, 10069.736 7706.107 824.44, 10181.685 7709.6426 823.6006, 10292.647 7713.899 823.65045, 10368.887 7716.8804 823.7032, 10460.984 7721.013 824.6114, 10563.599 7724.955 826.4059, 10672.408 7729.1475 828.5145, 10760.596 7732.7646 830.6838, 10840.092 7736.23 832.5796, 10929.151 7739.7515 834.3919, 11022.303 7741.832 837.12994, 11113.366 7741.2783 840.5549, 11243.974 7738.9575 846.4605, 11316.488 7735.737 849.01263, 11389.454 7731.422 851.2484, 11499.407 7725.0234 854.90283, 11605.0205 7720.0596 860.3786, 11698.364 7720.0005 864.49994, 11797.343 7742.147 848.9487, 11875.86 7830.7397 854.81964, 11896.31 7939.2314 854.8074, 11901.958 8066.9473 850.6789, 11901.668 8143.229 846.79346, 11899.894 8216.682 851.2, 11894.831 8334.096 849.1196, 11889.986 8406.641 849.28296, 11883.524 8485.338 849.5112, 11874.959 8607.116 850.3257, 11870.502 8675.813 850.74286, 11865.66 8750.652 851.8777, 11861.273 8827.963 853.47784, 11854.562 8940.677 855.5634, 11851.125 9007.641 855.7349, 11848.601 9076.439 856.0886, 11844.219 9180.452 856.992, 11839.964 9290.549 860.9878, 11827.316 9404.31 864.7544, 11771.819 9478.63 867.1255, 11662.987 9503.747 867.39874, 11590.173 9507.843 867.2221, 11509.259 9512.176 866.4528, 11405.013 9516.961 863.15686, 11295.873 9524.681 861.5356, 11228.621 9530.511 860.6876, 11161.061 9536.836 860.0928, 11096.193 9543.505 859.6059, 11001.833 9552.392 858.7532, 10885.5 9557.247 859.5096, 10785.473 9559.259 859.8992, 10660.406 9563.631 859.036, 10590.411 9566.526 858.52704, 10486.672 9569.194 857.7355, 10421.3545 9569.354 857.52905, 10349.858 9570.188 857.1375, 10286.234 9571.727 856.8017, 10169.097 9575.741 856.2057, 10095.325 9577.076 855.8924, 10015.138 9577.186 855.57697, 9893.768 9576.474 854.96295, 9820.301 9575.683 854.6375, 9741.296 9573.892 854.6688, 9660.007 9571.798 854.6248, 9579.673 9569.773 854.6644, 9455.989 9566.152 854.69293, 9379.909 9563.981 854.62616, 9297.304 9562.3955 854.47205, 9227.977 9561.367 854.3225, 9163.766 9560.706 854.15155, 9087.235 9558.998 853.9202, 9003.673 9555.704 853.0844, 8917.153 9552.289 852.67944, 8791.722 9548.079 852.474, 8715.014 9546.444 852.62805, 8634.606 9545.391 852.9146, 8564.223 9544.71 853.2694, 8433.011 9543.976 853.7811, 8351.604 9543.808 853.7983, 8265.561 9543.727 853.8963, 8138.5264 9543.669 853.72974, 8062.7153 9542.376 853.7224, 7982.2373 9540.809 853.7757, 7908.909 9539.411 853.9262, 7781.954 9536.161 854.0692, 7702.233 9533.649 854.05725, 7615.9897 9531.834 853.99396, 7526.466 9530.289 853.69135, 7453.0005 9529.115 853.35315, 7386.7207 9528.52 853.15326, 7310.157 9528.149 853.05194, 7226.5728 9527.917 852.87036, 7136.984 9527.773 852.7443, 7006.5977 9527.643 852.5276, 6924.9214 9527.63 852.3598, 6836.428 9527.626 852.0778, 6759.1875 9527.629 851.90265, 6692.8364 9527.63 851.6096, 6614.09 9527.63 851.04663, 6528.465 9528.915 850.558, 6438.7 9532.135 850.40796, 6306.2163 9537.372 850.8279, 6227.025 9540.017 851.1023, 6141.454 9543.02 851.40015, 6062.4937 9545.592 851.72644, 5924.774 9549.392 852.28876, 5842.413 9552.048 852.6545, 5755.7573 9554.494 852.98486, 5692.359 9556.415 853.2056, 5624.8276 9558.948 853.22144, 5548.3965 9562.406 853.2273, 5465.581 9567.398 853.2641, 5378.6245 9573.192 853.2376, 5290.4014 9579.777 853.35547, 5162.1675 9589.757 852.6749, 5086.9233 9594.657 849.866, 5010.094 9598.569 845.0558, 4945.686 9601.805 838.25616, 4832.7686 9608.02 818.7487, 4711.781 9613.416 773.42566, 4625.2227 9613.794 697.46014, 4530.858 9609.193 594.9073, 4459.57 9590.339 415.3207</trace>
</ink>
</file>

<file path=ppt/ink/ink5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8410.061 1966.8359 874.14984, 8368.248 2057.192 870.5508, 8319.262 2149.8877 865.731, 8276.35 2232.128 862.0591, 8231.802 2323.0952 859.6615, 8179.269 2427.9927 857.0204, 8145.4233 2492.196 856.2091, 8106.2886 2564.6558 855.2647, 8063.094 2642.6304 853.39105, 7988.039 2774.96 847.08673, 7932.1064 2867.621 840.93024, 7867.855 2972.831 833.6327, 7814.085 3062.2717 826.6033, 7763.578 3147.6394 819.6474, 7699.9556 3254.333 812.65765, 7625.864 3377.7964 805.53204, 7542.448 3515.134 798.2698, 7488.409 3604.0828 792.03827, 7415.1675 3722.553 784.5824, 7328.421 3861.9316 775.4956, 7258.6025 3973.3013 767.5464, 7185.656 4088.3032 760.0205, 7097.311 4227.5273 751.13855, 7000.635 4382.5938 743.07184, 6899.0786 4550.202 735.3457, 6791.7627 4729.4077 725.7873, 6716.9336 4854.5635 718.0383, 6629.1685 5001.683 707.77545, 6525.6724 5175.0083 696.3586, 6410.664 5367.1743 684.7336, 6302.4175 5546.316 672.555, 6215.234 5690.0225 660.762, 6109.5444 5865.8447 649.006, 5993.7637 6060.709 638.6563, 5874.353 6265.8926 631.0412, 5787.9434 6416.45 627.1971, 5700.441 6575.1094 624.3599, 5602.997 6756.6006 627.4333, 5500.1772 6955.883 632.49426, 5401.5767 7154.6064 637.0266, 5330.2427 7299.725 640.55676, 5241.0576 7483.568 641.10767, 5137.77 7693.668 635.932, 5025.29 7921.231 629.10614, 4937.672 8099.342 621.9988, 4852.2515 8274.044 613.28796, 4757.038 8475.387 610.251, 4657.5444 8692.695 606.89655, 4555.9087 8921.445 604.54456, 4448.2104 9158.892 604.27216, 4373.885 9322.444 604.8942, 4285.5728 9511.668 604.3826, 4180.195 9730.103 602.1618, 4063.3987 9965.874 595.4646, 3942.3523 10208.776 588.1115, 3864.0564 10365.867 557.40295, 3829.9202 10435.722 536.27606, 3786.0334 10522.787 506.37418, 3731.9492 10629.536 456.71826</trace>
</ink>
</file>

<file path=ppt/ink/ink5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3925.9128 2419.801 874.14984, 3983.2017 2485.897 865.3638, 4028.257 2560.4863 864.3511, 4068.1057 2636.8096 862.8444, 4103.1357 2708.309 860.68506, 4137.355 2775.7153 858.4914, 4174.216 2845.0774 858.0922, 4228.3013 2938.1238 857.3627, 4283.72 3031.185 856.166, 4362.3037 3158.9863 853.4201, 4408.382 3238.1318 851.1929, 4458.207 3324.7585 848.207, 4496.4316 3391.3975 845.31244, 4535.4717 3461.6497 842.23566, 4580.569 3547.568 838.6433, 4630.2046 3645.793 834.72595, 4682.8076 3747.691 830.5046, 4719.591 3818.7935 826.625, 4768.366 3909.746 822.4551, 4823.61 4013.7485 818.53687, 4882.1025 4126.7515 815.361, 4930.0913 4220.574 813.36676, 4974.1206 4307.7173 811.4471, 5027.987 4411.5107 809.5809, 5090.454 4526.862 807.776, 5158.2847 4649.4956 806.27625, 5202.316 4729.075 805.04285, 5261.231 4830.4473 803.4914, 5331.148 4945.999 801.99426, 5410.192 5071.496 799.7228, 5480.3735 5183.3286 796.99854, 5540.008 5278.6133 794.28625, 5610.558 5393.9434 791.7426, 5688.6855 5521.285 789.6052, 5771.057 5655.3223 788.16187, 5827.5776 5747.26 787.3511, 5893.2505 5854.201 786.9463, 5969.4478 5976.976 786.43195, 6052.788 6111.6885 785.3948, 6130.2686 6236.64 784.7403, 6193.1357 6337.8887 783.8827, 6272.9434 6464.2954 781.43884, 6363.524 6607.562 775.2892, 6459.141 6763.443 767.7637, 6528.568 6877.4907 762.12036, 6602.798 7002.333 755.5415, 6687.184 7147.4175 751.7879, 6779.4087 7308.1387 747.7402, 6876.4004 7480.653 741.94403, 6975.628 7659.5356 736.0274, 7041.282 7777.985 730.28784, 7121.5874 7926.6167 725.1778, 7212.721 8097.9766 719.9757, 7285.0005 8234.47 714.98926, 7359.102 8375.196 706.9099, 7448.9463 8547.801 696.87476, 7537.17 8717.541 684.72394, 7607.392 8852.755 673.0841, 7696.8843 9027.042 658.6188, 7799.8965 9230.597 642.1428, 7914.777 9458.45 624.8798, 8004.692 9635.517 608.8861, 8098.7056 9818.168 592.67993, 8217.68 10039.091 574.02814, 8359.223 10286.186 557.44434, 8523.712 10548.976 539.0993, 8630.223 10719.005 495.09332, 8673.47 10794.243 460.30005, 8730.242 10886.693 430.7516, 8812.697 11007.525 372.83136</trace>
</ink>
</file>

<file path=ppt/ink/ink5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2435.3137 874.14984, 3894.0596 2466.314 871.07404, 3977.263 2494.4058 860.38385, 4061.0627 2520.0623 853.2723, 4141.247 2542.7651 852.01733, 4233.5854 2566.6997 851.4814, 4340.4907 2591.199 852.7198, 4431.0825 2607.901 855.8263, 4552.466 2628.1333 858.2189, 4653.106 2643.8135 858.9089, 4783.385 2659.9941 858.6416, 4854.015 2667.5867 857.9683, 4965.0786 2678.708 856.65173, 5035.229 2683.8005 856.0739, 5110.165 2688.5256 855.70447, 5228.8677 2696.3054 855.3738, 5296.624 2698.744 855.2909, 5372.2407 2700.2854 855.12354, 5452.9614 2700.5156 854.9607, 5570.982 2699.2349 854.6847, 5643.6265 2696.0933 854.5979, 5721.424 2692.749 854.5985, 5789.6587 2690.0476 854.6894, 5918.6035 2683.6848 854.7035, 5996.121 2677.1125 854.63196, 6077.06 2668.9888 854.524, 6195.491 2656.476 854.4886, 6264.167 2647.7158 854.75055, 6337.4243 2637.2822 855.08624, 6404.458 2627.85 855.3698, 6522.2114 2611.6396 855.65375, 6591.919 2602.1584 855.71075, 6665.491 2591.461 855.7885, 6741.271 2579.4226 856.0308, 6856.824 2559.735 856.482, 6981.8496 2534.7688 856.8554, 7046.7695 2521.3596 857.23944, 7141.713 2501.3655 858.0383, 7259.864 2474.938 858.8807, 7353.404 2451.8066 859.38983, 7457.5522 2419.9985 859.83496, 7553.986 2387.6055 859.97656, 7653.7764 2355.2036 862.21454, 7751.1406 2324.309 863.7855, 7861.761 2287.456 863.6883, 7930.5522 2262.4517 862.9505, 8000.612 2235.7993 862.37146, 8107.853 2192.9019 861.7143, 8223.864 2131.3428 862.59827, 8329.342 2050.773 863.4445, 8401.901 1965.8723 864.35095, 8410.519 1870.9741 866.75964, 8319.656 1797.3217 866.7964, 8217.025 1764.057 864.7483, 8101.87 1742.163 863.241, 8028.986 1730.7045 861.9952, 7921.365 1716.2571 859.258, 7857.684 1710.5305 858.0499, 7791.1978 1705.3488 856.97284, 7723.212 1701.5364 857.0946, 7612.0386 1697.597 857.8627, 7480.6885 1692.5161 857.5274, 7403.3433 1689.2157 857.0284, 7282.7915 1684.9843 856.1782, 7207.6104 1683.4543 855.4563, 7125.489 1683.7638 854.727, 7045.6714 1685.4214 853.8049, 6916.1978 1689.1193 852.5326, 6838.3516 1691.3177 852.3461, 6753.929 1693.142 852.3867, 6687.7373 1694.8475 852.558, 6622.307 1696.9241 852.67896, 6543.9385 1699.7457 852.647, 6455.629 1704.3364 852.14435, 6363.3887 1710.9116 850.9741, 6299.622 1715.5931 849.6, 6219.784 1723.4001 847.55206, 6131.152 1733.228 845.9246, 6037.775 1743.2744 844.6855, 5960.3374 1751.7189 844.3197, 5889.534 1759.5015 844.0812, 5805.656 1770.4166 844.33856, 5711.8345 1784.8309 844.02856, 5610.594 1802.0507 843.05817, 5544.773 1813.31 842.2277, 5461.769 1830.0474 840.7629, 5368.872 1851.5028 839.5089, 5269.855 1876.2078 838.4677, 5183.7573 1898.4147 837.98895, 5110.7856 1917.6329 837.2214, 5025.8027 1940.9167 836.9852, 4933.571 1966.9786 836.94507, 4837.3037 1995.7455 837.3553, 4770.524 2016.1195 838.2902, 4694.6987 2041.5211 839.12555, 4609.102 2073.497 840.3635, 4518.448 2110.283 841.3644, 4437.067 2145.2346 842.0289, 4373.5327 2173.1934 842.28394, 4301.4854 2207.8118 839.7509, 4227.116 2248.1465 834.884, 4155.4736 2291.0928 827.7764, 4059.051 2353.1113 802.5799, 3991.3877 2399.0996 738.34625</trace>
</ink>
</file>

<file path=ppt/ink/ink5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3731.949 10660.045 874.14984, 3805.919 10692.303 866.62366, 3878.8347 10723.07 858.1365, 3958.8645 10754.305 851.96924, 4073.8435 10799.06 848.7716, 4146.9243 10825.621 848.1967, 4229.2617 10853.684 847.4706, 4292.2217 10874.822 846.9768, 4359.0166 10895.87 847.18207, 4440.4897 10921.429 846.0379, 4532.276 10950.77 844.31006, 4626.5522 10980.098 841.8339, 4694.2407 11001.048 839.3677, 4782.549 11026.077 836.5819, 4886.213 11053.026 833.42114, 5002.415 11079.574 828.99615, 5099.5474 11100.455 825.084, 5192.01 11119.022 820.9631, 5304.918 11141.264 816.42834, 5431.281 11167.485 812.0888, 5565.07 11196.096 808.937, 5704.071 11227.578 806.79175, 5803.5576 11250.305 805.4845, 5911.885 11275.84 804.49286, 6035.1533 11303.119 803.8112, 6169.405 11330.078 803.4093, 6295.1753 11353.242 802.99304, 6391.5386 11370.432 802.78564, 6505.966 11388.068 802.9532, 6630.499 11406.344 803.99963, 6760.9683 11425.035 805.50104, 6858.6255 11438.364 807.39606, 6957.991 11450.599 809.0512, 7069.2715 11462.068 811.1248, 7184.259 11473.233 813.7775, 7292.4507 11482.207 817.4893, 7368.8335 11488.323 820.95654, 7457.741 11492.266 825.3523, 7551.0244 11494.007 830.4873, 7643.2603 11493.028 835.3718, 7714.4785 11491.19 839.69196, 7778.327 11488.332 843.4777, 7850.3228 11483.676 847.0118, 7928.7734 11476.195 849.95966, 8009.357 11467.566 852.2694, 8125.83 11454.556 855.156, 8194.897 11445.447 855.9524, 8266.37 11435.131 856.4124, 8336.527 11423.131 856.8822, 8445.549 11400.403 857.89844, 8559.729 11363.9795 860.2393, 8650.831 11326.253 861.6659, 8741.6455 11277.763 862.8507, 8816.065 11229.449 865.68744, 8866.288 11166.272 867.6379, 8876.0205 11102.556 866.8667, 8885.43 11037.625 427.10593</trace>
</ink>
</file>

<file path=ppt/ink/ink5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8678.485 11022.004 874.14984, 8599.571 10967.162 863.7302, 8509.336 10897.741 848.4616, 8444.686 10844.948 773.73615</trace>
</ink>
</file>

<file path=ppt/ink/ink5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7696.7153 10641.946 874.14984, 7605.233 10596.711 856.90424, 7539.3945 10564.977 832.1181</trace>
</ink>
</file>

<file path=ppt/ink/ink5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7217.7817 10539.564 874.14984, 7141.32 10515.595 863.9406, 7029.8745 10485.84 854.6532, 6937.9785 10445.401 842.80255, 6873.0166 10415.527 818.3194</trace>
</ink>
</file>

<file path=ppt/ink/ink5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6449.2803 10418.051 874.14984, 6361.058 10413.247 860.2184, 6229.646 10396.995 848.81305, 6158.2827 10382.455 841.0125, 6092.6255 10370.424 826.6667, 6027.383 10352.711 760.79846</trace>
</ink>
</file>

<file path=ppt/ink/ink5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5569.5493 10400.47 874.14984, 5483.3896 10392.197 862.4925, 5363.0415 10377.629 863.5763, 5267.131 10368.841 863.48364, 5138.429 10379.631 862.57733, 5062.436 10391.792 861.0654, 4992.075 10403.782 858.41644, 4875.6567 10426.285 855.0938, 4754.2866 10450.334 855.7571, 4668.4097 10466.306 858.10657, 4592.8677 10478.724 862.0997, 4495.5806 10486.881 864.31366, 4368.127 10500.122 866.2462, 4266.364 10526.764 865.6473, 4174.142 10570.241 866.3114, 4073.5793 10615.6 864.93616, 4002.4727 10647.648 864.96234, 3939.017 10666.77 425.25504</trace>
</ink>
</file>

<file path=ppt/ink/ink5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6115.5894 171.00479 874.14984, 6122.9297 236.99675 871.8018, 6126.4146 332.99057 869.48517, 6122.952 447.52933 868.45, 6120.96 511.2913 868.0282, 6117.263 604.7045 866.9488, 6111.881 691.5327 864.5385, 6100.878 808.6617 865.2537, 6096.5107 876.02264 865.2753, 6092.717 948.6491 865.26514, 6088.638 1024.3198 865.14215, 6084.365 1101.2174 865.1642, 6080.282 1178.5325 865.3198, 6076.0195 1255.0216 865.61365, 6071.622 1331.835 866.05707, 6066.1865 1408.0879 865.4726, 6057.33 1514.8977 864.1449, 6045.539 1636.3126 865.36005, 6038.9106 1702.8489 865.4696, 6032.015 1772.5035 865.48883, 6025.6006 1843.9237 865.52924, 6016.4834 1945.0256 865.2147, 6009.018 2029.0386 864.8528, 5997.4814 2135.4678 866.0368, 5987.2534 2255.7004 865.97375, 5980.3374 2352.833 866.0578, 5976.6284 2415.8545 865.98724, 5973.5977 2483.9946 866.06036, 5971.3135 2555.1333 866.3363, 5968.9277 2659.0623 866.19794, 5967.061 2722.796 865.4849, 5962.732 2822.5115 864.23846, 5957.286 2930.6667 865.502, 5951.8076 3040.8894 864.6443, 5946.2783 3131.199 865.15845, 5942.4653 3236.5278 866.3158, 5940.027 3323.2114 866.92596, 5936.4536 3417.2932 865.5914, 5933.0527 3504.1458 866.2747, 5929.5005 3577.5283 867.1175, 5925.5576 3684.536 866.82086, 5923.692 3813.3906 866.62427, 5923.233 3881.2256 866.8179, 5922.938 3947.816 867.08057, 5921.9946 4046.0686 866.95386, 5920.7246 4138.526 866.7511, 5920.37 4246.97 866.7789, 5920.012 4343.511 866.80237, 5920.361 4426.0093 866.7774, 5921.0933 4516.9634 866.92474, 5921.4146 4602.8354 866.9719, 5921.548 4710.2554 867.27795, 5921.608 4822.7407 867.5128, 5921.6265 4907.108 867.62695, 5921.6265 4986.3594 867.7292, 5921.6265 5068.735 867.7777, 5922.2783 5149.712 867.7484, 5924.0547 5254.8237 867.68976, 5923.94 5378.163 867.3904, 5924.5435 5497.7373 867.68024, 5927.935 5615.0356 867.6688, 5932.0444 5701.8228 867.47845, 5936.5186 5784.4556 867.5398, 5943.5234 5882.462 867.55786, 5952.18 5997.9478 867.37067, 5962.1387 6115.992 867.498, 5968.1636 6213.5693 867.5066, 5970.743 6312.545 866.80444, 5972.417 6422.2915 867.3437, 5973.47 6518.157 866.5556, 5971.722 6615.106 866.1691, 5970.3765 6705.882 866.2116, 5970.3716 6811.339 864.99414, 5970.334 6926.921 863.62537, 5970.964 7029.968 863.3288, 5975.137 7145.6187 863.29, 5978.9497 7253.828 863.0911, 5980.4634 7318.8823 863.2035, 5982.155 7425.839 863.2004, 5982.5874 7494.792 862.3499, 5982.8687 7565.659 861.4231, 5983.135 7668.6367 859.30475, 5986.7793 7781.445 858.8825, 5991.8267 7906.4355 859.29083, 5994.7124 8001.18 859.1269, 5997.988 8128.921 858.8054, 6002.873 8236.639 858.5858, 6007.73 8361.444 857.9745, 6009.5327 8432.824 857.53467, 6011.8027 8538.848 856.9531, 6013.4717 8603.033 856.8029, 6016.5093 8672.452 856.77515, 6019.1235 8736.546 856.8086, 6024.3774 8849.763 856.7469, 6028.7603 8919.425 856.6116, 6032.903 8994.048 856.45087, 6036.2437 9072.985 856.2793, 6038.6855 9137.018 856.11334, 6041.377 9264.034 855.76263, 6043.0137 9338.891 855.5591, 6046.8105 9415.397 855.4963, 6054.428 9530.372 855.43286, 6061.2095 9602.005 855.3537, 6068.863 9679.532 855.22406, 6074.6875 9746.916 855.1125, 6082.85 9878.37 854.6611, 6086.1777 9961.405 854.2429, 6089.956 10052.388 853.0702, 6094.6597 10149.119 851.09015, 6098.357 10222.691 849.30316, 6103.986 10298.458 847.5251, 6112.4893 10387.284 845.6638, 6122.2114 10487.341 843.0836, 6131.7686 10589.141 840.21387, 6138.635 10662.684 837.5382, 6147.3286 10755.705 834.4884, 6156.2285 10864.293 830.8831, 6163.6216 10985.921 827.06726, 6169.175 11085.647 823.6761, 6173.954 11182.343 820.0959, 6179.952 11301.866 816.2828, 6188.35 11439.926 811.22235, 6200.336 11591.512 805.56384, 6208.348 11692.063 800.4318, 6221.0493 11825.375 794.13293, 6236.0933 11983.694 784.4423, 6252.0273 12160.794 772.729, 6265.446 12315.689 762.357, 6276.9434 12452.658 751.7585, 6289.6196 12624.182 740.4719, 6301.7314 12819.103 726.78125, 6310.1973 13027.72 713.3708, 6315.61 13162.479 683.314, 6320.6045 13251.844 648.60175, 6323.8853 13344.257 620.6614, 6322.207 13408.1875 470.46036</trace>
</ink>
</file>

<file path=ppt/ink/ink5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2703.2974 8260.777 874.14984, 2790.7852 8261.4375 870.76276, 2862.4646 8264.446 867.43365, 2936.1055 8268.869 863.73364, 3030.9043 8273.956 861.076, 3113.7446 8279.689 858.23126, 3230.043 8286.325 858.0674, 3302.1152 8289.653 857.568, 3380.2651 8293.614 856.8039, 3497.012 8299.153 854.89124, 3574.627 8301.799 853.248, 3662.9258 8303.681 851.6137, 3761.3435 8306.365 849.96655, 3855.8875 8309.284 847.172, 3928.5857 8311.616 843.9952, 4017.5247 8314.404 840.345, 4116.0063 8316.933 837.1558, 4221.992 8320.202 835.0432, 4304.2954 8322.913 833.78955, 4390.245 8326.091 832.48517, 4493.254 8328.513 830.5646, 4606.984 8330.084 828.33234, 4729.275 8331.639 825.7617, 4857.922 8332.997 823.2491, 4943.1587 8333.936 821.3132, 5045.1426 8336.118 820.01385, 5160.4526 8339.36 818.9672, 5284.731 8342.731 817.66907, 5413.924 8345.647 816.49036, 5535.7114 8347.95 815.9367, 5625.549 8349.566 815.69714, 5733.2065 8350.802 815.56506, 5852.7495 8352.695 815.3952, 5980.007 8355.758 815.4218, 6111.6216 8358.848 815.5061, 6221.499 8361.783 815.8069, 6315.5566 8364.555 816.07153, 6424.942 8368.72 816.5134, 6538.133 8372.558 817.30743, 6616.7163 8375.192 817.7826, 6713.301 8378.92 818.37756, 6819.76 8382.26 819.5958, 6935.2485 8385.147 821.0307, 7031.3047 8387.674 822.64374, 7118.7056 8390.096 823.8082, 7221.818 8393.49 825.11554, 7334.186 8398.073 825.8552, 7451.8975 8402.484 825.88904, 7572.514 8407.539 825.741, 7659.665 8411.266 825.99805, 7750.5776 8415.42 826.2221, 7851.7974 8419.392 826.9119, 7957.7217 8422.696 828.3676, 8066.3975 8424.836 830.7859, 8174.1865 8426.216 833.1396, 8245.263 8427.087 834.88, 8327.697 8427.623 837.21765, 8415.895 8427.95 840.2481, 8506.864 8429.052 843.1689, 8582.421 8430.879 845.85834, 8647.131 8433.125 848.31055, 8717.969 8435.486 850.44257, 8789.556 8437.5625 852.2786, 8897.385 8440.279 856.77106, 8993.139 8438.846 861.0454, 9057.039 8415.546 754.6066</trace>
</ink>
</file>

<file path=ppt/ink/ink5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6190.0493 8380.741 874.14984, 6214.57 8478.087 870.81445, 6224.865 8564.872 869.5415, 6212.887 8627.671 869.9107, 6118.2744 8651.344 870.332, 6029.5063 8659.69 870.3234, 5951.9614 8668.239 870.07227</trace>
</ink>
</file>

<file path=ppt/ink/ink5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4118.9575 6962.3794 874.14984, 4086.1177 7046.8794 857.022, 4050.913 7118.766 843.88257, 4001.663 7205.778 839.38525, 3914.738 7336.2666 831.52313, 3852.197 7421.996 825.6652, 3797.2473 7494.8696 821.6532, 3742.9895 7564.6113 817.0273, 3671.666 7651.649 813.11304, 3589.5144 7751.1543 809.3295, 3499.074 7858.9014 805.2259, 3437.9785 7931.5244 801.47723, 3361.372 8020.288 797.70575, 3270.1367 8123.7754 794.4698, 3168.4653 8236.977 791.4965, 3076.399 8338.906 788.922, 3001.7102 8421.38 786.2042, 2913.9514 8516.144 784.93646, 2822.172 8612.03 786.99066, 2733.9739 8702.21 791.9707, 2614.9197 8822.493 807.39667, 2513.7886 8919.424 826.8589, 2440.8 8993.406 852.88074, 2554.9243 9030.071 867.2758, 2638.0576 9037.933 866.2889, 2728.8396 9043.887 865.729, 2849.3604 9051.033 864.5457, 2922.0625 9055.674 862.55414, 3035.1658 9064.463 859.13513, 3156.683 9076.102 858.4329, 3221.3066 9082.718 858.5039, 3315.683 9092.402 858.3965, 3440.5168 9105.157 857.985, 3513.1677 9110.681 857.9412, 3585.6335 9115.682 857.6951, 3708.4849 9124.212 856.91583, 3787.7454 9129.928 855.57776, 3912.0461 9139.026 852.2975, 3992.447 9144.807 850.41833, 4081.8657 9152.379 848.97754, 4166.3057 9159.683 847.86163, 4232.575 9165.482 846.6396, 4315.7495 9172.352 845.2577, 4410.1553 9179.93 843.2685, 4511.5034 9187.389 841.0882, 4587.829 9193.267 839.5082, 4667.8647 9200.053 837.8273, 4761.22 9207.737 836.93994, 4863.8037 9215.997 836.0695, 4965.764 9224.568 835.07166, 5038.2886 9230.705 833.9732, 5127.669 9239.452 833.15076, 5226.3135 9248.944 832.4148, 5330.3286 9258.561 832.36194, 5413.6733 9265.873 833.11365, 5492.1885 9272.268 833.713, 5584.556 9279.502 835.0527, 5686.105 9286.727 835.71277, 5793.612 9293.947 836.0119, 5904.4277 9299.879 835.763, 5982.969 9303.934 835.7114, 6068.2686 9307.219 835.65466, 6164.9062 9310.218 835.8656, 6268.2656 9312.853 836.0741, 6363.301 9314.812 836.36395, 6436.4634 9316.172 836.692, 6523.572 9317.194 836.9068, 6620.0654 9317.824 837.3253, 6722.661 9318.2 837.8099, 6800.6284 9318.427 838.389, 6878.516 9318.573 839.2428, 6967.4844 9317.372 839.9947, 7063.8867 9316.031 840.6696, 7157.458 9315.302 841.54456, 7224.2695 9314.8545 842.1667, 7305.3706 9314.012 842.73987, 7394.3994 9311.627 843.33466, 7488.5767 9309.161 844.088, 7563.4316 9307.263 845.40027, 7633.29 9305.591 846.6743, 7712.9023 9305.603 847.9111, 7798.698 9307.6455 849.0441, 7884.4834 9311.463 850.1475, 8006.199 9318.265 851.96497, 8073.8945 9323.2295 853.1296, 8180.679 9329.422 857.6537, 8294.012 9334.643 862.3896, 8396.637 9337.792 866.0515, 8476.895 9305.192 867.8942, 8545.386 9245.576 866.9977, 8610.253 9170.387 862.9721, 8667.998 9097.4795 855.95605, 8733.746 9015.258 852.39594, 8835.519 8891.395 850.2431, 8920.3 8788.513 847.5369, 8974.778 8719.423 844.17303, 9031.62 8640.523 840.88385, 9083.888 8565.125 838.75446, 9174.5 8433.513 836.25696, 9232.189 8352.599 834.3371, 9295.803 8265.883 832.9212, 9343.51 8201.79 832.3578, 9394.229 8136.176 831.8027, 9453.625 8064.3716 831.43085, 9516.044 7992.2637 833.0758, 9573.794 7928.103 836.4876, 9654.842 7841.0493 844.5726, 9714.841 7763.872 856.8367</trace>
</ink>
</file>

<file path=ppt/ink/ink5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4208.1255 7128.881 874.14984, 4299.43 7137.812 867.2488, 4382.2573 7146.0674 859.53516, 4473.427 7153.467 854.44604, 4538.0312 7157.291 852.4156, 4614.9487 7161.736 850.96136, 4704.454 7165.8574 849.2068, 4769.817 7168.9326 846.45325, 4850.786 7172.6787 843.0575, 4950.3013 7177.276 839.33234, 5065.7227 7181.719 833.7166, 5179.5425 7185.8037 828.14795, 5266.685 7188.855 822.69135, 5376.891 7192.6724 817.82886, 5505.776 7199.3457 812.95197, 5648.424 7209.343 807.8765, 5758.779 7217.739 803.5279, 5873.248 7227.6987 798.90717, 6010.0728 7240.3853 794.4051, 6162.9478 7254.6567 790.536, 6317.434 7268.575 787.5663, 6427.399 7278.4473 785.2297, 6566.5312 7290.1777 782.83264, 6727.34 7304.3833 779.81726, 6902.838 7322.1816 778.0533, 7087.209 7342.297 774.1404, 7242.3535 7359.6543 767.9207, 7378.4946 7374.274 764.0104, 7537.2363 7391.211 759.12897, 7710.9717 7410.946 754.5885, 7894.2446 7432.3315 752.3845, 8025.659 7447.728 751.37573, 8169.1655 7463.4956 750.80347, 8332.911 7481.1777 752.66284, 8507.5205 7498.9746 754.2034, 8667.394 7513.7227 758.01697, 8789.375 7524.54 762.2372, 8930.798 7535.7476 765.63525, 9078.84 7546.4146 771.4304, 9226.938 7554.5156 778.4102, 9336.2295 7559.8213 785.0979, 9441.711 7563.643 791.9209, 9554.158 7566.0483 800.00336, 9663.468 7567.144 808.7365, 9752.177 7567.585 817.35913, 9817.679 7567.828 824.58374, 9910.567 7579.708 839.697, 9905.875 7645.8335 852.44116, 9813.769 7749.2534 849.21704, 9733.02 7829.703 840.90704, 9662.376 7898.5103 814.4502</trace>
</ink>
</file>

<file path=ppt/ink/ink57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7307.8687 8380.741 874.14984, 7217.045 8313.677 870.19794, 7128.4175 8261.264 868.3244, 7044.1553 8218.856 866.87524, 6938.0063 8176.6006 865.9631, 6829.485 8138.72 864.6646, 6762.831 8119.355 863.59393, 6698.193 8102.9995 863.0823, 6595.0913 8080.0796 862.6273, 6531.8193 8068.5454 862.3747, 6464.9507 8056.418 862.36707, 6392.162 8043.887 863.38586, 6312.406 8031.024 863.6325, 6229.205 8018.0645 862.3019, 6111.0903 8001.699 858.7227, 6043.8877 7995.6675 857.23413, 5975.1533 7991.3906 858.5388, 5903.1206 7987.2026 860.3115, 5825.9976 7983.25 861.3087, 5746.54 7980.1963 860.73413, 5669.2026 7978.8237 859.1701, 5599.516 7979.3364 858.9822, 5490.824 7982.8906 861.7568, 5423.693 7987.3413 863.3881, 5350.405 7994.285 864.3486, 5273.1016 8004.6724 864.25134, 5194.8535 8019.334 864.0105, 5125.632 8035.9673 864.15894, 5021.6094 8068.7437 865.8226, 4940.9976 8107.451 866.8448, 4873.323 8164.1006 867.24896, 4819.529 8241.461 868.5188, 4805.856 8334.358 869.0398, 4824.3374 8402.849 869.72723, 4875.082 8470.129 869.1476, 4964.981 8532.02 868.386, 5080.7715 8581.167 867.4954, 5183.285 8613.431 866.60864, 5288.6665 8637.495 865.4456, 5352.76 8649.273 865.11816, 5425.8164 8660.795 864.4124, 5488.849 8670.164 862.95074, 5608.6787 8687.046 862.10376, 5678.032 8695.742 861.5658, 5785.2812 8708.202 860.8073, 5902.6025 8718.986 861.5704, 6008.525 8725.771 861.4578, 6106.9736 8729.992 862.37067, 6237.8022 8735.187 864.1575, 6316.706 8734.647 864.3928, 6399.891 8731.538 864.3049, 6526.087 8723.42 864.0243, 6604.066 8713.536 864.02985, 6686.01 8699.955 864.4638, 6769.3604 8683.055 864.7674, 6851.2827 8665.264 864.6381, 6926.6157 8646.968 864.65265, 7032.1274 8617.881 865.1779, 7118.362 8586.222 865.8793, 7209.8774 8533.619 866.01245, 7298.526 8451.569 863.9307, 7343.9497 8383.175 859.3454</trace>
</ink>
</file>

<file path=ppt/ink/ink57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3717.241 8517.251 874.14984, 3640.054 8537.189 870.2426, 3563.1216 8587.854 864.7742, 3501.756 8666.0 863.7294, 3474.11 8743.931 862.8878, 3480.756 8850.161 861.2175, 3524.6436 8932.307 859.5661, 3598.5144 8968.786 858.32336, 3706.5955 8946.677 855.0054, 3798.4932 8895.588 852.0007, 3870.137 8815.212 852.99384, 3893.1895 8709.114 856.94006, 3840.3225 8643.113 859.31195, 3759.706 8662.952 861.9323, 3740.9563 8745.798 861.033, 3756.188 8838.501 858.6207, 3817.382 8925.714 860.44385, 3909.544 8943.52 860.80176, 3990.675 8885.799 859.03986, 4053.4297 8807.067 857.80505, 4119.6064 8888.355 859.47125, 4182.4033 8937.695 865.449</trace>
</ink>
</file>

<file path=ppt/ink/ink57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4267.8774 8743.733 874.14984, 4251.2886 8825.581 871.4157, 4257.2847 8927.8 869.17163, 4328.536 8964.017 867.007, 4402.4297 8860.141 856.05597, 4426.5044 8794.16 847.6523, 4445.046 8726.771 840.6929, 4464.7144 8619.978 837.43054, 4463.1235 8530.096 843.67975, 4444.8066 8461.986 849.84106, 4381.5703 8456.106 857.41034, 4355.0825 8540.617 859.4713, 4352.7163 8632.344 853.0935, 4383.835 8756.231 849.2919, 4422.514 8847.687 849.4788, 4492.987 8924.517 851.9803, 4560.4805 8959.118 856.1269, 4658.6704 8942.715 858.62006, 4729.929 8901.939 858.9255, 4788.442 8819.298 861.2156, 4786.9365 8738.808 863.1848, 4709.0015 8744.54 861.68225, 4687.2515 8825.971 858.8183, 4702.6865 8892.213 854.73376, 4760.676 9005.774 841.5801, 4823.674 9058.865 833.168, 4886.91 9123.011 803.6586, 4951.26 9158.781 736.56036</trace>
</ink>
</file>

<file path=ppt/ink/ink5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8455.105 2947.7434 874.14984, 8356.496 3023.0413 867.5505, 8287.45 3076.4546 863.4271, 8216.632 3129.6147 862.4996, 8132.196 3191.8657 860.23285, 8016.0283 3267.5232 856.63434, 7918.8457 3328.3884 853.65485, 7788.8545 3411.5757 853.42914, 7711.873 3462.536 852.0016, 7582.405 3548.4216 844.6205, 7490.2744 3606.953 839.0012, 7385.383 3670.6707 832.2082, 7274.1743 3737.5654 825.5491, 7175.3433 3797.1023 820.6636, 7094.6333 3845.7593 816.2821, 6997.869 3903.5647 812.24554, 6887.779 3970.2031 808.0844, 6764.792 4045.6975 804.17065, 6630.448 4127.933 800.6477, 6524.2056 4192.8916 797.0871, 6420.401 4256.285 793.52594, 6299.073 4329.9805 790.5559, 6168.287 4409.8228 787.9439, 6036.052 4491.53 786.6159, 5947.0303 4546.5815 785.39844, 5836.9355 4614.112 785.0133, 5710.5723 4690.8164 785.32935, 5612.6807 4750.8145 785.5859, 5509.1655 4815.478 785.33636, 5384.0903 4896.242 783.86774, 5245.8687 4988.8076 781.0724, 5100.011 5089.2583 776.45386, 4951.4463 5192.4575 748.13617, 4852.366 5261.352 711.4684, 4740.2847 5338.926 667.37067, 4620.529 5420.836 616.0374, 4501.0366 5503.348 558.2328, 4399.592 5574.647 495.06363, 4319.386 5631.6357 427.78842, 4232.812 5695.4854 358.26556, 4146.0024 5761.9463 288.47067, 4063.2715 5826.426 221.16504, 3950.6384 5913.3633 125.68713, 3867.2292 5974.964 63.034317, 3796.6987 6021.2485 17.692429</trace>
</ink>
</file>

<file path=ppt/ink/ink5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3806.409 4577.591 874.14984, 3823.2583 4657.5986 864.82666, 3834.1355 4739.0757 852.0793, 3844.7505 4830.898 841.4098, 3851.4172 4895.05 838.9654, 3857.3003 4966.6045 837.9606, 3862.459 5036.689 838.8789, 3869.3953 5161.503 840.4961, 3871.6807 5240.9727 842.2494, 3875.447 5328.932 842.91345, 3878.7478 5398.161 844.2085, 3882.5874 5466.6675 845.19336, 3886.675 5546.6035 846.95337, 3891.575 5634.47 848.3383, 3896.7349 5722.457 849.52155, 3902.7097 5858.6377 848.99927, 3902.9236 5941.2964 848.964, 3901.579 6066.677 849.8611, 3900.1838 6136.483 852.423, 3899.5815 6206.489 854.79047, 3918.7935 6313.8125 858.3288, 3985.2683 6342.306 861.7433, 4058.5964 6330.798 862.9077, 4137.555 6302.6406 861.67035, 4246.492 6257.911 857.0516, 4336.9536 6221.1084 853.97815, 4463.453 6169.6504 853.78406, 4576.1357 6122.499 853.5291, 4647.461 6092.935 852.58, 4731.4395 6058.587 849.5213, 4824.2544 6020.3096 846.0488, 4968.7246 5959.8438 839.442, 5065.124 5918.37 835.6771, 5171.782 5869.721 830.8474, 5263.427 5827.4126 826.31836, 5345.7725 5789.014 822.05664, 5446.3086 5741.9756 818.07776, 5559.1323 5687.3765 814.3833, 5679.9 5627.5093 811.06573, 5761.6978 5586.8545 808.70544, 5858.964 5538.732 806.8903, 5970.8613 5484.9526 805.5579, 6092.5884 5428.9697 804.65216, 6202.7153 5378.677 804.2987, 6292.6157 5337.766 803.90686, 6402.269 5288.2075 803.09973, 6524.109 5232.445 802.00964, 6652.559 5172.4927 801.2213, 6746.0815 5128.7153 801.329, 6844.737 5083.596 801.5126, 6954.5806 5034.382 802.33594, 7069.344 4983.6187 804.48035, 7175.7114 4936.982 807.6541, 7254.71 4902.4424 810.5778, 7347.225 4861.759 814.5958, 7445.8037 4817.2812 818.709, 7547.02 4769.9805 822.69183, 7624.3037 4733.541 826.331, 7698.757 4698.5146 830.2757, 7779.58 4659.278 834.1446, 7859.5415 4619.187 838.4339, 7932.723 4583.863 842.2578, 8037.1284 4535.209 848.6368, 8146.1978 4480.261 856.1534, 8238.256 4419.4443 862.0627, 8275.159 4350.1445 866.13983, 8267.617 4286.443 239.51569</trace>
</ink>
</file>

<file path=ppt/ink/ink5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7918.2573 3069.2583 874.14984, 7937.9727 3144.8555 871.23004, 7970.971 3247.176 859.0331, 8005.5825 3338.0725 852.5109, 8038.752 3428.7803 849.4347, 8085.1245 3556.834 848.9966, 8123.562 3659.7263 849.37396, 8172.0103 3785.126 852.0983, 8196.705 3852.07 853.4124, 8233.363 3959.0317 855.2999, 8253.77 4027.934 855.89056, 8275.056 4100.2383 855.8716, 8308.085 4209.5664 848.8806, 8340.241 4306.3994 834.1131, 8365.937 4381.616 793.30865</trace>
</ink>
</file>

<file path=ppt/ink/ink5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7694.877 2947.7434 874.14984, 7687.433 2883.3533 857.8075</trace>
</ink>
</file>

<file path=ppt/ink/ink5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7486.205 2797.2722 874.14984, 7478.2896 2731.5017 772.2973</trace>
</ink>
</file>

<file path=ppt/ink/ink5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6979.694 2751.7688 874.14984, 6916.4653 2782.7683 871.6064, 6808.743 2833.2214 866.7759, 6743.6577 2869.1357 863.2812, 6642.87 2928.6653 861.3388, 6539.8154 2990.355 861.37024, 6455.2656 3039.3855 860.2118, 6387.8496 3072.2908 859.88806, 6323.535 3098.4326 838.3566</trace>
</ink>
</file>

<file path=ppt/ink/ink5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5921.6255 3310.2192 874.14984, 5816.4956 3366.4426 861.5587, 5743.2896 3400.7085 853.8006</trace>
</ink>
</file>

<file path=ppt/ink/ink5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5280.9014 3672.1775 874.14984, 5188.888 3703.8574 866.5882, 5124.627 3717.681 859.5369</trace>
</ink>
</file>

<file path=ppt/ink/ink5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4506.8853 4170.129 874.14984, 4427.8423 4206.261 867.2603, 4317.5225 4270.436 859.4184, 4215.492 4332.6333 850.71185, 4121.375 4392.67 843.9676, 3992.7349 4474.929 839.2733, 3919.282 4521.6616 837.7765, 3805.9495 4589.769 839.17914, 3691.7544 4650.067 846.9397, 3611.4956 4693.6807 851.9233, 3548.553 4723.726 753.73804</trace>
</ink>
</file>

<file path=ppt/ink/ink58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7382.329 3688.2073 874.14984, 7356.7354 3751.6914 871.8601, 7312.908 3829.935 869.9133, 7256.68 3908.4946 869.3714, 7180.5303 3995.8237 869.04645, 7115.883 4061.8213 868.0621, 7051.5786 4120.798 867.764, 6960.3223 4194.717 867.38464, 6854.119 4277.379 866.73444, 6770.3604 4343.806 866.17554, 6691.216 4405.065 866.091, 6595.307 4474.662 866.11786, 6484.2974 4552.8 866.08746, 6368.146 4630.012 866.353, 6246.9395 4703.427 866.47015, 6125.964 4772.055 866.6652, 6007.896 4835.506 866.8689, 5886.947 4896.7593 867.01965, 5762.548 4949.414 864.88025, 5649.935 4986.8325 863.65546, 5566.74 5008.5273 864.62305, 5462.5146 5021.541 865.3855, 5347.2607 5013.625 866.042, 5251.999 4977.0093 867.05884, 5201.4834 4896.901 867.6382, 5195.134 4804.8984 867.16864, 5220.328 4713.631 865.9606, 5273.608 4611.3496 864.352, 5320.0044 4541.819 863.7642, 5388.054 4462.2266 864.1339, 5447.5693 4399.2905 864.3265, 5521.35 4330.3228 864.6449, 5600.2803 4265.1157 864.0518, 5694.303 4196.4937 862.314, 5769.992 4143.8755 861.2378, 5852.163 4088.887 863.1246, 5978.222 4016.1443 862.6, 6042.7876 3981.1436 861.72955, 6157.868 3922.593 861.10614, 6225.8975 3890.8728 860.5582, 6293.7246 3860.4824 861.0773, 6401.174 3815.1228 863.5442, 6519.459 3768.0535 863.50183, 6614.715 3731.4875 863.417, 6732.9414 3690.9404 864.54474, 6831.434 3661.9963 865.7698, 6896.916 3647.7434 865.37103, 6967.403 3635.2227 865.03394, 7035.7456 3624.883 865.1796, 7135.9585 3611.9856 866.1611, 7252.9707 3609.1003 866.9237, 7341.221 3642.184 867.54956, 7363.532 3714.2678 868.1847, 7332.7783 3795.1887 868.71436, 7282.556 3866.7021 868.44904</trace>
</ink>
</file>

<file path=ppt/ink/ink59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5757.997 4623.094 874.14984, 5824.5596 4593.2534 874.14984, 5894.1313 4624.633 868.4719</trace>
</ink>
</file>

<file path=ppt/ink/ink59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5847.1655 4577.591 874.14984, 5766.57 4585.754 868.62476, 5841.895 4573.792 868.57916, 5921.1455 4612.967 868.6367, 5888.4414 4549.7026 868.0278, 5818.517 4519.705 868.1436, 5868.75 4595.7397 867.1373, 5932.1875 4574.152 867.1238, 5866.94 4595.1016 869.30426</trace>
</ink>
</file>

<file path=ppt/ink/ink59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6532.933 4064.6438 874.14984, 6517.7856 4133.679 871.7666, 6495.1963 4218.073 870.8186, 6468.263 4295.1934 870.87103</trace>
</ink>
</file>

<file path=ppt/ink/ink59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6398.7207 4185.641 874.14984, 6462.9907 4207.085 879.83673, 6547.4434 4221.4766 880.4569, 6622.1006 4231.145 881.3664</trace>
</ink>
</file>

<file path=ppt/ink/ink5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19927.465 1317.8961 874.14984, 19853.014 1403.3451 864.9893, 19754.32 1535.6146 848.28235, 19694.217 1620.4823 839.76465, 19603.312 1753.0178 825.85724, 19542.203 1843.184 822.01685, 19485.953 1926.464 815.96686, 19433.81 2004.1261 810.5618, 19368.176 2105.5535 804.6248, 19290.893 2230.0176 797.8135, 19203.465 2373.7754 789.0895, 19105.238 2534.7922 774.959, 19028.672 2660.2412 760.1367, 18946.38 2793.7607 742.4954, 18846.889 2956.0115 723.1353, 18735.002 3137.5735 703.3941, 18620.648 3322.134 685.74146, 18539.113 3453.6306 669.5333, 18436.322 3621.149 656.3262, 18318.451 3815.2812 641.80817, 18186.893 4027.2034 626.3825, 18044.873 4251.3584 611.7999, 17918.363 4449.615 598.4368, 17812.234 4615.195 586.7714, 17685.176 4815.5425 573.8774, 17545.588 5039.065 563.93463, 17455.332 5183.6016 555.146, 17339.367 5373.884 550.11835, 17206.943 5597.9023 544.34454, 17063.506 5847.471 537.2201, 16911.664 6113.4575 529.46674, 16770.346 6360.247 521.4104, 16662.332 6548.7085 513.8386, 16532.77 6773.6177 507.75958, 16391.617 7023.114 505.99307, 16244.224 7292.2495 506.35583, 16132.335 7498.2886 505.9701, 16019.717 7709.515 503.6573, 15889.895 7957.167 498.54355, 15770.192 8189.6206 494.69028, 15672.863 8380.331 491.19724, 15554.087 8618.304 486.6272, 15420.364 8889.455 482.79663, 15276.846 9186.13 477.4114, 15170.836 9406.989 470.9695, 15058.142 9646.239 462.7843, 14924.441 9934.701 452.47226, 14771.881 10259.65 439.67126, 14601.086 10611.169 423.88156, 14408.701 10985.98 406.0037, 14283.919 11229.059 354.6314, 14251.753 11295.297 329.48932, 14201.578 11397.176 299.76822, 14164.1875 11470.342 278.26974, 14118.818 11555.789 248.95921, 14071.782 11640.436 205.10939</trace>
</ink>
</file>

<file path=ppt/ink/ink5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14131.534 1348.404 874.14984, 14194.4795 1415.4371 867.4555, 14250.476 1499.081 861.0524, 14310.952 1601.434 858.61816, 14365.706 1700.4183 853.8602, 14405.549 1777.2076 849.0622, 14451.49 1866.8905 844.12305, 14493.465 1949.2268 838.80206, 14530.302 2021.7153 833.8662, 14578.939 2116.389 828.46326, 14636.547 2229.1272 822.2153, 14704.769 2358.3774 814.6114, 14752.303 2448.312 807.5818, 14812.725 2561.5232 799.5167, 14884.045 2700.1284 788.56866, 14964.072 2858.1467 775.1353, 15038.07 3006.1765 762.0103, 15098.6455 3128.1272 749.0758, 15174.09 3281.2493 736.2728, 15261.281 3456.635 721.7868, 15360.001 3649.0115 707.69836, 15430.773 3786.719 695.6565, 15512.432 3944.3572 681.5725, 15607.51 4131.3887 667.12384, 15690.933 4295.3706 656.13434, 15767.323 4445.433 645.9465, 15862.336 4631.3286 634.3216, 15970.235 4841.884 623.4464, 16085.866 5071.4893 611.8286, 16206.164 5315.4624 600.8789, 16296.759 5500.188 590.97327, 16388.893 5688.4497 580.666, 16496.566 5908.5967 573.031, 16614.248 6152.5415 565.08215, 16729.799 6398.903 557.3591, 16810.908 6572.6074 550.6236, 16908.02 6788.5166 544.622, 17012.592 7034.7793 538.61035, 17120.383 7302.5566 533.4559, 17231.578 7585.393 529.01843, 17329.588 7836.8896 525.7119, 17409.012 8041.8574 522.488, 17503.36 8284.378 519.63696, 17608.562 8550.133 517.40985, 17677.547 8724.465 514.61255, 17768.287 8955.366 511.2409, 17872.646 9227.875 505.61182, 17986.55 9532.529 494.791, 18086.037 9802.103 481.60367, 18172.416 10038.396 467.75153, 18280.395 10333.796 451.69034, 18408.41 10680.981 432.32416, 18555.285 11074.485 409.58926, 18723.865 11509.489 384.8595, 18856.941 11849.8545 361.31757, 19008.662 12210.527 338.93198, 19106.666 12443.299 280.93457, 19137.83 12523.004 246.80122, 19181.113 12629.862 215.09998, 19209.154 12695.752 196.51762, 19272.033 12832.828 130.16328</trace>
</ink>
</file>

<file path=ppt/ink/ink5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14265.744 1665.8933 874.14984, 14375.677 1722.1722 858.2557, 14443.89 1746.7731 851.8984, 14523.997 1770.3765 846.2188, 14615.705 1792.8212 840.9821, 14680.438 1808.2285 837.3227, 14759.253 1822.9637 833.58875, 14855.509 1838.9679 830.7244, 14945.059 1853.8529 826.18353, 15024.473 1866.6777 822.2925, 15124.045 1881.4478 818.8054, 15237.941 1896.7532 815.6936, 15361.713 1912.2479 813.45953, 15449.188 1922.7736 812.25903, 15551.11 1932.9717 810.99084, 15673.35 1941.0483 809.08, 15810.0205 1947.8837 807.2251, 15957.922 1955.3549 804.92, 16107.381 1963.067 801.87085, 16211.574 1968.4325 799.09814, 16338.656 1973.6661 796.40424, 16480.93 1977.7229 794.1794, 16632.41 1980.6501 792.3639, 16789.479 1982.5452 791.3793, 16920.307 1983.7303 791.18066, 17033.29 1982.8292 791.2734, 17162.701 1981.1208 791.7687, 17302.076 1979.0725 793.0661, 17393.283 1977.6815 794.38934, 17507.26 1976.4038 796.4604, 17631.74 1975.5499 799.47644, 17761.738 1974.0668 802.9877, 17870.947 1972.148 806.6178, 17964.877 1970.0161 809.7948, 18072.494 1964.7782 812.9612, 18187.395 1956.4427 816.2059, 18305.994 1944.0686 819.23315, 18386.092 1935.4502 821.8675, 18477.756 1922.5472 824.8552, 18579.316 1907.1943 828.7493, 18686.39 1890.7943 831.0962, 18780.902 1876.0011 832.8062, 18857.174 1863.9395 833.8778, 18943.932 1847.3064 835.9524, 19032.402 1827.0837 838.5258, 19160.17 1793.8597 843.101, 19234.87 1768.9536 845.58496, 19309.3 1739.6547 847.873, 19420.559 1691.9232 851.15607, 19533.143 1638.131 855.09467, 19623.049 1589.9155 857.9618, 19704.756 1542.5914 860.285, 19784.28 1490.7067 861.7445, 19855.717 1440.2577 864.2904, 19927.973 1371.0638 866.10834, 19979.307 1278.052 867.67535, 19974.54 1214.9247 868.09125, 19935.75 1152.11 867.23694, 19863.43 1086.1465 865.76587, 19779.107 1025.2831 865.175, 19672.621 960.8813 863.13257, 19548.746 894.3839 857.39935, 19483.729 863.6123 855.2278, 19385.635 819.65405 854.0997, 19271.643 774.0829 855.1792, 19204.56 751.0971 855.2855, 19132.004 728.48193 855.1658, 19020.184 696.56683 855.2733, 18949.05 679.1318 855.65356, 18868.877 660.5848 855.5165, 18790.672 643.7506 854.4623, 18652.014 617.1373 850.95685, 18560.35 602.8543 847.9009, 18458.422 588.3616 844.3918, 18380.441 577.5931 841.29425, 18297.596 566.74774 837.9737, 18197.78 555.9196 834.26624, 18084.744 546.9626 830.3705, 17970.938 540.93884 826.90576, 17888.217 537.02167 823.7177, 17782.4 534.8667 820.4237, 17660.01 535.1954 817.1469, 17524.588 537.86597 813.7122, 17416.906 540.63763 810.6412, 17309.584 544.2463 807.3338, 17184.164 550.8635 804.10657, 17048.148 559.98566 801.5569, 16905.93 572.54675 799.88745, 16759.572 588.2369 799.4916, 16659.746 599.1014 799.5796, 16546.566 614.2984 800.4186, 16418.938 634.97833 801.3784, 16280.643 661.0463 801.8197, 16155.663 685.8633 801.63873, 16055.177 706.37494 801.56915, 15937.781 732.67596 801.5826, 15811.017 763.09924 802.0887, 15682.059 796.36066 803.5743, 15589.844 820.756 805.55927, 15493.113 848.2197 807.7202, 15385.238 881.5546 810.2553, 15270.852 920.32086 812.6853, 15152.249 964.79407 814.9063, 15035.557 1014.27423 816.82806, 14956.675 1048.0789 818.37006, 14866.976 1093.9087 819.93353, 14774.793 1146.8159 822.0835, 14684.852 1204.871 824.98566, 14615.057 1254.7065 828.8103, 14497.253 1364.9364 835.9985, 14438.783 1451.8624 837.1745, 14387.477 1521.9564 841.70233, 14340.205 1604.8772 837.8222</trace>
</ink>
</file>

<file path=ppt/ink/ink5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19018.316 12108.913 874.14984, 18950.559 12050.775 865.3305, 18851.012 11982.127 858.94073, 18771.434 11934.439 853.3845, 18707.209 11901.256 849.16895, 18632.621 11865.28 845.05096, 18560.459 11832.1 842.7825, 18435.773 11777.773 840.72876, 18353.44 11744.581 840.405, 18255.584 11706.503 838.9393, 18138.867 11662.903 835.0762, 18036.322 11625.059 828.8609, 17934.15 11590.194 822.0657, 17799.695 11549.389 810.9591, 17643.28 11505.638 794.2867, 17476.701 11462.1045 779.2655, 17363.69 11432.719 767.89813, 17236.182 11403.926 761.8771, 17098.037 11376.229 760.90466, 16952.092 11350.927 763.2882, 16818.816 11330.969 767.6891, 16710.691 11316.023 772.17773, 16575.996 11301.13 775.35077, 16421.201 11286.925 777.81195, 16250.751 11274.442 780.053, 16127.271 11266.179 780.66254, 15990.521 11259.341 778.98706, 15836.816 11254.479 776.75024, 15677.648 11251.445 776.12665, 15533.401 11251.937 776.59534, 15426.932 11253.06 777.1524, 15306.492 11259.508 780.97815, 15180.81 11269.824 786.92816, 15054.377 11284.295 794.7138, 14961.359 11296.581 802.7942, 14868.515 11312.382 810.603, 14765.879 11334.964 817.62946, 14659.281 11363.406 823.2176, 14558.098 11395.171 827.66815, 14488.086 11417.736 830.94556, 14411.448 11447.255 835.2508, 14337.215 11479.387 839.5263, 14269.066 11511.566 843.36456, 14178.193 11561.402 849.52, 14113.088 11626.485 855.90326, 14084.333 11702.876 860.9058, 14093.039 11793.01 864.06824, 14126.838 11878.74 864.20575, 14216.527 11987.508 860.1442, 14305.636 12060.022 853.00714, 14435.448 12123.8955 849.5961, 14505.223 12151.731 849.365, 14618.302 12193.637 849.11224, 14692.007 12218.048 849.30347, 14773.207 12244.433 849.5407, 14839.456 12265.409 850.0248, 14904.141 12285.388 850.4343, 14984.063 12310.531 850.16327, 15075.076 12338.105 848.6951, 15171.65 12366.618 845.8609, 15236.387 12385.7 843.2013, 15318.843 12410.185 840.27936, 15413.12 12437.709 837.8036, 15516.023 12465.369 835.44385, 15604.1 12487.652 833.69116, 15683.2295 12506.619 831.93414, 15779.697 12526.754 830.0327, 15887.876 12546.094 828.1467, 16003.6455 12563.83 826.35425, 16080.567 12575.457 825.19385, 16174.992 12587.902 823.9842, 16281.806 12600.782 823.6636, 16396.014 12615.598 823.43585, 16497.262 12628.699 823.4629, 16581.516 12639.607 823.1196, 16682.943 12651.221 822.9817, 16795.877 12660.497 822.85864, 16915.305 12667.357 822.7166, 16999.459 12671.891 822.79047, 17092.64 12675.605 822.7081, 17197.29 12678.323 823.2757, 17308.395 12680.204 824.57, 17409.195 12680.463 826.141, 17487.875 12680.175 827.3683, 17580.832 12677.937 828.8785, 17682.7 12673.851 830.0954, 17789.035 12665.851 831.67285, 17866.61 12658.95 833.2917, 17945.36 12649.18 834.8425, 18032.879 12634.565 837.28467, 18125.365 12615.153 839.8921, 18218.488 12591.892 842.1749, 18310.363 12566.25 844.3209, 18441.107 12527.303 847.99915, 18516.264 12500.932 849.6564, 18591.309 12470.839 851.1308, 18702.695 12418.746 853.9596, 18812.498 12337.836 855.4526, 18910.246 12233.492 855.0851, 19024.664 12132.46 851.08093, 19092.66 12075.662 843.83765, 19156.373 12043.186 734.1779</trace>
</ink>
</file>

<file path=ppt/ink/ink5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17096.145 51.04141 874.14984, 17114.803 151.44313 870.8956, 17121.396 245.77257 868.7672, 17124.725 318.19574 866.3003, 17123.914 410.1346 865.55676, 17121.693 480.92578 864.5808, 17117.904 560.85394 862.9676, 17111.787 639.04755 859.40485, 17100.566 759.651 853.07294, 17094.312 832.30096 851.1322, 17087.96 910.76776 851.328, 17082.717 976.8582 851.5291, 17068.033 1110.1417 851.27167, 17056.246 1190.8473 850.90063, 17043.398 1277.1519 850.4654, 17026.018 1405.5101 850.9781, 17017.33 1488.6897 851.29596, 17009.43 1581.2402 850.9442, 17003.639 1662.5264 849.6671, 16999.271 1734.5153 848.1199, 16994.832 1823.6318 845.53174, 16987.777 1924.575 842.64703, 16976.75 2031.7438 839.92, 16969.436 2102.104 837.79675, 16957.07 2188.1208 835.71643, 16941.906 2285.0244 834.72644, 16928.18 2389.522 833.81683, 16917.621 2481.6707 833.2685, 16909.494 2560.1887 832.62836, 16902.266 2655.5437 831.9513, 16895.305 2763.1802 831.0914, 16886.271 2878.055 830.08276, 16879.754 2957.205 829.14215, 16869.73 3048.3506 828.0679, 16856.797 3151.9978 827.3135, 16841.965 3262.655 826.59467, 16828.623 3359.93 826.65045, 16817.855 3437.454 826.8248, 16806.633 3527.5823 828.64075, 16798.713 3625.0066 831.0982, 16794.9 3728.619 833.7554, 16792.604 3803.218 836.0395, 16791.652 3886.887 837.7726, 16790.459 3983.1138 838.13464, 16787.818 4085.0479 837.95325, 16782.273 4187.9546 838.18787, 16776.424 4286.7866 839.9644, 16772.338 4355.229 841.7305, 16769.412 4435.6855 843.4603, 16767.844 4521.756 844.8548, 16766.158 4611.6377 846.0562, 16765.057 4686.0786 847.2441, 16764.338 4753.275 848.4667, 16763.55 4831.4194 849.98474, 16762.09 4918.1816 851.41266, 16760.537 5011.1313 852.311, 16756.965 5145.379 851.72314, 16752.682 5225.1514 851.6155, 16749.566 5306.6255 851.9069, 16748.45 5375.959 852.4291, 16749.438 5502.985 853.50323, 16751.059 5578.8145 853.92505, 16752.45 5659.3486 854.20374, 16752.91 5779.6016 854.7357, 16752.062 5853.6484 855.0982, 16751.867 5933.6304 855.1855, 16751.959 6005.154 855.12994, 16752.543 6129.0386 855.12866, 16753.13 6201.477 855.1796, 16753.496 6276.386 855.3574, 16753.885 6389.6816 855.7949, 16753.02 6458.0244 855.8594, 16750.184 6532.834 855.95514, 16747.377 6604.071 856.0266, 16743.137 6725.3574 855.8561, 16741.46 6799.2725 855.4775, 16740.37 6877.3774 855.2661, 16738.02 6997.395 854.96136, 16735.193 7067.38 854.97577, 16730.766 7145.6655 854.99445, 16724.502 7225.9077 854.8234, 16713.4 7353.5596 854.18695, 16705.889 7436.0854 853.08795, 16698.084 7526.55 851.6033, 16690.396 7622.735 849.8464, 16684.1 7704.018 848.5187, 16678.383 7775.282 847.20825, 16672.092 7860.257 846.06616, 16665.422 7955.9536 844.5194, 16659.832 8060.13 842.44464, 16656.0 8134.272 840.57916, 16652.133 8218.619 838.6913, 16646.398 8316.245 836.41907, 16640.754 8422.496 834.1608, 16635.816 8535.444 832.26715, 16631.32 8654.653 830.53577, 16627.768 8780.684 828.54034, 16625.42 8867.585 826.662, 16622.371 8968.278 825.08875, 16618.45 9083.238 823.2131, 16613.293 9208.691 820.0444, 16607.137 9323.508 817.1523, 16601.766 9414.421 814.93976, 16594.713 9523.933 812.8109, 16586.883 9645.518 811.55347, 16578.879 9774.741 810.997, 16573.027 9869.4375 811.4744, 16569.555 9971.841 811.749, 16567.318 10090.817 811.1247, 16564.262 10221.05 810.2783, 16559.555 10347.246 809.78937, 16555.701 10441.621 809.19025, 16549.625 10558.688 807.9294, 16541.814 10687.845 806.8129, 16532.54 10824.681 805.85895, 16525.28 10932.29 805.1363, 16518.254 11037.399 804.1337, 16510.422 11158.001 803.64526, 16502.719 11287.593 804.05786, 16495.316 11418.429 805.1439, 16490.35 11506.581 806.1699, 16483.547 11614.157 807.481, 16474.283 11735.245 808.98804, 16463.096 11865.696 810.1273, 16453.838 11974.948 810.89417, 16445.639 12072.804 811.2386, 16438.389 12187.481 811.30786, 16431.76 12315.065 811.3117, 16424.223 12453.245 810.4579, 16419.172 12545.153 809.53595, 16411.84 12664.121 807.85504, 16400.596 12809.751 803.826, 16387.158 12977.64 796.63574, 16375.542 13132.762 784.7441, 16366.08 13263.965 771.4461, 16355.395 13425.381 754.63983, 16343.255 13600.422 710.9219, 16335.391 13713.471 671.5532, 16329.923 13790.741 602.53314, 16325.126 13864.054 544.63055</trace>
</ink>
</file>

<file path=ppt/ink/ink5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18213.965 110.50602 874.14984, 18208.088 193.12712 871.14764, 18198.807 321.20032 867.78735, 18194.105 396.46997 865.8708, 18187.635 513.3275 862.6803, 18183.902 579.4835 862.33057, 18179.89 652.8697 861.70996, 18175.842 721.9554 860.25024, 18167.865 838.68225 857.9306, 18162.225 906.7345 856.93085, 18155.984 980.05194 856.8224, 18151.621 1058.447 856.8229, 18145.922 1180.6686 856.4951, 18141.541 1255.1384 855.7705, 18137.416 1328.052 854.8381, 18127.049 1466.7922 851.2746, 18115.988 1558.2655 848.22205, 18103.281 1657.1553 845.0464, 18089.516 1759.378 842.2398, 18078.373 1840.6244 840.2372, 18069.42 1917.1506 838.80664, 18060.348 2007.1395 839.0558, 18052.205 2106.2522 838.98083, 18046.012 2209.887 838.2503, 18041.934 2279.726 837.3546, 18037.72 2368.2412 836.2305, 18031.807 2471.4597 834.5874, 18023.475 2585.7124 832.5453, 18014.9 2682.3389 830.3695, 18006.062 2768.2915 828.0948, 17994.148 2868.4182 826.43317, 17982.53 2977.5327 825.1686, 17973.38 3092.6653 824.7672, 17967.443 3166.974 825.0822, 17963.264 3260.363 825.7752, 17959.916 3366.8894 826.047, 17955.17 3483.2068 825.63727, 17949.898 3583.7942 825.3515, 17944.525 3671.492 824.7597, 17934.557 3776.7947 824.1396, 17921.963 3893.439 823.1946, 17909.592 4016.9048 821.63635, 17901.232 4100.3813 820.2408, 17891.896 4199.0625 818.9596, 17882.898 4311.9434 818.0283, 17874.451 4435.8755 817.06006, 17864.102 4567.3364 816.1292, 17853.336 4692.773 815.3261, 17845.217 4785.4033 814.4834, 17832.852 4897.9756 813.3314, 17817.395 5022.4067 811.8128, 17800.557 5154.1875 811.0177, 17787.701 5255.111 810.7696, 17775.12 5354.3257 811.03766, 17761.11 5467.3174 812.0923, 17748.125 5588.867 813.18414, 17735.666 5710.6616 814.24994, 17727.14 5794.4194 815.00275, 17717.371 5897.323 815.3907, 17707.535 6011.376 815.8687, 17697.004 6132.877 816.7863, 17687.885 6232.492 818.16644, 17679.129 6322.8467 819.2182, 17669.58 6425.696 820.0736, 17661.5 6534.2617 821.20746, 17655.645 6645.9995 823.2478, 17651.887 6718.5435 825.5569, 17649.457 6805.486 828.7937, 17647.283 6899.137 832.10754, 17644.29 6995.136 835.8221, 17641.582 7074.7744 839.4672, 17639.367 7141.205 843.9402, 17637.314 7214.3047 849.4604, 17635.705 7288.7383 853.9194, 17634.266 7353.07 863.4363, 17632.994 7415.8623 872.2474</trace>
</ink>
</file>

<file path=ppt/ink/ink6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18899.734 80.51517 874.14984, 18823.762 123.528625 860.95764, 18733.01 170.10312 857.0428, 18645.363 203.32156 856.4175, 18536.867 234.93176 855.1031, 18447.85 262.18448 856.4726, 18313.562 312.35822 856.8466, 18190.914 360.53125 854.3151, 18115.162 388.63925 850.8807, 18033.309 415.45032 848.18524, 17963.93 437.12637 846.70197, 17851.674 466.6519 851.4967, 17764.926 490.25528 856.0993, 17687.52 506.45938 860.1502, 17623.6 513.7457 847.29297</trace>
</ink>
</file>

<file path=ppt/ink/ink6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17543.826 699.98126 874.14984, 17525.18 781.91644 869.5469, 17516.48 879.2951 865.0472, 17512.053 1004.4607 856.5589, 17507.969 1084.6968 851.9036, 17501.434 1162.9005 848.30096, 17495.396 1226.7046 843.6796, 17485.635 1308.4298 841.5191, 17473.809 1404.9844 838.4009, 17461.271 1515.3016 834.22253, 17449.553 1638.3083 828.95337, 17440.424 1747.1409 823.36786, 17433.068 1844.6599 817.8879, 17423.086 1968.4736 812.6984, 17409.783 2112.6802 806.3733, 17395.969 2271.1753 800.3591, 17386.805 2376.7524 795.12494, 17375.914 2508.904 789.03864, 17366.307 2662.825 783.74414, 17360.123 2830.2893 779.44104, 17356.154 2978.4038 776.48083, 17353.594 3104.7727 773.7928, 17351.95 3261.9443 770.71356, 17349.973 3440.7014 765.6231, 17345.846 3633.4448 759.0976, 17342.738 3766.4155 751.7869, 17336.648 3923.3115 743.2988, 17329.5 4104.233 734.4816, 17323.256 4298.872 727.2812, 17317.566 4500.972 722.5431, 17312.215 4697.472 722.0996, 17308.434 4836.8945 721.36194, 17302.385 5005.2036 720.06445, 17292.6 5192.2617 719.3322, 17279.102 5391.14 718.8053, 17267.379 5551.4316 719.7018, 17255.594 5699.119 721.1711, 17243.088 5864.8506 725.44244, 17232.373 6037.0176 733.7275, 17224.793 6206.0894 743.1539, 17219.871 6316.714 750.3318, 17217.982 6442.2075 759.68427, 17218.105 6571.1494 771.6837, 17218.266 6697.93 785.0552, 17218.14 6817.257 799.05884, 17218.777 6915.3833 811.763, 17219.549 6987.669 823.34937, 17222.398 7055.8994 834.84827, 17238.498 7158.9404 850.5272, 17328.99 7224.8896 861.5066, 17406.986 7234.4736 860.967, 17490.906 7231.768 859.6909, 17557.248 7224.3677 857.98773, 17637.502 7213.308 855.13904, 17727.402 7201.426 851.61707, 17809.732 7191.305 848.3054, 17876.424 7183.404 845.53973, 17957.688 7175.52 842.7874, 18048.248 7167.8296 836.92725, 18141.678 7159.192 828.9277, 18211.523 7152.634 818.9302, 18279.32 7146.07 802.8453, 18351.318 7138.749 778.88275, 18458.273 7126.228 709.14026, 18524.078 7109.8706 622.4482</trace>
</ink>
</file>

<file path=ppt/ink/ink6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18899.734 110.50602 874.14984, 18900.479 190.10936 864.8341, 18893.047 267.64746 859.3277, 18878.873 363.55786 854.2444, 18865.3 442.95435 849.49884, 18848.166 537.99384 844.4142, 18833.348 619.75604 838.14154, 18820.373 704.13873 831.5846, 18805.736 815.21765 824.83826, 18790.697 948.9611 817.1565, 18773.342 1099.8635 808.9613, 18761.887 1199.5391 801.25446, 18746.627 1333.5757 790.32404, 18729.623 1491.9198 778.3846, 18712.805 1669.6903 766.55615, 18699.062 1823.6141 757.1343, 18687.23 1962.7789 748.012, 18673.385 2135.917 737.89124, 18657.297 2335.3843 725.03595, 18637.78 2553.5457 710.23157, 18624.678 2699.578 696.93896, 18607.877 2879.2725 681.8344, 18589.889 3083.5627 669.77484, 18572.098 3300.872 662.57086, 18557.309 3493.4233 660.43665, 18545.494 3653.615 657.899, 18535.24 3847.4658 656.176, 18525.402 4063.7083 655.57715, 18515.52 4294.6255 655.3076, 18508.719 4456.1094 655.2021, 18501.213 4638.6724 654.7171, 18492.207 4845.536 625.151, 18483.84 5067.047 587.1279, 18476.447 5269.4053 540.5602, 18470.791 5426.377 486.10013, 18465.186 5610.8496 426.54013, 18460.598 5810.258 363.2218, 18458.314 6018.2603 298.26096, 18457.328 6169.6226 234.84763, 18458.2 6326.2095 177.99762, 18463.047 6495.373 127.02924, 18471.146 6662.645 91.70247, 18480.049 6807.5435 63.871265, 18486.826 6910.896 42.810974, 18496.137 7013.681 27.774721, 18507.107 7096.9863 17.962267, 18515.363 7164.1553 10.23, 18526.514 7233.8486 10.2300005</trace>
</ink>
</file>

<file path=ppt/ink/ink6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17394.904 2872.2493 874.14984, 17395.688 2947.8835 871.0678, 17400.049 3028.9595 867.4835, 17404.557 3107.6387 867.0814, 17411.951 3220.7952 867.10333, 17417.4 3287.3904 866.0915, 17426.703 3390.282 864.6358, 17437.127 3502.051 866.0069, 17444.967 3595.7383 866.6474, 17453.74 3715.8577 866.3777, 17461.637 3811.3198 866.69745, 17476.01 3923.677 867.4305, 17492.441 4014.1147 867.5053, 17516.904 4104.213 867.7244, 17543.104 4181.4277 868.0245, 17577.262 4260.281 868.2172, 17612.568 4330.9033 868.31006, 17652.5 4404.0137 868.386, 17707.033 4483.975 868.4761, 17770.117 4537.505 868.5401, 17837.686 4544.927 868.59143, 17907.365 4505.3975 868.6134, 17964.285 4428.322 868.6134, 17999.15 4349.0664 861.5884, 18020.332 4270.557 859.7082, 18030.367 4183.2554 856.7489, 18036.9 4117.4004 845.91534</trace>
</ink>
</file>

<file path=ppt/ink/ink6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17901.418 4562.5957 874.14984, 17912.068 4464.419 871.2531, 17936.266 4377.2314 869.98236, 17968.277 4289.394 868.4517, 17992.264 4223.522 868.5383, 18016.875 4142.464 868.1314, 18036.225 4076.5676 868.35443, 18061.793 3978.6582 868.302, 18091.871 3866.3206 868.30774, 18115.225 3778.162 868.4995, 18137.67 3693.5625 868.48334, 18164.902 3594.077 868.2787, 18187.69 3510.8923 867.2694, 18213.092 3417.996 867.171, 18242.773 3314.3022 867.1222, 18266.494 3230.4692 867.3337, 18290.36 3132.9006 867.59985, 18312.426 3038.9714 868.5563, 18328.77 2964.101 869.5742, 18349.846 2855.3784 869.5649, 18375.283 2728.8872 868.8419, 18387.229 2665.3396 868.7111, 18398.854 2601.5378 868.5238, 18409.94 2536.4526 868.23584, 18421.021 2470.2822 867.8452, 18432.455 2403.4863 867.07294, 18449.537 2302.6694 865.4133, 18463.215 2188.61 865.88916, 18470.006 2119.0728 865.6122, 18476.979 2042.4352 864.67004, 18485.045 1962.8423 863.96313, 18494.807 1882.442 864.0768, 18505.992 1803.5385 864.65985, 18515.812 1731.8433 865.3243, 18515.992 1632.209 862.2873, 18470.303 1568.225 857.4909, 18407.354 1511.1503 235.8863</trace>
</ink>
</file>

<file path=ppt/ink/ink6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18914.441 3491.198 874.14984, 18914.441 3599.7659 860.52563, 18913.35 3667.9497 854.4227, 18909.586 3745.694 849.3263, 18900.887 3829.206 845.6087, 18884.672 3955.3135 841.323, 18868.74 4067.9087 827.3304, 18859.627 4134.852 816.83417, 18850.764 4203.1924 800.7681, 18836.732 4300.006 746.39417, 18826.49 4364.354 617.0365</trace>
</ink>
</file>

<file path=ppt/ink/ink6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18961.324 3533.0823 874.14984, 19058.615 3530.0503 861.6938, 19144.428 3559.076 864.8285, 19134.43 3635.6067 862.1144, 19041.71 3708.8523 851.37946, 18966.883 3750.8503 836.1737, 18903.85 3781.3516 779.5884</trace>
</ink>
</file>

<file path=ppt/ink/ink6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19420.953 3551.697 874.14984, 19319.734 3591.3604 862.21893, 19210.58 3661.6096 853.38574, 19136.787 3722.9612 853.4355, 19180.828 3787.5176 855.58167, 19269.762 3744.5867 854.9013, 19345.654 3642.2705 852.49866, 19378.93 3567.2476 851.26544, 19417.36 3631.6667 859.7383, 19433.373 3723.5942 861.0739, 19512.738 3728.7986 860.10223, 19553.926 3662.6572 855.6692, 19619.176 3569.1357 856.6482, 19711.236 3540.8672 859.4211, 19789.225 3642.564 860.4821, 19838.297 3725.4373 860.52734</trace>
</ink>
</file>

<file path=ppt/ink/ink6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20076.387 3506.1936 874.14984, 20000.64 3577.4746 861.7716, 19918.377 3670.51 859.17737, 19887.44 3733.411 862.54205, 19963.617 3687.539 857.28143, 20013.627 3619.3823 857.4397, 20087.242 3676.535 860.86365, 20160.135 3704.5225 863.15295, 20221.502 3601.4385 856.53217, 20260.965 3524.1475 836.27673, 20275.37 3458.5566 717.7899</trace>
</ink>
</file>

<file path=ppt/ink/ink6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20393.53 2954.9827 874.14984, 20366.186 3027.524 863.5055, 20336.312 3152.0579 856.4587, 20329.09 3231.5034 852.24176, 20330.139 3319.4702 848.75726, 20338.1 3447.3672 844.8695, 20350.94 3554.1248 843.06104, 20372.742 3632.5723 848.94745, 20443.322 3609.033 855.7323, 20535.264 3555.0483 858.1378, 20612.605 3557.0515 859.9568, 20625.354 3621.1562 857.9811, 20585.719 3687.7546 852.497, 20487.102 3749.985 845.2101, 20401.865 3772.828 840.9062, 20336.123 3757.5955 841.3138, 20299.238 3660.547 840.9084, 20280.664 3589.561 843.1377, 20293.871 3526.3438 550.4361</trace>
</ink>
</file>

<file path=ppt/ink/ink6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20866.03 3491.198 874.14984, 20778.455 3580.8777 863.19275, 20743.926 3655.9229 864.93005, 20822.973 3703.6382 863.3861, 20874.11 3633.5452 865.6994, 20803.775 3575.9297 864.3242, 20730.275 3527.5645 864.77716, 20770.246 3463.1936 857.8874, 20838.328 3397.121 845.7166, 20901.12 3345.5005 838.1499, 20971.615 3286.2646 830.8544, 21042.88 3221.9622 826.6118, 21106.639 3157.8538 825.0336, 21202.691 3048.6406 826.29724, 21248.133 2981.5466 830.2799, 21278.936 2915.2942 836.2246, 21289.857 2825.4297 847.0485, 21226.22 2806.2458 855.22577, 21139.033 2861.9888 852.91296, 21073.49 2961.5266 844.8683, 21047.611 3035.6143 840.868, 21030.764 3110.8806 837.60114, 21019.51 3219.0742 837.8558, 21055.838 3313.9387 843.4736, 21126.934 3369.5051 848.72955, 21235.852 3384.0383 852.28345, 21332.86 3367.7134 857.3538, 21398.582 3325.156 861.84607, 21334.883 3327.2024 864.0147, 21348.682 3427.5625 862.79565, 21364.28 3499.8188 857.823, 21402.725 3564.612 421.52292</trace>
</ink>
</file>

<file path=ppt/ink/ink6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21333.932 3891.4207 874.14984, 21195.566 3915.722 842.78656, 21096.29 3926.958 829.6988, 20981.46 3933.9746 819.0486, 20915.145 3938.0273 805.8788, 20838.137 3944.1528 778.97296, 20774.568 3940.9858 214.54924</trace>
</ink>
</file>

<file path=ppt/ink/ink6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2450.5012 4759.087 874.14984, 2515.3037 4729.2715 869.0067, 2590.4016 4662.3857 861.9528, 2623.0164 4592.1104 863.84015, 2601.687 4508.6074 864.59607, 2531.425 4511.4272 861.54944, 2482.6267 4602.7847 857.633, 2468.3047 4698.0635 854.0021, 2500.4688 4813.5757 855.2796, 2593.0288 4836.244 855.00604, 2677.776 4797.338 849.7309, 2783.4739 4660.489 834.7839, 2822.7673 4591.4478 831.01086, 2854.4866 4525.9175 827.6482, 2885.074 4443.349 823.8034, 2912.872 4351.907 822.49054, 2935.4907 4257.7217 823.2391, 2950.6462 4178.4097 827.15717, 2960.9878 4114.992 831.33466, 2952.2239 4023.0544 843.3093, 2890.093 4128.6865 843.3525, 2876.0776 4202.8613 836.5323, 2865.5205 4274.5054 829.076, 2859.9524 4370.6704 820.6759, 2860.2402 4478.833 813.26886, 2868.3245 4588.4517 809.0919, 2874.4329 4663.2153 806.46893, 2891.066 4738.144 812.04553, 2938.797 4839.161 825.41034, 3023.5476 4845.0537 837.758, 3114.6714 4755.972 836.88513, 3154.8474 4689.793 831.77637, 3196.8374 4595.2495 824.09656, 3237.1663 4482.5674 817.182, 3270.4792 4372.728 809.0419, 3294.1082 4290.272 801.683, 3313.3345 4198.667 799.21686, 3324.206 4111.695 802.983, 3327.3718 4045.0483 809.8686, 3315.5894 3963.9006 825.7077, 3231.6792 3990.3933 844.918, 3168.689 4098.5117 844.68097, 3140.6953 4181.067 840.70416, 3121.3062 4252.045 835.97235, 3107.0276 4322.468 830.2125, 3100.0554 4405.5586 827.04095, 3101.8733 4493.34 826.36957, 3111.2397 4578.616 827.659, 3132.473 4693.9233 832.34265, 3178.997 4785.98 843.58734, 3281.4302 4806.8643 856.16815, 3361.5942 4746.957 855.9831, 3432.7537 4664.1733 851.0745, 3498.0483 4586.1367 853.5866, 3526.1704 4688.603 856.6553, 3579.6023 4751.358 863.2468, 3652.225 4698.819 862.08966</trace>
</ink>
</file>

<file path=ppt/ink/ink6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3537.9854 4261.6523 874.14984, 3519.0752 4325.186 871.26764</trace>
</ink>
</file>

<file path=ppt/ink/ink6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3735.626 4504.682 874.14984, 3736.2024 4608.46 860.1718, 3735.565 4679.905 855.10333, 3734.8613 4761.6216 851.8667, 3733.0627 4849.3335 848.50543, 3731.3828 4919.606 846.0511, 3726.3945 5036.9844 844.3457, 3721.1877 5141.0356 845.3997, 3714.4365 5225.753 850.6417, 3703.9036 5290.8667 866.1233</trace>
</ink>
</file>

<file path=ppt/ink/ink6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3817.4402 4634.987 874.14984, 3898.362 4590.507 868.3459, 3961.5452 4677.8066 863.5697, 3949.577 4742.191 861.2266, 3882.1365 4840.8823 849.91595, 3832.471 4905.464 828.4381</trace>
</ink>
</file>

<file path=ppt/ink/ink6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4223.753 4396.612 874.14984, 4126.056 4486.0435 854.91125, 4047.9358 4584.849 858.5176, 4019.448 4657.1353 861.00916, 4070.1787 4734.2183 861.4482, 4134.689 4808.7725 862.5941, 4150.7837 4882.5757 863.71655, 4123.4 4957.0884 862.472, 4137.1685 4869.493 856.125, 4239.9087 4759.1934 846.51666, 4316.1074 4678.3765 845.66876, 4365.374 4594.633 849.0018, 4314.5835 4662.0244 860.43604, 4319.421 4771.9966 851.2706, 4358.595 4863.737 834.6984, 4389.762 4928.3906 798.64343</trace>
</ink>
</file>

<file path=ppt/ink/ink6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2515.7686 5178.959 874.14984, 2623.0542 5159.056 853.638, 2729.1873 5163.5063 845.035, 2855.8584 5170.2026 834.6681, 2948.9382 5174.283 831.0972, 3054.496 5177.709 826.52515, 3139.9863 5179.9175 823.07764, 3226.1067 5181.3496 819.7186, 3331.3303 5182.2583 816.9045, 3448.7456 5182.8345 814.5703, 3570.6055 5183.201 813.7449, 3652.565 5183.418 812.9132, 3752.2952 5183.5474 807.3213, 3860.915 5183.598 797.7369, 3971.3655 5183.614 779.2854, 4074.8357 5182.88 753.19244, 4141.8584 5182.403 729.7616, 4212.802 5182.158 663.5327, 4275.9067 5184.0522 306.47638</trace>
</ink>
</file>

<file path=ppt/ink/ink6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4312.9214 4713.584 874.14984, 4378.3228 4692.788 871.73663, 4447.627 4642.579 869.4173, 4382.0234 4586.383 867.9029, 4318.521 4587.9824 680.94556</trace>
</ink>
</file>

<file path=ppt/ink/ink619.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16083.121 7143.3594 874.14984, 16151.159 7109.294 873.02124, 16149.042 7191.9854 870.82526, 16137.032 7305.0454 869.3628, 16121.831 7402.751 867.7968, 16108.346 7468.568 866.5416, 16093.955 7540.0625 865.3462, 16081.365 7603.663 864.4479, 16059.374 7715.495 862.8325, 16032.454 7836.1245 860.9979, 16012.001 7921.3037 859.5985, 15989.404 8011.2417 860.32214, 15968.724 8092.5264 860.89996, 15942.696 8200.545 860.8019, 15920.931 8307.9375 860.53064, 15900.152 8409.958 860.1393, 15872.079 8532.287 859.15955, 15847.016 8631.71 858.22644, 15814.287 8758.734 857.64087, 15788.344 8863.366 857.35657, 15773.043 8926.428 857.2381, 15756.327 8998.462 856.9109, 15738.366 9076.127 856.3783, 15719.595 9158.048 855.6383, 15690.674 9280.776 854.5765, 15672.826 9355.797 854.15924, 15653.481 9441.264 853.5254, 15633.589 9522.361 852.32465, 15617.305 9586.765 850.8851, 15596.377 9666.75 848.39246, 15571.779 9757.573 845.45905, 15544.798 9857.65 842.1217, 15524.209 9934.548 839.5552, 15503.232 10014.194 836.7619, 15477.62 10108.899 834.2183, 15450.97 10214.401 831.79456, 15425.138 10319.712 829.821, 15406.623 10395.709 828.0916, 15384.521 10492.098 826.06323, 15359.862 10602.11 824.0705, 15332.243 10721.704 821.8952, 15310.067 10818.123 820.0634, 15288.977 10910.1875 818.069, 15262.654 11017.691 816.61206, 15232.988 11135.415 815.4956, 15202.278 11257.564 814.93085, 15181.928 11338.481 814.289, 15157.309 11439.222 813.8074, 15130.682 11552.13 813.6639, 15104.382 11672.938 813.91583, 15083.216 11775.086 814.846, 15065.593 11863.727 815.6888, 15045.095 11965.893 817.0019, 15022.486 12074.94 818.7271, 14997.528 12187.92 820.79425, 14980.741 12263.965 823.0218, 14961.423 12351.227 825.4165, 14940.216 12447.656 828.36084, 14916.788 12549.679 831.2759, 14891.903 12655.338 833.78345, 14868.342 12755.088 835.90393, 14851.387 12826.747 837.7744, 14832.99 12909.414 839.52167, 14813.986 12997.969 841.38806, 14794.598 13086.875 843.72656, 14779.268 13156.802 845.9374, 14751.557 13286.508 849.95044, 14737.106 13355.893 851.773, 14722.952 13421.283 853.647, 14704.813 13503.973 856.8747</trace>
</ink>
</file>

<file path=ppt/ink/ink620.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16128.165 7158.355 874.14984, 16108.171 7247.0063 865.17645, 16098.849 7313.882 861.4274, 16102.595 7385.388 860.197, 16113.456 7460.849 857.30664</trace>
</ink>
</file>

<file path=ppt/ink/ink621.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16380.961 6901.881 874.14984, 16309.435 6971.242 863.21106, 16191.497 7046.831 851.0738, 16115.75 7088.2563 845.06213, 16001.172 7145.7456 838.20544, 15887.8955 7193.196 832.7332, 15812.691 7216.973 831.3077, 15733.677 7237.915 832.6358, 15657.507 7255.708 835.0242, 15548.197 7278.7163 844.2577, 15474.214 7289.1064 855.2087, 15407.676 7293.04 765.4834</trace>
</ink>
</file>

<file path=ppt/ink/ink622.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15458.024 7309.3433 874.14984, 15455.074 7380.1255 871.6853, 15441.695 7499.0522 866.19507, 15432.172 7572.4746 861.5492, 15417.052 7681.6084 853.7735, 15401.791 7781.397 848.275, 15385.037 7885.924 842.2267, 15372.774 7956.549 842.5352, 15357.683 8039.6797 842.69305, 15340.75 8129.126 842.14575, 15311.961 8277.617 840.1433, 15292.262 8380.725 837.0436, 15270.326 8496.685 832.3584, 15250.766 8597.406 827.86914, 15232.687 8688.533 823.1025, 15210.225 8801.945 818.37494, 15185.6 8931.14 812.7997, 15158.602 9072.945 807.3472, 15140.183 9168.994 802.89923, 15115.822 9287.176 798.1899, 15086.41 9425.0205 794.03644, 15053.391 9575.617 790.4307, 15018.351 9735.216 787.56934, 14984.525 9890.8955 785.4773, 14960.035 10003.847 783.58405, 14929.588 10142.389 781.5927, 14894.928 10299.747 779.2949, 14855.593 10471.69 775.93866, 14823.374 10611.066 772.1494, 14791.323 10746.798 771.49976, 14753.39 10909.044 767.8455, 14711.964 11089.253 758.94183, 14669.529 11278.423 747.3309, 14641.156 11405.04 736.68225, 14604.483 11563.49 725.8907, 14560.949 11740.077 719.5273, 14512.961 11925.673 716.9297, 14471.63 12080.719 722.5524, 14434.675 12215.848 728.1627, 14391.239 12369.836 731.1047, 14345.301 12531.477 737.07263, 14297.732 12695.148 745.48584, 14265.543 12805.479 755.1103, 14228.178 12929.074 765.1369, 14187.5 13061.588 776.0766, 14146.327 13195.335 786.2642, 14111.881 13308.491 795.5827, 14085.19 13396.755 801.99133, 14057.542 13486.494 813.18427, 14031.354 13560.074 824.70087, 13998.217 13632.145 842.71216, 13980.927 13567.346 860.26825, 13990.485 13504.181 8.56298</trace>
</ink>
</file>

<file path=ppt/ink/ink623.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16455.422 7022.879 874.14984, 16441.686 7131.4526 862.3007, 16422.207 7244.274 854.49884, 16404.504 7342.7144 849.2896, 16386.256 7448.741 847.30365, 16372.63 7532.8535 844.3474, 16355.312 7632.498 840.1817, 16341.184 7712.4395 836.29535, 16326.161 7797.5234 831.923, 16306.69 7905.0815 826.4961, 16282.338 8031.263 820.37354, 16256.2705 8166.071 814.1006, 16238.244 8259.291 808.4273, 16215.133 8380.672 802.4691, 16189.098 8523.463 795.91345, 16161.498 8682.32 789.88293, 16138.66 8817.03 784.9472, 16118.1045 8941.118 780.25543, 16094.39 9092.133 774.0896, 16069.646 9262.045 767.4589, 16045.568 9445.843 760.7563, 16029.844 9566.522 755.9582, 16011.047 9719.272 751.51483, 15989.199 9896.443 746.6747, 15965.035 10089.434 739.1775, 15943.376 10260.034 731.89343, 15925.028 10403.326 724.27997, 15902.092 10575.402 717.80176, 15876.558 10767.568 711.777, 15849.327 10973.867 706.67126, 15829.971 11120.477 704.12146, 15807.417 11284.053 700.43945, 15781.46 11470.274 696.364, 15754.934 11672.263 693.2612, 15730.705 11862.605 693.5972, 15712.378 12008.149 693.48706, 15690.088 12182.661 666.3038, 15664.333 12370.058 630.6467, 15635.017 12559.933 587.5216, 15613.078 12699.432 537.37976, 15591.109 12833.822 480.4911, 15570.114 12973.638 419.07114, 15553.686 13110.578 354.6014, 15543.958 13230.097 288.8152, 15537.893 13313.152 224.00403, 15534.96 13391.418 165.9086, 15532.206 13472.563 88.642</trace>
</ink>
</file>

<file path=ppt/ink/ink624.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14205.994 13285.796 874.14984, 14316.296 13335.778 858.2486, 14426.4795 13347.928 839.8309, 14493.668 13350.122 833.5324, 14619.8125 13351.21 824.09106, 14714.012 13350.201 819.58765, 14822.547 13349.489 816.29297, 14913.079 13348.868 813.59564, 14996.835 13348.353 811.4341, 15092.254 13346.685 812.6336, 15188.786 13345.04 816.30054, 15268.81 13343.69 821.6109, 15385.257 13339.65 834.1357, 15459.792 13341.077 856.6613</trace>
</ink>
</file>

<file path=ppt/ink/ink6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16097.829 7641.8276 874.14984, 16017.944 7724.508 871.40356, 15961.846 7793.649 870.37646, 15909.454 7876.5996 869.3562, 15868.534 7949.728 867.424, 15821.628 8040.8247 867.03973, 15771.944 8137.2886 865.65784, 15731.532 8222.618 865.44336, 15684.312 8328.3125 865.3633, 15638.018 8438.127 866.2474, 15601.149 8523.771 865.6914, 15560.748 8621.673 865.3165, 15526.882 8700.998 864.6186, 15483.967 8798.984 865.956, 15456.8125 8861.818 865.59033, 15426.568 8931.929 864.6126, 15379.069 9044.24 862.613, 15328.509 9164.133 862.058, 15292.789 9251.992 861.38306, 15255.354 9347.204 860.2726, 15223.961 9425.34 861.2254, 15190.646 9508.885 862.31256, 15153.515 9601.976 862.50604, 15124.536 9676.418 862.69196, 15092.416 9764.957 862.6531, 15067.564 9854.391 861.9437, 15040.188 9947.473 861.0279, 15003.009 10049.492 860.6577, 14972.342 10134.058 860.9205, 14939.591 10227.659 861.1088, 14900.741 10338.216 861.2743, 14870.671 10433.152 862.36786, 14851.818 10496.595 862.77527, 14829.552 10567.3 862.51, 14795.045 10676.245 861.0041, 14751.908 10801.293 859.07495, 14714.653 10904.835 857.826, 14674.67 11012.416 857.8321, 14642.564 11099.369 857.9749, 14597.674 11221.361 857.8086, 14558.564 11326.757 857.5392, 14514.174 11469.018 855.89307, 14484.68 11561.036 855.7118, 14457.448 11648.056 855.6688, 14432.624 11728.571 855.23663, 14395.706 11839.907 850.52606, 14350.972 11964.369 841.3666, 14303.78 12088.369 830.3222, 14273.197 12168.713 810.72186, 14242.875 12251.701 771.6445, 14213.802 12317.176 694.44305</trace>
</ink>
</file>

<file path=ppt/ink/ink6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16038.997 7656.306 874.14984, 16117.013 7749.725 869.1178, 16165.217 7829.3228 866.225, 16203.037 7909.04 862.24585, 16228.882 7979.0005 860.5481, 16247.308 8088.556 860.1639, 16254.859 8186.566 859.73065, 16257.639 8296.879 858.34576, 16259.349 8382.298 858.49335, 16258.867 8478.45 859.21484, 16254.777 8569.377 859.39154, 16250.838 8679.49 859.7102, 16248.92 8768.574 860.28595, 16248.098 8895.12 859.78455, 16246.514 9001.017 858.5862, 16240.463 9126.197 857.7433, 16237.775 9192.246 857.6241, 16234.552 9288.789 857.60986, 16232.002 9415.154 857.8247, 16227.665 9525.991 857.902, 16223.589 9591.584 857.568, 16218.361 9664.856 856.9919, 16212.049 9742.954 856.3791, 16205.345 9824.577 855.8459, 16195.086 9947.58 855.36633, 16187.801 10017.061 855.2811, 16179.491 10092.486 855.1433, 16171.368 10168.83 854.91046, 16157.603 10293.761 854.487, 16148.871 10374.737 853.849, 16139.973 10463.1 852.3606, 16132.615 10535.178 851.1451, 16125.537 10603.537 849.8609, 16116.071 10684.919 848.5131, 16103.771 10774.841 847.3592, 16088.91 10867.897 846.55914, 16067.067 11004.572 845.48364, 16055.437 11090.438 845.36273, 16043.364 11185.946 845.02466, 16033.401 11268.823 844.85675, 16024.862 11343.033 844.1625, 16015.431 11435.188 842.2105, 16006.102 11540.089 839.5162, 15996.209 11653.994 836.111, 15989.437 11731.105 833.05164, 15979.6045 11825.18 830.04895, 15965.788 11933.552 827.23975, 15950.337 12054.485 823.7599, 15935.462 12188.871 819.5129, 15923.946 12325.073 814.64923, 15916.083 12423.997 810.0293, 15911.678 12547.686 805.36993, 15914.076 12685.076 801.20514, 15915.686 12773.758 792.90784, 15914.909 12855.826 778.10693, 15919.494 12923.834 768.3464</trace>
</ink>
</file>

<file path=ppt/ink/ink62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14057.073 12093.918 874.14984, 13957.031 12105.508 859.228, 13883.811 12111.77 851.9347, 13798.615 12118.236 846.1221, 13676.425 12127.883 840.98444, 13552.065 12139.226 839.1309, 13458.128 12147.945 834.4289, 13352.139 12158.383 830.01117, 13250.965 12168.657 825.8874, 13172.595 12176.706 818.86487, 13082.381 12183.556 809.11365, 12997.218 12183.935 791.306, 12921.667 12185.633 760.42096, 12850.086 12183.89 698.5634</trace>
</ink>
</file>

<file path=ppt/ink/ink6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13877.817 11897.943 874.14984, 13922.156 11965.479 865.6247, 13956.406 12068.967 863.13367, 13965.772 12135.726 861.86053, 13965.552 12200.144 860.46906, 13932.593 12272.883 853.39606</trace>
</ink>
</file>

<file path=ppt/ink/ink6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11330.549 10886.527 874.14984, 11351.38 10996.925 861.9576, 11360.603 11084.857 846.0281, 11367.248 11153.323 834.7468, 11371.672 11230.977 824.05646, 11373.848 11309.533 816.1594, 11374.8 11381.413 810.421, 11370.514 11478.259 805.80096, 11362.07 11590.3545 799.09436, 11350.36 11706.431 796.6413, 11341.177 11789.516 798.21234, 11329.467 11872.998 801.47986, 11314.96 11957.066 809.6802, 11302.09 12026.714 817.6214, 11289.235 12091.42 837.01404, 11339.734 11986.681 852.42084, 11381.173 11913.979 856.76196, 11442.159 11843.887 862.3107, 11508.019 11895.892 860.3323, 11534.163 11968.284 860.8724, 11561.793 12059.943 863.7253, 11644.439 12116.983 862.4596, 11727.423 12084.775 859.82605, 11796.358 12004.978 855.1703, 11837.354 11897.455 852.63525, 11842.388 11825.233 853.12933, 11796.809 11921.814 855.61694, 11794.162 12002.689 856.6197, 11808.411 12077.612 860.0807, 11901.251 12038.595 861.4961, 11949.59 11941.237 851.66174, 11981.279 11853.473 841.88544, 11999.552 11790.185 844.6928, 12020.653 11866.811 841.88873, 12015.466 12005.188 831.8391, 12005.7295 12103.632 825.6618, 11992.817 12198.545 821.6427, 11981.839 12272.317 815.9488, 11962.62 12356.293 812.7688, 11934.773 12439.967 813.2131, 11896.419 12514.06 817.1165, 11802.793 12607.284 827.2112, 11713.914 12602.096 836.8487, 11666.282 12535.613 835.0477, 11604.261 12464.209 822.9775, 11581.525 12399.481 778.694</trace>
</ink>
</file>

<file path=ppt/ink/ink6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12179.945 11874.675 874.14984, 12173.758 11952.18 863.4056, 12155.398 12085.447 853.50793, 12144.507 12167.342 849.0504, 12135.558 12253.552 846.7319, 12130.336 12339.035 846.0964, 12128.227 12453.463 850.8813</trace>
</ink>
</file>

<file path=ppt/ink/ink6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12075.149 12093.918 874.14984, 12151.923 12069.795 867.3482, 12252.804 12026.764 866.47815, 12331.44 11939.48 866.25476, 12336.994 11850.766 866.1823, 12267.1875 11895.172 862.2313, 12242.699 11982.748 854.22156, 12243.5 12099.292 851.2527, 12258.573 12174.9795 854.555, 12354.027 12176.32 856.0407, 12426.033 12117.19 853.4637, 12486.628 12050.651 850.9629, 12500.278 12129.187 855.0549, 12501.297 12201.508 849.16943, 12567.009 12228.594 754.398</trace>
</ink>
</file>

<file path=ppt/ink/ink6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12715.873 11217.979 874.14984, 12708.843 11332.47 858.09735, 12697.066 11410.184 847.7873, 12681.4375 11498.53 838.11945, 12655.385 11639.977 824.67285, 12631.361 11772.317 818.0401, 12611.569 11902.25 810.6857, 12604.061 11974.887 816.2977, 12602.269 12076.672 829.3372, 12685.59 12061.708 858.972, 12770.833 12071.429 864.7544, 12773.055 12159.467 862.0611, 12693.8125 12220.448 862.0494, 12626.582 12144.132 859.5361, 12651.584 12079.237 856.0871, 12698.093 12016.217 417.75464</trace>
</ink>
</file>

<file path=ppt/ink/ink63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12895.13 11822.449 874.14984, 12852.6 11898.489 869.2516, 12833.613 11988.844 867.7656, 12878.35 11893.488 860.1194, 12863.645 11819.305 862.1535, 12896.853 11888.177 862.7471, 12966.997 11901.815 862.0638, 13032.337 11849.987 859.55084, 13063.356 11786.006 853.7727, 13088.314 11707.627 846.2535, 13117.632 11565.563 832.9839, 13122.584 11470.324 826.93243, 13120.314 11374.175 823.53595, 13115.97 11294.692 823.239, 13093.936 11185.745 831.37054, 13022.436 11220.402 835.46075, 12990.249 11328.501 830.84106, 12979.976 11415.996 828.2564, 12976.304 11512.22 825.6215, 12974.612 11583.729 823.34265, 12979.1045 11653.87 820.17975, 12989.99 11726.76 822.42194, 13008.6455 11795.631 825.6404, 13048.357 11888.355 836.62354, 13135.437 11922.481 853.10803, 13206.943 11846.524 860.4556, 13210.112 11757.511 864.5536, 13155.223 11866.763 854.07245, 13181.042 11969.867 834.37256, 13205.7295 12051.739 795.01154</trace>
</ink>
</file>

<file path=ppt/ink/ink63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12919.029 12455.876 874.14984, 12835.198 12452.383 862.35864, 12765.951 12446.6 853.25555, 12677.696 12437.58 844.4252, 12573.138 12426.303 835.5794, 12454.477 12416.0625 827.33484, 12324.322 12409.517 819.99146, 12230.714 12405.35 814.91833, 12123.344 12404.196 809.68695, 12024.861 12403.839 802.0231, 11926.507 12405.909 795.1546, 11804.266 12410.773 790.072, 11681.513 12416.459 787.7986, 11591.043 12420.871 786.5084, 11483.339 12426.931 787.9643, 11373.287 12433.482 793.3382, 11283.1 12440.077 803.89197, 11215.005 12445.512 814.1904, 11121.618 12460.26 833.1285, 11185.2 12502.353 803.89465</trace>
</ink>
</file>

<file path=ppt/ink/ink6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11702.85 9527.633 874.14984, 11608.465 9624.036 862.05, 11507.003 9737.959 851.6631, 11457.573 9810.624 846.5201, 11393.9795 9926.112 839.7395, 11351.448 10042.535 833.9531, 11335.731 10129.372 831.2403, 11327.689 10230.528 828.2773, 11330.355 10329.669 825.17737, 11335.576 10407.782 822.6874, 11360.805 10506.565 819.5275, 11407.423 10610.139 815.72705, 11480.79 10700.548 811.9525, 11532.489 10770.965 801.9435, 11588.944 10842.736 787.25885</trace>
</ink>
</file>

<file path=ppt/ink/ink6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11866.478 10086.6 874.14984, 11831.602 10171.344 866.61536, 11805.642 10264.729 863.81665, 11810.126 10352.278 863.91016, 11883.382 10424.634 863.03174, 11950.88 10318.172 856.01935, 11957.806 10222.322 848.2388, 11927.718 10123.95 849.7611, 11852.013 10079.313 854.45184, 11856.636 10187.111 854.1363, 11893.097 10263.885 856.01855, 11961.642 10307.2705 859.02106, 12034.607 10278.016 858.9363, 12105.397 10201.228 857.53796, 12143.493 10287.422 858.1526, 12153.559 10370.977 861.054, 12221.329 10430.458 862.6311, 12300.232 10352.165 859.44934, 12331.127 10250.307 857.598, 12336.788 10173.432 858.0076, 12327.32 10261.309 857.1441, 12357.979 10364.284 857.6584, 12414.456 10439.654 857.83813, 12500.709 10422.8125 857.47565, 12536.322 10352.855 858.6528, 12551.757 10271.546 861.30804, 12605.293 10359.457 860.3665, 12648.111 10437.7295 861.5182, 12721.35 10402.246 860.76764, 12736.688 10334.543 861.9451, 12767.405 10266.376 863.83606, 12836.403 10259.381 864.58575, 12905.443 10259.06 865.0954, 12964.31 10181.112 865.7645, 12873.978 10146.165 864.35736, 12872.783 10264.089 860.4654, 12917.679 10354.82 848.87823, 12978.912 10428.552 838.781, 13054.587 10447.461 843.9091, 13147.558 10390.429 850.4823, 13224.001 10367.42 859.53564, 13258.542 10436.621 862.57306, 13271.822 10505.774 860.85254, 13294.621 10575.734 864.7622, 13357.024 10489.685 861.7467, 13392.467 10423.653 832.31177</trace>
</ink>
</file>

<file path=ppt/ink/ink6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13416.35 9799.618 874.14984, 13421.283 9910.425 859.41455, 13425.881 9978.747 853.6215, 13432.713 10057.549 848.59485, 13440.024 10135.162 844.5984, 13452.292 10258.99 839.9718, 13463.856 10363.423 838.94543, 13484.005 10476.046 842.42975, 13518.154 10542.295 850.33887, 13614.363 10553.521 858.25085, 13688.311 10506.146 859.8684, 13733.264 10435.043 860.92444, 13734.178 10355.133 860.4491, 13662.007 10292.398 860.9998, 13622.598 10389.371 860.1711, 13659.26 10482.699 850.8664, 13774.578 10590.228 830.3981, 13841.047 10647.458 795.1412, 13906.356 10680.246 718.79926</trace>
</ink>
</file>

<file path=ppt/ink/ink6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13356.597 10056.092 874.14984, 13476.176 10103.727 852.8853, 13558.768 10126.632 840.7834, 13635.584 10149.191 814.394, 13698.455 10166.741 744.3478</trace>
</ink>
</file>

<file path=ppt/ink/ink6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12165.236 9029.681 874.14984, 12184.185 9118.063 863.41455, 12192.333 9180.934 857.83057, 12200.52 9257.761 851.4611, 12209.525 9343.953 846.41095, 12220.099 9434.285 842.2586, 12229.827 9515.042 840.6677, 12244.701 9634.694 840.2525, 12258.807 9719.932 842.26117, 12323.882 9735.665 853.63055, 12371.592 9659.522 854.4076, 12417.652 9571.964 858.5685, 12457.05 9504.528 862.1784, 12521.63 9546.596 862.4685, 12532.086 9630.819 863.8797, 12577.645 9704.138 864.5449, 12665.636 9685.88 862.8812, 12715.1875 9611.517 863.1857, 12718.515 9528.663 864.71124, 12731.672 9603.676 860.0937, 12803.73 9674.442 856.34625, 12865.318 9757.696 859.7547, 12875.595 9825.849 860.9962, 12792.428 9839.473 860.9124, 12727.676 9814.838 674.9142</trace>
</ink>
</file>

<file path=ppt/ink/ink6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12597.288 9271.675 874.14984, 12719.424 9261.76 851.8654, 12800.641 9253.606 841.66064, 12876.781 9246.315 817.7765, 12943.008 9241.422 703.30725</trace>
</ink>
</file>

<file path=ppt/ink/ink6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13103.802 9467.649 874.14984, 13101.913 9556.232 869.2173, 13144.067 9636.2 868.1655, 13214.911 9648.821 867.1926, 13257.963 9570.375 862.88434, 13217.762 9474.49 858.1702, 13152.256 9429.603 855.8087, 13077.187 9419.085 856.7734, 13129.902 9492.691 857.1405, 13218.463 9526.127 854.7999, 13289.951 9527.493 858.84955, 13371.577 9492.314 862.8753, 13391.651 9565.428 867.586, 13398.5205 9636.862 867.30133, 13486.997 9632.565 864.0156, 13559.694 9537.591 857.0696, 13572.416 9640.3955 856.30194, 13661.566 9682.934 858.7908, 13729.311 9609.693 858.05145, 13743.281 9533.7295 861.04877, 13739.567 9601.194 861.30975, 13774.07 9714.851 862.9551, 13855.256 9774.003 864.1355, 13924.743 9704.479 862.3085, 13915.467 9606.002 861.7955, 14004.709 9539.105 864.3257, 14050.979 9474.42 865.24805, 13981.886 9430.985 865.18634, 13913.62 9501.322 862.9705, 13917.458 9583.989 858.18695, 13974.357 9685.385 848.01776, 14042.274 9726.556 845.4915, 14113.792 9701.853 847.27045, 14180.832 9630.18 849.58203, 14244.719 9735.424 861.58093, 14288.789 9803.096 861.2178</trace>
</ink>
</file>

<file path=ppt/ink/ink6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14354.912 9060.188 874.14984, 14347.033 9148.936 863.4997, 14344.387 9279.771 854.83594, 14346.045 9354.645 850.81757, 14349.336 9468.328 845.9246, 14352.227 9568.152 843.60516, 14360.293 9684.561 846.8427, 14380.559 9765.247 853.1368, 14458.378 9823.641 860.91187, 14540.591 9790.75 864.0516, 14575.204 9685.189 864.6069, 14538.079 9594.541 864.2343, 14496.643 9662.442 858.0467, 14526.59 9767.013 845.2341, 14591.171 9853.0 826.1614, 14643.903 9917.106 780.28937</trace>
</ink>
</file>

<file path=ppt/ink/ink6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14518.542 9302.184 874.14984, 14410.453 9317.43 859.5258, 14335.322 9329.001 852.24396, 14265.593 9339.611 838.9766, 14201.62 9347.143 727.0298</trace>
</ink>
</file>

<file path=ppt/ink/ink6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14738.245 9169.811 874.14984, 14784.263 9248.415 859.5237, 14810.873 9314.942 850.8686, 14830.888 9400.996 841.81635, 14838.969 9504.328 832.97455, 14830.993 9621.382 824.5831, 14813.497 9727.196 817.3378, 14794.159 9815.916 811.25055, 14760.706 9916.871 805.5595, 14733.275 9998.083 796.80255, 14685.289 10110.067 788.9013, 14622.264 10240.078 780.9514, 14547.865 10369.949 750.968, 14488.013 10469.503 714.20667, 14423.396 10540.903 670.78796, 14368.334 10607.668 595.8991, 14304.487 10660.972 449.12558</trace>
</ink>
</file>

<file path=ppt/ink/ink6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12790.334 9558.658 874.14984, 12860.769 9513.922 873.2005, 12795.033 9491.758 864.2844, 12731.475 9522.14 861.0475, 12665.741 9554.867 670.7424</trace>
</ink>
</file>

<file path=ppt/ink/ink6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12060.44 9317.18 874.14984, 12176.396 9315.769 851.46405, 12277.895 9322.266 831.9135, 12349.194 9326.423 793.27136, 12432.741 9332.175 733.09094</trace>
</ink>
</file>

<file path=ppt/ink/ink6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13909.993 10856.0205 874.14984, 13795.111 10849.719 848.1279, 13695.618 10842.93 829.8382, 13565.392 10836.854 806.92535, 13404.228 10832.364 776.66486, 13215.166 10830.603 747.5624, 13015.994 10831.46 719.0919, 12878.177 10832.291 697.1587, 12703.698 10834.38 646.073, 12580.284 10835.717 579.19763, 12414.315 10837.699 508.77292, 12228.397 10840.68 436.88498, 12047.645 10844.686 364.6478, 11903.039 10848.788 294.7468, 11810.128 10851.467 235.62988, 11731.549 10853.234 96.7079, 11657.806 10856.0205 38.852833</trace>
</ink>
</file>

<file path=ppt/ink/ink64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7500.9136 8803.198 874.14984, 7407.989 8801.949 867.19885, 7332.105 8798.73 862.5275, 7251.177 8793.645 863.1812, 7171.0967 8793.402 865.7878, 7107.671 8842.954 865.4106, 7085.221 8947.974 863.50256, 7075.637 9015.481 861.0732, 7062.8506 9118.3545 856.04944, 7057.472 9183.506 854.699, 7053.138 9250.201 854.1014, 7047.2866 9351.621 855.1038, 7041.4316 9434.088 858.75415, 7031.4814 9500.836 864.1642, 7016.8306 9566.943 242.82538</trace>
</ink>
</file>

<file path=ppt/ink/ink64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7516.5405 8803.198 874.14984, 7535.4893 8911.536 862.1901, 7550.4307 9037.643 854.8603, 7558.396 9140.989 851.4264, 7559.948 9258.01 853.00336, 7556.338 9352.108 852.6317, 7541.4126 9450.923 855.801, 7521.673 9521.812 860.7206, 7433.3657 9583.853 862.0572, 7328.516 9582.711 859.1922, 7223.121 9570.92 854.21094, 7130.7085 9566.373 840.66797, 7064.9346 9565.869 819.5394, 6999.0044 9560.303 219.15564</trace>
</ink>
</file>

<file path=ppt/ink/ink6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15100.432 7369.842 874.14984, 15164.059 7374.6963 852.12305, 15230.96 7379.0234 853.51086, 15308.289 7383.514 854.41516, 15396.777 7390.661 856.1605, 15496.485 7396.3774 856.28424, 15613.372 7399.7715 858.8753, 15713.082 7401.1626 859.73315, 15820.824 7405.2417 860.2643, 15884.959 7408.1396 859.9307, 15987.707 7411.9517 859.1485, 16106.693 7415.606 858.59796, 16171.613 7419.0654 859.5554, 16241.259 7422.597 860.50574, 16314.541 7425.4414 860.99866, 16428.896 7430.9614 860.6955, 16552.412 7438.3745 859.27014, 16652.162 7444.0767 861.0032, 16764.75 7448.804 862.3396, 16866.07 7453.8413 862.5271, 16980.53 7455.003 863.3664, 17050.477 7456.0405 863.9994, 17122.057 7457.296 864.5217, 17240.518 7459.2114 863.6249, 17314.691 7461.12 863.58453, 17391.96 7463.95 864.07117, 17514.512 7468.618 863.66406, 17590.271 7471.2407 863.1404, 17663.518 7472.6763 862.9535, 17790.184 7472.5684 863.2833, 17871.621 7470.3057 862.7093, 17989.975 7466.912 860.5714, 18057.633 7464.9346 859.1092, 18157.785 7462.5615 857.41583, 18258.559 7459.7847 860.8166, 18363.559 7457.2163 862.6244, 18472.816 7454.484 862.7536, 18537.021 7453.9478 862.89166, 18605.473 7455.0757 862.8769, 18712.738 7459.336 863.95496, 18827.412 7483.4653 864.53705, 18927.436 7551.246 864.7002, 18999.986 7665.678 865.13257, 19033.277 7730.5103 865.5231, 19096.871 7831.6675 866.18976, 19172.309 7899.061 865.61597, 19283.963 7940.81 862.8183, 19355.412 7953.293 859.6087, 19429.79 7961.599 855.79663, 19501.424 7966.971 853.9348, 19604.38 7973.265 853.30286, 19729.61 7986.5356 854.3134, 19837.23 8000.5737 854.8448, 19967.654 8016.707 855.9243, 20035.895 8023.7036 856.90717, 20132.357 8029.2495 859.0979, 20244.094 8002.6294 861.139, 20349.62 7927.8696 859.9562, 20420.3 7855.5923 857.8257, 20493.365 7729.4736 856.15045, 20542.74 7615.229 853.74207, 20564.102 7547.5747 852.5601, 20585.207 7466.9224 851.1483, 20604.553 7374.589 849.18756, 20617.26 7311.362 847.5465, 20629.404 7231.028 844.95996, 20640.02 7136.778 841.5279, 20648.037 7035.5527 837.97687, 20652.467 6944.892 835.8042, 20654.936 6872.563 834.2203, 20652.9 6791.806 835.106, 20646.584 6712.7866 837.3149, 20636.502 6638.991 840.0915, 20618.652 6538.184 847.3112, 20592.906 6455.4814 856.4205, 20532.17 6369.265 861.71063, 20448.129 6302.504 862.0255, 20353.498 6265.495 859.96075, 20256.139 6248.933 858.3011, 20192.135 6247.0254 856.8675, 20109.787 6245.09 853.9841, 20009.846 6242.46 848.7554, 19934.436 6240.6426 843.1426, 19843.635 6238.2993 836.64307, 19727.303 6234.779 828.63605, 19591.916 6231.2603 819.8734, 19441.324 6228.27 810.9153, 19280.672 6225.1113 802.34235, 19172.875 6222.99 794.5567, 19032.176 6219.7495 786.4693, 18865.28 6216.367 776.766, 18677.2 6213.2754 764.94196, 18516.193 6211.2705 752.4512, 18370.125 6209.984 740.1624, 18196.377 6209.175 728.0851, 18005.322 6210.135 718.77423, 17804.691 6214.0693 712.5065, 17671.703 6216.791 709.3821, 17512.098 6223.0 708.59546, 17332.012 6232.3804 709.53345, 17139.016 6245.65 711.6414, 16969.148 6259.139 715.8754, 16829.098 6271.128 720.1229, 16665.246 6285.89 724.8677, 16491.654 6301.7246 732.6216, 16315.96 6317.6826 741.6737, 16193.248 6328.8833 750.4768, 16064.706 6340.608 758.56744, 15928.979 6353.492 768.33484, 15792.877 6366.9297 779.10974, 15674.055 6379.419 790.14166, 15585.452 6388.9424 799.8706, 15488.472 6400.408 810.6779, 15390.226 6413.087 821.0622, 15296.628 6426.381 829.7798, 15228.691 6436.2803 836.8593, 15108.073 6461.2905 850.9163, 15028.893 6531.6665 855.71826, 15012.424 6655.809 853.21564, 15022.795 6762.2046 847.74225, 15038.049 6833.4316 844.4006, 15053.619 6912.549 837.716, 15066.596 6985.7583 828.4815, 15084.519 7112.886 798.7931, 15088.39 7184.6284 773.6576, 15089.536 7253.8057 740.85583, 15090.793 7342.165 653.7829, 15089.921 7405.9 406.0709</trace>
</ink>
</file>

<file path=ppt/ink/ink6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24607.414 4276.648 874.14984, 24523.47 4276.648 863.80334, 24389.21 4276.6475 853.93066, 24303.043 4278.018 848.32367, 24201.24 4282.081 841.9573, 24080.557 4288.1562 834.5188, 23975.957 4293.7446 827.9709, 23871.57 4297.7695 821.38416, 23726.994 4302.8506 807.7198, 23563.115 4307.957 788.3917, 23448.549 4311.4907 770.15216, 23292.332 4317.641 747.7286, 23105.516 4327.693 723.3321, 22895.6 4341.7295 700.0317, 22712.232 4355.806 681.3283, 22548.748 4369.6377 663.7386, 22345.68 4390.345 646.0734, 22112.762 4417.191 630.873, 21858.0 4448.366 616.5764, 21688.285 4469.2793 606.44293, 21478.133 4496.1406 595.37933, 21240.56 4526.205 586.5008, 20989.777 4556.856 582.49884, 20737.63 4585.8496 581.7495, 20506.285 4611.811 590.56195, 20341.12 4630.2456 600.8576, 20156.799 4650.876 620.116, 19966.277 4674.0117 644.75146, 19833.107 4690.3394 668.72473, 19691.148 4708.276 692.35876, 19580.295 4722.403 714.87213, 19470.184 4736.655 736.39386, 19349.049 4750.535 756.9684, 19229.455 4761.455 778.0766, 19122.598 4768.787 796.4566, 19050.121 4773.5654 812.4828, 18977.648 4775.8184 826.07104, 18914.072 4776.026 835.78925, 18831.732 4776.221 851.0086, 18787.6 4844.84 864.38385, 18791.68 4908.1035 864.9627, 18802.89 4991.2295 860.5868, 18822.664 5125.737 847.9907, 18837.035 5218.3867 839.36316, 18850.19 5303.9146 831.7767, 18861.955 5380.061 824.7857, 18873.201 5466.2554 821.08276, 18881.785 5535.715 817.4013, 18892.2 5636.64 812.88367, 18904.76 5763.38 807.2024, 18919.662 5909.2188 801.5756, 18931.281 6022.135 796.3658, 18944.967 6146.3667 790.55206, 18957.197 6259.152 784.59393, 18969.498 6373.985 777.0031, 18988.209 6526.13 764.87244, 19011.418 6706.717 751.45905, 19035.287 6910.318 733.9343, 19051.152 7045.423 718.4374, 19071.408 7217.6807 701.5794, 19097.527 7421.9785 684.69275, 19128.502 7652.856 666.5733, 19162.25 7904.599 646.84204, 19193.893 8150.085 627.4178, 19217.367 8334.113 610.06287, 19242.594 8563.672 593.81616, 19267.318 8826.066 576.1744, 19292.4 9114.885 560.2066, 19311.328 9342.4375 545.4648, 19329.021 9573.161 531.12946, 19348.176 9847.718 519.9418, 19369.568 10155.843 506.12158, 19394.16 10475.004 492.69266, 19411.533 10698.127 479.9212, 19437.463 10987.379 463.54227, 19468.857 11329.461 445.9168, 19507.412 11718.317 425.57062, 19543.316 12053.222 405.6469, 19579.46 12368.413 385.31366, 19635.164 12775.053 363.33234, 19671.27 13037.675 305.02008, 19680.19 13114.436 270.7719, 19693.273 13217.745 239.15619, 19714.951 13365.7 193.09766, 19733.5 13482.284 145.19562</trace>
</ink>
</file>

<file path=ppt/ink/ink6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19435.662 5709.4863 874.14984, 19502.412 5676.452 866.11176, 19576.193 5629.929 854.00397, 19663.484 5546.59 859.67535, 19686.043 5479.654 861.4295, 19610.725 5441.145 860.5862, 19507.225 5490.3115 857.5237, 19434.316 5549.1626 854.663, 19387.713 5645.797 853.2329, 19377.037 5734.573 853.1677, 19411.484 5825.022 853.7696, 19481.016 5889.6904 855.7104, 19568.586 5914.0483 856.0798, 19680.43 5880.0723 855.26733, 19754.42 5851.496 852.8728</trace>
</ink>
</file>

<file path=ppt/ink/ink6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19853.006 5589.0063 874.14984, 19943.207 5576.9414 863.62665, 20007.586 5570.0483 859.5963, 20085.375 5561.4297 849.1307</trace>
</ink>
</file>

<file path=ppt/ink/ink6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19867.713 5815.489 874.14984, 19943.094 5812.4946 859.32666, 20009.281 5803.195 849.0844, 20083.17 5784.1084 840.6542, 20155.225 5767.764 818.0601, 20221.293 5749.352 533.5655</trace>
</ink>
</file>

<file path=ppt/ink/ink6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20448.686 5484.038 874.14984, 20434.95 5562.15 865.6, 20424.023 5654.7944 866.0498, 20459.889 5741.4805 866.16284, 20557.738 5779.869 862.474, 20632.043 5757.6104 858.3002, 20702.43 5700.2324 854.4873, 20739.773 5620.775 854.17596, 20730.986 5543.334 855.7001, 20652.1 5466.993 855.82623, 20567.85 5426.7847 857.0409, 20471.713 5444.644 859.9535, 20396.287 5484.038 864.7938</trace>
</ink>
</file>

<file path=ppt/ink/ink6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20539.691 6030.595 874.14984, 20436.168 6040.2007 855.9939, 20354.164 6049.1064 844.1674, 20254.004 6057.5415 833.49664, 20141.18 6066.5234 826.11633, 20019.254 6076.515 819.79553, 19943.531 6082.72 803.48486, 19845.469 6090.518 780.779, 19779.668 6095.743 752.75214, 19693.129 6103.9443 711.868, 19601.338 6114.2036 664.8529, 19519.219 6125.221 612.1943, 19413.162 6143.78 492.39053, 19344.236 6157.4487 283.48178</trace>
</ink>
</file>

<file path=ppt/ink/ink6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21536.17 5362.5234 874.14984, 21460.816 5427.8022 863.0828, 21382.299 5516.7964 859.5835, 21342.893 5592.032 860.3594, 21345.87 5686.8755 859.84906, 21390.67 5759.9805 857.04456, 21506.598 5774.2563 853.0916, 21578.135 5754.4683 848.3285, 21681.336 5711.269 840.9911, 21778.56 5627.7534 841.273, 21836.467 5546.8594 846.3975, 21856.625 5436.6206 851.3322, 21774.145 5404.7173 860.8672, 21732.986 5502.4624 856.6088, 21727.781 5567.483 853.60803, 21735.254 5670.4097 851.5226, 21795.867 5740.345 853.0295, 21894.916 5726.9917 852.3699, 21973.715 5677.238 849.7326, 22059.117 5577.496 848.133, 22104.102 5513.688 849.7291, 22168.889 5457.5933 853.95276, 22239.445 5484.832 857.59686, 22260.414 5552.991 856.4707, 22270.205 5631.6484 847.0468, 22297.94 5706.093 802.0626</trace>
</ink>
</file>

<file path=ppt/ink/ink6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22534.486 5423.0225 874.14984, 22492.713 5494.397 864.7645, 22452.684 5581.103 861.9839, 22435.477 5648.0674 863.387, 22480.793 5729.08 863.3811, 22586.154 5723.0264 858.40607, 22655.154 5692.485 853.23096, 22723.531 5646.908 847.7345, 22817.447 5567.4785 838.0628, 22864.059 5504.3384 835.1617, 22905.594 5426.9785 833.5411, 22937.75 5356.5796 832.99884, 22963.305 5291.9985 832.0874, 22987.678 5211.7744 830.9629, 23007.986 5125.3467 831.1885, 23021.117 5040.305 836.4184, 23022.162 4965.19 842.5326, 22999.826 4873.7334 852.44727, 22908.006 4910.381 857.16425, 22865.244 4997.8696 851.126, 22851.42 5069.565 846.3122, 22842.107 5154.7163 841.05786, 22837.86 5240.4536 836.03174, 22837.283 5370.224 834.9499, 22844.547 5442.865 838.0088, 22867.469 5548.0713 844.8011, 22950.777 5613.1235 851.5186, 23036.39 5628.4697 854.88654, 23154.982 5583.6816 852.7745, 23256.578 5509.153 851.7051, 23318.61 5434.9976 854.48505, 23327.576 5361.6445 857.8206, 23249.617 5344.829 861.0289, 23169.246 5402.493 858.70154, 23128.678 5484.481 857.02295, 23140.6 5572.507 856.4011, 23255.74 5649.662 847.97974, 23319.432 5686.6797 836.2836, 23398.59 5709.4863 804.46405</trace>
</ink>
</file>

<file path=ppt/ink/ink6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20195.89 6660.9204 874.14984, 20108.664 6751.2344 865.99927, 20032.73 6840.1567 861.88635, 19967.012 6918.7617 859.4376, 19887.045 7014.712 859.6966, 19819.42 7105.448 864.15686, 19815.633 7191.9385 867.2326, 19881.328 7263.484 865.50037, 19957.148 7322.3413 862.3481, 20037.227 7389.3237 859.611, 20115.648 7465.419 858.5181, 20179.926 7530.972 859.61743, 20257.56 7606.998 861.0132</trace>
</ink>
</file>

<file path=ppt/ink/ink6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20448.686 7158.355 874.14984, 20533.523 7128.5337 864.6225, 20596.674 7102.577 860.6789, 20662.07 7066.855 862.3334, 20727.223 6981.878 863.7233, 20703.152 6913.1562 863.34546, 20610.59 6885.6055 863.9097, 20500.887 6940.528 862.29456, 20436.984 7020.396 858.36804, 20422.732 7123.3726 855.8243, 20451.418 7225.18 854.84467, 20509.246 7305.72 852.4701, 20606.957 7358.156 843.55005, 20699.48 7358.728 830.098, 20765.57 7353.999 799.1866</trace>
</ink>
</file>

<file path=ppt/ink/ink6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21492.045 6721.419 874.14984, 21432.393 6791.694 862.61273, 21353.018 6874.6694 855.3745, 21267.691 6955.695 851.6545, 21168.78 7045.78 850.7116, 21095.115 7115.542 852.1418, 21046.281 7181.08 858.5081, 21052.473 7265.4175 860.94574, 21101.867 7337.0 861.17145, 21189.426 7400.8306 857.7793, 21302.373 7471.1113 846.90436, 21392.518 7530.2183 827.42554, 21490.396 7599.032 791.58545, 21568.39 7656.651 736.0501, 21632.727 7709.135 411.79688</trace>
</ink>
</file>

<file path=ppt/ink/ink6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19340.977 7018.7427 874.14984, 19268.498 7114.3267 866.82294, 19256.246 7209.7207 862.62555, 19287.014 7286.605 863.0909, 19354.248 7344.5674 863.6393, 19455.887 7357.685 862.7551, 19541.756 7328.763 862.9948, 19604.021 7247.197 862.75726, 19621.7 7141.729 860.9349, 19606.76 7054.8564 861.69403, 19530.201 6975.1445 862.2008, 19445.266 6933.0522 861.2444, 19368.543 6952.0493 856.68823, 19304.787 7016.444 545.9472</trace>
</ink>
</file>

<file path=ppt/ink/ink6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21610.629 7189.38 874.14984, 21638.457 7108.368 864.6104, 21687.592 7002.19 860.98065, 21743.66 6901.7227 860.12494, 21807.254 7000.2124 850.6307, 21805.07 7067.4336 846.8122, 21801.32 7136.5767 839.80743, 21795.645 7238.4473 819.28064, 21798.074 7351.277 772.1151, 21800.719 7423.3926 684.5902</trace>
</ink>
</file>

<file path=ppt/ink/ink6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21640.965 7460.849 874.14984, 21715.346 7448.86 868.8328, 21780.473 7441.627 864.1628, 21846.154 7439.811 861.0281, 21931.416 7442.283 854.38245, 21995.58 7444.2646 831.9949</trace>
</ink>
</file>

<file path=ppt/ink/ink6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22624.574 7309.3433 874.14984, 22697.164 7215.3057 870.376, 22718.252 7124.8584 869.6559, 22652.693 7105.58 865.9071, 22608.604 7188.5757 859.9595, 22587.715 7270.0225 857.3906, 22613.74 7380.0986 858.88525, 22714.982 7440.9697 857.651, 22807.22 7441.589 854.21985, 22913.22 7359.522 847.4552, 22984.209 7262.2393 843.1624, 23031.773 7133.487 839.44653, 23047.879 7054.9263 840.1838, 23064.04 6929.8955 842.6259, 23065.793 6851.755 843.73914, 23065.018 6768.102 845.1773, 23061.441 6691.2397 847.10443, 23048.68 6577.0522 851.971, 23023.678 6497.69 858.7153, 22941.92 6532.4673 862.116, 22923.01 6599.4385 857.689, 22909.125 6685.656 849.3865, 22901.742 6783.9697 840.793, 22899.428 6873.538 835.7964, 22899.543 6948.15 831.08466, 22905.209 7036.5103 827.1564, 22914.926 7130.963 825.5196, 22927.26 7223.4766 826.93066, 22936.18 7288.3022 829.04297, 22967.184 7410.2417 837.70337, 23041.277 7476.0093 849.79224, 23132.887 7446.892 853.101, 23214.97 7344.1206 845.20233, 23250.723 7259.5005 837.6064, 23276.568 7173.645 832.4995, 23293.928 7110.0063 828.07416, 23305.064 7032.058 823.9054, 23310.754 6946.4287 823.831, 23311.521 6857.877 826.1527, 23310.281 6790.7188 828.86285, 23306.582 6727.397 832.03503, 23298.428 6663.288 837.45715, 23261.557 6588.1543 849.385, 23181.012 6708.6416 847.5789, 23167.268 6796.831 841.036, 23154.19 6935.0854 829.3869, 23154.836 7026.019 824.3275, 23161.582 7119.014 823.4048, 23175.26 7207.5957 825.15576, 23191.393 7280.157 828.46234, 23226.748 7384.1367 837.24036, 23291.994 7437.1714 848.58575, 23372.457 7397.2466 855.22034, 23429.07 7329.596 855.8616, 23471.926 7229.784 858.22974, 23489.277 7324.0615 859.0841, 23503.297 7412.9683 862.31995, 23534.812 7484.516 864.14856, 23620.625 7437.148 862.8658, 23665.434 7355.0454 853.89606, 23701.586 7230.9277 849.48676, 23720.834 7136.747 850.9359, 23705.54 7245.823 839.5461, 23698.137 7318.5205 833.0988, 23691.19 7392.7197 824.55505, 23685.041 7485.0146 816.7251, 23681.672 7583.45 813.6, 23680.441 7678.7256 813.76984, 23679.703 7741.561 814.6356, 23679.557 7807.6963 820.3071, 23676.082 7882.6934 833.50183, 23676.102 7817.034 843.264, 23683.326 7750.9087 843.19824, 23695.512 7669.9893 841.2345, 23708.428 7598.4355 838.73773, 23736.807 7475.5703 835.1587, 23768.918 7376.3354 841.81525, 23814.04 7298.882 849.1249, 23893.34 7268.396 856.24133, 23908.111 7343.544 862.1404, 23838.414 7389.931 858.1324, 23746.936 7396.5474 849.65027, 23681.723 7399.8325 833.4583</trace>
</ink>
</file>

<file path=ppt/ink/ink6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24203.861 7097.856 874.14984, 24117.691 7104.365 865.14996, 24022.781 7134.5527 862.3347, 23940.97 7190.115 862.72003, 23926.889 7263.1655 861.43787, 23946.486 7334.946 859.37103, 24003.793 7422.517 861.0533, 24022.559 7490.277 863.7337, 24122.89 7412.0615 856.3137, 24227.344 7376.1675 850.99316, 24315.86 7330.701 851.46155, 24393.25 7266.7036 853.19556, 24450.502 7177.6675 858.723, 24365.9 7119.224 864.40015, 24300.934 7144.745 862.3107, 24240.69 7236.678 858.2184, 24216.438 7326.118 855.7326, 24235.092 7428.707 854.03864, 24284.23 7504.933 853.9839, 24372.738 7545.656 854.1862, 24466.81 7533.3438 854.36676, 24531.117 7521.3477 852.7948</trace>
</ink>
</file>

<file path=ppt/ink/ink6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23547.508 6916.877 874.14984, 23547.508 6993.2637 868.23096, 23542.79 7058.295 240.128</trace>
</ink>
</file>

<file path=ppt/ink/ink6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19107.486 5769.9854 874.14984, 19085.059 5836.8057 866.6164, 19064.12 5927.9575 864.4333, 19152.27 5975.98 864.1782, 19189.957 5902.1313 864.1873, 19186.852 5836.5176 865.0998, 19104.031 5781.37 865.05585, 19068.594 5873.8135 862.33887, 19082.246 5941.1333 860.62274, 19147.223 6002.373 863.6855, 19196.814 5914.279 864.0227, 19160.715 5850.9937 864.9669, 19096.842 5912.0493 864.6183, 19161.951 5907.8813 864.60693, 19128.512 5837.1353 865.7566, 19079.725 5934.547 863.0408, 19142.908 5980.3145 862.7212, 19169.244 5914.6787 863.8298, 19121.615 5839.2607 866.00977, 19084.117 5934.806 865.53424, 19153.217 5952.778 865.4592, 19143.502 5881.401 865.52826, 19072.77 5876.9185 864.18164</trace>
</ink>
</file>

<file path=ppt/ink/ink6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18988.9 7384.837 874.14984, 18985.957 7314.004 870.4173, 18955.441 7382.043 863.5363, 19023.076 7344.346 861.183, 19014.338 7246.456 861.6167, 18939.78 7177.271 862.40076, 18861.393 7236.882 861.9548, 18855.986 7311.068 862.38434, 18900.766 7389.3022 862.39044, 18979.338 7421.0273 862.7112, 19024.613 7315.0728 862.95447, 18960.104 7262.9897 864.16693, 18907.725 7348.23 864.45087, 18973.578 7402.4844 865.18445, 19027.455 7304.7554 864.88354, 18963.695 7261.9575 864.90717, 18938.094 7353.158 864.66766, 19012.129 7387.5327 865.5336, 18958.508 7319.968 866.4157, 18894.47 7292.669 241.5352</trace>
</ink>
</file>

<file path=ppt/ink/ink6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19361.201 8502.256 874.14984, 19344.633 8568.657 871.80896, 19364.957 8637.634 870.02045, 19393.148 8539.68 867.63025, 19313.904 8513.198 866.3251, 19245.73 8584.8955 862.68506, 19283.191 8661.799 861.1624, 19381.707 8652.997 861.7349, 19417.453 8565.655 862.8914, 19354.158 8498.279 862.17017, 19294.299 8597.136 862.887, 19326.453 8666.908 864.2649, 19371.158 8577.981 865.4882, 19295.738 8547.223 866.3458, 19231.85 8565.943 427.53055</trace>
</ink>
</file>

<file path=ppt/ink/ink6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19987.217 8622.219 874.14984, 20060.002 8629.129 871.4585, 20167.666 8594.62 866.6886, 20245.89 8508.964 865.4371, 20231.568 8423.877 864.5815, 20162.572 8391.584 862.2927, 20079.57 8407.146 856.8029, 20002.816 8459.042 848.5321, 19945.99 8542.757 842.1163, 19926.723 8655.627 843.5541, 19937.555 8738.455 845.3864, 20007.139 8819.697 848.2555, 20092.227 8863.915 851.6508, 20188.787 8866.153 851.3976, 20254.723 8864.214 843.8162</trace>
</ink>
</file>

<file path=ppt/ink/ink6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20388.934 8622.219 874.14984, 20495.14 8622.217 860.1593, 20561.918 8623.651 854.23193, 20637.715 8628.98 848.33655, 20704.66 8632.958 834.25684, 20769.477 8639.623 815.5558</trace>
</ink>
</file>

<file path=ppt/ink/ink6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20448.686 8833.705 874.14984, 20537.088 8850.313 863.90936, 20677.855 8831.19 850.4073, 20745.105 8819.559 834.86096, 20809.94 8802.349 815.9596</trace>
</ink>
</file>

<file path=ppt/ink/ink6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21059.992 8380.741 874.14984, 21075.184 8467.411 863.6384, 21090.63 8597.82 854.97473, 21093.56 8678.548 850.3709, 21094.99 8743.144 846.89746, 21091.723 8840.652 835.4131, 21089.545 8906.356 807.97107</trace>
</ink>
</file>

<file path=ppt/ink/ink6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21253.037 9165.673 874.14984, 21149.1 9174.866 860.41986, 21076.691 9177.164 852.239, 20988.246 9177.511 843.8952, 20886.426 9176.008 836.20605, 20811.139 9174.647 830.49963, 20728.25 9172.919 825.2209, 20655.29 9171.268 822.1409, 20580.115 9170.227 816.8506, 20487.99 9167.696 814.55365, 20395.902 9164.44 814.76855, 20327.56 9161.872 815.38184, 20246.162 9158.544 818.86975, 20161.229 9154.56 824.3676, 20090.34 9151.073 830.0236, 19980.22 9130.232 845.62, 19909.121 9044.233 851.8657, 19878.81 8940.545 851.8093, 19868.717 8868.768 850.60004, 19855.807 8789.296 848.8802, 19838.525 8712.318 848.80634, 19810.5 8608.358 848.74963, 19771.3 8494.545 850.692, 19747.072 8399.25 854.7824, 19734.701 8296.703 857.8743, 19735.303 8205.768 860.78796, 19784.432 8116.5225 860.2593, 19924.635 8069.094 848.525, 20000.861 8059.7236 841.46936, 20069.062 8055.3057 834.5435, 20159.062 8057.002 827.1838, 20267.139 8063.6035 822.4951, 20390.857 8073.3687 816.909, 20477.674 8080.6465 812.43726, 20581.955 8089.1816 807.4945, 20700.262 8097.2427 803.8647, 20819.06 8103.262 803.2057, 20916.926 8107.527 805.0003, 20991.957 8110.8213 813.6579, 21064.605 8116.429 822.9415, 21163.672 8130.698 839.14435, 21246.22 8177.8813 850.60156, 21291.158 8242.72 859.30316, 21301.586 8370.997 860.06335, 21290.908 8492.697 850.72064, 21276.285 8573.765 846.185, 21258.74 8667.475 841.048, 21241.918 8769.307 836.5517, 21228.598 8876.187 828.3258, 21219.742 8948.719 818.1866, 21214.76 9030.539 802.6004, 21212.854 9104.229 779.44055, 21208.658 9177.816 696.5966</trace>
</ink>
</file>

<file path=ppt/ink/ink6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21804.596 8668.239 874.14984, 21872.568 8621.68 865.9499, 21965.816 8544.737 866.4084, 22031.166 8625.106 855.85156, 22033.713 8737.017 841.3762, 22029.371 8865.674 826.4049, 22027.088 8935.703 818.9686, 22024.832 9001.582 812.089, 22021.947 9090.269 808.45355, 22019.38 9193.563 806.6877, 22016.107 9303.239 806.88983, 22013.824 9379.009 809.18915, 22009.27 9460.596 812.30206, 22000.479 9543.207 818.38464, 21991.844 9611.7295 824.9316, 21967.053 9546.496 847.3243, 21975.088 9468.4375 844.03925, 21983.031 9381.793 840.42395, 21993.45 9244.01 832.57117, 21999.307 9155.42 831.1824, 22009.031 9061.635 830.84125, 22020.059 8987.266 832.23444, 22032.969 8922.308 833.8867, 22055.012 8859.128 835.9393, 22118.006 8795.68 843.4952, 22196.625 8842.937 852.4645, 22246.037 8929.43 852.0337, 22284.17 9002.702 839.76556</trace>
</ink>
</file>

<file path=ppt/ink/ink6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22653.99 8743.733 874.14984, 22576.818 8770.6 865.4272, 22509.105 8809.899 861.8176, 22450.99 8915.182 863.46954, 22476.588 8986.552 862.64966, 22550.857 9005.119 861.217, 22624.102 8928.954 859.698, 22642.256 8836.107 860.1889, 22656.49 8914.483 858.1881, 22675.791 9007.81 858.94635, 22709.38 9081.8955 861.05396, 22775.672 9082.499 860.474, 22822.66 8967.496 852.5059, 22856.38 8855.525 846.01654, 22888.9 8756.564 851.60455, 22967.465 8712.764 856.61066, 22994.633 8800.762 858.2905, 23006.125 8881.809 854.88544, 23038.549 8970.011 839.14014, 23078.69 9037.435 799.09875</trace>
</ink>
</file>

<file path=ppt/ink/ink6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23414.217 8743.733 874.14984, 23317.586 8831.524 867.761, 23257.596 8921.198 866.05457, 23322.793 8963.846 863.9202, 23370.557 8873.998 860.9688, 23396.098 8803.171 859.5566, 23416.072 8909.132 856.82996, 23434.555 9010.692 859.7807, 23514.418 9026.711 860.06415, 23566.09 8935.771 852.7982, 23588.592 8859.781 845.7393, 23605.555 8783.323 840.7231, 23626.28 8658.124 833.4162, 23633.707 8581.847 834.1396, 23641.262 8500.949 835.6918, 23647.02 8437.341 837.5914, 23655.512 8365.161 843.38367, 23637.592 8454.189 841.8741, 23622.836 8552.745 834.9371, 23616.553 8627.6045 829.0906, 23613.08 8711.979 824.2659, 23612.887 8832.231 822.7718, 23622.92 8930.098 828.4538, 23698.777 8956.797 847.40894, 23765.098 8892.157 852.4757, 23831.844 8837.092 857.33813, 23898.555 8833.755 860.19684, 23918.436 8922.805 860.30176, 23831.625 9003.202 857.95325, 23715.615 8998.268 851.88275, 23636.07 8988.464 838.10175</trace>
</ink>
</file>

<file path=ppt/ink/ink6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24069.648 8788.202 874.14984, 23993.645 8847.32 868.63007, 23974.426 8936.13 867.4142, 24058.549 8988.023 866.38696, 24060.578 8894.871 859.9813, 24018.412 8828.403 851.0718, 23933.695 8752.444 846.03546, 24013.906 8750.165 844.8366, 24095.78 8747.776 842.2316, 24179.637 8731.75 842.5359, 24270.408 8677.396 843.1784, 24340.44 8603.805 844.7293, 24404.836 8474.98 843.61365, 24426.416 8401.352 843.4813, 24446.89 8290.71 848.1768, 24415.986 8198.72 854.5344, 24322.127 8184.8486 855.70703, 24245.334 8227.096 853.2647, 24186.299 8359.814 844.7392, 24171.418 8438.465 840.1253, 24162.76 8581.616 829.41626, 24174.398 8673.219 825.806, 24197.965 8768.084 823.79626, 24219.062 8837.798 823.60046, 24246.96 8904.629 823.603, 24287.117 8969.537 826.10944, 24378.805 9064.284 835.3116, 24456.715 9095.578 845.83606, 24520.068 9079.043 854.33344, 24573.35 8987.442 856.98987, 24590.574 8895.728 857.8038, 24570.701 8825.153 860.94586, 24482.254 8842.232 860.3411, 24457.281 8939.662 854.01965, 24479.268 9061.986 843.44025, 24491.787 9125.8955 825.2611, 24520.78 9190.936 786.8686</trace>
</ink>
</file>

<file path=ppt/ink/ink6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21879.053 8531.7295 874.14984, 21823.96 8607.059 852.805, 21772.465 8670.748 801.98395</trace>
</ink>
</file>

<file path=ppt/ink/ink6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21014.95 8365.745 874.14984, 20962.443 8454.45 859.2346, 20917.152 8531.436 837.5607, 20875.38 8608.127 812.93445, 20836.613 8683.234 748.91864</trace>
</ink>
</file>

<file path=ppt/ink/ink6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19942.174 10252.583 874.14984, 20039.795 10290.606 862.5486, 20127.006 10278.294 853.2421, 20199.4 10247.484 851.1993, 20256.799 10180.383 851.9909, 20282.94 10110.516 851.23425, 20262.557 10024.359 852.9783, 20177.44 9956.043 859.3958, 20100.334 9967.04 861.27515, 20025.355 10061.881 857.0131, 20004.67 10137.153 851.83966, 19999.174 10223.3955 846.2114, 19997.682 10288.596 842.48694, 20009.836 10356.151 838.3158, 20037.916 10430.623 830.1903, 20081.604 10506.307 820.1035, 20132.152 10573.077 805.2133, 20228.463 10664.216 752.3787, 20291.744 10717.202 673.3926, 20354.807 10748.457 6.1121893</trace>
</ink>
</file>

<file path=ppt/ink/ink6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20433.979 10132.103 874.14984, 20503.404 10200.262 848.3218, 20600.502 10290.826 849.17255, 20673.867 10358.966 848.28174, 20786.44 10462.943 846.3519, 20876.076 10539.572 849.74774, 20960.037 10593.32 854.7744, 20884.566 10646.857 858.98193, 20816.678 10682.203 856.5227, 20730.393 10754.748 852.5598, 20667.945 10818.897 851.5056, 20607.62 10896.392 847.0763</trace>
</ink>
</file>

<file path=ppt/ink/ink6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21104.117 10508.54 874.14984, 21169.125 10420.901 860.52997, 21235.6 10300.599 856.34033, 21272.488 10225.921 855.5696, 21306.75 10150.915 858.4722, 21328.758 10254.062 857.1444, 21328.18 10319.477 853.7478, 21325.521 10394.651 850.81964, 21320.9 10507.538 846.22723, 21319.354 10578.023 839.78394, 21319.557 10643.034 831.61365, 21322.953 10736.219 807.8744, 21335.133 10799.043 720.31055</trace>
</ink>
</file>

<file path=ppt/ink/ink6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21610.629 10810.516 874.14984, 21523.059 10807.803 864.8156, 21409.348 10815.097 859.718, 21304.691 10826.846 849.6965, 21222.096 10838.562 834.61395, 21131.121 10851.407 804.5833, 21045.285 10863.774 721.07227</trace>
</ink>
</file>

<file path=ppt/ink/ink6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19524.83 10463.554 874.14984, 19500.922 10528.384 872.08466, 19519.451 10605.206 869.60803, 19597.924 10583.187 867.9836, 19600.447 10509.776 866.77576, 19518.152 10469.293 863.4184, 19457.74 10553.87 861.4339, 19460.078 10626.254 859.9803, 19541.025 10665.979 860.5494, 19636.256 10616.328 861.3878, 19653.8 10537.973 862.76575, 19595.602 10624.052 864.4645, 19667.895 10659.905 860.2951</trace>
</ink>
</file>

<file path=ppt/ink/ink6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22311.105 10720.544 874.14984, 22347.457 10646.997 864.9843, 22397.34 10531.437 856.1299, 22425.486 10459.255 851.636, 22465.193 10346.228 848.4371, 22491.207 10238.852 844.669, 22498.887 10173.082 843.7532, 22498.89 10103.201 844.35443, 22488.432 9996.416 848.0628, 22456.447 9926.183 854.8469, 22419.752 10035.904 849.52655, 22421.537 10119.266 842.6947, 22426.707 10207.208 835.36304, 22431.375 10275.378 828.6168, 22440.363 10364.22 821.55743, 22453.834 10464.724 817.5673, 22470.191 10568.703 815.4798, 22482.52 10645.608 815.5973, 22494.445 10718.398 817.27594, 22504.975 10781.565 821.9437, 22514.47 10844.669 833.81244, 22528.504 10770.745 846.59015, 22542.404 10705.8 845.38885, 22566.475 10604.772 846.5053, 22603.184 10503.045 853.72516, 22667.195 10545.649 850.8509, 22698.076 10649.067 852.24963, 22749.412 10730.676 858.2872, 22814.498 10720.364 857.6059, 22880.434 10611.365 855.8895, 22896.074 10515.659 860.51117, 22884.863 10581.123 854.42786, 22886.807 10656.967 850.44916, 22897.74 10732.442 849.8511, 22962.28 10794.1455 854.18884, 23022.428 10707.207 852.22314, 23056.314 10605.982 842.7789, 23066.031 10534.748 838.1396, 23072.432 10471.716 837.99146, 23078.738 10387.909 836.3168, 23123.879 10502.967 837.13354, 23132.506 10591.992 831.83527, 23138.766 10699.427 823.599, 23142.846 10783.951 816.95807, 23145.484 10874.055 813.3639, 23145.557 10979.499 808.8239, 23140.662 11089.01 806.8145, 23129.885 11188.014 807.53394, 23121.86 11255.591 810.16144, 23105.209 11320.698 816.2192, 23049.74 11394.415 831.83887, 22982.639 11376.56 842.69495, 22949.713 11306.17 839.29846, 22905.254 11228.148 822.28455, 22891.732 11162.499 776.71906</trace>
</ink>
</file>

<file path=ppt/ink/ink6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23234.96 10388.059 874.14984, 23267.004 10486.628 862.1, 23280.887 10553.654 854.70465, 23294.473 10634.055 847.80426, 23305.729 10723.737 841.3196, 23314.732 10813.525 838.5018, 23326.822 10950.084 835.48083, 23335.04 11065.423 833.69214, 23340.32 11165.044 843.156, 23345.277 11231.029 864.214</trace>
</ink>
</file>

<file path=ppt/ink/ink6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23205.545 10781.043 874.14984, 23282.938 10741.606 863.957, 23383.428 10687.414 859.7372, 23467.486 10628.2295 858.424, 23513.713 10561.173 860.8301, 23509.309 10475.733 861.59503, 23420.738 10503.73 860.9864, 23391.371 10577.449 856.2582, 23389.512 10664.469 848.129, 23411.695 10754.139 841.0331, 23457.021 10833.107 841.1427, 23520.592 10847.788 845.3134, 23608.086 10748.573 845.57355, 23668.055 10660.835 852.19464, 23726.158 10736.937 849.04987, 23744.8 10826.697 843.3067, 23772.693 10921.163 831.8515, 23801.225 10992.529 794.1404</trace>
</ink>
</file>

<file path=ppt/ink/ink6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23905.104 9980.598 874.14984, 23923.295 10070.571 863.105, 23928.467 10136.291 856.39325, 23933.54 10218.092 848.73346, 23937.285 10308.812 842.8771, 23939.068 10394.634 838.36304, 23940.385 10512.491 834.1172, 23943.35 10613.235 838.69495, 24024.736 10664.54 848.6071, 24092.893 10666.63 856.154, 24164.51 10697.236 861.8889, 24188.488 10791.557 863.34064, 24112.756 10860.945 862.5291, 24037.654 10855.71 861.18866, 23988.355 10786.068 858.97144, 23960.17 10720.728 853.944</trace>
</ink>
</file>

<file path=ppt/ink/ink6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24322.447 10674.523 874.14984, 24257.92 10762.655 868.7337, 24268.662 10856.546 866.57904, 24335.082 10850.618 865.13416, 24349.434 10778.308 861.57965, 24327.021 10669.324 854.28357, 24281.447 10596.908 855.6625, 24351.764 10646.07 849.27686, 24464.451 10659.513 846.48944, 24547.43 10630.491 846.60986, 24611.66 10520.158 842.8408, 24642.455 10405.8125 836.3689, 24648.357 10320.129 832.4689, 24644.92 10223.418 829.4878, 24634.785 10137.425 827.8936, 24624.463 10070.667 826.15405, 24605.584 10002.39 830.66473, 24564.836 9912.871 839.7241, 24485.723 9943.4 850.1701, 24452.143 10045.244 847.50244, 24440.572 10142.377 839.41223, 24434.406 10257.031 830.09985, 24431.844 10347.718 820.4726, 24432.93 10439.184 810.9478, 24441.537 10540.892 806.2546, 24458.727 10641.049 806.53436, 24480.28 10727.564 810.6904, 24521.38 10840.497 820.7851, 24617.75 10906.795 843.9505, 24707.473 10853.0625 854.0626, 24767.688 10757.912 854.38165, 24789.297 10651.784 853.12897, 24755.027 10568.204 855.4193, 24680.436 10590.911 855.76904, 24674.223 10710.415 848.9848, 24690.1 10774.525 844.53357, 24737.81 10868.229 824.9247, 24785.861 10939.226 775.872</trace>
</ink>
</file>

<file path=ppt/ink/ink6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25067.965 10886.527 874.14984, 25084.463 10978.854 843.80804, 25097.38 11051.992 785.95715</trace>
</ink>
</file>

<file path=ppt/ink/ink6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20672.066 8652.728 874.14984, 20607.951 8644.804 871.7263, 20517.15 8625.559 863.8798, 20430.305 8595.325 858.08344, 20359.988 8568.992 847.19495</trace>
</ink>
</file>

<file path=ppt/ink/ink6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21000.242 8230.27 874.14984, 20976.361 8313.043 869.3873, 20938.926 8415.87 862.9238, 20898.357 8512.907 854.0103, 20852.514 8605.01 851.6661, 20812.82 8679.299 853.1189, 20785.463 8746.264 869.4819</trace>
</ink>
</file>

<file path=ppt/ink/ink6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21000.242 8214.757 874.14984, 21003.918 8297.197 849.7744, 21004.41 8369.65 851.30774, 21003.771 8443.878 852.4948, 21002.777 8559.972 847.7701, 21002.379 8659.963 834.43286, 21002.186 8768.581 814.08777, 21003.988 8866.821 764.59814, 21009.348 8946.914 684.66675, 21014.95 9014.684 488.30664</trace>
</ink>
</file>

<file path=ppt/ink/ink6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21000.242 8260.777 874.14984, 20979.197 8339.669 868.54065, 20954.799 8411.939 866.7128, 20906.543 8524.735 866.3927, 20875.213 8595.998 867.03595, 20835.693 8661.971 8.653772</trace>
</ink>
</file>

<file path=ppt/ink/ink6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20597.605 8607.223 874.14984, 20525.018 8608.968 874.14984, 20588.514 8630.458 862.4783, 20500.111 8619.44 859.6071, 20435.938 8607.401 855.696, 20370.62 8577.934 661.6158</trace>
</ink>
</file>

<file path=ppt/ink/ink6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20969.904 8245.265 874.14984, 20985.34 8330.268 868.00464, 20998.594 8399.179 862.8695, 21013.805 8475.945 859.82544, 21032.287 8596.098 858.52704, 21038.479 8662.879 858.1125, 21046.621 8765.95 855.9384, 21051.244 8872.954 856.81696, 21044.877 8940.463 859.9718, 21029.32 8853.986 857.39526, 21028.592 8752.365 856.39056, 21028.88 8654.289 858.2661, 21031.678 8584.137 858.4252, 21040.402 8504.18 856.6288, 21049.535 8435.261 853.3612, 21070.406 8340.023 853.90247, 21057.795 8442.708 845.4797, 21051.3 8566.937 834.6991, 21051.643 8649.3125 833.12537, 21052.115 8731.007 831.2671, 21051.773 8851.746 832.36816, 21050.72 8919.136 836.48413, 21047.764 8983.786 840.3278, 21038.305 9053.108 849.93445, 21021.514 8988.49 855.5988, 21012.37 8893.315 848.2932, 21008.232 8828.712 842.1674, 21003.152 8719.528 832.65375, 21001.635 8639.819 829.3535, 20999.705 8557.53 829.4627, 20997.602 8490.486 831.8159, 20993.357 8387.589 837.3715, 20993.318 8323.067 846.73206, 21019.76 8386.576 854.3419, 21030.484 8466.076 848.90906, 21033.31 8533.255 844.6556, 21034.18 8612.126 840.071, 21034.219 8689.78 838.08936, 21031.986 8810.937 836.63074, 21024.557 8923.809 843.65063, 21030.459 8860.717 778.6729</trace>
</ink>
</file>

<file path=ppt/ink/ink6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21268.666 8230.27 874.14984, 21271.818 8294.788 867.39087, 21266.473 8375.306 857.6208, 21255.463 8475.429 849.3037, 21242.596 8596.075 842.0594, 21237.045 8683.227 837.0428, 21237.012 8778.509 832.43774, 21237.94 8850.446 824.73303, 21244.107 8921.13 814.9222, 21257.938 8994.226 800.29333, 21267.791 9058.913 776.1043, 21284.07 9123.451 728.42035</trace>
</ink>
</file>

<file path=ppt/ink/ink7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7397.0376 758.9288 874.14984, 7395.706 852.52783 867.7027, 7392.7476 919.2771 861.1851, 7388.259 996.2363 851.286, 7383.529 1069.228 845.1517, 7374.8857 1189.4731 838.49677, 7367.3623 1269.1915 836.7611, 7357.6694 1360.2172 838.257, 7349.509 1435.6633 837.2512, 7340.707 1512.5477 835.5445, 7329.4517 1607.8081 833.74695, 7316.9463 1719.5138 830.38104, 7304.124 1835.5782 827.73035, 7295.0015 1918.2543 825.00146, 7283.859 2025.6346 821.58417, 7271.4395 2151.2866 817.51746, 7259.5103 2292.455 812.502, 7250.446 2410.1843 806.65967, 7242.692 2522.7507 800.8237, 7233.459 2661.0305 795.2043, 7222.9663 2817.256 789.43726, 7211.4043 2985.8108 784.77167, 7203.874 3095.8882 780.76666, 7196.3804 3238.515 776.4444, 7189.9497 3402.9604 771.95197, 7183.2295 3581.738 767.56976, 7177.453 3738.672 763.2769, 7172.5703 3872.8992 757.9373, 7167.791 4036.891 750.9334, 7164.09 4221.854 742.2103, 7161.744 4420.2456 733.57336, 7160.1294 4560.806 727.3459, 7158.2593 4718.7065 721.61316, 7155.4453 4899.814 717.4831, 7151.0317 5096.7256 716.439, 7146.351 5280.6074 715.49585, 7142.5654 5423.0557 713.7968, 7139.4673 5596.8423 714.5327, 7139.759 5792.4175 711.9515, 7143.5444 6003.4116 708.90137, 7148.288 6223.879 705.01117, 7152.2544 6399.511 702.2378, 7155.2666 6564.4834 698.9061, 7157.5737 6753.7476 667.2886, 7159.106 6955.122 626.7866, 7159.8193 7154.4526 579.0011, 7160.277 7287.329 524.98737, 7161.5625 7438.6426 464.71252, 7165.301 7592.922 401.56796, 7173.5547 7733.702 336.27368, 7178.8867 7824.074 278.05145, 7180.949 7890.5747 142.40134, 7188.3647 7973.278 76.548965</trace>
</ink>
</file>

<file path=ppt/ink/ink7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528.32916 4547.6 874.14984, 599.2184 4568.95 870.8993, 707.20154 4585.6123 868.4168, 780.7593 4592.365 866.53723, 901.2643 4600.8364 860.91315, 973.1142 4603.7803 857.2197, 1051.6017 4607.2314 853.5621, 1130.74 4611.6035 851.3467, 1246.4689 4618.757 850.22363, 1320.0165 4624.0938 850.3778, 1402.297 4629.3667 850.34894, 1478.3671 4633.884 850.08923, 1542.3811 4637.5293 849.7042, 1623.1613 4641.908 848.1508, 1716.961 4647.3145 846.4644, 1818.9453 4653.5625 844.1635, 1892.8489 4657.9106 841.875, 1974.6315 4662.072 839.6223, 2072.0571 4665.2925 836.5618, 2182.8904 4667.3496 833.6798, 2304.0342 4669.582 830.1112, 2428.5515 4673.062 826.2485, 2512.7769 4675.471 822.8199, 2617.216 4677.9272 819.727, 2736.0684 4680.2217 816.7378, 2866.2505 4683.1445 814.27246, 2977.5037 4685.773 812.1442, 3078.7163 4688.7485 809.83844, 3201.628 4691.9575 807.1692, 3339.5789 4694.963 803.7201, 3487.2827 4697.0854 800.6423, 3587.2734 4698.439 798.33044, 3705.994 4699.317 796.28815, 3843.7998 4698.407 794.6052, 3994.6445 4695.971 792.9463, 4131.768 4693.5474 791.4589, 4243.0356 4691.4985 789.8349, 4379.2114 4689.415 787.97455, 4532.5015 4687.6787 785.9354, 4697.2285 4685.251 784.0951, 4816.8784 4683.2656 782.8176, 4947.7515 4680.3643 781.2492, 5097.321 4677.1943 780.4135, 5259.2695 4674.4175 778.9705, 5417.8525 4672.4883 777.92474, 5531.797 4671.2134 776.7836, 5671.4365 4670.3887 776.2641, 5827.5415 4669.864 776.39484, 5994.0054 4669.5283 776.462, 6127.7295 4669.3267 776.985, 6255.57 4669.199 776.9988, 6404.8076 4669.14 777.3633, 6566.1606 4670.4033 777.3572, 6732.2505 4672.971 777.8385, 6842.94 4674.7397 778.22925, 6981.265 4676.439 778.8698, 7137.1455 4677.545 779.1704, 7303.13 4679.1807 779.014, 7443.0317 4680.6206 778.88434, 7564.636 4681.9136 778.7499, 7705.4155 4682.9385 779.63043, 7857.3345 4684.8867 780.99585, 8015.539 4687.788 782.93036, 8122.253 4689.8647 784.7934, 8247.514 4693.7505 786.653, 8388.044 4697.5522 788.1554, 8538.172 4700.025 789.39246, 8672.476 4702.0894 790.80304, 8780.43 4703.6895 792.0645, 8908.235 4706.0093 793.37256, 9047.217 4709.716 794.6607, 9192.823 4714.859 795.90515, 9297.225 4718.7437 797.2288, 9409.568 4723.637 798.41235, 9536.955 4729.9033 800.62506, 9674.066 4735.2427 802.4549, 9803.895 4740.087 803.9127, 9901.709 4743.6904 804.6768, 10020.448 4748.047 804.41345, 10151.309 4753.6123 804.232, 10289.09 4759.7705 803.8189, 10430.728 4766.3037 803.73346, 10547.797 4772.511 805.3535, 10649.673 4778.581 807.0142, 10765.7 4787.255 808.4234, 10892.884 4796.727 809.7934, 11028.806 4806.5347 810.27216, 11170.778 4815.839 810.14575, 11274.809 4822.4565 809.67596, 11383.014 4828.692 808.96783, 11505.784 4835.4614 808.121, 11640.317 4840.195 807.3606, 11776.796 4842.954 806.0105, 11878.072 4844.644 804.1737, 12012.033 4847.3286 801.3197, 12176.35 4853.7905 795.2197, 12282.431 4857.9434 777.0094, 12349.532 4859.6074 761.9592, 12418.287 4862.3477 742.9913, 12482.656 4868.929 568.2413</trace>
</ink>
</file>

<file path=ppt/ink/ink7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12328.865 4698.588 874.14984, 12402.887 4737.757 864.31537, 12515.664 4781.4204 856.8713, 12611.186 4819.991 855.55096, 12676.741 4893.052 858.25085, 12655.376 4983.527 855.9043, 12585.161 5051.3184 848.69073, 12505.195 5097.661 839.5227, 12426.458 5113.332 821.34894, 12362.443 5118.7554 760.9925</trace>
</ink>
</file>

<file path=ppt/ink/ink7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12626.705 5302.025 874.14984, 12700.578 5303.771 864.8642, 12823.184 5329.0405 851.5657, 12911.37 5364.6685 847.334, 12974.397 5440.9976 851.59143, 12945.832 5512.021 851.468, 12859.22 5574.9683 849.2994, 12781.662 5596.9575 844.7561, 12713.408 5621.2866 832.6092, 12641.414 5633.9927 808.64154</trace>
</ink>
</file>

<file path=ppt/ink/ink7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13098.286 5366.1436 874.14984, 13032.728 5388.073 864.5252, 12951.06 5430.4365 862.2299, 12880.957 5515.879 862.07275, 12896.679 5604.199 860.558, 13011.019 5671.8667 854.3851, 13097.504 5714.4062 837.2678, 13162.44 5729.8286 770.6977</trace>
</ink>
</file>

<file path=ppt/ink/ink7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7128.613 1121.9214 874.14984, 7159.643 1041.2737 864.47156, 7207.2485 915.94916 853.94385, 7253.7905 803.23517 843.2891, 7303.789 697.201 836.89044, 7369.633 590.4175 840.24634, 7448.633 548.0135 849.4011, 7489.7715 612.99316 853.8964, 7509.294 691.3616 848.8262, 7525.8184 791.06793 841.00464, 7539.0103 904.0488 832.18304, 7547.3643 977.8071 813.79425, 7557.19 1050.8086 769.4982, 7560.129 1113.7769 740.908</trace>
</ink>
</file>

<file path=ppt/ink/ink7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6668.064 8527.075 874.14984, 6637.37 8608.685 862.9972, 6622.2446 8722.492 859.72076, 6626.0186 8786.906 858.7499, 6639.4634 8851.517 858.06506, 6670.556 8942.326 857.1642, 6716.89 9010.392 855.9745, 6810.024 9058.568 857.44025, 6896.0166 9064.26 858.1121, 7001.7725 9001.927 855.3218, 7070.471 8918.394 850.55975, 7106.17 8790.938 847.5459, 7112.199 8710.388 845.1202, 7111.287 8586.998 841.578, 7098.486 8516.364 841.36774, 7074.859 8444.482 842.5227, 7043.681 8381.716 844.3984, 6981.9854 8293.204 848.2851, 6891.101 8229.551 852.1166, 6816.712 8208.47 857.5255, 6755.548 8272.08 859.9891, 6736.9893 8360.391 856.9503, 6748.247 8433.201 850.70917, 6774.7705 8512.835 843.9259, 6820.687 8585.27 832.7993, 6865.406 8669.048 799.7155, 6925.947 8732.367 382.61838</trace>
</ink>
</file>

<file path=ppt/ink/ink7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7068.8613 9060.188 874.14984, 7067.148 9136.562 869.5712, 7109.9385 9221.757 868.03076, 7188.2373 9235.623 867.52075, 7252.341 9170.777 865.32196, 7215.9097 9083.83 864.69653, 7137.797 9076.167 865.42175</trace>
</ink>
</file>

<file path=ppt/ink/ink7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7769.337 8743.733 874.14984, 7685.5244 8732.338 863.84564, 7567.136 8729.59 858.7342, 7464.98 8733.985 852.3985, 7373.0103 8748.167 842.2133, 7307.868 8758.21 817.48364</trace>
</ink>
</file>

<file path=ppt/ink/ink7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7754.6294 8909.717 874.14984, 7651.868 8913.341 862.5935, 7529.5205 8913.419 853.0277, 7443.049 8914.762 838.4492, 7375.218 8928.714 819.15485, 7311.0713 8944.999 747.8302</trace>
</ink>
</file>

<file path=ppt/ink/ink7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8112.2207 8637.731 874.14984, 8046.4277 8719.704 866.91266, 8012.587 8797.681 863.25305, 8016.998 8871.303 864.35583, 8047.4175 8935.459 864.2757, 8114.301 8986.697 863.8689, 8220.891 8996.285 863.2929, 8299.104 8971.369 863.4904, 8349.4375 8889.214 862.19507, 8352.998 8802.83 859.9308, 8309.497 8721.21 856.7879, 8223.024 8658.447 842.36285, 8157.935 8630.409 643.9289</trace>
</ink>
</file>

<file path=ppt/ink/ink7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8455.105 8109.7886 874.14984, 8387.53 8103.4883 861.8412, 8320.756 8095.596 851.16187, 8234.549 8086.681 840.66864, 8132.5635 8078.5938 832.4604, 8016.474 8072.375 824.44586, 7917.658 8067.8613 818.09503, 7824.236 8065.661 812.3212, 7716.5493 8063.5537 807.6334, 7628.6934 8061.7593 799.8668, 7506.2036 8058.952 791.83685, 7359.463 8056.2534 783.1333, 7198.3906 8054.93 775.5604, 7071.3057 8054.8325 772.3295, 6952.675 8055.9336 770.2902, 6824.4175 8059.237 771.849, 6699.659 8065.7925 777.6508, 6603.805 8072.005 789.28107, 6526.015 8078.1294 801.64325, 6453.2153 8085.3867 813.1636, 6348.4307 8102.0654 834.8816, 6267.003 8162.778 850.57733, 6235.9775 8245.791 857.9273, 6237.843 8369.087 854.8275, 6246.217 8448.307 850.3757, 6259.1074 8575.139 846.2688, 6263.9595 8658.212 843.72174, 6267.6104 8752.369 840.91095, 6270.7974 8843.919 838.8601, 6273.0596 8911.935 837.0717, 6276.4746 8993.438 836.33826, 6282.546 9078.844 837.5595, 6291.313 9162.176 840.20667, 6305.736 9279.629 845.3657, 6334.503 9385.949 853.2326, 6408.095 9458.165 858.66, 6517.6885 9490.24 860.05444, 6632.3213 9498.668 856.337, 6717.6357 9496.549 852.33826, 6819.034 9492.024 846.86786, 6895.326 9487.885 840.923, 6983.874 9481.5205 834.1408, 7094.665 9473.773 826.7623, 7224.7427 9464.834 819.168, 7357.4644 9457.887 811.8545, 7457.885 9453.042 805.07086, 7588.878 9450.449 798.1058, 7736.805 9451.0 791.62006, 7891.4272 9455.802 786.56104, 8008.69 9460.672 783.6131, 8119.5723 9467.277 782.0265, 8233.189 9477.121 785.70105, 8339.261 9488.151 794.1857, 8430.249 9497.351 804.2141, 8549.784 9508.167 824.5422, 8617.595 9474.367 842.2385, 8645.944 9410.396 843.067</trace>
</ink>
</file>

<file path=ppt/ink/ink7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8589.316 8124.2676 874.14984, 8606.698 8231.29 861.4841, 8611.827 8296.402 855.47797, 8615.329 8362.355 850.04095, 8619.006 8473.239 842.7009, 8620.133 8579.584 840.8556, 8620.436 8660.542 838.6547, 8619.295 8751.91 837.57025, 8618.209 8828.729 837.584, 8617.105 8900.521 837.49066, 8615.715 8985.811 837.1495, 8613.498 9079.232 836.902, 8611.078 9176.176 833.31635, 8609.352 9244.427 827.69904, 8607.404 9315.912 819.7111, 8605.727 9378.668 804.34076, 8602.867 9444.189 770.1399</trace>
</ink>
</file>

<file path=ppt/ink/ink7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617.4974 519.002 874.14984, 645.86237 594.0009 868.4897, 667.84155 660.9604 863.5925, 685.03406 731.0369 861.7527, 705.1006 822.40625 860.9168, 728.873 925.2834 862.8357, 746.8982 996.1634 865.3267, 720.60126 894.07214 864.4226, 707.76013 813.9735 866.842, 731.08997 704.3073 865.61365, 773.76355 624.4737 863.04236, 873.0527 568.27527 864.32526, 942.7226 536.1656 866.16095, 1006.6614 538.3007 427.89526</trace>
</ink>
</file>

<file path=ppt/ink/ink7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1183.7612 744.45044 874.14984, 1258.0626 729.3406 868.6668, 1337.7488 717.95013 866.0718, 1422.7688 707.22046 861.5024</trace>
</ink>
</file>

<file path=ppt/ink/ink7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1169.0531 955.9376 874.14984, 1252.5737 942.61456 867.67645, 1326.2852 930.5548 862.17865, 1407.7194 919.3379 853.0599, 1470.6217 911.28784 834.7018</trace>
</ink>
</file>

<file path=ppt/ink/ink7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2330.997 321.9932 874.14984, 2355.5264 399.16983 865.3921, 2372.2917 493.04156 861.1797, 2378.6162 574.0317 858.8727, 2380.5496 649.75977 858.9027, 2381.0125 735.00696 860.8198, 2383.3076 818.31226 863.7793, 2374.4783 736.77704 855.4564, 2357.104 619.3641 850.3077, 2345.6462 508.67706 852.7771, 2353.7385 385.70004 853.60803, 2377.9329 293.37 854.8133, 2442.7422 211.59753 860.88025, 2517.0159 162.26692 863.8909, 2638.7903 147.79636 863.36224, 2723.3674 182.17056 864.3288, 2729.4006 268.60394 862.7051, 2656.5132 367.00412 852.20013, 2561.4968 433.4642 841.48193, 2497.73 454.64905 843.06305, 2412.398 467.332 846.53357, 2361.333 397.48737 863.29114</trace>
</ink>
</file>

<file path=ppt/ink/ink7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1801.5037 877.85803 874.14984, 1880.4779 869.8365 864.6457, 2009.7782 858.28876 852.296, 2084.3113 851.6035 847.64374, 2195.9517 841.7572 842.52637, 2297.5757 833.3778 845.37585, 2375.3975 827.29895 843.9195, 2463.5632 820.80664 842.66724, 2546.1855 815.7781 842.08405, 2612.907 812.1058 842.04407, 2695.2954 807.9234 841.5229, 2789.828 803.41016 840.646, 2892.3396 797.9104 839.85504, 2969.9343 793.59155 838.87976, 3049.0554 788.8164 836.8098, 3140.1306 784.09564 835.8, 3238.3044 780.33057 835.90936, 3335.1084 776.8366 836.58, 3403.9724 774.3742 837.17804, 3489.3196 769.6609 837.4605, 3583.3997 763.1363 837.87787, 3675.9546 756.35175 835.568, 3754.7607 750.94586 833.7273, 3835.8254 744.45044 820.7718</trace>
</ink>
</file>

<file path=ppt/ink/ink7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1735.317 1604.8776 874.14984, 1780.643 1504.8442 858.68805, 1826.2823 1410.8093 851.1326, 1863.8687 1336.8513 852.64905, 1899.8074 1269.1099 858.12445, 1951.5054 1188.8525 859.303, 2017.1714 1158.4185 864.89655, 2022.9016 1235.806 865.19543, 2015.3036 1314.7386 859.8025, 2000.1128 1430.4747 855.41, 1989.6588 1528.7805 855.77344, 1980.9117 1643.9987 856.0177, 1982.0242 1721.5618 859.3453, 1985.5654 1787.8317 761.57837</trace>
</ink>
</file>

<file path=ppt/ink/ink7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2316.289 1649.8636 874.14984, 2408.0378 1643.1647 870.7829, 2472.7358 1633.4613 860.2143, 2546.5542 1610.2693 850.6261, 2618.6072 1590.5793 830.41156, 2684.2827 1567.1963 538.5241</trace>
</ink>
</file>

<file path=ppt/ink/ink7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2390.7493 1499.9095 874.14984, 2398.112 1596.6517 867.25214, 2404.3745 1660.9604 863.1106, 2419.5417 1764.2976 859.4891, 2446.783 1849.6421 855.60583, 2467.4517 1914.8434 841.13385</trace>
</ink>
</file>

<file path=ppt/ink/ink7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2822.8013 1544.3787 874.14984, 2888.9346 1505.1575 871.4783, 2965.4036 1420.2344 868.3821, 3005.2554 1322.3381 868.29626, 2942.11 1294.3245 865.6973, 2861.4495 1387.8274 860.24066, 2817.1934 1488.6592 859.4755, 2814.146 1585.6089 861.40015, 2916.44 1632.8192 859.3431, 3019.3071 1600.8335 847.39874, 3091.2253 1574.8864 816.5497</trace>
</ink>
</file>

<file path=ppt/ink/ink7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3299.897 1212.4111 874.14984, 3249.1826 1280.6467 864.39764, 3203.7456 1362.9485 860.27875, 3181.8062 1445.5065 861.016, 3196.8403 1531.9143 862.57245, 3282.2407 1573.6814 860.86743, 3363.1099 1519.8624 856.6687, 3430.4521 1440.9005 849.4135, 3476.7961 1378.0118 848.7438, 3486.9246 1472.5009 848.1121, 3508.7705 1567.3044 854.3576, 3585.0962 1592.3475 861.5036, 3599.1174 1524.235 861.199, 3569.343 1453.2542 862.1784, 3500.58 1366.597 863.4085, 3471.0383 1299.273 864.88586, 3565.7695 1286.3174 864.67084, 3654.944 1374.6757 859.98804, 3700.8635 1472.0454 852.43567, 3700.6963 1541.1095 848.39465, 3675.7947 1607.8484 841.33044, 3657.4077 1681.8269 823.22906, 3596.1843 1746.0724 8.097919</trace>
</ink>
</file>

<file path=ppt/ink/ink7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3940.6208 1136.9169 874.14984, 3890.9182 1218.7688 850.51465, 3860.319 1285.9545 852.1866, 3830.0005 1362.9642 851.7961, 3808.1316 1440.1011 844.5305, 3801.553 1524.3337 826.99036, 3830.3247 1600.3157 792.4102</trace>
</ink>
</file>

<file path=ppt/ink/ink7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4074.833 1287.9052 874.14984, 4037.9702 1368.6504 863.85187, 3998.9138 1463.1927 860.861, 3978.1003 1535.2585 861.16815, 4042.6252 1594.9617 862.4551, 4109.208 1566.148 861.1399, 4175.2437 1487.1857 857.8175, 4214.7275 1407.0687 857.717, 4215.8066 1312.2097 859.5808, 4138.192 1242.7732 861.8429, 4061.5112 1289.017 863.1204, 4066.028 1355.7877 863.1505, 4148.047 1352.3169 857.29407, 4211.861 1347.3285 844.0277</trace>
</ink>
</file>

<file path=ppt/ink/ink7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4298.213 1483.8798 874.14984, 4383.774 1468.81 867.8018, 4469.2393 1447.3423 863.0813, 4546.249 1423.6849 860.56665, 4611.513 1405.3463 801.9295</trace>
</ink>
</file>

<file path=ppt/ink/ink7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4655.8047 1242.4019 874.14984, 4646.6987 1333.5352 867.4511, 4635.527 1446.5455 865.62305, 4668.6255 1517.1482 866.11523, 4756.8984 1485.4655 863.2294, 4804.4087 1371.2323 859.9789, 4819.681 1265.2748 855.1844, 4810.7104 1201.7314 852.5198, 4784.7397 1112.6055 852.24365, 4710.8403 1052.6222 857.19684, 4643.143 1081.1263 858.83093, 4599.6885 1146.727 861.15643, 4601.923 1210.7981 862.9466, 4684.7515 1230.7328 859.47504, 4766.7793 1235.207 849.41095</trace>
</ink>
</file>

<file path=ppt/ink/ink7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4893.8936 1439.4108 874.14984, 4886.885 1509.104 870.3726, 4960.718 1535.8385 869.6462, 4973.353 1445.2035 868.79517, 4909.2505 1384.2784 681.48413</trace>
</ink>
</file>

<file path=ppt/ink/ink7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5013.397 1061.4226 874.14984, 5101.8457 1164.8398 862.2003, 5139.4644 1288.3783 857.52716, 5144.091 1353.1307 854.9416, 5136.7173 1468.6434 850.05005, 5110.565 1587.7605 842.0152, 5090.998 1663.1625 829.39703, 5063.9004 1726.8187 719.05206</trace>
</ink>
</file>

<file path=ppt/ink/ink7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6711.2695 458.50323 874.14984, 6778.8086 512.24066 870.262, 6863.522 479.0432 866.66754, 6939.209 399.21124 860.49133, 6998.9897 307.87344 857.16095, 7011.403 390.26642 847.2893, 6997.401 461.40463 843.7042, 6988.9375 541.2388 840.6358, 6982.59 663.5585 842.23584, 6984.3896 738.2011 842.69696, 6987.564 818.5933 843.0884, 6989.425 900.7832 844.4247, 6987.24 975.1608 846.48956, 6974.7124 1078.3485 852.7377, 6908.525 1139.2162 860.2848, 6837.4243 1014.38367 854.5752, 6833.652 910.14777 845.8364, 6883.1216 811.3053 828.2677, 6919.941 744.45044 791.3514</trace>
</ink>
</file>

<file path=ppt/ink/ink7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7113.9053 4638.607 874.14984, 7123.4883 4723.3857 873.3442, 7161.1426 4637.462 869.3122, 7227.9004 4650.4307 867.166, 7164.1133 4714.112 866.0262, 7093.319 4700.9717 866.33057, 7124.566 4629.8496 864.1906, 7207.769 4650.1084 864.6858, 7200.939 4745.13 864.57654, 7116.2246 4781.16 866.2117, 7108.284 4692.434 864.2346, 7177.7114 4667.4595 865.07227</trace>
</ink>
</file>

<file path=ppt/ink/ink7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6785.7295 4925.588 874.14984, 6703.054 5003.846 866.59753, 6644.992 5084.382 863.14197, 6627.9126 5157.731 864.0142, 6626.732 5237.4272 863.48615, 6681.422 5322.3447 863.6728, 6785.4614 5356.8447 864.129, 6873.0884 5343.8174 862.6593, 6956.467 5283.6714 860.8847, 7007.958 5219.038 862.8978, 7025.023 5126.48 863.914, 7011.817 5049.25 864.4605, 6968.3877 4983.6846 865.7303, 6898.297 4961.044 865.876, 6832.3857 4955.235 856.61316</trace>
</ink>
</file>

<file path=ppt/ink/ink7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5862.7925 4532.604 874.14984, 5813.489 4611.2603 871.5935, 5878.576 4592.008 869.2935, 5807.445 4553.007 865.0418, 5802.1465 4634.475 864.8865, 5865.583 4601.3066 867.1077</trace>
</ink>
</file>

<file path=ppt/ink/ink7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13192.97 4669.1147 874.14984, 13168.285 4737.0903 874.14984, 13149.087 4838.1445 870.73627, 13160.545 4941.412 869.71204, 13215.084 5015.863 869.1835, 13296.479 5035.3374 868.48914, 13375.551 4983.2954 867.357, 13421.111 4875.831 866.8723, 13432.745 4775.6104 866.38654, 13404.733 4667.2993 866.8324, 13359.427 4598.6294 867.112, 13294.419 4572.0454 867.57056, 13227.281 4610.9946 866.99994, 13249.132 4696.352 865.3393, 13319.889 4707.4663 862.8009, 13383.019 4711.8623 834.8891</trace>
</ink>
</file>

<file path=ppt/ink/ink7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13565.269 4865.0894 874.14984, 13662.96 4856.232 870.09827, 13728.897 4850.0938 865.04205</trace>
</ink>
</file>

<file path=ppt/ink/ink7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13505.518 5000.5654 874.14984, 13603.794 4989.5483 865.65576, 13700.881 4972.529 862.9799, 13767.11 4961.6523 852.2532</trace>
</ink>
</file>

<file path=ppt/ink/ink7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14012.029 4728.5796 874.14984, 13946.016 4835.1313 869.9333, 13919.756 4931.155 869.08105, 13926.792 4994.4116 868.76794, 14000.212 5035.005 867.7325, 14073.508 5042.9893 866.3068, 14156.114 5014.262 866.92944, 14215.837 4938.8794 867.05524, 14211.939 4838.141 866.75934, 14130.189 4761.7163 865.9551, 14053.188 4708.558 863.76245</trace>
</ink>
</file>

<file path=ppt/ink/ink7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7694.877 1000.9239 874.14984, 7690.4414 1079.4158 868.5975, 7674.223 1190.0125 862.7251, 7663.3525 1261.059 860.61865, 7665.959 1333.1919 863.54114, 7714.979 1400.8601 864.35834, 7793.977 1365.7589 863.2575, 7885.8765 1255.431 861.0443, 7925.868 1157.5099 859.55096, 7940.5728 1042.6041 857.4271, 7935.652 951.6899 856.0466, 7895.7295 862.2878 857.5614, 7802.769 812.45886 858.5083, 7717.9595 843.32837 859.9989, 7684.5684 917.0592 861.4432, 7753.6304 983.45935 859.4677, 7824.1206 1004.71875 851.9253</trace>
</ink>
</file>

<file path=ppt/ink/ink7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7978.009 1076.4181 874.14984, 8074.716 1063.3292 869.08734, 8163.0234 1048.2507 868.3353, 8228.052 1038.5809 844.0518</trace>
</ink>
</file>

<file path=ppt/ink/ink7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8037.761 1212.4111 874.14984, 8125.8643 1179.6621 864.18756, 8204.521 1146.435 862.687, 8278.325 1109.6046 864.73615, 8343.134 1078.8568 813.78033</trace>
</ink>
</file>

<file path=ppt/ink/ink7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8484.521 744.45044 874.14984, 8477.49 841.15564 863.83136, 8455.904 947.2501 859.53107, 8434.557 1018.50476 860.39575, 8448.993 941.611 855.16455, 8473.998 868.2173 856.0075, 8559.464 841.8668 857.21796, 8614.531 918.69586 852.4537, 8653.79 982.4949 659.6616</trace>
</ink>
</file>

<file path=ppt/ink/ink7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8380.645 789.9538 874.14984, 8456.378 744.91516 863.097, 8555.719 700.6146 855.14166, 8648.656 662.4486 859.26917, 8713.699 639.49304 862.95447, 8757.233 742.2468 865.06976, 8738.514 830.5927 862.4185, 8719.205 895.6601 858.1698, 8696.837 965.4869 853.66486, 8663.43 1071.3823 836.8247, 8645.003 1161.4779 816.1476, 8632.077 1227.1799 770.25684</trace>
</ink>
</file>

<file path=ppt/ink/ink7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8797.988 1076.4181 874.14984, 8893.718 995.57806 865.55676, 8963.099 966.3956 865.78204, 9029.108 972.0321 865.5834, 9045.924 1037.6344 860.93097, 8991.37 1123.9048 855.20404, 8928.342 1195.6499 852.5593, 8878.086 1264.715 857.06525, 8910.266 1335.824 859.8477, 9007.102 1343.1569 855.9679, 9146.524 1307.8708 844.6756, 9211.443 1289.4048 825.6262, 9288.873 1258.4315 793.32196</trace>
</ink>
</file>

<file path=ppt/ink/ink7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468.57727 4910.593 874.14984, 457.1115 4987.4995 868.5161, 445.80078 5066.3936 862.812, 438.3765 5138.442 861.03186, 441.79138 5222.608 863.6031, 463.19742 5293.152 864.68884, 551.8789 5341.6104 864.2146, 624.45447 5293.4653 862.31335, 669.22327 5225.8076 860.7174, 683.48676 5146.8213 860.61334, 662.15875 5037.9224 859.4727, 611.8373 4936.6714 858.13904, 543.5453 4871.998 860.22, 445.37924 4868.619 860.8086, 374.25375 4901.988 861.0247, 356.76828 4990.741 862.4616, 435.90182 5013.132 861.04364, 510.7135 5021.464 857.1157</trace>
</ink>
</file>

<file path=ppt/ink/ink7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691.9574 5106.0503 874.14984, 788.58997 5106.0493 870.0741, 856.50476 5106.0503 867.1217</trace>
</ink>
</file>

<file path=ppt/ink/ink7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691.9574 5318.0547 874.14984, 763.7299 5303.293 868.93134, 847.09717 5277.5557 861.0307, 912.7433 5259.08 562.3796</trace>
</ink>
</file>

<file path=ppt/ink/ink7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1088.1583 5019.18 874.14984, 1044.439 5126.868 863.13684, 1000.6877 5230.42 860.5339, 1011.26794 5142.6064 851.55475, 1034.2814 5059.3076 849.0943, 1100.1171 5173.9507 847.29565, 1108.5461 5272.247 835.6744, 1114.7307 5347.6685 811.7639, 1117.8777 5411.0273 706.0689</trace>
</ink>
</file>

<file path=ppt/ink/ink7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871.213 5046.0684 874.14984, 990.13745 5023.2754 854.6267, 1071.5327 5003.6377 842.8247, 1141.5076 4986.521 833.6009, 1211.8674 4969.4233 825.34766, 1286.7672 4951.323 795.9741, 1350.521 4938.2134 683.1891</trace>
</ink>
</file>

<file path=ppt/ink/ink7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6532.933 7279.869 874.14984, 6514.126 7357.0884 868.7407, 6499.693 7421.003 864.50574, 6486.26 7527.0586 865.5813, 6509.3013 7615.8394 866.4751, 6579.08 7633.407 865.55414, 6630.41 7567.7866 861.65576, 6666.8755 7435.9424 850.1029, 6672.4214 7359.462 844.999, 6668.2393 7253.456 841.7034, 6615.3145 7156.246 844.1614, 6548.1807 7101.151 848.4937, 6468.3486 7083.5283 854.2323, 6427.9355 7156.0425 862.45337, 6455.974 7225.4336 860.4615, 6526.6567 7284.4854 852.4888, 6591.5312 7331.5254 780.86914</trace>
</ink>
</file>

<file path=ppt/ink/ink7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6741.605 7369.842 874.14984, 6830.1816 7376.017 841.654, 6894.04 7378.0674 770.1964</trace>
</ink>
</file>

<file path=ppt/ink/ink7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6696.5615 7490.3223 874.14984, 6768.233 7519.8965 867.62823, 6849.2114 7520.803 865.65, 6913.753 7521.035 808.086</trace>
</ink>
</file>

<file path=ppt/ink/ink7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6919.941 7203.858 874.14984, 6989.373 7187.931 868.86554, 7066.802 7196.9834 868.6041, 7084.4854 7296.688 867.6508, 7108.0693 7392.072 866.5978, 7052.941 7464.133 865.66473, 6972.339 7513.5913 862.0013</trace>
</ink>
</file>

<file path=ppt/ink/ink7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7262.8247 7218.853 874.14984, 7242.657 7296.1035 869.23395, 7235.4717 7374.0303 868.2835, 7300.733 7349.4966 867.1391, 7309.249 7415.4155 869.09326</trace>
</ink>
</file>

<file path=ppt/ink/ink7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7158.9497 7218.853 874.14984, 7248.37 7195.1885 863.91144, 7345.8228 7167.66 859.552, 7412.148 7149.91 846.4037</trace>
</ink>
</file>

<file path=ppt/ink/ink7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7486.205 7189.38 874.14984, 7434.8047 7283.449 861.37823, 7349.2905 7398.9326 851.98584, 7295.8145 7462.066 848.6682, 7216.0034 7555.76 835.037, 7150.501 7636.4585 811.39545, 7097.964 7701.1865 749.26086</trace>
</ink>
</file>

<file path=ppt/ink/ink7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7293.1606 7580.8125 874.14984, 7385.162 7566.6475 866.18, 7455.8506 7580.6284 864.5763, 7432.8896 7654.704 860.5431, 7357.9634 7718.5244 862.57666, 7416.394 7800.34 862.03894, 7488.5264 7814.394 855.20685, 7573.836 7837.588 831.9271, 7639.0044 7839.321 710.38727</trace>
</ink>
</file>

<file path=ppt/ink/ink7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9676.802 4577.591 874.14984, 9590.797 4675.626 866.26013, 9523.875 4744.319 862.1022, 9459.329 4801.41 861.7799, 9394.133 4853.9385 850.72705</trace>
</ink>
</file>

<file path=ppt/ink/ink7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9423.085 4638.607 874.14984, 9492.108 4716.122 872.2855, 9548.798 4778.9463 871.91437, 9603.633 4841.724 870.9371, 9659.656 4907.5347 867.32477</trace>
</ink>
</file>

<file path=ppt/ink/ink7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1005.42487 5030.5557 874.14984, 1013.8412 5104.7886 867.7025, 996.2194 5198.078 866.22815, 970.13654 5300.358 865.88, 951.19794 5387.517 863.20013, 935.8805 5453.2983 852.7691</trace>
</ink>
</file>

<file path=ppt/ink/ink7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1049.5493 5046.0684 874.14984, 1068.7559 5126.07 866.6157, 1082.5299 5203.68 863.21326, 1096.5645 5288.6255 862.4857, 1112.6304 5367.298 862.02386, 1124.774 5430.9067 854.08405</trace>
</ink>
</file>

<file path=ppt/ink/ink7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2033.1572 4442.632 874.14984, 1990.2133 4524.776 863.7765, 1929.3612 4629.524 856.7305, 1875.7167 4711.524 849.66626, 1829.4586 4776.9146 836.1672, 1790.5018 4850.121 760.80084</trace>
</ink>
</file>

<file path=ppt/ink/ink7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1764.7334 4547.6 874.14984, 1849.0797 4619.28 866.6557, 1932.8633 4691.575 859.1444, 2009.421 4759.9224 861.5844, 2077.2163 4823.933 863.33484, 2144.0513 4883.2124 868.49</trace>
</ink>
</file>

<file path=ppt/ink/ink7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7113.9053 3235.2422 874.14984, 7202.083 3229.79 868.4919, 7295.2153 3227.9465 863.8914, 7360.3013 3229.0571 804.1771</trace>
</ink>
</file>

<file path=ppt/ink/ink7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7099.197 3249.7202 874.14984, 7183.6484 3241.2744 870.362, 7248.7275 3235.4329 859.0243</trace>
</ink>
</file>

<file path=ppt/ink/ink7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7024.737 5709.4863 874.14984, 7114.98 5732.9624 872.37506, 7181.0103 5747.7505 873.0768</trace>
</ink>
</file>

<file path=ppt/ink/ink7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7068.8613 5769.9854 874.14984, 7158.3027 5774.9385 879.2094, 7221.784 5777.8726 880.49384</trace>
</ink>
</file>

<file path=ppt/ink/ink76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9497.545 4850.0938 874.14984, 9516.154 4754.116 874.14984, 9511.839 4664.7627 874.1499, 9496.25 4566.1133 874.1499, 9472.842 4465.4414 873.2876, 9441.127 4368.652 872.0727, 9398.515 4275.801 870.9054, 9356.425 4199.2954 869.6531, 9304.22 4122.795 868.7497, 9250.986 4055.7122 868.9625, 9191.402 3991.8667 868.4451, 9113.43 3918.563 867.8848, 9028.533 3848.9695 868.0773, 8944.579 3787.0012 868.0909, 8870.915 3739.3823 868.3353, 8773.736 3687.2153 868.0199, 8657.946 3632.821 867.5112, 8594.858 3605.5552 867.2487, 8528.615 3578.0723 866.99164, 8460.187 3550.3481 866.7649, 8390.973 3523.9614 866.46857, 8287.088 3487.6416 865.9463, 8222.207 3468.5938 865.8723, 8155.7896 3450.5623 865.76965, 8050.895 3424.1653 865.49475, 7946.4175 3401.8743 865.3156, 7817.9517 3377.8196 865.2228, 7745.0767 3364.3687 865.2539, 7674.7505 3352.4824 865.289, 7561.196 3336.0928 865.26587, 7453.598 3324.3894 865.25885, 7390.661 3318.3118 865.174, 7321.554 3311.9607 865.1584, 7217.038 3303.6306 864.66693, 7152.766 3298.8171 864.31616, 7045.364 3289.844 864.89667, 6928.3394 3281.4153 864.77954, 6833.6787 3275.034 864.2785, 6707.4175 3269.1458 863.9445, 6640.0366 3267.4429 863.316, 6538.9053 3265.691 861.4234, 6418.2754 3261.3523 859.3421, 6322.9883 3256.7344 859.4754, 6208.892 3252.7822 859.37854, 6143.6313 3253.1067 859.13776, 6046.1377 3254.0059 858.77875, 5980.4927 3255.186 858.46313, 5907.813 3256.1511 858.0212, 5832.183 3257.1707 857.6278, 5761.9233 3258.5188 857.0639, 5643.9004 3261.1187 856.1418, 5570.316 3263.7336 855.7853, 5490.5547 3267.7983 855.44446, 5406.75 3271.724 855.0253, 5337.8237 3274.6235 854.728, 5207.879 3278.5232 854.48065, 5131.639 3280.8726 854.5191, 5050.7334 3285.5088 854.53754, 4965.3057 3291.8208 854.5146, 4836.3804 3300.871 854.342, 4760.397 3306.1453 854.19684, 4679.152 3313.0415 854.09155, 4601.6704 3320.232 854.04333, 4474.703 3332.3271 853.99524, 4397.1895 3341.0369 853.96893, 4316.248 3351.4258 853.9732, 4231.7925 3362.1711 853.9935, 4160.04 3371.5762 854.0662, 4024.5913 3391.333 854.0768, 3945.385 3404.8816 854.01965, 3862.2744 3419.7048 853.9232, 3776.3877 3435.0168 853.8894, 3712.515 3446.4377 853.95386, 3646.9873 3458.8962 853.9625, 3571.219 3474.0842 853.96063, 3490.77 3490.873 853.8508, 3413.5188 3508.0833 853.79596, 3292.115 3537.4844 853.9488, 3218.7043 3556.9895 854.18414, 3141.4153 3578.207 854.44324, 3061.9282 3601.6455 854.6208, 2993.7905 3622.5613 854.64966, 2872.9236 3662.6646 854.77203, 2804.9146 3687.817 854.9919, 2734.6316 3715.0881 855.3822, 2632.8584 3757.3386 856.03357, 2513.9421 3816.697 856.609, 2395.0112 3884.5312 857.30176, 2312.244 3936.607 858.14606, 2236.396 3991.9382 859.3179, 2169.672 4047.5845 860.5882, 2101.171 4119.323 862.27716, 2020.1608 4221.96 864.7887, 1970.5226 4297.0576 864.9239, 1918.1815 4399.4956 865.2744, 1892.4974 4465.2153 865.5191, 1869.4424 4539.2886 865.36053, 1851.6877 4620.0596 865.0265, 1840.474 4703.7446 864.1507, 1833.4993 4770.703 862.7894, 1836.8992 4890.503 863.1229, 1853.2207 4989.8784 864.85657, 1896.6787 5096.992 865.14594, 1980.3804 5207.0527 865.2731, 2102.9849 5308.8486 865.0219, 2172.7852 5353.198 864.5924, 2245.7966 5393.065 864.5335, 2322.3867 5429.499 864.68365, 2438.9104 5479.53 864.4865, 2550.1582 5518.6523 863.36273, 2620.1797 5540.25 862.61115, 2692.139 5561.1943 862.0204, 2804.894 5591.7715 862.0549, 2874.2908 5607.927 861.9357, 2946.0745 5622.687 861.1446, 3057.4846 5643.8276 860.30975, 3192.916 5665.6675 862.6197, 3309.5322 5683.1807 862.19086, 3379.8357 5694.1953 861.9602, 3457.4194 5706.217 862.0341, 3541.0461 5718.171 862.2663, 3629.6086 5729.3677 862.51996, 3717.9736 5739.7334 862.1488, 3797.9824 5749.1313 860.1371, 3911.2705 5762.7026 857.1322, 4027.2788 5777.3354 858.0823, 4113.651 5789.8833 859.8126, 4206.9775 5805.2773 861.86194, 4314.201 5821.5107 863.9325, 4393.1245 5832.295 863.6693, 4468.6704 5841.3896 861.68243, 4592.141 5855.1396 856.05865, 4657.6133 5861.909 854.7375, 4720.559 5868.8486 854.37335, 4810.935 5880.7324 856.0812, 4910.836 5892.332 857.66925, 5021.3247 5901.0483 859.5597, 5105.8657 5906.435 861.6814, 5219.222 5913.7314 861.704, 5313.6094 5918.5845 860.54, 5421.136 5921.0386 859.97943, 5546.3447 5920.739 859.6725, 5644.148 5917.5083 859.2673, 5757.7974 5912.439 859.1956, 5880.077 5908.2085 859.58307, 5969.902 5903.274 859.8436, 6083.28 5895.743 860.0213, 6205.6206 5885.2256 859.9572, 6298.3525 5875.788 859.77985, 6408.403 5862.8135 859.7689, 6514.0806 5849.8794 860.377, 6601.3105 5838.9653 860.9364, 6707.1104 5825.7964 861.29083, 6789.4243 5815.6953 862.2506, 6911.6094 5802.413 863.8658, 7024.272 5791.8296 862.69965, 7092.236 5784.602 862.9359, 7158.236 5776.9443 863.2592, 7283.1675 5760.759 862.5857, 7360.7227 5748.926 862.73236, 7484.415 5729.2583 862.71606, 7554.737 5716.631 862.2241, 7669.4766 5694.5435 863.31793, 7736.7744 5680.2124 863.7334, 7807.962 5664.0527 863.6834, 7925.951 5635.947 864.0069, 8002.245 5616.286 864.00183, 8085.913 5593.444 863.7471, 8172.9556 5567.638 863.1276, 8258.794 5540.4917 862.9474, 8342.119 5513.347 862.5328, 8422.476 5486.58 862.9856, 8491.893 5462.013 863.264, 8601.405 5421.6377 863.83734, 8698.801 5383.386 864.5087, 8819.912 5330.1387 865.00726, 8890.417 5297.556 864.5115, 8959.026 5262.9316 864.35474, 9059.976 5207.4727 864.2105, 9154.469 5144.4937 865.1182, 9246.422 5070.927 865.9899, 9318.92 5007.3315 866.2643, 9392.967 4931.27 867.0315, 9466.811 4828.458 867.8358, 9496.733 4756.648 868.1744, 9507.883 4664.078 868.81793, 9499.163 4562.912 869.41003, 9497.579 4628.424 867.2514, 9495.672 4713.5977 867.418, 9483.341 4790.269 867.3965, 9452.212 4872.107 867.2953, 9409.852 4943.814 866.6477, 9347.44 5014.21 865.7734, 9281.747 5076.463 569.4218</trace>
</ink>
</file>

<file path=ppt/ink/ink76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7217.7817 4608.0986 874.14984, 7151.7803 4655.2534 871.24054, 7060.4834 4743.3154 870.18726, 6987.047 4819.586 868.34344</trace>
</ink>
</file>

<file path=ppt/ink/ink76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6979.694 4593.103 874.14984, 7087.8994 4667.8584 867.4885, 7198.389 4741.813 866.5948, 7289.6787 4789.96 864.8882, 7356.161 4821.5884 860.7099</trace>
</ink>
</file>

<file path=ppt/ink/ink77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4029.7893 4623.094 874.14984, 3930.137 4704.96 869.91943, 3860.634 4764.139 869.58234</trace>
</ink>
</file>

<file path=ppt/ink/ink77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3835.8254 4608.0986 874.14984, 3902.8057 4696.122 870.79663, 3960.5461 4767.689 868.7183, 4033.8157 4789.9077 864.95935</trace>
</ink>
</file>

<file path=ppt/ink/ink7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3880.8691 4940.0664 874.14984, 3801.6653 5012.3315 866.09845, 3723.0413 5095.4434 860.20935, 3653.3757 5189.3774 858.3471, 3587.873 5291.8057 854.5204, 3537.994 5375.999 848.74805, 3475.8098 5479.48 840.52716, 3400.239 5599.508 829.6345, 3327.6255 5712.967 817.4373, 3267.056 5806.8794 804.32495, 3188.0342 5925.0024 789.94586, 3096.7966 6058.6797 776.8653, 2997.2344 6200.8447 765.8979, 2923.2576 6306.8076 759.2033, 2845.9563 6418.41 754.29254, 2757.8862 6548.341 752.9204, 2664.1921 6685.701 754.1881, 2576.7488 6812.417 757.6511, 2513.98 6903.123 761.75037, 2446.6191 6997.581 769.2992, 2386.4114 7072.7017 786.643, 2320.0457 7115.228 815.31415</trace>
</ink>
</file>

<file path=ppt/ink/ink7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3418.4812 5000.5654 874.14984, 3500.2087 4972.515 867.7978, 3606.2659 4936.0254 860.10443, 3710.3591 4903.7783 848.79095, 3816.7932 4878.4985 840.8432, 3913.7861 4900.6177 843.98486, 3954.699 5013.0815 843.84216, 3945.7986 5078.657 841.7899, 3936.6929 5159.1255 836.0008, 3912.936 5224.086 407.95712</trace>
</ink>
</file>

<file path=ppt/ink/ink7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7024.737 4819.069 874.14984, 6921.419 4889.878 857.97046, 6857.503 4928.994 849.64685, 6755.6177 4990.5767 836.72974, 6655.0044 5052.22 828.0784, 6586.5835 5096.818 826.98645, 6501.861 5156.089 822.7172, 6405.184 5229.5454 818.17676, 6340.7104 5278.712 814.8733, 6253.1787 5349.168 810.1656, 6141.61 5439.0977 803.42114, 6007.9204 5543.6963 790.282, 5884.4243 5638.62 774.96954, 5777.3667 5720.019 759.2155, 5644.1123 5819.1855 744.25354, 5495.365 5928.255 732.22943, 5335.9297 6044.986 722.01025, 5224.7144 6126.711 715.2915, 5095.367 6224.1206 708.3358, 4940.489 6341.2153 700.41364, 4764.572 6471.7666 688.98376, 4598.202 6593.6953 677.29816, 4466.7666 6689.5576 667.1796, 4306.6855 6804.8003 656.7194, 4132.7246 6928.799 650.4351, 3957.8755 7054.6553 650.7235, 3830.4587 7146.6475 657.4134, 3704.3125 7238.4756 666.41907, 3567.3167 7339.393 681.4226, 3423.4631 7446.2705 697.30945, 3286.509 7548.6035 714.09845, 3188.5344 7621.917 730.4147, 3079.1875 7703.281 733.2797, 2978.4648 7775.628 726.81934, 2913.948 7821.986 720.0242, 2848.9236 7869.697 691.72815, 2783.9836 7909.42 179.91904</trace>
</ink>
</file>

<file path=ppt/ink/ink7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6652.4365 4834.5815 874.14984, 6759.4 4826.2075 857.26746, 6830.972 4825.224 850.44836, 6939.487 4826.1035 840.4899, 7036.242 4831.3105 832.9609, 7074.2964 4906.1895 833.4579, 7004.156 4992.1274 824.95105, 6937.625 5054.8125 816.785, 6868.754 5121.5957 777.18164, 6804.5815 5173.7607 690.13806</trace>
</ink>
</file>

<file path=ppt/ink/ink7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1169.0531 7580.8125 874.14984, 1231.2516 7503.3374 861.47595, 1320.6869 7364.277 842.67316, 1367.2856 7282.1274 833.4712, 1402.2988 7219.2495 826.08575, 1442.3904 7140.09 820.9405, 1502.4095 7010.328 811.77057, 1529.2886 6937.4795 817.65814, 1557.552 6838.657 829.1994, 1478.3688 6945.2383 841.8482, 1443.1196 7058.989 831.11646, 1409.9121 7188.419 816.34406, 1386.6212 7281.7295 799.3846, 1361.6825 7409.5913 780.3027, 1336.0409 7558.3696 765.6157, 1308.7345 7716.64 757.08246, 1286.5487 7842.4795 754.13403, 1265.9773 7956.584 752.07495, 1243.3683 8074.8037 755.74286, 1224.1539 8173.237 764.364, 1209.0813 8241.6455 780.9473, 1200.822 8164.4736 822.1245, 1215.0239 8071.0386 819.6297, 1234.425 7965.236 815.42584, 1248.2462 7891.764 812.4609, 1266.0159 7810.6104 808.63513, 1287.0874 7729.128 816.2037, 1313.2145 7653.345 821.74585, 1345.5516 7590.4414 827.4949, 1397.8041 7524.5674 837.87695, 1459.4236 7592.9717 853.06036, 1462.0477 7685.395 855.18146, 1449.4221 7756.2573 849.1547, 1433.2213 7830.3257 843.8659, 1415.0521 7936.0645 842.02716, 1440.4183 8007.804 847.07434, 1521.3779 8010.2524 852.94073, 1558.6945 7916.984 861.044, 1515.5681 7826.8076 858.9811, 1468.0667 7740.6655 858.87524, 1454.1456 7640.3525 860.24963, 1493.177 7570.032 860.6961, 1578.4443 7553.7495 861.75494, 1659.4406 7643.6084 859.9666, 1680.5046 7746.086 855.1918, 1708.0157 7813.963 858.32886, 1785.4741 7796.596 858.9274, 1872.3966 7674.9604 841.89386, 1939.4226 7553.734 827.5643, 1983.0242 7455.9067 827.7026, 1956.5219 7518.9116 825.68726, 1932.7125 7610.4385 820.57227, 1914.9948 7688.8823 815.7044, 1899.2861 7776.6323 810.18005, 1886.2998 7891.3267 804.94586, 1877.4489 8022.773 797.791, 1868.8003 8162.3306 792.97296, 1854.1183 8302.642 790.0146, 1843.815 8398.063 787.795, 1822.4116 8497.055 789.8456, 1785.8408 8591.257 796.3727, 1735.7896 8667.581 805.0278, 1646.354 8746.458 822.0598, 1564.4738 8722.32 833.63196, 1525.7627 8632.27 834.30237, 1536.842 8515.366 829.56195, 1565.9384 8442.997 827.59283, 1605.4126 8371.611 825.86505, 1692.0703 8251.284 821.4615, 1765.6158 8176.897 818.0551, 1851.692 8098.2783 814.64, 1918.1444 8039.4136 812.7414, 1985.3947 7982.469 810.91504, 2058.0295 7921.777 813.34064, 2127.8782 7860.9053 818.57654, 2226.6514 7762.0425 829.35895, 2287.7466 7650.331 839.2575, 2304.3047 7586.16 843.75366, 2313.8079 7492.729 852.8117, 2244.765 7443.2983 860.5668, 2174.8362 7488.2495 857.7601, 2115.7666 7599.064 852.7014, 2100.45 7664.9062 850.1158, 2089.863 7783.8613 845.33386, 2099.2444 7861.1016 842.894, 2114.285 7929.512 844.0654, 2155.717 8036.6465 848.65375, 2254.1836 8095.7837 856.1641, 2338.694 8018.641 853.89935, 2403.0488 7914.8184 844.55316, 2437.7585 7846.3154 839.8635, 2474.6055 7777.073 841.58655, 2548.0535 7682.3833 845.2371, 2614.843 7718.7563 846.43054, 2626.3513 7818.3794 845.8514, 2628.5303 7923.2666 845.0391, 2631.133 8014.3286 841.8855, 2654.539 8100.089 843.2062, 2734.9214 8117.662 843.5116, 2829.5427 8077.1113 838.5742, 2936.1929 7986.254 833.3898, 3022.449 7884.45 835.59534, 3081.607 7793.9785 840.1753, 3131.2178 7709.3643 846.44403, 3209.8755 7654.2197 859.49274, 3255.383 7722.3613 862.6173, 3267.2576 7803.902 858.8496, 3244.9512 7928.392 849.0087, 3222.1018 8028.8066 830.2164, 3226.3904 8113.4873 795.5536, 3249.7998 8178.639 6.734018</trace>
</ink>
</file>

<file path=ppt/ink/ink7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975.0894 8637.731 874.14984, 896.21216 8702.902 861.03864, 793.77515 8817.105 848.9645, 745.81366 8888.492 843.9051, 708.0288 8958.292 842.0406, 661.605 9053.868 840.123, 650.9407 9135.734 844.0024, 728.85034 9140.647 849.45374, 784.67694 9065.09 842.4246, 852.9752 8984.113 818.0059, 889.8793 8918.632 782.21375</trace>
</ink>
</file>

<file path=ppt/ink/ink7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1079.885 8275.772 874.14984, 1060.3022 8346.504 857.6456, 1041.6213 8419.252 844.0546, 1018.19025 8514.561 831.0622, 993.5227 8628.326 819.93097, 970.4988 8753.203 811.4402, 953.99725 8860.212 805.60315, 942.1513 8946.838 801.5247, 935.6189 9033.037 801.43945, 930.9958 9100.772 798.2875, 934.88794 9173.611 801.461, 949.9248 9239.4375 808.26575, 1006.47394 9322.076 824.33777, 1104.7803 9312.733 834.2773, 1179.3185 9265.305 831.08044, 1256.3708 9196.31 824.5487, 1365.4447 9079.755 821.05804, 1407.6897 9011.795 822.0343, 1398.675 8943.735 825.94556, 1293.4391 8984.2295 827.0688, 1223.7228 9067.079 840.3386, 1223.7355 9172.693 848.11707, 1311.2653 9246.912 843.2436, 1375.076 9266.088 838.6096, 1471.3586 9264.421 828.60455, 1534.3441 9263.034 809.4378, 1614.6655 9264.796 756.5139, 1679.6655 9252.6455 7.337371</trace>
</ink>
</file>

<file path=ppt/ink/ink7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2047.8652 9302.184 874.14984, 2085.3975 9209.602 860.41547, 2111.3018 9145.119 852.9707, 2139.8337 9065.796 845.57874, 2171.959 8972.191 838.3585, 2193.895 8907.971 832.99506, 2219.5693 8827.28 828.106, 2260.2703 8690.853 820.6734, 2282.4285 8600.581 817.15027, 2300.3823 8512.138 821.5592, 2316.0125 8394.417 831.5367, 2300.4272 8329.564 843.2258, 2229.7954 8361.861 843.58966, 2181.356 8425.465 836.97943, 2112.6255 8543.06 824.3382, 2079.4788 8641.178 815.5254, 2054.9949 8749.563 807.76215, 2041.4071 8842.932 802.8139, 2034.2983 8919.885 799.6917, 2039.9016 9002.214 801.50867, 2061.1228 9082.286 806.45905, 2100.98 9152.796 813.3994, 2180.7732 9233.5205 826.5421, 2255.903 9238.878 829.1416, 2333.0952 9254.776 837.7335, 2398.1096 9239.4375 815.2443</trace>
</ink>
</file>

<file path=ppt/ink/ink7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2688.5894 8365.745 874.14984, 2645.6455 8460.689 859.1998, 2622.2478 8528.33 851.3581, 2602.4712 8605.565 845.66327, 2590.5222 8684.01 836.7189, 2578.4243 8749.359 821.22797, 2570.0051 8818.711 798.9995</trace>
</ink>
</file>

<file path=ppt/ink/ink7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2673.881 9180.669 874.14984, 2779.646 9135.543 858.69684, 2884.411 9066.055 860.83746, 2937.917 8982.718 862.9131, 2940.649 8907.871 862.3448, 2841.035 8857.377 858.0202, 2766.2588 8879.376 855.2582, 2692.192 8972.88 845.7713, 2662.166 9068.512 840.8429, 2687.397 9193.236 839.37067, 2758.0872 9296.408 837.30743, 2868.8486 9354.671 835.94714, 2941.2827 9354.28 836.13464, 3006.3384 9336.801 835.531, 3119.1826 9261.742 829.6931, 3175.9568 9181.563 823.4446, 3227.2756 9078.463 815.87524, 3262.279 9001.903 810.20734, 3294.085 8910.225 803.7263, 3321.8718 8804.819 799.86426, 3342.1165 8701.292 800.04004, 3354.3696 8615.394 804.5102, 3363.7515 8493.03 816.9914, 3344.461 8396.687 833.3178, 3263.7446 8351.308 853.49475, 3192.1204 8401.818 858.6508, 3125.9438 8529.55 847.86304, 3101.4001 8623.249 839.55225, 3088.8083 8729.129 831.1243, 3085.7788 8824.353 825.243, 3087.3047 8904.206 819.9639, 3099.6494 8998.476 816.4251, 3123.9397 9095.678 814.2585, 3160.4895 9185.3125 815.5368, 3225.8167 9299.318 823.179, 3336.04 9344.558 834.41724, 3434.2917 9321.247 839.8288, 3532.9014 9213.979 834.69836, 3579.8167 9127.627 829.86383, 3614.4646 9058.463 825.26904, 3643.276 8982.647 819.65485, 3667.2698 8889.365 815.5527, 3684.4717 8783.949 813.0426, 3692.5989 8682.082 812.34326, 3697.1008 8609.225 812.4064, 3692.4272 8530.956 814.85095, 3679.1982 8466.878 822.86597, 3642.0496 8395.776 837.3727, 3568.3723 8422.966 846.48596, 3514.2656 8492.918 848.84076, 3489.1614 8570.471 843.624, 3470.5674 8668.305 836.7285, 3459.4448 8757.819 829.64923, 3453.1167 8838.929 821.2011, 3454.5818 8937.741 814.99567, 3463.6074 9041.569 812.0303, 3481.1377 9138.55 811.9469, 3493.966 9204.422 813.90515, 3552.8982 9309.595 826.0763, 3626.1562 9347.207 838.94617, 3724.2915 9307.891 845.8781, 3813.3196 9218.466 845.3887, 3879.7446 9100.478 840.643, 3923.874 8993.335 837.753, 3879.8254 9071.804 840.3841, 3868.101 9164.296 846.2141, 3897.0645 9257.295 853.0207, 3974.5076 9259.668 854.05084, 4039.993 9250.6 837.55493</trace>
</ink>
</file>

<file path=ppt/ink/ink7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3880.8691 8652.728 874.14984, 3825.3804 8731.534 866.1427</trace>
</ink>
</file>

<file path=ppt/ink/ink7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4164.001 8833.705 874.14984, 4169.3228 8947.599 857.4642, 4171.584 9026.777 847.47345, 4173.933 9125.356 837.23517, 4174.826 9227.051 828.30676, 4175.234 9302.069 821.3755, 4173.9478 9398.533 815.2817, 4173.0273 9463.23 810.9383, 4171.173 9557.329 804.56934, 4169.297 9661.645 802.1683, 4167.9653 9740.53 802.8306, 4166.8687 9815.539 805.48395, 4166.138 9882.372 809.0635, 4164.036 9945.399 827.0992, 4156.974 9842.214 833.31506, 4154.5244 9748.805 827.5814, 4153.9185 9638.888 820.0591, 4153.6787 9565.927 813.4612, 4157.939 9478.448 807.19934, 4168.536 9385.195 809.99786, 4189.4478 9292.563 812.326, 4214.9937 9217.859 815.9959, 4279.038 9108.257 824.592, 4385.671 9058.316 836.94775, 4482.096 9072.776 847.93866, 4519.4307 9177.919 853.614, 4475.617 9262.021 849.369, 4377.395 9333.594 841.9243, 4311.612 9350.646 834.88794, 4242.035 9374.692 816.2962, 4175.7876 9372.363 701.3875</trace>
</ink>
</file>

<file path=ppt/ink/ink7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4670.513 8848.701 874.14984, 4589.584 8854.699 867.28015, 4525.837 8915.176 866.535, 4519.48 9001.235 863.6471, 4553.412 9087.49 856.56354, 4631.605 9197.643 842.9573, 4701.015 9288.933 842.07916, 4741.7925 9364.012 848.33673, 4698.1855 9432.659 854.93634, 4628.533 9437.5205 859.8369, 4580.623 9351.989 861.9948, 4652.0854 9265.679 851.2349, 4736.611 9199.596 841.2769, 4848.59 9124.557 839.01025, 4927.1343 9065.999 844.1592, 4985.231 8980.88 854.35144, 4896.7617 8945.059 865.3597, 4811.567 9037.866 861.1307, 4803.4395 9165.583 853.6874, 4819.4697 9228.615 851.93994, 4868.868 9327.583 847.8681, 4945.0586 9377.117 838.65906, 5010.017 9407.623 799.47473</trace>
</ink>
</file>

<file path=ppt/ink/ink7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7143.3213 4684.1104 874.14984, 7103.503 4753.808 867.7499, 7184.9224 4792.045 866.82983, 7273.332 4779.122 866.20465, 7337.0137 4713.9697 863.92566, 7311.2383 4639.169 864.01904, 7202.8193 4586.388 864.2048, 7120.892 4606.9443 864.2373, 7082.1494 4682.324 864.87256, 7117.2036 4748.7075 864.60144, 7185.8965 4723.508 864.9472, 7190.561 4630.801 865.26074, 7106.948 4615.2104 864.6892, 7076.5303 4696.7227 864.51794, 7130.789 4768.35 865.335, 7165.5996 4691.7188 866.26184, 7087.719 4653.755 866.35675, 7057.873 4732.7744 866.79956, 7122.9116 4721.1284 866.7399, 7150.64 4651.4497 868.16284, 7110.1855 4737.389 868.1168, 7182.98 4738.6157 867.8087, 7116.7 4740.82 867.7009, 7189.862 4786.8447 867.50226, 7198.906 4709.4272 866.8205, 7129.9365 4661.956 866.28094, 7065.656 4661.1255 866.5995, 7069.373 4724.274 867.01447, 7135.9673 4796.3174 867.92114</trace>
</ink>
</file>

<file path=ppt/ink/ink7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3508.569 4276.648 874.14984, 3530.5562 4363.703 868.6604, 3560.0532 4437.1343 869.22095, 3633.9482 4367.9277 862.8382, 3663.8752 4300.7515 856.5736, 3700.4165 4228.4224 845.3222, 3734.9878 4163.0464 407.39505</trace>
</ink>
</file>

<file path=ppt/ink/ink7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3761.3652 4321.117 874.14984, 3770.056 4397.3135 869.92236, 3775.0967 4469.03 863.6622</trace>
</ink>
</file>

<file path=ppt/ink/ink7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3850.5334 4170.129 874.14984, 3827.0945 4233.931 772.2973</trace>
</ink>
</file>

<file path=ppt/ink/ink7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4089.541 4245.623 874.14984, 4023.804 4301.405 868.9341, 3955.67 4388.9053 868.26196, 3928.8635 4457.4526 868.125, 3998.4668 4457.4556 864.67004, 4051.3242 4337.043 854.14136, 4085.8118 4223.459 841.8901, 4103.336 4152.7007 840.9463, 4127.7515 4049.5276 841.6444, 4102.299 4134.2017 842.7629, 4087.7637 4245.901 846.5565, 4086.7568 4342.005 855.4309, 4162.7227 4397.0967 858.9084, 4227.872 4367.767 859.0217, 4298.8223 4293.146 857.498, 4263.67 4360.5303 859.69147, 4259.257 4423.9126 862.2679</trace>
</ink>
</file>

<file path=ppt/ink/ink7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4432.425 4064.6438 874.14984, 4481.9883 4156.6104 862.786, 4494.2505 4279.8374 855.40454, 4477.9243 4347.175 852.695, 4425.898 4439.6514 849.7794, 4374.388 4510.8105 840.20056</trace>
</ink>
</file>

<file path=ppt/ink/ink7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3478.2334 4079.6392 874.14984, 3426.2073 4161.9263 863.259, 3368.0872 4274.2573 855.54193, 3333.4082 4372.2124 851.3172, 3330.1772 4451.5483 852.79877, 3399.7656 4505.0415 851.9448, 3471.2034 4535.4507 856.2213</trace>
</ink>
</file>

<file path=ppt/ink/ink7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4238.461 4336.113 874.14984, 4334.393 4320.583 871.26776, 4356.093 4234.101 869.75305, 4290.108 4235.3525 868.2773, 4233.7856 4331.2 864.9702, 4287.7056 4413.8345 859.73083, 4333.8857 4476.7744 841.67236</trace>
</ink>
</file>

<file path=ppt/ink/ink7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11657.806 5528.5073 874.14984, 11586.075 5623.8066 858.48456, 11494.8 5752.4097 844.643, 11445.852 5830.8145 841.6876, 11399.516 5915.377 838.98376, 11358.437 6004.421 837.24603, 11306.047 6137.4316 834.48065, 11275.734 6261.3296 832.8745, 11270.769 6345.483 833.8201, 11275.015 6442.3296 833.90753, 11285.485 6539.97 833.2238, 11294.585 6612.5923 831.77594, 11309.844 6700.5967 830.22235, 11327.746 6790.8945 824.4395, 11342.377 6869.1343 814.2125, 11359.966 6947.9014 791.90106</trace>
</ink>
</file>

<file path=ppt/ink/ink7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11837.061 5875.47 874.14984, 11821.76 5973.069 860.781, 11808.773 6039.534 854.8203, 11788.363 6140.5938 843.5704, 11767.818 6234.6094 826.3504, 11730.878 6361.8413 791.2417, 11699.214 6465.3086 723.29767, 11677.432 6540.893 640.9602, 11657.593 6603.9595 317.72665</trace>
</ink>
</file>

<file path=ppt/ink/ink7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11758.924 5939.589 874.14984, 11779.638 6003.4473 863.35406, 11799.172 6110.2734 859.7931, 11808.644 6173.872 858.8122, 11819.102 6240.0825 857.7312, 11835.847 6337.4185 850.60406, 11850.246 6413.7974 835.7321, 11857.441 6495.468 811.09454, 11859.123 6562.6743 742.32605</trace>
</ink>
</file>

<file path=ppt/ink/ink7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11628.389 6328.4355 874.14984, 11698.447 6332.4766 862.0396, 11837.504 6324.3696 843.16296, 11911.465 6319.109 823.3491, 11975.219 6313.927 710.5743</trace>
</ink>
</file>

<file path=ppt/ink/ink7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12209.361 6132.978 874.14984, 12162.27 6226.735 861.61554, 12113.144 6339.2417 855.90344, 12068.296 6459.9683 844.04626, 12041.512 6531.1006 827.4359, 11991.428 6598.399 729.97986</trace>
</ink>
</file>

<file path=ppt/ink/ink7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12015.397 6147.9736 874.14984, 12043.342 6227.2144 867.00037, 12085.288 6343.836 865.0225, 12171.296 6448.2407 864.56067, 12267.266 6488.931 862.1709, 12355.4795 6468.759 860.84766, 12420.458 6416.85 860.1701, 12467.275 6315.127 861.8427, 12390.156 6307.3647 863.08105, 12352.869 6384.251 861.43506, 12342.196 6483.7046 862.997, 12414.941 6516.2217 861.1144, 12486.963 6523.117 856.9673</trace>
</ink>
</file>

<file path=ppt/ink/ink7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12850.086 6434.438 874.14984, 12921.431 6394.5015 866.0348, 13000.195 6334.249 862.26135, 13047.92 6265.3447 863.8704, 13082.001 6157.4067 863.29224, 13094.669 6044.4263 861.83777, 13077.739 5970.945 864.56934, 13046.187 6083.424 856.2826, 13040.4795 6197.486 841.92334, 13040.306 6322.231 830.60175, 13041.98 6448.4863 821.1332, 13041.672 6530.715 818.95795, 13038.621 6619.071 819.6141, 13033.575 6704.3774 822.8898, 13025.249 6822.524 834.03876, 13033.977 6918.263 846.54047, 13111.66 6883.1426 856.02936, 13148.955 6780.9995 852.71466, 13157.268 6686.7036 850.6204, 13112.476 6569.1304 850.2015, 13053.1045 6483.351 849.77997, 12946.309 6408.92 849.97266, 12854.302 6370.2466 853.3892, 12962.978 6431.4844 860.19574, 13057.724 6418.6143 862.9982, 13143.371 6367.661 864.5762, 13183.217 6439.141 864.81036, 13203.907 6512.887 864.86316, 13271.552 6559.123 865.0474, 13355.218 6518.5176 863.1854, 13372.803 6430.192 860.1112, 13352.029 6339.0684 856.26013, 13302.981 6270.506 856.50604, 13223.09 6258.1123 857.60297, 13149.685 6341.8706 858.54803, 13129.47 6414.936 860.02374</trace>
</ink>
</file>

<file path=ppt/ink/ink8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13565.269 6207.9556 874.14984, 13491.139 6303.929 865.8541, 13459.145 6405.724 866.30505, 13463.798 6483.441 865.62213, 13528.921 6539.9497 863.9993, 13611.438 6551.1484 860.7613, 13677.883 6553.934 849.65546</trace>
</ink>
</file>

<file path=ppt/ink/ink8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13833.692 6328.4355 874.14984, 13763.805 6364.588 865.90704, 13698.0 6409.256 866.412, 13656.129 6475.1523 867.20636, 13734.985 6474.91 865.72546, 13771.182 6409.271 866.03, 13847.6 6475.7324 859.88556, 13875.443 6548.4976 858.75244, 13945.814 6617.2104 862.0044, 14021.433 6589.373 860.71606, 14088.135 6502.7695 854.5013, 14114.005 6434.03 849.38226, 14130.242 6363.1 846.3781, 14143.938 6251.5205 841.14624, 14141.792 6185.008 841.5809, 14134.894 6115.4136 842.51843, 14119.905 6011.479 845.6223, 14093.796 5926.0547 853.43585, 14010.6455 5935.2188 863.3159, 13982.467 6061.8877 854.8535, 13978.07 6175.73 844.89606, 13990.266 6252.4243 840.8495, 14011.955 6334.25 839.3582, 14032.188 6400.108 839.07605, 14079.499 6523.35 836.301, 14119.475 6625.388 829.26117, 14146.241 6691.428 816.22015</trace>
</ink>
</file>

<file path=ppt/ink/ink8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14385.25 5901.3247 874.14984, 14425.079 5985.604 862.28827, 14463.845 6118.818 852.50366, 14472.022 6196.7983 850.0629, 14469.518 6278.5503 849.6023, 14454.674 6362.5723 848.32086, 14422.86 6480.1895 848.1578, 14378.647 6576.2354 847.49493, 14342.129 6642.1587 851.87103</trace>
</ink>
</file>

<file path=ppt/ink/ink8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13358.436 6974.79 874.14984, 13247.549 6972.3945 851.9858, 13160.454 6970.3296 839.1471, 13056.129 6966.773 828.5307, 12939.505 6962.369 820.42993, 12816.937 6957.9966 800.4005, 12695.988 6954.347 774.4761, 12609.252 6951.8257 743.7036, 12527.392 6950.067 708.7425, 12457.914 6948.6885 659.1577, 12394.156 6947.928 604.0065, 12327.468 6949.091 544.52234, 12231.058 6954.7866 413.7227, 12165.236 6962.3794 153.09343</trace>
</ink>
</file>

<file path=ppt/ink/ink8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13312.474 7143.3594 874.14984, 13241.082 7149.2354 863.0262, 13175.543 7152.4595 852.6364, 13095.816 7156.226 843.41064, 13006.623 7162.3184 836.12103, 12912.134 7169.8022 830.86536, 12841.064 7175.615 821.2395, 12769.709 7180.5347 807.24744, 12644.975 7187.0923 754.58734, 12572.549 7190.296 715.29767, 12496.845 7194.0005 670.09906, 12423.014 7197.3086 619.1939, 12324.861 7201.5303 500.6675, 12254.0625 7203.027 375.99792</trace>
</ink>
</file>

<file path=ppt/ink/ink8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14608.629 36.04599 874.14984, 14625.083 112.54191 868.4793, 14641.505 248.40443 856.3526, 14649.784 374.71295 844.27075, 14650.923 440.4113 838.74164, 14650.264 514.7016 832.73914, 14644.625 622.9945 824.85876, 14634.635 762.81366 812.0535, 14621.558 928.8367 792.95996, 14606.8 1116.2186 771.02026, 14595.881 1253.8885 752.0067, 14584.479 1409.9913 732.2505, 14573.144 1599.178 712.6721, 14563.814 1813.5869 694.9583, 14556.562 2024.8807 677.8824, 14551.4375 2187.5237 661.9468, 14546.543 2394.6033 644.7352, 14544.76 2631.7666 626.8721, 14548.252 2891.1243 610.63367, 14552.163 3088.0813 598.51044, 14559.034 3297.2378 584.992, 14569.754 3547.492 571.5747, 14584.276 3826.748 557.55505, 14598.962 4127.003 541.0417, 14610.151 4442.2725 524.65533, 14617.592 4658.7085 511.09924, 14622.289 4909.9873 500.87167, 14623.37 5200.889 493.5142, 14622.483 5440.075 489.556, 14619.499 5675.8867 484.92935, 14616.194 5961.071 479.274, 14615.598 6279.172 472.68176, 14614.499 6614.382 464.4203, 14613.669 6839.862 458.00296, 14607.89 7130.0874 451.50635, 14596.632 7470.1016 441.4968, 14581.813 7847.0024 428.21808, 14569.527 8169.983 414.2308, 14558.696 8464.234 398.87692, 14547.78 8827.768 381.55234, 14535.153 9243.708 364.1463, 14522.034 9701.027 347.5392, 14509.273 10190.807 333.1397, 14499.93 10557.279 319.59943, 14491.718 10945.986 306.84262, 14484.848 11409.039 296.09592, 14487.659 11942.72 287.34647, 14514.31 12562.976 280.10974, 14531.668 12964.998 235.4821, 14532.495 13071.354 219.79471, 14536.06 13218.492 203.3319, 14540.468 13340.555 190.4816, 14549.342 13490.055 169.99352, 14563.587 13647.751 130.16328</trace>
</ink>
</file>

<file path=ppt/ink/ink8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15367.938 4774.0825 874.14984, 15466.855 4775.624 863.226, 15583.361 4781.1895 859.74054, 15651.585 4781.4287 858.54926, 15725.509 4780.082 857.5424, 15841.014 4777.848 856.4135, 15953.818 4776.3955 853.7737, 16024.895 4775.953 852.4002, 16110.206 4775.647 849.9904, 16206.716 4776.703 846.88983, 16311.797 4779.2197 843.3997, 16393.223 4781.451 840.4551, 16475.582 4783.624 837.6374, 16573.014 4785.5923 834.9051, 16681.686 4785.9575 832.5004, 16792.268 4784.784 830.0595, 16870.7 4783.7856 827.77625, 16970.117 4780.384 825.2594, 17085.736 4775.238 822.4872, 17213.162 4770.409 819.51385, 17318.646 4766.3066 816.83405, 17418.262 4762.3687 813.94446, 17536.748 4757.6 810.9663, 17668.615 4753.391 808.1578, 17810.127 4750.13 805.7644, 17902.883 4748.0166 803.57526, 18021.457 4745.3623 801.28094, 18158.207 4741.471 799.236, 18265.639 4738.18 797.76776, 18377.158 4734.2954 796.3113, 18510.973 4729.214 794.4658, 18660.8 4722.8096 792.4728, 18821.707 4716.108 790.32153, 18990.127 4710.2993 788.00964, 19104.053 4706.4126 785.99817, 19238.426 4703.088 784.039, 19390.533 4700.9434 782.46716, 19555.121 4699.946 780.9163, 19704.133 4699.308 779.7628, 19824.336 4698.9194 778.744, 19966.541 4700.166 778.04517, 20123.346 4702.854 777.7905, 20291.266 4705.9214 777.8033, 20467.697 4707.749 777.7299, 20607.271 4708.326 777.72156, 20739.406 4707.6753 777.4561, 20890.29 4705.967 777.3652, 21053.021 4705.219 776.64166, 21221.307 4706.1255 776.57196, 21333.82 4706.7886 776.5201, 21472.615 4709.7695 777.16724, 21627.176 4714.6177 777.6054, 21792.295 4720.8687 778.3693, 21964.252 4729.3394 779.22766, 22119.85 4738.051 779.9651, 22242.145 4745.297 780.5857, 22385.64 4754.062 780.62384, 22539.354 4763.056 781.38116, 22697.768 4771.6357 782.76184, 22815.322 4777.889 784.6024, 22935.887 4782.5254 786.315, 23071.428 4785.866 788.65594, 23215.396 4789.2793 790.9935, 23352.271 4791.876 793.5241, 23452.232 4793.6323 795.70874, 23570.074 4795.123 792.4226, 23694.07 4798.421 781.2665, 23818.52 4804.5557 761.35406, 23913.023 4810.3154 732.8487, 24002.238 4817.5615 696.2411, 24101.043 4826.8496 652.0501, 24203.293 4835.4497 600.6217, 24301.93 4840.8403 542.77966, 24365.451 4844.3374 490.5623, 24430.988 4849.4 343.10413</trace>
</ink>
</file>

<file path=ppt/ink/ink8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24054.941 4669.1147 874.14984, 24121.252 4699.116 869.24603, 24194.424 4726.0566 869.34796, 24267.922 4752.56 865.96387, 24355.55 4799.0156 864.9978, 24416.727 4899.3145 860.66864, 24352.145 5002.643 851.3021, 24236.78 5094.786 835.8129, 24155.205 5130.716 814.3748, 24089.027 5157.093 680.50366</trace>
</ink>
</file>

<file path=ppt/ink/ink8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23927.162 5416.8174 874.14984, 23994.938 5399.8887 865.30646, 24082.62 5407.0586 864.8965, 24151.605 5496.11 864.59393, 24150.266 5568.1655 862.33826, 24097.588 5668.9243 856.1342, 24005.406 5763.4033 845.6474, 23928.215 5805.129 828.69727, 23864.742 5829.6904 773.7447</trace>
</ink>
</file>

<file path=ppt/ink/ink8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24278.322 5453.013 874.14984, 24204.133 5516.7114 863.2454, 24121.79 5589.892 861.2619, 24089.701 5679.686 862.3086, 24116.225 5789.5513 859.42084, 24163.85 5865.381 857.1251, 24230.746 5914.691 856.12616, 24307.738 5950.965 851.71704</trace>
</ink>
</file>

<file path=ppt/ink/ink8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20895.447 427.47827 874.14984, 20832.447 384.02573 868.08026, 20807.766 482.53616 864.3975, 20813.523 612.4545 861.4556, 20818.121 738.97705 853.67487, 20820.926 858.04407 843.5788, 20822.219 973.3461 835.0406, 20822.535 1057.5736 834.86993, 20822.703 1158.014 833.3414, 20822.773 1254.1267 831.19696, 20822.807 1334.0905 828.8068, 20822.822 1437.083 825.01337, 20821.52 1556.5892 821.18353, 20818.715 1689.4386 816.8846, 20816.455 1787.5723 813.5677, 20814.12 1895.344 809.80475, 20812.928 2021.4208 807.27496, 20812.48 2160.7898 803.86224, 20811.684 2297.6692 800.7863, 20811.018 2400.3984 797.92285, 20809.932 2531.5066 794.7581, 20807.598 2681.5283 791.5402, 20802.832 2846.2056 788.12164, 20798.785 2974.056 785.15826, 20793.875 3107.1675 781.2889, 20787.11 3264.6423 777.54816, 20778.797 3435.034 774.29236, 20770.324 3597.7053 772.249, 20763.973 3717.4387 770.58264, 20757.887 3860.5664 769.6666, 20752.967 4018.7708 769.5166, 20749.79 4189.148 770.38666, 20747.404 4325.075 771.75977, 20745.25 4457.8545 772.7634, 20742.252 4615.5806 773.2437, 20739.371 4789.7847 772.25775, 20737.88 4976.2046 768.56757, 20738.908 5170.048 762.7606, 20739.803 5303.9463 759.6036, 20741.498 5453.912 757.42737, 20743.268 5622.232 758.109, 20744.57 5764.8022 758.7998, 20745.594 5895.8667 758.60077, 20745.287 6057.1367 754.6593, 20743.154 6241.526 749.28235, 20739.174 6441.6704 742.15845, 20736.463 6574.083 736.70135, 20731.857 6737.114 730.68524, 20725.926 6926.811 723.6882, 20719.451 7133.824 716.0069, 20714.252 7317.4927 707.6603, 20710.213 7469.8125 699.571, 20705.637 7650.3003 663.9243, 20699.08 7846.2026 621.9452, 20694.85 7972.455 584.9011, 20692.318 8058.839 519.75726, 20689.756 8139.0156 438.83548, 20684.305 8203.646 4.1692643</trace>
</ink>
</file>

<file path=ppt/ink/ink8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20642.648 834.94006 874.14984, 20657.84 737.73987 861.91766, 20669.66 670.992 854.37585, 20686.229 593.49054 847.2263, 20708.084 513.55035 842.4226, 20726.838 449.41693 842.1714, 20768.676 354.9398 844.51715, 20841.9 328.76532 847.03357, 20883.541 406.15643 840.7483, 20902.28 471.58713 836.2429, 20918.865 554.3552 831.4842, 20929.252 642.28455 819.65076, 20933.957 705.6651 799.3788, 20914.742 789.2591 734.9466</trace>
</ink>
</file>

<file path=ppt/ink/ink8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21104.117 397.48737 874.14984, 21179.682 377.81427 869.8034, 21266.842 396.8906 866.34546, 21346.092 479.16147 862.46436, 21338.268 567.5167 859.45264, 21259.377 661.8241 848.46906, 21158.775 730.9423 826.0506, 21081.727 754.8656 789.2671, 21017.197 763.7032 666.3961</trace>
</ink>
</file>

<file path=ppt/ink/ink8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21402.877 427.47827 874.14984, 21337.01 472.8868 868.2045, 21259.277 533.84827 862.21875, 21215.125 602.2247 864.0766, 21199.648 683.9514 864.3679, 21225.557 750.8714 862.578, 21296.049 788.5023 861.062, 21409.12 781.52966 850.6498, 21487.168 758.56665 842.6376, 21558.686 740.90814 821.4596, 21626.256 714.4596 796.6914</trace>
</ink>
</file>

<file path=ppt/ink/ink8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21000.242 8305.247 874.14984, 20970.924 8402.587 863.2234, 20931.385 8539.507 850.42596, 20912.406 8623.233 844.7048, 20888.508 8748.989 840.7871, 20874.504 8869.919 836.155, 20873.863 8948.066 834.48865, 20879.727 9028.855 835.1134, 20886.764 9096.124 836.9166, 20930.637 9190.812 845.58136, 21001.201 9232.622 852.3519, 21118.525 9189.104 851.2183, 21216.912 9091.501 840.82263, 21252.477 9028.477 834.42426, 21281.426 8948.048 830.5435, 21302.73 8855.491 826.20483, 21315.547 8772.673 823.01874, 21323.139 8702.11 820.7471, 21322.316 8619.026 820.5102, 21311.254 8533.352 822.45496, 21288.389 8453.283 826.6972, 21239.52 8349.224 836.65704, 21133.822 8277.87 844.6982, 21039.195 8250.07 851.0083, 20962.008 8288.368 856.4647, 20929.016 8353.733 857.4704, 20945.314 8489.175 850.2581, 20973.816 8572.06 844.5937, 21014.523 8653.185 839.43494, 21085.516 8759.36 817.9336, 21133.996 8825.457 783.54675</trace>
</ink>
</file>

<file path=ppt/ink/ink8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21298.082 9210.66 874.14984, 21260.621 9302.216 868.66125, 21261.625 9401.339 867.8357, 21328.488 9460.961 866.96106, 21408.021 9416.202 865.3202, 21430.064 9333.268 864.20624, 21352.75 9254.507 863.33203, 21268.834 9262.685 840.97943, 21205.768 9273.477 787.334</trace>
</ink>
</file>

<file path=ppt/ink/ink8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21417.586 8878.692 874.14984, 21503.81 8882.98 865.0845, 21629.53 8889.756 860.6099, 21696.156 8894.59 859.1813, 21800.844 8901.821 857.2998, 21893.28 8906.385 849.62964, 21961.916 8909.465 836.12714</trace>
</ink>
</file>

<file path=ppt/ink/ink8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21477.338 9090.696 874.14984, 21580.379 9086.091 862.69366, 21710.191 9084.2 853.8123, 21781.477 9084.31 847.1294, 21886.05 9081.274 830.5513, 21963.348 9077.493 790.63947</trace>
</ink>
</file>

<file path=ppt/ink/ink8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21670.38 8652.728 874.14984, 21658.523 8762.323 859.69366, 21649.39 8840.746 850.748, 21639.934 8929.6875 844.3392, 21633.03 8995.898 839.6153, 21626.264 9064.005 835.81036, 21615.49 9181.791 819.4185, 21608.285 9248.128 801.0743, 21600.516 9322.497 757.6446, 21588.836 9387.146 354.5644</trace>
</ink>
</file>

<file path=ppt/ink/ink8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22296.396 8758.212 874.14984, 22211.564 8853.301 863.88086, 22170.912 8916.939 862.97174, 22149.865 9022.946 863.02783, 22158.611 9113.699 861.1538, 22214.998 9183.675 861.0596, 22330.68 9201.249 860.707, 22444.045 9156.117 858.7276, 22509.203 9098.91 857.12463, 22543.72 9032.211 856.8836, 22554.752 8961.982 855.9109, 22538.105 8865.236 855.7465, 22498.334 8775.576 856.67725, 22397.654 8703.79 860.95557, 22315.027 8725.233 862.306, 22249.225 8750.962 840.85236</trace>
</ink>
</file>

<file path=ppt/ink/ink8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22594.238 9709.645 874.14984, 22505.904 9709.645 868.1168, 22382.992 9705.028 862.43756, 22288.26 9699.094 859.5962, 22224.402 9694.123 858.52686, 22113.754 9686.724 857.0251, 22040.912 9682.454 854.977, 21953.111 9676.379 851.83514, 21853.676 9668.943 848.42474, 21782.766 9663.85 845.19885, 21699.404 9659.01 841.2371, 21599.957 9654.951 836.8894, 21492.607 9651.06 833.6994, 21395.535 9647.428 831.5943, 21320.29 9644.564 829.8792, 21232.428 9641.8 829.87866, 21138.312 9639.111 831.4017, 21043.117 9635.758 834.19476, 20949.533 9631.788 837.4552, 20875.832 9628.479 840.60126, 20811.389 9624.513 843.9195, 20743.691 9617.182 848.6221, 20677.44 9603.808 852.6083, 20575.908 9536.208 857.44037, 20536.434 9444.365 856.2462, 20541.867 9320.448 850.45605, 20555.748 9243.73 847.0604, 20568.084 9179.936 846.81445, 20594.18 9047.611 845.33673, 20607.816 8965.551 845.2945, 20621.312 8875.323 845.61584, 20634.94 8779.416 845.50183, 20644.566 8711.1875 845.02936, 20654.844 8636.5 844.8803, 20665.324 8553.896 845.27576, 20674.303 8470.372 846.97986, 20679.621 8397.518 848.2434, 20681.281 8288.196 851.2553, 20673.709 8204.182 855.9991, 20683.81 8121.8794 861.7262, 20788.227 8035.817 863.1235, 20863.594 8020.3867 857.86237, 20954.658 8014.8486 850.8309, 21029.291 8013.1406 845.333, 21109.08 8015.513 839.19, 21213.145 8023.0415 831.5753, 21338.482 8035.1646 822.99084, 21476.424 8050.897 813.8394, 21570.053 8061.754 805.6427, 21692.836 8076.847 797.4708, 21834.156 8095.161 790.47864, 21983.545 8115.32 786.5071, 22134.223 8135.3345 785.74457, 22264.164 8153.092 787.02423, 22365.566 8167.1567 788.8069, 22473.176 8184.6587 794.5387, 22575.566 8205.837 803.5354, 22641.396 8219.508 812.12054, 22706.312 8239.027 822.44476, 22790.973 8281.308 840.91626, 22824.744 8354.896 853.31866, 22810.082 8472.309 857.9598, 22779.822 8580.287 854.95044, 22754.568 8654.379 851.754, 22726.115 8743.305 846.9884, 22699.342 8845.716 841.6904, 22674.732 8958.289 836.2817, 22658.592 9031.959 831.65875, 22642.08 9123.916 827.54584, 22627.549 9226.452 824.4716, 22616.697 9309.775 822.9494, 22607.33 9384.154 822.19965, 22595.82 9463.738 824.8964, 22581.678 9540.833 829.2611, 22558.79 9649.787 840.7632, 22539.256 9725.976 857.1747</trace>
</ink>
</file>

<file path=ppt/ink/ink8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23756.182 8894.722 874.14984, 23754.473 8968.087 866.2765, 23735.496 9057.314 862.6222, 23716.242 9148.751 860.72437, 23707.094 9222.849 860.3071, 23713.426 9315.108 859.40875, 23764.84 9418.579 861.15173, 23853.596 9465.225 860.6434, 23937.977 9447.115 858.2964, 24017.107 9342.045 849.97144, 24057.363 9239.243 840.8054, 24064.748 9164.556 837.2993, 24061.11 9081.701 835.21826, 24051.129 9009.236 834.50354, 24015.795 8884.797 835.0231, 23980.428 8821.808 837.1556, 23903.094 8730.766 843.31635, 23817.643 8693.084 851.35394, 23752.426 8709.009 856.4142, 23730.74 8797.406 856.6126, 23746.123 8867.637 852.55994, 23786.162 8979.07 840.83167, 23855.572 9073.521 820.46893, 23907.566 9138.797 777.01904</trace>
</ink>
</file>

<file path=ppt/ink/ink8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24113.773 9437.143 874.14984, 24098.006 9504.275 870.62164, 24134.475 9569.973 869.3687, 24207.797 9569.27 868.20184, 24240.354 9506.27 867.8479, 24198.893 9432.597 866.7463, 24134.316 9383.5 240.82465</trace>
</ink>
</file>

<file path=ppt/ink/ink8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23547.508 8878.692 874.14984, 23491.174 8959.928 863.47833, 23405.785 9036.851 858.75507, 23333.512 9091.168 858.6926, 23267.783 9155.491 861.4925, 23241.994 9223.87 862.00446, 23294.875 9335.939 857.32294, 23366.316 9427.517 848.0441, 23473.78 9532.137 842.5843, 23555.021 9607.401 845.9603, 23626.871 9669.272 871.587</trace>
</ink>
</file>

<file path=ppt/ink/ink8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22877.37 9136.2 874.14984, 22848.604 9228.953 868.59576, 22845.258 9319.684 866.9166, 22884.398 9398.842 866.36676, 22982.209 9405.109 863.6898, 23041.092 9334.305 858.6192, 23053.275 9232.853 857.5093, 23023.225 9142.155 856.5867, 22954.701 9075.423 857.258, 22885.045 9053.463 859.5548, 22819.59 9046.867 859.86316</trace>
</ink>
</file>

<file path=ppt/ink/ink8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24605.578 8970.216 874.14984, 24520.98 9025.558 868.27924, 24413.504 9083.116 867.0296, 24337.1 9157.689 867.02905, 24316.03 9235.275 865.1582, 24358.043 9356.058 858.13574, 24410.506 9449.808 850.13446, 24483.668 9557.217 849.76074, 24539.201 9640.798 852.7812, 24585.236 9715.58 866.5977</trace>
</ink>
</file>

<file path=ppt/ink/ink8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24784.834 9151.194 874.14984, 24779.367 9234.65 865.27625, 24761.361 9328.412 861.2525, 24750.508 9395.458 854.6448, 24736.809 9458.979 416.47806</trace>
</ink>
</file>

<file path=ppt/ink/ink8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24828.957 9136.2 874.14984, 24853.883 9212.978 869.46716, 24861.42 9327.69 867.79504, 24882.082 9416.112 867.4718, 24891.29 9481.625 811.8676</trace>
</ink>
</file>

<file path=ppt/ink/ink8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24605.578 9136.2 874.14984, 24713.242 9146.248 857.76794, 24829.598 9150.546 839.93463, 24901.873 9152.26 813.8332, 24966.87 9153.718 223.2087</trace>
</ink>
</file>

<file path=ppt/ink/ink8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25067.965 9241.168 874.14984, 25033.066 9333.498 863.05145, 24983.074 9462.6045 853.1797, 24954.434 9538.681 849.14636, 24926.684 9616.565 842.2316, 24904.24 9680.881 834.1808, 24877.152 9770.043 814.7086, 24854.598 9836.069 730.75665</trace>
</ink>
</file>

<file path=ppt/ink/ink8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24948.46 9709.645 874.14984, 25027.416 9702.0 868.2152, 25099.61 9714.4795 864.0099, 25166.738 9744.973 860.84686, 25220.637 9810.523 861.116, 25218.113 9889.008 859.4123, 25170.986 9954.656 857.48975, 25080.898 10020.39 856.5441, 25011.047 10071.311 859.3323, 24978.88 10140.238 861.61145, 25026.477 10220.045 860.3125, 25096.9 10270.748 856.86786, 25193.6 10288.382 850.3162, 25261.008 10298.087 833.5389</trace>
</ink>
</file>

<file path=ppt/ink/ink8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9437.794 4850.0938 874.14984, 9431.464 4774.419 867.13245</trace>
</ink>
</file>

<file path=ppt/ink/ink8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23622.889 2102.8289 874.14984, 23538.812 2177.4607 872.7064, 23467.787 2241.4995 869.9273, 23394.836 2309.5498 869.5284, 23310.684 2390.4897 868.8315, 23225.68 2469.9043 868.112, 23140.857 2544.9612 868.28784, 23068.508 2604.7861 868.3245, 22989.412 2669.6929 868.2448, 22910.41 2732.9292 868.35223, 22810.258 2812.0051 868.449, 22741.09 2864.2795 867.05206, 22671.037 2919.4885 867.048, 22570.275 2998.1848 867.2238, 22486.486 3061.7722 866.5299, 22402.518 3127.7346 866.5395, 22316.986 3196.0793 867.0149, 22233.484 3261.7188 867.353, 22141.62 3335.5205 868.07886, 22044.354 3415.0142 868.1347, 21962.412 3486.6038 867.9805, 21892.45 3548.8433 867.8846, 21824.83 3610.4636 867.7333, 21728.719 3707.1536 867.4689, 21647.113 3794.104 867.29175, 21556.922 3886.887 867.10706, 21460.002 3982.522 866.922, 21360.312 4078.3765 866.81506, 21264.256 4172.507 866.95624, 21177.64 4259.9653 867.2794, 21115.592 4323.6074 867.52, 21032.582 4415.509 867.7631, 20959.707 4493.871 867.6634, 20871.16 4582.7715 866.8377, 20800.062 4654.4775 865.19037, 20724.305 4728.1646 865.70905, 20648.092 4797.58 864.9601, 20566.822 4868.8755 863.45776, 20481.781 4939.655 861.73456, 20396.174 5008.644 860.5038, 20325.648 5066.6094 859.64624, 20239.291 5140.825 859.7466, 20172.123 5196.7764 859.82654, 20087.637 5271.8374 859.88055, 20009.51 5341.1597 859.6773, 19910.258 5422.544 858.4627, 19807.24 5500.222 856.8808, 19706.527 5575.6055 855.84204, 19588.1 5665.3794 855.3736, 19493.014 5740.9395 854.90894, 19369.342 5842.6294 854.31464, 19265.303 5925.372 853.52966, 19136.117 6025.9287 852.1498, 19064.664 6081.2495 851.20935, 18988.805 6139.7397 850.7572, 18877.04 6226.4766 849.80963, 18806.922 6281.391 848.67535, 18729.104 6340.829 846.8827, 18658.848 6394.178 845.1596, 18530.873 6490.819 841.6395, 18453.613 6548.9165 840.25195, 18370.834 6610.424 839.18365, 18245.178 6702.9756 837.73047, 18168.314 6759.287 837.2526, 18082.896 6820.5083 836.18, 18001.277 6876.9053 835.1678, 17938.502 6919.736 834.05896, 17861.672 6970.9297 833.0137, 17776.94 7027.3604 832.5917, 17687.406 7086.0947 832.6703, 17620.66 7130.3076 833.31647, 17553.408 7175.926 833.9454, 17477.777 7228.792 835.2318, 17396.467 7285.565 836.20984, 17316.14 7340.605 837.3617, 17187.5 7428.0664 839.0128, 17107.494 7484.0215 839.0414, 17022.375 7544.474 838.5621, 16954.992 7592.5747 838.1834, 16891.55 7638.129 837.6147, 16817.7 7691.5444 837.8059, 16736.213 7749.2446 837.90607, 16651.541 7809.174 837.9687, 16522.412 7899.288 837.1494, 16440.607 7955.645 836.3007, 16352.999 8017.259 835.36523, 16279.351 8069.9985 834.7017, 16214.235 8117.371 833.9849, 16138.581 8172.0 833.9015, 16057.892 8228.649 834.0816, 15974.266 8286.07 834.87976, 15854.266 8367.445 838.26074, 15783.163 8412.699 840.7332, 15709.702 8458.113 843.3021, 15639.266 8501.786 846.0085, 15536.235 8566.461 851.51807, 15446.637 8620.945 859.07965, 15362.367 8668.331 864.09174, 15297.129 8696.518 812.325</trace>
</ink>
</file>

<file path=ppt/ink/ink8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15010.346 9105.175 874.14984, 14981.416 9187.553 863.58185, 14939.563 9306.786 855.8763, 14920.278 9383.119 852.3001, 14901.66 9466.3955 848.76984, 14883.745 9545.822 842.4161, 14854.941 9675.379 823.51715, 14834.28 9779.299 783.05365, 14822.366 9842.912 720.36505</trace>
</ink>
</file>

<file path=ppt/ink/ink8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14943.24 9221.52 874.14984, 14963.664 9306.046 862.37225, 14995.345 9437.868 854.6417, 15018.072 9511.388 848.6828, 15044.526 9581.936 841.5078, 15088.9375 9683.994 823.99, 15131.046 9760.592 786.41614, 15174.893 9829.606 675.08203</trace>
</ink>
</file>

<file path=ppt/ink/ink8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14786.965 9603.126 874.14984, 14889.072 9604.5 856.1721, 14984.405 9598.019 838.5767, 15070.028 9593.007 799.77075, 15133.371 9588.267 765.12256</trace>
</ink>
</file>

<file path=ppt/ink/ink8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15290.721 9356.994 874.14984, 15272.334 9439.851 862.9302, 15239.449 9561.526 858.4077, 15221.274 9631.689 857.15344, 15203.865 9703.199 853.7572, 15180.078 9802.791 842.3036, 15164.95 9865.564 824.7679</trace>
</ink>
</file>

<file path=ppt/ink/ink8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15129.849 9498.158 874.14984, 15162.974 9563.591 867.9996, 15240.172 9641.948 866.6404, 15359.756 9690.114 865.3453, 15451.026 9686.644 863.1397, 15527.084 9622.032 861.83905, 15551.346 9556.41 861.6687, 15469.862 9539.01 859.60803, 15406.925 9575.256 856.71606, 15351.946 9647.356 857.9543, 15365.132 9738.809 859.11005, 15451.479 9772.253 856.8471, 15585.447 9757.678 846.3236, 15656.826 9747.254 828.2805, 15725.529 9724.641 799.22046</trace>
</ink>
</file>

<file path=ppt/ink/ink8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15815.618 9452.138 874.14984, 15881.381 9390.329 865.6323, 15943.827 9312.605 860.7609, 15989.052 9231.882 857.6288, 16009.451 9140.677 856.47656, 16007.435 9047.472 854.3092, 15972.051 8965.673 856.96136, 15893.24 8935.352 860.81, 15859.015 9041.478 857.7549, 15869.001 9118.592 851.15216, 15887.915 9217.782 841.4954, 15905.158 9301.87 832.13745, 15924.458 9388.815 822.21564, 15950.133 9498.031 813.7815, 15979.11 9621.43 807.24365, 16008.189 9750.744 802.0112, 16036.885 9877.78 800.46375, 16056.726 9965.553 800.66547, 16077.15 10051.344 803.75714, 16097.273 10125.231 813.5469, 16119.437 10188.394 831.0168, 16095.964 10081.497 843.1005, 16074.778 10013.031 839.8846, 16032.736 9880.787 830.9904, 16011.1 9805.538 832.31964, 15986.41 9692.813 838.6538, 16001.564 9586.355 844.9427, 16068.397 9536.171 851.3243, 16144.168 9578.539 857.67975, 16194.063 9643.94 859.8341, 16239.925 9713.2 862.0216, 16316.453 9745.221 863.96936, 16366.836 9662.129 862.1699, 16351.533 9547.2705 856.9063, 16313.388 9461.934 854.05756, 16209.904 9421.297 854.5543, 16123.839 9428.793 854.3652, 16065.502 9500.139 852.65625, 16082.271 9569.471 847.6389, 16115.069 9633.268 653.5539</trace>
</ink>
</file>

<file path=ppt/ink/ink8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16515.174 9210.66 874.14984, 16454.266 9313.343 866.1558, 16436.67 9395.699 861.9579, 16440.238 9473.129 859.7501, 16477.598 9567.903 857.96185, 16528.05 9641.539 850.1086, 16599.8 9674.956 838.8549, 16664.094 9697.571 763.2384</trace>
</ink>
</file>

<file path=ppt/ink/ink8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16843.35 9332.175 874.14984, 16750.703 9370.398 866.8472, 16670.09 9443.924 861.01685, 16638.031 9518.121 861.91656, 16721.105 9540.52 860.33203, 16797.219 9442.995 848.2456, 16826.938 9348.287 850.05566, 16827.076 9280.112 855.0248, 16825.559 9403.661 854.2529, 16856.771 9502.764 847.597, 16922.195 9595.249 848.3048, 16985.195 9634.158 850.5748, 17064.96 9571.869 848.7613, 17111.557 9466.625 841.9164, 17121.643 9379.325 835.4018, 17119.564 9277.1875 829.0279, 17106.32 9174.125 821.7913, 17096.104 9102.736 815.1209, 17075.41 9019.266 811.68384, 17045.379 8930.244 811.7209, 17008.02 8841.687 814.4069, 16976.547 8773.873 818.8196, 16913.273 8661.349 829.4626, 16842.81 8602.156 844.47784, 16778.516 8647.239 857.1966, 16769.723 8778.946 849.7299, 16793.42 8911.88 839.0327, 16831.389 9005.02 832.27893, 16884.953 9110.043 824.4036, 16928.42 9191.325 817.4147, 16981.148 9275.211 810.2381, 17049.096 9369.46 790.90924, 17125.596 9460.762 764.0883, 17182.85 9530.97 730.01166, 17242.14 9600.623 656.87616</trace>
</ink>
</file>

<file path=ppt/ink/ink8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15233.725 10056.092 874.14984, 15249.16 10142.368 867.8379, 15260.207 10210.253 860.7803, 15272.653 10291.505 851.53864, 15284.408 10368.974 845.03845, 15303.908 10495.958 838.01373, 15321.318 10605.521 837.6548, 15338.111 10712.069 841.5959, 15345.367 10791.521 848.0322, 15257.936 10826.088 860.72986, 15190.677 10820.08 865.0262, 15288.089 10890.991 853.41077, 15355.961 10897.522 848.79364, 15461.794 10891.8955 841.0042, 15576.236 10831.747 840.3876, 15654.332 10750.528 841.922, 15702.303 10645.369 844.3671, 15713.77 10560.959 851.33923, 15620.005 10528.115 859.3659, 15546.6 10619.416 854.914, 15523.113 10684.675 851.52576, 15512.715 10792.746 850.1117, 15579.376 10887.86 846.7525, 15647.327 10914.547 842.70544, 15768.119 10922.463 832.2129, 15833.501 10921.437 818.12213, 15896.827 10898.147 790.3889</trace>
</ink>
</file>

<file path=ppt/ink/ink8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16255.941 10259.822 874.14984, 16234.473 10342.954 862.195, 16220.12 10408.874 855.22095, 16207.735 10490.308 847.82043, 16199.882 10584.509 842.0222, 16198.187 10687.672 837.0356, 16205.107 10794.145 833.2254, 16213.161 10880.945 825.44476, 16230.623 10952.45 816.3358, 16242.753 11023.333 794.4498, 16265.068 11089.019 760.04877</trace>
</ink>
</file>

<file path=ppt/ink/ink8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16455.422 10161.576 874.14984, 16420.389 10286.211 860.32983, 16402.584 10351.231 851.66187</trace>
</ink>
</file>

<file path=ppt/ink/ink8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16529.88 10886.527 874.14984, 16598.945 10823.876 866.7571, 16628.273 10758.249 862.285, 16634.67 10680.891 864.208, 16551.451 10635.205 863.1808, 16494.379 10726.81 858.7962, 16485.084 10791.683 855.73206, 16488.408 10890.574 849.9726, 16544.336 10996.033 848.5576, 16611.139 11050.427 850.58795, 16711.117 11011.738 850.5284, 16780.123 10929.748 844.94147, 16811.203 10852.107 838.6877, 16836.13 10757.088 832.1592, 16852.334 10663.896 826.2322, 16862.723 10592.304 820.1679, 16867.137 10506.11 816.99677, 16864.781 10414.7 817.03516, 16857.395 10325.069 819.9001, 16850.875 10259.036 823.6576, 16826.732 10146.3 835.05817, 16744.7 10169.369 852.408, 16714.258 10281.688 844.4119, 16709.545 10369.305 836.2734, 16716.287 10477.367 827.16925, 16735.059 10598.169 818.0666, 16747.732 10678.089 809.8297, 16774.244 10777.016 803.5258, 16810.895 10880.637 800.2364, 16853.48 10977.898 800.8278, 16890.572 11055.74 804.43726, 16967.027 11126.883 820.7199, 17040.54 11085.923 832.03015, 17089.562 10926.751 820.791, 17101.979 10807.443 806.8948, 17106.957 10698.872 800.4374, 17108.207 10609.219 794.619, 17102.695 10512.585 790.64484, 17093.766 10418.957 793.79266, 17082.143 10331.096 799.68994, 17060.428 10214.009 814.0625, 16976.732 10189.936 849.90796, 16948.68 10254.569 850.8018, 16911.355 10379.793 838.52454, 16899.889 10471.363 830.0045, 16899.3 10575.351 821.912, 16911.684 10677.202 816.6348, 16921.863 10748.814 812.388, 16949.719 10829.495 810.5687, 16991.492 10907.932 810.94653, 17042.623 10975.906 813.34216, 17125.48 11054.216 825.0196, 17208.494 11052.058 838.0054, 17260.557 10960.869 843.70233, 17280.818 10871.2295 844.0069, 17283.69 10771.547 848.788, 17288.658 10841.077 845.3744, 17304.475 10913.991 838.2677, 17319.994 10977.102 829.80566, 17377.02 11047.255 744.16595</trace>
</ink>
</file>

<file path=ppt/ink/ink8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17513.49 10704.514 874.14984, 17508.63 10808.067 856.90234, 17506.783 10886.657 848.9647, 17507.258 10980.169 840.8479, 17511.354 11084.09 834.08215, 17520.258 11192.551 829.364, 17533.432 11301.753 826.60364, 17550.287 11406.351 827.1859, 17565.28 11490.774 829.89874, 17576.182 11558.449 834.1324, 17584.543 11631.206 841.64185, 17566.238 11540.97 849.3671, 17549.936 11439.8 841.61194, 17536.523 11330.593 832.67, 17529.242 11205.676 827.42456, 17530.234 11128.257 829.5978, 17537.826 11054.359 832.15643, 17562.756 10943.548 837.4147, 17638.947 10858.018 846.11633, 17708.707 10832.807 852.92395, 17776.467 10929.67 853.8994, 17770.148 11011.267 849.2741, 17688.545 11093.415 840.05383, 17594.354 11098.365 824.5448, 17528.2 11098.015 792.93414</trace>
</ink>
</file>

<file path=ppt/ink/ink8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17945.543 10644.532 874.14984, 17857.88 10686.927 863.6506, 17802.393 10755.029 861.1008, 17815.2 10846.377 859.4849, 17859.002 10929.688 854.1909, 17913.367 11013.952 849.7175, 17954.023 11095.803 855.19946, 17933.736 11159.475 858.2899, 17864.64 11148.032 861.73914, 17919.64 11054.248 862.22644, 17986.348 11008.197 856.7955, 18091.164 10957.387 854.58307, 18164.857 10911.843 854.8063, 18201.715 10847.209 857.70715, 18118.342 10803.645 861.9469, 18072.59 10906.434 857.08514, 18065.488 11014.225 846.2619, 18109.883 11117.424 823.98376, 18152.197 11188.082 774.0087</trace>
</ink>
</file>

<file path=ppt/ink/ink8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17304.818 10434.079 874.14984, 17304.816 10548.055 855.4856, 17304.818 10629.536 827.08777</trace>
</ink>
</file>

<file path=ppt/ink/ink8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21953.514 4713.584 874.14984, 21972.066 4645.693 871.0277, 21980.68 4547.3984 868.2896, 21974.484 4444.323 865.1019, 21961.834 4355.085 865.76666, 21930.088 4241.919 865.489, 21870.94 4125.5786 865.44977, 21792.617 4024.375 866.2067, 21716.775 3943.2083 867.5171, 21779.734 3889.9307 866.5185, 21849.17 3905.6895 865.80493, 21935.754 3922.957 863.25916, 22001.012 3950.044 570.2369</trace>
</ink>
</file>

<file path=ppt/ink/ink8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21581.213 3913.6558 874.14984, 21584.385 4001.0508 868.05725, 21585.865 4119.049 865.8322, 21587.307 4186.6 863.3415, 21586.352 4251.306 240.21855</trace>
</ink>
</file>

<file path=ppt/ink/ink8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22073.018 4125.1426 874.14984, 22063.314 4219.224 868.75214, 22059.08 4304.233 867.15643, 22072.342 4382.4673 867.49994, 22147.55 4423.2285 866.5923, 22221.74 4388.973 863.3113, 22291.723 4316.578 859.34546, 22344.508 4228.2876 857.9604, 22365.299 4139.266 859.44415, 22346.06 4028.9749 860.9235, 22300.652 3956.941 862.90955, 22204.568 3942.1594 864.8558, 22149.078 4039.673 864.7737, 22219.973 4111.7837 862.31915, 22285.838 4146.0444 752.7108</trace>
</ink>
</file>

<file path=ppt/ink/ink8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22356.148 4427.119 874.14984, 22350.027 4498.157 870.55896, 22417.152 4540.746 868.792, 22497.74 4524.093 867.7906, 22538.986 4445.3594 867.4452, 22476.44 4380.183 865.94366, 22412.031 4331.94 862.972</trace>
</ink>
</file>

<file path=ppt/ink/ink8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21804.596 3974.1543 874.14984, 21733.254 3949.446 870.17725, 21633.137 3929.1858 868.6984, 21566.521 3956.0095 865.2525, 21500.57 3969.9011 568.7823</trace>
</ink>
</file>

<file path=ppt/ink/ink8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21610.629 3944.6807 874.14984, 21685.012 3937.744 871.5262, 21788.521 3928.7324 870.9066, 21857.084 3922.4756 869.9824</trace>
</ink>
</file>

<file path=ppt/ink/ink8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21834.93 3928.651 874.14984, 21760.965 3915.103 871.40216, 21648.54 3906.0496 868.441, 21566.633 3921.19 867.86816, 21529.402 4008.444 865.3267, 21543.523 4080.6736 863.20844</trace>
</ink>
</file>

<file path=ppt/ink/ink8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21893.762 3928.651 874.14984, 21832.24 4004.7202 867.2123, 21762.803 4077.789 861.9597, 21692.613 4143.882 863.7172, 21628.117 4203.951 867.36884</trace>
</ink>
</file>

<file path=ppt/ink/ink8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21819.303 3974.1543 874.14984, 21748.88 4032.4158 864.2975, 21679.246 4084.112 860.6694, 21615.496 4102.2056 863.4773</trace>
</ink>
</file>

<file path=ppt/ink/ink8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21670.38 3959.159 874.14984, 21597.488 4041.5332 867.40173, 21534.455 4090.5261 759.8053</trace>
</ink>
</file>

<file path=ppt/ink/ink8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21700.717 4034.6528 874.14984, 21621.488 4101.6367 866.26</trace>
</ink>
</file>

<file path=ppt/ink/ink8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21119.744 261.49442 874.14984, 21123.113 343.78204 865.04193, 21118.799 450.20166 860.5513, 21116.754 567.90375 859.11444, 21121.84 651.0384 859.1389, 21134.76 721.35333 859.3283, 21214.57 759.2486 862.06006, 21293.617 691.1827 858.4503, 21333.217 628.3513 851.7168, 21383.924 518.1647 840.765, 21415.78 384.23233 841.38257, 21429.885 306.62933 842.01746, 21441.205 240.9183 843.00555, 21447.324 167.7096 847.47156, 21414.22 258.82675 853.5244, 21404.541 346.86038 848.5933, 21402.713 453.2723 841.2694, 21406.098 531.385 836.2587, 21412.271 633.32007 830.34424, 21417.682 753.45605 824.20184, 21421.406 836.9268 818.8508, 21419.145 935.44965 813.6251, 21407.916 1038.5906 811.21106, 21395.742 1125.1887 811.3387, 21355.4 1228.043 825.1402, 21281.701 1182.5441 844.33575, 21279.777 1060.8525 843.43677, 21290.855 962.9762 843.4242, 21330.25 862.0058 846.0075, 21388.527 783.11084 849.0737, 21545.256 677.1501 842.03577, 21618.514 630.5877 836.00836, 21683.941 593.1188 813.2963, 21746.945 568.6114 221.9496</trace>
</ink>
</file>

<file path=ppt/ink/ink8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21953.514 367.49655 874.14984, 21953.51 510.7952 798.2518, 21953.51 584.641 689.3334, 21950.16 649.66473 170.71118</trace>
</ink>
</file>

<file path=ppt/ink/ink86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3083.7366 874.14984, 22336.701 3042.5498 871.67096, 22257.113 3001.8567 870.6279, 22168.969 2968.0137 870.0706, 22062.521 2946.267 869.21375, 21940.357 2936.6238 868.2058, 21818.732 2937.796 868.07996, 21715.996 2943.139 867.4822, 21594.318 2955.6748 866.585, 21521.057 2965.8118 866.10535, 21443.43 2978.2788 865.2834, 21379.629 2989.9165 864.277, 21259.0 3017.2698 863.78894, 21185.9 3037.5408 864.076, 21105.076 3061.8845 863.1643, 21021.93 3088.7095 861.52057, 20942.178 3115.6423 859.31934, 20830.984 3156.177 856.64215, 20719.865 3202.3462 857.0933, 20602.89 3254.2102 857.99414, 20517.646 3291.8203 858.3753, 20406.643 3344.8008 859.09894, 20312.928 3393.2532 859.3345, 20200.31 3452.4011 858.488, 20072.107 3520.7969 857.3886, 19973.2 3576.393 856.7632, 19866.48 3642.7605 856.585, 19772.658 3703.6301 856.46936, 19649.414 3782.3335 856.15436, 19582.53 3826.0308 855.91833, 19480.74 3893.8196 855.5365, 19367.498 3975.0806 855.57935, 19243.576 4074.3057 855.5656, 19150.766 4149.7065 855.37555, 19034.453 4247.3335 855.1244, 18909.213 4350.038 855.2398, 18844.803 4402.5493 855.35925, 18751.014 4480.3696 855.47546, 18628.613 4583.6816 854.8738, 18564.215 4641.231 854.48425, 18461.459 4737.2476 854.10626, 18351.248 4842.8555 853.9242, 18244.559 4948.3423 853.65265, 18147.178 5047.767 853.6221, 18041.756 5168.2256 853.9089, 17961.037 5266.423 853.94855, 17863.826 5392.1807 853.787, 17785.844 5495.177 853.84753, 17700.97 5617.7227 854.0826, 17659.443 5685.055 854.2834, 17620.94 5755.8613 854.53705, 17566.734 5862.977 855.21484, 17537.45 5927.613 855.507, 17508.229 5996.8057 855.6655, 17479.244 6068.778 855.68054, 17451.686 6138.2974 855.8223, 17413.074 6240.7773 856.2517, 17379.758 6366.45 857.20856, 17354.8 6469.7505 857.7778, 17326.738 6591.779 857.9632, 17314.229 6656.1836 858.0742, 17298.086 6746.7676 858.4474, 17285.846 6851.246 859.9345, 17282.479 6939.679 862.12787, 17296.922 7065.7495 863.306, 17315.023 7137.031 864.1054, 17339.883 7209.65 864.6506, 17388.902 7318.8745 865.4751, 17455.951 7408.919 865.6368, 17535.037 7478.762 865.6608, 17643.693 7539.2905 866.0736, 17768.553 7586.1265 866.1877, 17837.291 7604.335 866.1582, 17911.557 7618.7876 866.0219, 17990.54 7629.0176 865.7882, 18068.682 7635.5854 865.60846, 18192.604 7641.148 865.17255, 18257.75 7639.683 864.89246, 18381.912 7629.276 864.34906, 18459.412 7615.9653 864.15967, 18542.035 7597.5337 864.0262, 18606.553 7581.733 863.7986, 18736.02 7544.2134 862.8394, 18803.941 7521.5776 862.59186, 18903.365 7485.9146 862.7517, 19028.21 7435.0615 863.92755, 19100.482 7404.571 863.513, 19216.55 7355.121 861.6169, 19282.053 7326.8315 862.17017, 19348.242 7297.183 862.7432, 19460.42 7245.5664 862.4574, 19528.543 7212.727 861.70593, 19629.998 7161.638 860.1908, 19737.14 7103.2915 859.70734, 19822.879 7055.435 859.00867, 19904.76 7005.142 859.81854, 19981.012 6951.2715 860.81104, 20051.314 6902.6313 861.5114, 20136.668 6842.969 861.85895, 20204.236 6795.74 861.8728, 20295.332 6728.8506 860.9131, 20389.7 6658.061 860.1402, 20465.244 6599.8623 859.74835, 20557.535 6528.9424 859.6622, 20631.107 6470.3213 859.6304, 20723.959 6394.5054 859.2694, 20804.48 6329.594 858.865, 20890.117 6257.6616 858.8064, 20975.836 6180.619 858.6613, 21059.398 6107.888 858.39923, 21164.062 6017.782 857.84125, 21241.781 5947.7847 857.1757, 21332.016 5859.8657 856.98846, 21405.537 5785.804 857.52893, 21495.486 5697.7314 857.7169, 21583.004 5614.0605 857.3837, 21669.441 5528.4614 857.15454, 21761.244 5426.425 857.44104, 21838.176 5338.8975 857.64, 21927.504 5246.282 857.40765, 22016.387 5157.4033 857.1711, 22084.559 5077.397 857.55536, 22155.61 4985.003 858.6491, 22211.87 4910.089 859.4421, 22285.658 4808.5986 859.36615, 22341.82 4726.696 859.1051, 22400.434 4636.823 859.45667, 22451.97 4557.1035 859.98065, 22508.252 4472.859 860.238, 22565.582 4385.2583 860.34106, 22612.445 4308.931 861.58386, 22654.697 4226.7153 863.18445, 22695.4 4136.4116 863.1145, 22729.205 4034.7207 864.66797, 22747.395 3915.9539 865.945, 22750.482 3851.4756 866.2596, 22751.324 3754.6687 866.18695, 22744.969 3664.3242 866.5752, 22725.807 3563.5793 867.3223, 22689.45 3452.6418 865.41504, 22643.645 3349.6924 865.46234, 22596.035 3258.4338 866.5422, 22542.615 3179.2366 866.274, 22476.547 3118.7644 865.628, 22410.525 3079.7832 864.5016, 22347.152 3043.7983 752.94727</trace>
</ink>
</file>

<file path=ppt/ink/ink86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22415.9 3113.727 874.14984, 22491.035 3126.7664 867.0625, 22429.58 3060.3806 867.1376, 22356.479 3088.9282 866.1842</trace>
</ink>
</file>

<file path=ppt/ink/ink86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23577.844 1710.3625 874.14984, 23562.035 1791.8572 869.34674, 23555.416 1898.6351 867.8566, 23593.889 1994.8657 867.6295, 23684.064 2015.4681 866.73865, 23755.914 1992.3441 864.73956, 23820.55 1916.8467 861.58484, 23851.72 1839.2944 858.83276, 23860.107 1760.6589 856.7502, 23829.703 1668.4639 858.2015, 23762.117 1600.516 859.91254, 23667.992 1573.7732 861.84454, 23556.377 1610.8629 863.6971, 23518.535 1674.185 864.66345, 23587.951 1739.2675 863.43896, 23651.502 1762.7787 862.4414</trace>
</ink>
</file>

<file path=ppt/ink/ink86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23890.395 1891.3417 874.14984, 23972.117 1877.8564 868.3917, 24083.588 1853.0688 862.8895, 24157.596 1835.7871 856.7442</trace>
</ink>
</file>

<file path=ppt/ink/ink86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24337.154 1634.8683 874.14984, 24312.379 1700.2239 868.4011, 24284.527 1782.4165 868.0215, 24298.85 1868.225 867.9161, 24370.785 1889.2965 866.71625, 24455.035 1819.5077 863.7514, 24504.764 1730.8226 860.9236, 24527.594 1636.2546 857.1885, 24510.852 1532.5702 857.6389, 24458.715 1455.0199 859.08746, 24342.273 1419.3937 859.1422, 24278.56 1425.642 858.38495, 24190.105 1454.1069 859.15546, 24166.207 1524.0945 859.7589, 24238.96 1610.1656 855.655, 24340.398 1635.0732 848.92224, 24412.533 1649.8635 833.79755</trace>
</ink>
</file>

<file path=ppt/ink/ink86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24471.365 1936.8451 874.14984, 24487.086 2006.1016 870.34955, 24562.148 2061.7498 869.38245, 24626.652 2035.0176 868.7343, 24624.846 1968.699 868.06396, 24532.693 1946.542 866.3251, 24447.291 1934.4203 862.2787</trace>
</ink>
</file>

<file path=ppt/ink/ink86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24665.33 1695.3671 874.14984, 24758.645 1671.5049 869.3564, 24836.31 1649.8635 866.61066</trace>
</ink>
</file>

<file path=ppt/ink/ink86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24605.578 1846.8726 874.14984, 24693.37 1852.6019 864.4408, 24797.324 1838.4178 852.1467, 24869.928 1807.0643 838.2002, 24934.744 1775.808 710.0615</trace>
</ink>
</file>

<file path=ppt/ink/ink86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25052.338 1544.3787 874.14984, 25032.463 1619.7112 870.2571, 25026.645 1685.0823 868.17676, 25066.379 1773.2605 867.42566, 25157.873 1824.2665 866.51715, 25222.562 1800.3169 865.3062, 25274.438 1698.719 863.08606, 25256.104 1583.3232 861.7316, 25179.537 1505.8921 859.0931, 25081.613 1509.2195 857.71545, 25009.143 1520.399 856.20905, 24944.291 1565.0142 8.567736</trace>
</ink>
</file>

<file path=ppt/ink/ink87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17439.03 7203.858 874.14984, 17381.314 7308.141 870.23254, 17347.889 7384.468 870.33075, 17318.48 7448.063 762.75366</trace>
</ink>
</file>

<file path=ppt/ink/ink87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17275.4 7309.3433 874.14984, 17357.945 7340.647 863.40283, 17445.459 7363.1685 853.3107, 17520.137 7380.6284 835.75287</trace>
</ink>
</file>

<file path=ppt/ink/ink87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15651.068 7294.8647 874.14984, 15579.675 7385.7026 864.1824, 15539.022 7477.219 861.84644, 15520.991 7585.369 860.7102, 15519.862 7667.885 859.59827, 15531.576 7735.449 859.0536, 15590.932 7806.8203 862.27185, 15656.412 7810.0806 863.5529, 15734.831 7742.3296 862.0835, 15784.082 7617.0093 857.0898, 15801.527 7515.6147 852.35565, 15786.926 7398.351 852.8082, 15748.755 7317.012 855.4417, 15647.755 7270.9365 858.0588, 15572.606 7280.5483 861.2782, 15561.166 7349.6646 862.1859, 15606.662 7434.5117 856.15125, 15684.755 7499.641 844.6667, 15755.581 7547.0264 816.3387</trace>
</ink>
</file>

<file path=ppt/ink/ink87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15948.909 7656.306 874.14984, 16036.198 7640.9873 868.235, 16125.707 7612.146 859.44836, 16192.218 7592.3276 744.1965</trace>
</ink>
</file>

<file path=ppt/ink/ink87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16322.129 7324.3394 874.14984, 16315.807 7420.42 867.79175, 16311.917 7498.3193 865.6524, 16320.096 7610.3027 867.01025, 16386.414 7670.9243 864.5611, 16448.443 7599.123 861.0645, 16471.697 7502.5225 857.13336, 16475.49 7434.766 852.55566, 16471.33 7362.1904 848.60425, 16458.639 7292.569 846.5247, 16428.795 7193.2827 849.3579, 16357.174 7123.7812 853.72235, 16273.893 7110.514 857.169, 16222.229 7210.349 860.6509, 16253.668 7291.4526 857.57007, 16343.398 7367.703 847.33795, 16407.916 7416.448 826.9129, 16470.883 7445.5566 227.0827</trace>
</ink>
</file>

<file path=ppt/ink/ink87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16560.217 7460.849 874.14984, 16606.879 7548.1562 871.1117, 16672.508 7553.1777 869.6969, 16723.914 7476.933 868.4131, 16668.4 7409.286 866.7036, 16616.48 7472.2695 842.0611</trace>
</ink>
</file>

<file path=ppt/ink/ink87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15651.068 7883.306 874.14984, 15728.459 7915.508 864.8533, 15846.511 7929.4824 858.30475, 15918.707 7926.951 854.6767, 15994.097 7918.275 853.4742, 16061.086 7906.374 852.164, 16174.521 7878.027 849.93396, 16275.088 7841.2075 849.19543, 16341.416 7810.7583 849.4344, 16447.492 7761.4014 850.63403, 16513.877 7731.968 851.5596, 16581.133 7704.5615 850.08234, 16679.64 7669.3228 841.268, 16749.371 7645.8384 820.81586</trace>
</ink>
</file>

<file path=ppt/ink/ink87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16262.378 7943.8047 874.14984, 16331.307 8011.1665 864.4478, 16414.434 8073.666 859.4566, 16477.58 8120.1763 850.5612</trace>
</ink>
</file>

<file path=ppt/ink/ink87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16440.713 7883.306 874.14984, 16496.41 7948.2046 864.31305, 16569.062 8023.9727 859.1452, 16634.678 8079.796 848.40515</trace>
</ink>
</file>

<file path=ppt/ink/ink87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16828.64 8214.757 874.14984, 16821.219 8294.273 865.0026, 16801.338 8389.093 861.32965, 16786.594 8458.466 855.46124</trace>
</ink>
</file>

<file path=ppt/ink/ink88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16977.56 8214.757 874.14984, 16986.252 8309.023 867.4834, 16991.973 8391.201 862.7908, 16996.654 8455.549 858.59595, 16999.809 8532.949 837.34863</trace>
</ink>
</file>

<file path=ppt/ink/ink88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16634.678 8199.762 874.14984, 16715.646 8203.641 851.88934, 16794.338 8203.528 839.94293, 16889.814 8203.267 828.77435, 16996.105 8201.939 820.47644, 17060.326 8201.137 810.61395, 17143.057 8200.392 783.48175, 17206.227 8203.68 7.788712</trace>
</ink>
</file>

<file path=ppt/ink/ink88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17469.365 1287.9052 874.14984, 17538.002 1368.3977 879.83673</trace>
</ink>
</file>

<file path=ppt/ink/ink88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17841.664 1695.3671 874.14984, 17909.004 1794.3832 870.32623, 17952.896 1861.3506 869.2786</trace>
</ink>
</file>

<file path=ppt/ink/ink88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18184.547 2057.3257 874.14984, 18262.867 2145.5842 868.1027, 18310.207 2211.6255 866.3966, 18350.594 2276.0742 678.7847</trace>
</ink>
</file>

<file path=ppt/ink/ink88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18691.06 2480.8171 874.14984, 18754.02 2550.5908 868.6196, 18826.121 2619.8374 866.9199</trace>
</ink>
</file>

<file path=ppt/ink/ink88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19137.822 2872.2493 874.14984, 19200.404 2952.9507 870.1694, 19247.416 3018.8003 846.6309</trace>
</ink>
</file>

<file path=ppt/ink/ink88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19540.457 3249.7202 874.14984, 19591.355 3314.1943 869.5917, 19659.713 3386.7761 867.87787</trace>
</ink>
</file>

<file path=ppt/ink/ink88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19882.42 3672.1775 874.14984, 19939.068 3741.4343 869.5382, 20015.023 3806.2537 862.6675</trace>
</ink>
</file>

<file path=ppt/ink/ink88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20180.262 4034.6528 874.14984, 20232.871 4098.636 869.537, 20295.648 4171.8267 868.5311</trace>
</ink>
</file>

<file path=ppt/ink/ink89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20463.395 4351.625 874.14984, 20503.672 4421.867 869.7187, 20555.596 4497.601 868.73895, 20625.885 4574.7114 866.211, 20705.713 4677.1284 865.2353, 20766.213 4774.452 865.3643, 20813.557 4847.1357 866.3991, 20871.963 4921.7856 869.2109</trace>
</ink>
</file>

<file path=ppt/ink/ink89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21059.992 5136.041 874.14984, 21099.852 5200.6587 867.7864, 21158.385 5276.4307 866.3888, 21215.996 5340.2603 866.58344, 21284.791 5398.1465 866.7963, 21349.85 5447.682 864.77924, 21422.281 5511.753 863.0997, 21491.828 5593.2803 864.5968, 21550.16 5685.1934 864.4652, 21601.178 5765.6973 863.706, 21666.084 5841.8813 862.13257</trace>
</ink>
</file>

<file path=ppt/ink/ink89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21913.066 6045.074 874.14984, 21984.84 6137.773 863.14856, 22052.043 6228.196 864.34705, 22126.516 6301.2524 866.0526, 22191.502 6364.333 761.8638</trace>
</ink>
</file>

<file path=ppt/ink/ink89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22490.361 6675.3984 874.14984, 22525.836 6753.0703 867.56836, 22602.682 6835.155 865.862, 22686.477 6902.41 865.2615, 22752.238 6955.6343 840.9657</trace>
</ink>
</file>

<file path=ppt/ink/ink89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23131.086 7430.3403 874.14984, 23193.416 7520.2964 863.88184, 23236.736 7584.3306 855.73126</trace>
</ink>
</file>

<file path=ppt/ink/ink89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18348.178 1921.8496 874.14984, 18376.21 2012.715 864.02924, 18407.818 2116.9673 861.24475, 18456.723 2200.6274 861.8144, 18538.352 2207.4297 859.8998, 18591.41 2121.1455 857.96893, 18607.012 2047.1025 858.3902, 18590.623 1931.0704 857.96564, 18556.465 1833.8378 856.6602, 18490.385 1741.1155 857.1736, 18393.14 1693.6478 860.69763, 18325.514 1778.6687 863.3274, 18364.791 1851.3918 862.31335, 18473.0 1897.1864 857.4221, 18550.414 1923.7251 845.94434, 18613.344 1921.4673 555.36053</trace>
</ink>
</file>

<file path=ppt/ink/ink89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18735.186 2088.3506 874.14984, 18835.906 2071.7976 862.9271, 18922.281 2044.3488 857.3209, 18985.525 2024.8623 826.4053</trace>
</ink>
</file>

<file path=ppt/ink/ink89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19018.316 1741.3876 874.14984, 19008.871 1830.2535 864.29083, 19007.568 1930.1372 862.08093, 19032.09 2030.3358 864.51855, 19095.809 2070.7644 864.4131, 19184.547 2035.9003 861.041, 19239.53 1925.7615 860.7545, 19244.834 1828.0476 859.58167, 19222.064 1727.96 859.14166, 19149.285 1648.0089 861.1519, 19042.164 1636.435 862.58093, 18977.11 1726.8417 861.39716, 19050.43 1799.6927 858.83014, 19128.355 1856.0801 850.52655</trace>
</ink>
</file>

<file path=ppt/ink/ink89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19226.99 2148.8494 874.14984, 19315.904 2171.8025 870.131, 19382.717 2129.2188 869.1478, 19385.822 2065.6465 868.6534, 19318.85 2071.2656 866.88947, 19249.053 2095.5896 863.58545</trace>
</ink>
</file>

<file path=ppt/ink/ink8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19420.953 1846.8726 874.14984, 19509.057 1819.4386 869.0796, 19574.268 1797.3389 865.877, 19653.322 1770.7899 860.002</trace>
</ink>
</file>

<file path=ppt/ink/ink9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19465.076 2042.3302 874.14984, 19555.305 2021.6796 863.46674, 19625.861 1999.9647 853.6241, 19690.568 1980.7694 834.4815, 19755.656 1962.4689 643.08887</trace>
</ink>
</file>

<file path=ppt/ink/ink9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19882.42 1589.8821 874.14984, 19881.246 1670.9912 865.19806, 19870.219 1765.3058 862.76526, 19863.223 1697.3685 856.93756, 19886.273 1620.6669 853.607, 19952.982 1589.119 858.5884, 19995.46 1680.441 860.10455, 20023.988 1748.6266 866.16376</trace>
</ink>
</file>

<file path=ppt/ink/ink9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19778.545 1634.8683 874.14984, 19871.582 1586.0814 861.3451, 19941.025 1551.9624 852.6616, 20005.295 1520.1677 837.0571, 20068.615 1492.7623 649.1992</trace>
</ink>
</file>

<file path=ppt/ink/ink9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20210.596 1544.3787 874.14984, 20197.047 1609.7843 863.5985, 20155.906 1734.3019 851.74255, 20128.24 1807.8427 848.0473, 20100.355 1882.1542 841.3438, 20076.734 1952.773 833.4677, 20054.469 2053.6282 817.4641, 20036.988 2118.8423 783.1753</trace>
</ink>
</file>

<file path=ppt/ink/ink9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20180.262 1951.8405 874.14984, 20183.357 1864.76 871.1776, 20271.938 1867.8982 868.81885, 20287.396 1965.0436 867.3533, 20293.209 2071.281 866.9603, 20366.652 2135.6997 864.1417, 20459.316 2136.5562 857.6101, 20523.146 2132.8196 843.39996</trace>
</ink>
</file>

<file path=ppt/ink/ink9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20285.057 2314.833 874.14984, 20184.717 2339.037 858.1782, 20104.336 2351.7698 846.1429, 20001.885 2365.7783 833.8519, 19880.777 2380.141 822.5139, 19746.78 2394.8533 812.7412, 19606.674 2408.0198 780.66724, 19468.385 2419.905 744.8915, 19371.77 2428.323 696.71313, 19271.46 2438.4648 642.3171, 19177.186 2453.9756 582.529, 19101.63 2465.5352 491.26044, 19035.182 2475.6514 350.3608</trace>
</ink>
</file>

<file path=ppt/ink/ink9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22512.424 8183.2153 874.14984, 22445.223 8124.5195 862.396, 22323.209 8049.5024 851.4154, 22236.852 8009.49 843.88025, 22131.555 7969.71 836.1795, 22010.951 7932.514 828.0937, 21933.914 7908.8276 821.77356, 21828.678 7885.0977 815.15027, 21747.736 7867.9316 807.0801, 21650.982 7855.029 800.2125, 21540.123 7850.913 796.15125, 21425.088 7857.102 795.5814, 21317.623 7872.1875 798.1819, 21238.816 7885.3296 801.47296, 21147.186 7912.786 805.93524, 21047.92 7954.096 810.1442, 20942.64 8007.9165 812.94415, 20834.852 8073.8364 814.65356, 20744.861 8132.098 815.6903, 20672.125 8187.056 817.1828, 20596.146 8254.829 818.7066, 20523.86 8331.051 820.12744, 20459.06 8414.939 822.10583, 20377.543 8544.348 826.73303, 20348.871 8632.774 828.7423, 20330.133 8733.184 829.6399, 20323.71 8840.961 829.78876, 20330.191 8946.011 829.01904, 20336.941 9021.972 828.11896, 20360.307 9112.374 826.96265, 20401.578 9209.225 825.25323, 20461.264 9305.103 822.8087, 20514.396 9378.806 820.33636, 20572.912 9445.272 817.1757, 20653.08 9515.06 814.088, 20736.549 9576.948 811.9476, 20803.078 9623.339 810.11755, 20891.195 9673.38 808.4421, 20994.746 9722.126 808.0454, 21110.727 9765.7295 808.154, 21235.664 9801.075 808.43854, 21339.256 9825.033 808.78705, 21433.148 9842.138 809.01605, 21541.145 9852.08 809.6763, 21656.762 9853.776 810.6536, 21776.5 9847.311 812.4959, 21854.93 9842.846 814.6062, 21947.584 9830.301 817.1974, 22050.89 9808.717 819.7593, 22160.1 9775.262 821.65137, 22270.527 9728.095 822.3553, 22369.697 9673.636 822.1533, 22443.28 9630.077 821.6333, 22521.451 9565.453 820.4332, 22590.97 9493.429 821.1621, 22688.875 9369.062 823.723, 22728.436 9297.1045 830.31134, 22778.139 9172.826 841.5096, 22793.0 9086.406 845.7942, 22800.01 8983.957 848.64246, 22797.26 8869.777 839.0132, 22781.36 8750.738 817.39215, 22751.195 8632.126 797.5986, 22720.836 8541.205 803.95685, 22683.521 8459.998 809.5779, 22625.236 8379.863 811.03174, 22551.438 8307.331 811.1618, 22464.924 8249.471 809.7799, 22394.996 8196.59 817.32166, 22311.105 8154.2563 816.4273</trace>
</ink>
</file>

<file path=ppt/ink/ink9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21094.926 9717.401 874.14984, 21050.215 9824.646 854.5579, 21012.863 9899.021 844.661, 20964.92 9986.395 835.42145, 20908.346 10085.595 828.2064, 20866.625 10158.246 823.2953, 20819.885 10236.843 818.18866, 20776.416 10309.183 813.8254, 20736.46 10376.056 799.3773, 20685.158 10463.446 773.4793, 20630.104 10556.385 740.9324, 20573.979 10647.527 701.9012, 20493.516 10769.53 605.12946, 20421.246 10850.435 495.92078</trace>
</ink>
</file>

<file path=ppt/ink/ink9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20657.357 9785.141 874.14984, 20741.445 9754.805 864.7643, 20822.307 9719.298 859.8145, 20905.703 9684.32 853.7817, 20992.5 9652.93 850.9326, 21086.217 9632.148 848.95294, 21150.094 9635.221 853.6738, 21188.617 9702.683 852.19104, 21202.707 9822.552 842.74066, 21204.389 9914.372 835.879, 21201.447 10014.452 828.2401, 21199.287 10079.542 818.171, 21197.91 10144.412 789.6716, 21190.125 10210.089 683.92914</trace>
</ink>
</file>

<file path=ppt/ink/ink9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19495.412 11157.4795 874.14984, 19587.504 11070.008 862.8657, 19664.39 10964.786 856.51685, 19724.178 10882.245 854.8267, 19792.184 10891.85 851.0297, 19796.844 10991.337 836.02765, 19790.404 11143.384 818.8889, 19781.777 11252.689 809.40485, 19775.459 11329.764 801.1397, 19763.742 11432.819 791.5584, 19749.26 11548.044 786.9535, 19734.928 11663.682 787.7583, 19721.682 11770.089 793.2047, 19711.148 11854.519 801.79443, 19696.55 11932.7 821.12946, 19692.24 11807.798 840.9223, 19702.594 11721.226 836.01196, 19712.22 11649.682 830.05084, 19733.86 11551.022 821.60986, 19767.516 11435.501 812.5234, 19811.908 11309.437 804.6531, 19846.977 11213.597 799.13666, 19886.75 11117.09 793.98553, 19931.857 11009.368 792.2019, 19974.84 10897.84 793.6416, 20009.375 10792.8125 798.2045, 20033.219 10717.635 804.0378, 20051.287 10630.623 811.27625, 20060.215 10541.009 819.5014, 20060.537 10456.849 827.40607, 20058.533 10393.079 834.32794, 20035.955 10303.876 848.60443, 19961.283 10359.2 858.1351, 19938.127 10486.488 844.89307, 19937.031 10584.847 834.1517, 19943.848 10706.514 822.9582, 19956.514 10842.039 809.6297, 19964.953 10930.746 800.12164, 19977.223 11038.879 793.31696, 19989.285 11150.097 791.41626, 19997.59 11253.012 795.41534, 20003.225 11334.865 801.8913, 20003.617 11420.5625 819.0187, 20028.951 11329.782 843.98956, 20067.28 11216.359 847.43024, 20109.0 11142.728 849.8392, 20186.34 11184.974 846.89874, 20226.654 11279.634 836.9326, 20253.447 11355.026 821.68774, 20272.033 11417.931 763.77057</trace>
</ink>
</file>

<file path=ppt/ink/ink9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20597.605 11217.979 874.14984, 20523.064 11217.291 868.762, 20440.479 11276.5205 865.7056, 20427.768 11360.394 864.70374, 20513.633 11383.737 859.55304, 20585.287 11296.146 854.60175, 20625.81 11218.19 854.6313, 20629.67 11285.069 852.61127, 20628.844 11368.057 852.0228, 20709.998 11383.78 850.8203, 20763.668 11273.222 850.2001, 20837.465 11182.563 856.8575, 20909.691 11156.659 859.1144, 20987.148 11210.247 856.2173, 21026.893 11294.895 854.81494, 21009.033 11370.4795 856.15173, 20935.133 11414.872 857.2338, 20973.537 11340.126 859.23505, 21048.615 11316.119 857.304, 21147.191 11282.087 856.29517, 21226.21 11241.52 856.9258, 21280.637 11178.05 859.3664, 21292.482 11110.242 862.0546, 21225.055 11044.35 863.4943, 21151.863 11083.256 861.5878, 21112.58 11154.141 858.13666, 21118.549 11275.481 849.1554, 21195.094 11382.681 831.3616, 21252.082 11449.967 798.42957, 21318.133 11469.852 7.854139</trace>
</ink>
</file>

<file path=ppt/ink/ink9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21876.297 11204.017 874.14984, 21774.162 11169.643 867.62836, 21690.496 11205.529 864.0103, 21647.723 11285.01 861.1261, 21658.982 11357.922 861.5671, 21748.191 11373.82 861.0488, 21824.557 11295.215 858.79254, 21916.602 11383.164 856.96594, 21980.299 11457.037 848.0006, 22046.357 11506.269 816.35065</trace>
</ink>
</file>

<file path=ppt/ink/ink9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21551.797 10841.541 874.14984, 21694.791 10896.958 806.7525, 21758.713 10922.504 715.2441, 21821.674 10948.385 593.3251</trace>
</ink>
</file>

<file path=ppt/ink/ink9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22296.396 10720.544 874.14984, 22298.172 10783.49 864.26935, 22299.766 10851.622 852.1827, 22301.344 10944.471 837.21484, 22303.646 11058.576 824.78894, 22308.42 11191.463 813.7941, 22319.027 11335.643 802.5706, 22335.256 11474.885 768.25696, 22358.324 11587.186 730.55133, 22373.5 11663.783 690.94745, 22381.566 11732.202 616.1182, 22401.986 11795.919 518.5329</trace>
</ink>
</file>

<file path=ppt/ink/ink9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22519.777 10766.047 874.14984, 22498.865 10830.49 864.44293, 22478.006 10895.343 850.6763, 22458.875 10970.265 841.3347, 22448.176 11047.202 828.5387, 22436.258 11117.051 805.61816, 22429.734 11180.6455 775.1896</trace>
</ink>
</file>

<file path=ppt/ink/ink9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22757.865 11459.974 874.14984, 22674.178 11544.5205 866.2836, 22654.174 11639.995 863.05084, 22671.38 11715.928 861.0691, 22743.645 11782.559 859.0369, 22826.76 11725.228 857.88403, 22827.246 11607.696 850.08887, 22807.596 11538.24 845.3134, 22774.096 11441.443 841.68665, 22737.887 11347.5 847.89606, 22759.584 11280.7 854.92175, 22848.572 11291.61 857.1895, 22926.928 11339.625 862.10864, 22972.746 11405.182 863.84717, 22984.186 11469.458 862.6103, 22997.404 11582.666 860.038, 23021.719 11676.493 862.13153, 23108.99 11688.637 862.2056, 23163.51 11615.414 854.09814, 23201.816 11494.531 849.44995, 23219.932 11400.458 853.86395, 23215.623 11488.543 857.06775, 23214.947 11554.923 854.55115, 23215.135 11624.415 846.2272, 23213.705 11715.667 825.86414, 23212.295 11779.987 783.6433</trace>
</ink>
</file>

<file path=ppt/ink/ink9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23175.209 11051.993 874.14984, 23149.336 11117.716 804.52686</trace>
</ink>
</file>

<file path=ppt/ink/ink9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23324.129 11564.941 874.14984, 23402.629 11571.481 869.96936, 23459.2 11500.54 868.0505, 23475.053 11432.057 867.1285, 23408.178 11373.056 865.61847, 23358.094 11453.818 859.21216, 23355.076 11535.496 850.1237, 23373.484 11636.377 839.35156, 23392.691 11716.484 829.4278, 23421.342 11800.047 819.378, 23458.012 11892.834 820.244, 23484.713 11979.696 825.9586, 23487.236 12048.541 830.06335, 23418.908 12093.578 834.41876, 23347.887 12050.558 835.15204, 23316.184 11953.7705 831.70874, 23294.713 11882.431 805.6687</trace>
</ink>
</file>

<file path=ppt/ink/ink9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23637.598 11414.986 874.14984, 23629.719 11525.947 861.7198, 23627.07 11647.029 856.185, 23646.06 11748.386 860.27704, 23712.057 11761.95 865.8784</trace>
</ink>
</file>

<file path=ppt/ink/ink91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23815.934 11398.957 874.14984, 23824.621 11508.822 860.3945, 23827.006 11632.842 852.4166, 23823.324 11699.303 858.3107, 23828.97 11609.199 849.28064, 23842.082 11545.207 842.59705, 23870.709 11443.423 833.8102, 23929.53 11380.182 842.01556, 23994.637 11434.213 840.181, 24034.465 11518.755 835.6208, 24058.613 11645.397 839.17395, 24078.852 11737.223 849.81396, 24163.906 11804.562 854.71704, 24258.967 11761.942 854.1837, 24340.645 11659.377 858.9294, 24362.523 11593.469 858.9013, 24368.908 11527.304 858.52313, 24357.137 11433.412 857.3172, 24287.451 11399.401 857.54236, 24195.383 11462.161 855.377, 24177.51 11529.917 851.085, 24173.662 11602.767 844.85223, 24199.51 11735.889 829.1229, 24215.912 11798.98 810.0711, 24247.986 11867.435 779.95245</trace>
</ink>
</file>

<file path=ppt/ink/ink92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23681.723 11036.999 874.14984, 23675.57 11153.944 858.03076, 23681.723 11232.974 835.3832</trace>
</ink>
</file>

<file path=ppt/ink/ink92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20001.926 11822.449 874.14984, 19995.775 11889.719 866.0851, 20039.408 11991.201 859.5623, 20101.81 12112.356 854.1268, 20132.084 12225.29 858.0787, 20106.611 12313.184 859.52997, 20025.568 12334.415 860.968, 19984.69 12256.715 860.97174, 19957.375 12191.036 848.02203</trace>
</ink>
</file>

<file path=ppt/ink/ink9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20285.057 12017.907 874.14984, 20280.768 12095.366 865.2539, 20270.902 12195.425 861.6659, 20270.738 12303.101 859.9878, 20341.367 12361.924 859.4115, 20409.771 12252.295 860.3063, 20444.816 12158.61 862.7473, 20501.238 12254.565 855.8246, 20514.615 12356.092 853.7799, 20539.96 12439.062 857.9164, 20615.848 12439.668 859.1888, 20668.025 12375.546 860.0316, 20733.73 12286.607 863.23267, 20798.979 12279.548 861.8467, 20862.812 12368.362 855.2257, 20898.361 12448.844 842.6755, 20945.145 12514.181 782.0425</trace>
</ink>
</file>

<file path=ppt/ink/ink9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20076.387 11988.433 874.14984, 20010.71 12063.482 862.728, 19935.559 12143.614 852.48694, 19866.545 12222.877 844.33746, 19815.03 12288.743 832.4823, 19758.508 12352.243 8.109077</trace>
</ink>
</file>

<file path=ppt/ink/ink9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21253.037 12123.391 874.14984, 21202.578 12196.214 863.60626, 21157.902 12299.639 859.6452, 21155.664 12425.044 857.7874, 21197.098 12525.698 856.8308, 21255.064 12590.393 854.5218, 21332.021 12607.45 854.18604, 21414.742 12543.07 852.6446, 21466.318 12451.829 846.216, 21483.795 12374.998 840.06354, 21490.867 12291.26 835.0923, 21490.84 12224.282 832.2377, 21468.678 12099.107 832.2674, 21411.496 11983.4375 837.3221, 21356.703 11917.476 843.9821, 21263.83 11900.521 852.4328, 21193.92 11932.188 857.3869, 21165.336 12030.402 856.72705, 21180.336 12102.017 851.5301, 21231.225 12210.79 840.24634, 21297.027 12261.771 833.263, 21362.115 12323.561 807.03406, 21427.389 12354.799 773.72205</trace>
</ink>
</file>

<file path=ppt/ink/ink9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21744.842 12425.368 874.14984, 21714.348 12499.6455 867.201, 21640.965 12569.117 867.35016</trace>
</ink>
</file>

<file path=ppt/ink/ink9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19301.45 10313.081 874.14984, 19291.158 10426.691 851.94666, 19285.043 10523.589 837.54956, 19280.117 10645.124 822.3939, 19275.451 10785.161 806.16956, 19270.713 10913.153 792.28906, 19266.586 11019.328 780.79395, 19260.164 11137.934 771.8688, 19254.717 11233.193 759.92896, 19245.969 11360.526 753.6623, 19233.465 11506.625 750.7755, 19219.188 11660.818 752.04285, 19209.48 11779.412 755.50946, 19202.35 11890.137 761.07324, 19206.54 12007.286 770.7486, 19229.508 12119.948 783.1366, 19273.057 12218.817 795.88635, 19304.117 12284.855 807.01337, 19366.723 12350.329 813.53577, 19458.035 12409.433 813.93616, 19573.248 12460.017 810.7156, 19675.139 12495.958 806.974, 19775.768 12524.002 802.1517, 19909.025 12545.254 795.7883, 20067.922 12557.711 784.4413, 20248.232 12563.478 768.2601, 20365.309 12566.867 754.175, 20524.268 12568.495 737.37524, 20715.406 12570.161 719.74396, 20931.91 12574.502 701.7908, 21128.375 12581.782 684.1389, 21301.96 12590.261 665.7109, 21526.844 12609.099 640.94446, 21796.035 12640.375 611.1008, 21970.033 12660.714 558.41675, 22045.99 12666.748 511.03677, 22126.12 12676.447 471.10498, 22195.768 12685.873 437.49948, 22266.98 12696.837 393.58542</trace>
</ink>
</file>

<file path=ppt/ink/ink9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10034.393 201.51273 874.14984, 10026.741 295.88504 866.9593, 10019.035 366.71112 857.9922, 10009.101 450.34912 852.60077, 10001.134 516.2119 848.0272, 9984.529 635.51434 831.8191, 9967.506 753.66675 807.50165, 9956.348 831.55054 781.85364, 9945.527 911.218 748.6072, 9934.05 995.4495 663.3848, 9931.0 1063.7744 563.9767</trace>
</ink>
</file>

<file path=ppt/ink/ink9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10302.817 382.49197 874.14984, 10226.718 484.79263 855.70886, 10120.214 594.6942 845.3918, 10005.546 676.84656 850.12506, 10020.595 773.9139 859.0146, 10080.508 842.90485 860.93823, 10147.2705 947.2747 854.98706, 10196.618 1034.0637 842.77136, 10228.398 1096.9583 770.257</trace>
</ink>
</file>

<file path=ppt/ink/ink9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10689.825 351.46698 874.14984, 10650.871 434.21133 863.0368, 10567.102 545.2098 853.3205, 10461.309 651.6536 846.25977, 10385.799 718.4682 845.18054, 10306.459 807.2512 850.6277, 10317.473 895.2739 857.9434, 10396.842 991.32336 862.2531, 10459.796 1039.1449 860.8947, 10525.631 1086.2574 565.2805</trace>
</ink>
</file>

<file path=ppt/ink/ink9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10719.242 668.9563 874.14984, 10714.951 764.6622 868.64453, 10723.233 867.643 868.02246, 10812.449 898.8918 865.55054, 10881.251 843.3008 863.396, 10909.923 754.7713 863.25366, 10889.511 688.9133 864.255, 10790.476 657.05084 863.58154, 10718.486 641.0253 864.73145, 10654.783 649.6332 570.9199</trace>
</ink>
</file>

<file path=ppt/ink/ink9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11300.214 397.48737 874.14984, 11212.0 357.32364 862.83685, 11148.654 334.94086 857.4956, 11048.388 302.57358 850.6643, 10946.985 274.2532 846.85583, 10877.927 258.9031 845.5185, 10791.892 243.93416 842.4745, 10693.972 229.84135 839.804, 10630.517 220.79935 837.97815, 10546.04 209.58641 836.22546, 10449.179 196.74718 834.277, 10347.852 182.56593 832.71173, 10263.425 170.3594 832.62915, 10192.778 159.8729 833.1243, 10116.47 149.27054 835.92163, 10039.633 140.2643 839.0477, 9965.435 136.6707 842.46326, 9862.731 139.68617 848.68536, 9754.995 174.10384 854.52826, 9675.824 218.73509 858.60223, 9608.794 286.07385 860.3519, 9564.027 366.05927 860.5578, 9537.668 465.82428 859.71387, 9527.142 540.91797 858.36, 9517.597 621.3051 855.05646, 9498.915 768.193 845.95184, 9482.376 864.54785 840.47363, 9464.255 963.2543 836.1899, 9451.784 1036.3246 834.1953, 9441.856 1105.3802 833.13745, 9440.013 1175.8667 835.2583, 9451.564 1243.4718 838.0547, 9495.49 1344.3635 843.8465, 9592.545 1424.6392 847.34015, 9665.171 1456.1465 846.8584, 9788.929 1492.2484 843.95776, 9867.316 1499.3721 842.31665, 9958.973 1498.7015 839.567, 10057.852 1492.2866 836.5017, 10124.488 1487.5237 833.6918, 10210.16 1477.6027 830.9882, 10309.84 1465.9912 828.6236, 10419.203 1456.0908 826.97723, 10530.912 1448.8236 826.6297, 10627.843 1444.0859 827.6901, 10702.895 1440.986 829.158, 10781.493 1439.3699 832.26385, 10856.819 1440.0374 836.13153, 10965.298 1442.338 845.657, 11059.026 1408.7441 854.8046, 11116.024 1311.1473 858.6713, 11151.294 1242.4019 857.7353</trace>
</ink>
</file>

<file path=ppt/ink/ink9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11270.797 427.47827 874.14984, 11251.657 494.71777 861.2646, 11232.788 559.69965 850.9407, 11209.62 641.4491 841.51227, 11184.758 734.8564 835.1291, 11158.907 835.635 829.8161, 11140.236 908.95386 820.04956, 11120.532 985.069 805.2827, 11103.714 1049.9818 784.08997, 11088.486 1117.3685 751.1964, 11066.802 1225.2985 665.54095, 11053.547 1293.9413 532.539</trace>
</ink>
</file>

<file path=ppt/ink/ink933.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23205.545 1755.8658 874.14984, 23293.828 1855.4017 864.3332, 23370.664 1920.3112 859.6278, 23468.393 1988.1886 857.7065, 23548.018 2039.7451 857.16425, 23638.252 2095.4678 855.87506, 23717.168 2138.7485 859.1708, 23781.008 2180.27 862.6592, 23782.99 2264.825 864.5342, 23722.295 2335.3604 863.01, 23623.527 2426.3584 857.3994, 23545.104 2499.3796 844.88904, 23478.95 2568.1428 824.951, 23421.408 2631.6758 755.03796</trace>
</ink>
</file>

<file path=ppt/ink/ink934.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24113.773 2088.3506 874.14984, 24017.508 2182.6118 868.9503, 23948.166 2284.068 868.0248, 23923.352 2368.7437 867.8052, 23965.393 2434.9363 866.9053, 24071.188 2440.965 864.08374, 24165.314 2408.2568 862.78217, 24248.713 2337.3447 864.0617, 24297.102 2258.332 864.53094, 24294.994 2162.4685 864.893, 24216.395 2098.9365 864.1189, 24121.768 2107.7615 860.80505, 24054.941 2117.8242 851.62256</trace>
</ink>
</file>

<file path=ppt/ink/ink9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22862.66 6781.9185 874.14984, 22769.824 6838.358 860.9391, 22694.799 6882.2715 851.9959, 22622.025 6923.6045 851.927, 22533.453 6972.0454 854.2048, 22447.707 7026.964 856.9682, 22405.92 7116.2275 860.3247, 22453.797 7221.1357 860.52185, 22522.94 7294.432 853.22156, 22607.744 7358.888 836.40857, 22671.502 7407.5815 814.66425, 22735.822 7461.267 215.10864</trace>
</ink>
</file>

<file path=ppt/ink/ink9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11276.3125 6865.6855 874.14984, 11186.316 6807.914 857.50867, 11116.17 6780.976 849.96063, 11029.621 6760.6714 842.3976, 10925.002 6751.2935 834.1385, 10803.261 6757.0444 825.9806, 10672.191 6777.814 818.2491, 10579.668 6793.959 812.1463, 10482.751 6822.3403 807.02136, 10404.639 6847.2334 801.04456, 10324.202 6880.873 797.04297, 10236.129 6932.1255 796.5874, 10146.782 7001.907 797.7846, 10063.646 7084.025 799.4962, 9940.403 7232.871 801.94727, 9876.129 7343.452 800.89514, 9818.501 7470.141 799.2688, 9772.42 7606.176 798.2386, 9740.98 7724.057 798.17834, 9719.66 7823.549 797.9184, 9710.201 7939.0107 798.06866, 9715.907 8063.2837 798.2795, 9738.879 8190.7163 798.3977, 9757.501 8279.463 799.23425, 9792.445 8373.77 800.14325, 9849.383 8474.155 800.927, 9928.681 8573.523 801.4844, 10028.613 8666.1875 801.04663, 10137.154 8745.436 799.7462, 10214.385 8799.604 798.5563, 10316.06 8848.98 797.0902, 10433.197 8889.03 795.91864, 10558.981 8918.099 795.66425, 10689.285 8934.892 796.7224, 10801.33 8940.606 798.9931, 10891.386 8940.78 801.38104, 10991.424 8928.683 804.4385, 11092.9795 8904.84 808.6507, 11189.387 8869.633 814.5337, 11256.092 8842.703 820.3994, 11320.716 8803.69 825.95844, 11439.943 8675.778 834.79126, 11490.061 8591.952 836.2859, 11531.263 8502.584 836.362, 11584.155 8359.117 835.66473, 11605.929 8264.231 834.48303, 11620.323 8191.72 833.1973, 11631.572 8111.7134 831.3321, 11639.243 8015.0503 829.3895, 11642.317 7908.0586 827.2387, 11640.168 7797.52 825.9434, 11632.064 7689.486 826.2639, 11626.65 7619.5786 827.4818, 11612.705 7542.0654 830.5587, 11589.84 7462.878 834.4979, 11558.917 7381.341 838.13666, 11519.565 7296.018 841.0686, 11475.429 7216.4517 842.9196, 11384.517 7085.2905 842.81104, 11324.868 7004.447 836.8808, 11269.538 6941.18 544.26636</trace>
</ink>
</file>

<file path=ppt/ink/ink9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9929.597 6328.4355 874.14984, 9907.171 6447.293 857.6685, 9896.032 6515.498 851.0061, 9886.467 6592.666 846.22107, 9880.6875 6674.88 842.3582, 9877.102 6743.0723 842.82605, 9886.248 6840.8174 846.19336, 9930.049 6934.295 848.92303, 10006.056 6985.1245 853.66864, 10107.076 6955.8506 856.9364, 10184.319 6868.32 853.27423, 10236.448 6730.826 842.41406, 10255.944 6644.54 832.05585, 10270.478 6570.923 818.6028, 10289.359 6441.6094 768.14404, 10289.29 6377.443 731.7538, 10291.126 6304.5444 630.988</trace>
</ink>
</file>

<file path=ppt/ink/ink9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10302.817 6872.4077 874.14984, 10292.724 6966.385 862.9478, 10282.708 7064.661 859.48364, 10273.616 7145.0947 861.06696, 10280.905 7081.9556 855.83514, 10300.379 7003.906 853.2689, 10343.729 6924.3706 856.06335, 10422.006 6931.271 856.82214, 10455.371 7001.9526 855.9342, 10467.566 7114.892 855.46796, 10463.11 7206.855 855.468, 10449.433 7119.069 850.452, 10474.118 7040.0493 849.91583, 10539.266 6987.559 853.3258, 10613.637 7036.9917 852.9733, 10645.964 7114.744 850.6262, 10636.061 7183.877 845.76044, 10634.351 7246.9263 835.27234, 10613.367 7312.518 814.694</trace>
</ink>
</file>

<file path=ppt/ink/ink9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9393.669 6916.877 874.14984, 9476.279 6922.752 868.441, 9581.349 6931.986 863.1217, 9649.162 6938.4585 856.51294</trace>
</ink>
</file>

<file path=ppt/ink/ink9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21119.744 7158.355 874.14984, 21216.174 7157.107 867.35236, 21344.973 7149.8555 861.2489, 21411.393 7146.0205 854.49396, 21474.463 7144.8477 563.94855</trace>
</ink>
</file>

<file path=ppt/ink/ink9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21700.717 6781.9185 874.14984, 21661.273 6866.9043 863.217, 21633.73 6982.796 859.02106, 21626.58 7051.215 857.4241, 21627.793 7122.661 856.35425, 21639.06 7227.484 855.7005, 21665.81 7309.3022 854.5144, 21752.406 7383.63 858.4459, 21839.787 7340.463 855.44586, 21914.457 7245.934 844.3715, 21946.512 7179.8423 838.07214, 21973.457 7100.6216 827.1411, 21991.527 7018.542 810.1147, 22005.957 6899.7524 752.0509, 21994.318 6808.8545 675.72546, 21981.393 6744.0225 514.5195</trace>
</ink>
</file>

<file path=ppt/ink/ink9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21981.092 7425.1704 874.14984, 21972.707 7502.4897 863.96515, 21960.367 7611.301 862.9382, 21946.377 7678.7944 864.9235, 21961.611 7586.921 858.21124, 21990.225 7518.136 860.386, 22062.26 7444.7935 863.5512, 22144.67 7470.5234 864.09503, 22168.787 7557.0356 862.82434, 22170.754 7645.69 860.9317, 22158.68 7709.5264 861.5795, 22156.887 7612.027 860.5047, 22197.63 7503.802 862.8012, 22289.275 7455.655 864.59515, 22374.076 7539.6943 860.2977, 22391.674 7651.523 850.5212, 22399.197 7728.3228 830.14166</trace>
</ink>
</file>

<file path=ppt/ink/ink9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24262.695 6811.3916 874.14984, 24199.857 6874.62 864.3212, 24097.352 6944.0674 856.82025, 23993.229 7006.951 854.3733, 23923.9 7053.6626 855.0782, 23884.693 7150.8984 858.0467, 23904.504 7214.6133 858.94275, 23991.037 7290.1187 857.55273, 24105.367 7372.714 854.67896, 24190.613 7437.5493 855.60864, 24261.066 7478.5576 859.5163, 24324.756 7509.839 819.2648</trace>
</ink>
</file>

<file path=ppt/ink/ink9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24307.738 7053.3867 874.14984, 24288.969 7127.3833 869.55743, 24303.016 7230.598 867.06335, 24388.287 7309.6987 865.6968, 24488.346 7294.342 864.70746, 24548.43 7208.139 863.7261, 24555.652 7131.9526 862.78235, 24490.73 7062.632 860.8619, 24401.312 7045.9565 858.15985, 24337.154 7037.874 852.725</trace>
</ink>
</file>

<file path=ppt/ink/ink9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24471.365 7777.304 874.14984, 24382.654 7791.063 867.18, 24315.533 7790.8716 854.54626, 24198.44 7786.6245 838.7241, 24103.334 7782.2417 833.9168, 24038.63 7779.4844 830.8868, 23948.855 7777.4097 826.2349, 23830.6 7776.458 820.0345, 23682.424 7777.4863 809.5238, 23509.408 7780.4644 792.7873, 23322.123 7785.0894 772.6574, 23194.268 7788.355 755.6183, 23031.348 7794.885 738.25476, 22851.707 7803.9434 725.7571, 22670.045 7815.544 720.2978, 22496.924 7827.4883 724.6471, 22342.324 7837.4595 734.9221, 22216.402 7845.61 750.3711, 22130.098 7851.228 765.3012, 22050.574 7858.1494 782.51117, 21980.334 7867.565 801.7085, 21883.62 7890.919 836.15906, 21818.984 7908.993 867.345</trace>
</ink>
</file>

<file path=ppt/ink/ink949.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11762.602 7777.304 874.14984, 11843.749 7770.6045 871.3412, 11966.246 7759.7524 867.936, 12062.762 7753.379 866.54626, 12132.377 7750.9985 865.47437, 12205.888 7749.4956 863.7439, 12277.891 7748.5396 862.2463, 12346.449 7747.7837 860.55273, 12444.233 7746.123 858.53754, 12550.846 7740.0244 859.75476, 12658.557 7736.314 860.2404, 12748.931 7737.9106 860.73553, 12859.76 7742.684 861.0452, 12946.956 7744.223 861.1549, 13062.262 7743.8057 860.2541, 13126.972 7743.267 859.69995, 13194.302 7742.739 859.22253, 13295.741 7743.0312 858.40686, 13359.031 7743.989 858.1308, 13427.586 7744.9717 857.9138, 13500.785 7745.975 857.6745, 13578.444 7746.642 857.3536, 13659.892 7747.0854 856.9021, 13744.449 7747.3643 856.3742, 13867.027 7747.6797 855.46564, 13942.3 7749.047 855.0405, 14022.499 7751.756 854.8229, 14093.0 7754.3364 854.6778, 14225.171 7758.883 854.2432, 14305.935 7760.701 853.9578, 14392.576 7762.25 853.43225, 14483.034 7763.2563 852.94666, 14553.855 7763.911 852.7185, 14624.613 7764.3374 852.29266, 14707.356 7764.5957 851.6305, 14784.759 7764.74 850.95807, 14924.066 7764.8677 849.14856, 15008.952 7764.887 848.913, 15134.16 7765.8125 849.6775, 15214.888 7768.242 850.2121, 15303.728 7770.924 850.2433, 15383.929 7773.0093 849.6896, 15449.292 7774.572 849.0679, 15528.307 7775.954 847.9021, 15616.68 7777.219 847.20526, 15710.805 7779.1426 847.0131, 15807.39 7782.227 847.5126, 15883.751 7784.9277 847.6421, 15955.53 7787.0757 847.7575, 16039.538 7790.282 847.3922, 16131.159 7794.9194 846.82495, 16228.233 7800.497 846.2292, 16328.329 7806.6895 843.07117, 16397.135 7811.001 838.05, 16472.664 7815.157 830.83923, 16555.178 7819.862 821.4506, 16641.592 7825.0967 806.0091, 16731.17 7831.241 782.6364, 16815.281 7837.448 751.41974, 16936.414 7847.359 667.2623, 16999.248 7852.2173 614.9841, 17094.814 7852.8267 506.4724, 17158.781 7852.733 310.991</trace>
</ink>
</file>

<file path=ppt/ink/ink950.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17379.277 7596.8413 874.14984, 17384.914 7692.755 862.33246, 17384.867 7757.7607 857.9397, 17384.146 7826.034 856.59357, 17382.77 7918.9966 855.7078, 17382.395 7995.7695 857.2651, 17364.076 7911.756 856.53674, 17352.37 7817.9863 853.39636, 17350.047 7691.7935 854.6549, 17373.707 7574.871 857.7947, 17413.02 7505.4126 860.545, 17495.832 7464.6343 861.22363, 17589.562 7450.6104 860.154, 17652.453 7452.575 858.0371, 17751.053 7462.844 845.8032, 17814.984 7471.7993 822.8406</trace>
</ink>
</file>

<file path=ppt/ink/ink951.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17364.568 7837.8027 874.14984, 17457.889 7827.887 862.48584, 17564.943 7817.7544 857.3737, 17660.62 7814.9824 847.3625, 17727.555 7813.3677 830.0573</trace>
</ink>
</file>

<file path=ppt/ink/ink952.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17304.818 8079.798 874.14984, 17373.568 8092.959 862.87103, 17439.057 8102.772 851.98706, 17516.936 8111.282 843.1794, 17598.453 8114.8276 831.0615, 17676.803 8107.454 818.93005, 17744.197 8103.743 796.5712, 17811.33 8094.7935 767.7711</trace>
</ink>
</file>

<file path=ppt/ink/ink953.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17856.373 8094.7935 874.14984, 17865.062 8176.9375 864.4955, 17863.967 8287.664 860.2988, 17851.828 8409.406 859.90643, 17832.816 8478.452 861.8244, 17828.795 8398.002 857.96106, 17843.25 8324.28 856.78516, 17867.736 8256.011 857.6061, 17961.332 8209.689 858.3852, 18027.154 8303.429 850.1889, 18042.71 8401.806 846.48285, 18024.316 8511.06 849.3492, 17972.094 8426.156 851.5845, 17998.074 8326.641 846.6967, 18042.377 8243.83 848.5434, 18115.477 8208.583 851.6457, 18166.926 8276.38 850.91846, 18187.352 8353.862 848.7349, 18191.758 8444.27 837.3133, 18188.467 8524.421 818.17694, 18181.936 8588.184 758.5409</trace>
</ink>
</file>

<file path=ppt/ink/ink954.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18348.178 7988.274 874.14984, 18412.646 7983.2217 863.98145, 18539.32 7977.391 852.0869, 18606.041 7974.4683 839.3963, 18668.824 7975.722 653.16644</trace>
</ink>
</file>

<file path=ppt/ink/ink955.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18348.178 8184.7656 874.14984, 18448.639 8184.7656 861.7212, 18512.23 8183.7417 856.9136, 18585.494 8178.649 852.511, 18649.965 8174.8726 842.10284, 18713.438 8170.364 826.83966</trace>
</ink>
</file>

<file path=ppt/ink/ink956.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18839.98 8109.7886 874.14984, 18934.332 8117.059 862.91095, 19051.62 8094.079 857.9006, 19120.45 8077.8403 850.28125, 19185.314 8051.2627 235.8188</trace>
</ink>
</file>

<file path=ppt/ink/ink957.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19316.156 7687.3315 874.14984, 19307.324 7790.8604 862.5048, 19291.79 7912.6396 856.7231, 19290.041 8035.2026 856.6482, 19308.27 8127.173 858.0316, 19339.42 8191.603 857.9363, 19404.762 8222.511 860.05426, 19478.941 8209.259 861.04486, 19558.455 8132.7603 857.75867, 19614.398 8027.2305 852.8722, 19643.389 7915.6055 847.243, 19647.432 7848.8115 841.19104, 19644.55 7780.1406 833.31616, 19635.28 7712.3555 823.65576, 19613.492 7619.128 788.6765, 19591.084 7548.073 704.3788</trace>
</ink>
</file>

<file path=ppt/ink/ink958.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19648.012 8149.6045 874.14984, 19653.287 8227.173 868.4812, 19648.24 8336.281 867.756, 19702.605 8266.419 861.5016, 19752.178 8185.1895 862.7174, 19807.754 8281.844 857.30035, 19793.252 8386.009 856.3632, 19769.617 8452.145 855.8508, 19769.893 8375.672 858.80396, 19812.293 8283.394 861.7162, 19889.525 8213.914 865.9591, 19942.867 8287.525 866.35876, 19940.822 8352.663 866.2156, 19943.06 8433.351 864.64124, 19923.87 8497.339 570.83203</trace>
</ink>
</file>

<file path=ppt/ink/ink959.xml><?xml version="1.0" encoding="utf-8"?>
<ink xmlns="http://www.w3.org/2003/InkML">
  <definitions>
    <brush xml:id="br1">
      <brushProperty name="height" value="0.01984375" units="cm"/>
      <brushProperty name="width" value="0.01984375" units="cm"/>
      <brushProperty name="tip" value="ellipse"/>
      <brushProperty name="color" value="#65ff65"/>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13684.773 8970.216 874.14984, 13599.14 8970.26 872.2314, 13677.42 9037.435 863.236</trace>
</ink>
</file>

<file path=ppt/ink/ink960.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3129.7568 874.14984, 22335.639 3199.9502 870.42535, 22252.229 3273.356 868.73425, 22152.791 3365.568 867.25073, 22058.393 3454.9192 865.13934, 21969.719 3539.0415 863.6645, 21871.691 3628.8997 864.1184, 21798.693 3694.2805 864.05, 21733.84 3753.3308 864.4531, 21648.836 3833.2634 862.9813, 21545.39 3929.2903 862.70953, 21475.77 3991.3674 862.51733, 21410.043 4048.698 862.37555, 21329.297 4118.335 862.63293, 21249.67 4186.676 861.1586, 21181.664 4247.0625 860.4836, 21103.137 4317.0293 860.8973, 21007.637 4404.1025 860.9944, 20940.488 4470.121 861.469, 20847.182 4562.1577 862.2274, 20764.39 4638.7544 864.6467, 20744.262 4574.9717 626.28516</trace>
</ink>
</file>

<file path=ppt/ink/ink961.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3129.7568 874.14984, 22331.436 3210.59 856.7273, 22254.223 3279.5469 857.89764, 22161.92 3362.4854 858.20325, 22074.996 3449.5417 858.4778, 21983.176 3543.8381 857.9775, 21882.965 3641.6023 854.0811, 21819.098 3700.713 851.33746, 21754.898 3759.102 849.6805, 21651.273 3852.5125 846.3565, 21587.658 3909.7708 845.5543, 21520.164 3973.124 845.1674, 21415.062 4073.8086 845.00336, 21290.643 4190.584 843.042, 21222.479 4251.0312 839.07776, 21153.367 4309.864 832.7018, 21056.418 4391.555 812.4361, 20967.969 4468.2983 763.9696, 20899.15 4533.733 684.9232, 20831.07 4599.114 579.22705</trace>
</ink>
</file>

<file path=ppt/ink/ink962.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22356.148 3219.7295 874.14984, 22284.922 3313.2363 864.39496, 22198.264 3408.6106 859.822, 22094.908 3507.7593 856.921, 22010.568 3583.514 854.41766, 21885.58 3685.656 849.0072, 21811.771 3745.3433 845.67535, 21696.984 3839.4568 839.95056, 21624.121 3901.6672 838.0766, 21545.738 3970.281 835.77246, 21479.822 4028.266 834.01697, 21347.406 4144.0635 830.8313, 21266.828 4210.9497 829.8111, 21183.89 4277.4023 825.7113, 21104.293 4341.181 819.5423, 21030.406 4401.506 811.1118, 20927.748 4486.4033 770.0603, 20834.166 4568.3516 697.75397, 20766.969 4628.188 596.9402, 20700.438 4671.737 291.83075</trace>
</ink>
</file>

<file path=ppt/ink/ink963.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22311.105 3235.2422 874.14984, 22232.227 3310.6555 862.03265, 22139.707 3388.7185 851.4002, 22056.197 3456.6733 844.7241, 21968.893 3525.7822 842.40094, 21901.793 3578.1904 839.75073, 21795.514 3663.0894 836.1284, 21722.875 3723.3513 833.5611, 21640.457 3791.0425 831.2957, 21564.547 3854.0134 829.6208, 21430.848 3967.543 826.5244, 21351.883 4036.1555 826.45245, 21271.92 4106.5005 827.0124, 21156.127 4207.9556 830.6244, 21034.643 4317.772 838.0219, 20943.79 4401.773 845.92017, 20864.213 4484.386 855.32916, 20808.22 4548.302 861.7981, 20739.04 4634.2803 868.22894</trace>
</ink>
</file>

<file path=ppt/ink/ink964.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20911.074 3596.1663 874.14984, 20950.93 3663.52 865.603, 20998.607 3747.2922 861.9216, 21046.822 3841.9119 860.80145, 21085.238 3929.2488 861.0422, 21109.379 3992.6238 861.3405, 21075.998 3900.225 862.4511, 21048.309 3804.9365 857.369, 21043.37 3682.6658 859.1752, 21055.693 3619.2434 859.84955, 21085.297 3523.8672 860.104, 21139.973 3431.2168 860.5944, 21181.53 3368.0667 861.4487</trace>
</ink>
</file>

<file path=ppt/ink/ink965.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21134.453 3672.1775 874.14984, 21154.582 3750.08 871.2556, 21178.443 3850.5867 870.305, 21189.148 3762.8276 866.66565, 21207.023 3667.9387 864.8015, 21259.607 3600.5366 814.99554, 21294.324 3665.6936 823.3102, 21310.396 3773.6248 831.88556, 21317.246 3693.9792 861.57367, 21337.184 3588.796 862.8704, 21379.662 3656.7896 862.347, 21448.033 3605.374 857.72284, 21458.828 3500.977 858.0181, 21501.352 3585.634 734.95483, 21560.375 3505.7346 860.145, 21580.17 3432.6301 862.92365, 21649.422 3396.6912 865.0495, 21671.89 3480.5898 865.3636, 21695.912 3378.6316 855.1955, 21730.393 3285.85 855.3956, 21814.475 3268.2537 858.55884, 21844.713 3366.06 857.15674, 21864.344 3438.9727 855.0968</trace>
</ink>
</file>

<file path=ppt/ink/ink966.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21343.127 3355.2053 874.14984, 21331.643 3423.1838 861.5464</trace>
</ink>
</file>

<file path=ppt/ink/ink967.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20597.605 4819.069 874.14984, 20533.555 4887.9917 867.2999, 20459.365 4964.469 861.73706, 20376.938 5044.9507 860.5517, 20285.305 5125.842 858.4979, 20209.82 5192.891 857.87775, 20092.355 5293.8926 856.27637, 19980.256 5381.1743 851.39355, 19849.725 5479.8486 845.9692, 19775.223 5537.028 844.19257, 19658.785 5626.7646 842.5408, 19585.5 5684.6514 841.2418, 19503.97 5748.3896 838.85614, 19416.803 5815.3765 836.3775, 19329.041 5881.5195 834.91754, 19197.963 5977.964 833.85236, 19117.992 6036.74 834.0395, 19031.844 6103.4307 833.6859, 18958.676 6161.3193 832.7012, 18893.174 6214.1533 831.72186, 18814.531 6278.5786 829.94, 18725.713 6351.652 827.32104, 18628.986 6429.438 824.8826, 18565.03 6480.861 822.7109, 18486.512 6541.8975 820.86426, 18399.076 6608.775 819.62836, 18307.475 6678.5034 819.45667, 18227.285 6739.2354 820.47284, 18160.963 6789.318 821.5835, 18082.873 6849.549 822.97156, 17999.668 6915.439 824.6522, 17915.117 6982.608 827.09735, 17794.092 7077.5835 832.631, 17730.033 7125.543 837.0169, 17635.543 7193.0513 844.61194, 17569.732 7219.699 849.72296, 17615.094 7126.8335 857.99133, 17739.63 7008.253 856.22876, 17862.781 6905.479 843.7083, 17979.715 6815.3926 829.8554, 18056.182 6757.9 825.48126, 18138.365 6695.2676 826.7525, 18201.947 6646.549 827.87585, 18265.416 6597.3027 828.69446, 18340.43 6540.3804 829.3216, 18423.115 6478.3096 829.66064, 18507.613 6414.558 830.14935, 18633.914 6318.875 833.8575, 18711.545 6260.138 836.183, 18796.133 6196.9766 837.80927, 18868.166 6144.3213 837.18866, 18933.883 6097.202 836.09467, 19013.15 6042.0503 835.04346, 19098.781 5982.3276 833.70746, 19186.266 5919.9995 833.0848, 19272.727 5857.4233 833.8608, 19335.496 5811.84 835.623, 19463.672 5716.9243 840.63196, 19535.797 5664.452 842.92413, 19604.75 5614.751 844.9775, 19716.479 5534.0483 848.71606, 19839.58 5441.186 852.49286, 19924.805 5371.4126 855.3269, 20017.344 5292.028 857.2787, 20097.412 5225.7583 858.72986, 20180.697 5159.766 859.6643, 20251.336 5101.6123 861.8634, 20334.758 5029.255 863.2396, 20411.227 4962.049 862.4083, 20490.934 4899.317 861.2255, 20571.533 4837.2104 857.89, 20651.643 4761.8325 838.83826</trace>
</ink>
</file>

<file path=ppt/ink/ink968.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20463.395 4518.1265 874.14984, 20513.566 4592.3354 850.5175, 20579.96 4679.8633 854.5421, 20644.314 4760.9688 856.3755, 20701.992 4829.9526 858.26715, 20775.947 4916.9683 865.8192, 20746.818 4849.3145 864.8514, 20692.348 4779.0317 860.5844, 20629.139 4708.1157 859.3982, 20561.959 4632.839 862.4222, 20635.727 4712.67 860.85077, 20719.453 4796.8403 860.28705, 20792.76 4871.1436 858.7074, 20858.908 4940.922 859.15625, 20835.373 4875.1465 859.5683, 20758.242 4778.3394 855.5903, 20689.877 4699.5596 855.45337, 20607.543 4611.9805 859.8861, 20637.098 4696.4624 860.6952, 20713.309 4778.8784 857.6301, 20799.42 4866.0283 860.44464, 20870.617 4914.3535 864.4358</trace>
</ink>
</file>

<file path=ppt/ink/ink969.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20642.648 4774.0825 874.14984, 20572.266 4833.446 866.33673, 20496.254 4904.5757 861.41156, 20409.639 4992.546 859.89233, 20303.912 5095.1973 856.80164, 20212.623 5181.7666 853.2083, 20144.64 5241.934 848.6987, 20064.006 5310.324 842.88947, 19989.666 5372.9087 837.34143, 19849.252 5489.3354 827.5652, 19760.496 5560.321 822.9883, 19665.293 5635.5117 819.57153, 19597.482 5688.612 817.7575, 19520.568 5746.979 816.0028, 19431.812 5813.0156 815.3118, 19333.48 5885.6436 815.3376, 19240.762 5954.646 815.6134, 19168.67 6008.43 815.73816, 19081.895 6072.766 815.51984, 18987.828 6141.333 815.96924, 18889.377 6213.0166 816.83923, 18816.656 6265.9395 818.0728, 18742.184 6320.1553 818.97076, 18657.363 6380.574 820.6424, 18567.533 6445.513 822.21204, 18482.377 6508.3535 824.1144, 18349.229 6608.4185 828.084, 18271.383 6667.052 831.4552, 18192.598 6726.8086 834.59735, 18075.135 6817.0146 840.9925, 18011.57 6864.65 844.19476, 17945.312 6912.88 846.8483, 17878.266 6960.2065 849.2635, 17811.24 7006.278 851.3826, 17714.738 7071.777 855.8808, 17623.84 7133.982 861.2106, 17521.637 7214.84 863.4823, 17433.002 7290.17 865.518, 17474.637 7218.303 860.38715, 17552.793 7138.5566 848.74194, 17631.4 7068.2495 840.0318, 17707.303 7005.36 840.8243, 17788.469 6939.7656 844.525, 17751.83 7024.76 856.58246, 17667.215 7106.866 853.4626, 17599.287 7168.5986 853.37726, 17508.217 7248.8643 858.5162, 17434.902 7277.489 862.5801, 17348.299 7267.882 866.508, 17364.709 7349.5645 867.26904, 17375.96 7259.933 853.1245, 17335.07 7184.837 855.9644, 17341.473 7254.1035 862.5371, 17384.39 7334.778 865.6593, 17436.928 7402.9106 867.5599</trace>
</ink>
</file>

<file path=ppt/ink/ink970.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18497.096 6509.4146 874.14984, 18533.195 6585.543 867.2003, 18581.967 6700.419 860.0367, 18617.715 6790.9736 854.4779, 18645.06 6866.879 853.0889, 18672.238 6951.884 856.13104, 18687.482 7020.385 860.0858, 18620.598 6922.39 863.2206, 18603.475 6812.129 859.6636, 18604.1 6744.5605 858.2604, 18612.852 6677.587 857.115, 18636.262 6576.0884 855.25, 18696.402 6479.8115 858.1021, 18767.441 6428.079 861.34937, 18837.115 6420.299 863.36285, 18902.043 6427.5776 758.63007</trace>
</ink>
</file>

<file path=ppt/ink/ink971.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18884.105 6706.4233 874.14984, 18900.955 6803.662 862.89105, 18903.742 6911.3145 859.84814, 18872.363 6821.6294 854.32275, 18869.193 6720.724 855.6419, 18879.596 6637.393 860.2801, 18935.125 6572.251 864.1005, 18996.727 6644.299 863.9533, 19017.408 6721.41 861.35095, 19031.031 6815.084 860.30634, 19033.035 6884.721 862.87994, 19006.156 6791.773 862.08795, 19013.453 6683.35 852.0273, 19056.588 6578.0513 853.28394, 19135.217 6586.253 854.7017, 19156.092 6659.517 856.0476, 19168.002 6753.074 860.5508, 19174.592 6818.6313 860.5963</trace>
</ink>
</file>

<file path=ppt/ink/ink972.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19450.37 6524.41 874.14984, 19357.727 6599.322 864.45386, 19314.736 6689.4536 865.26263, 19329.719 6767.7285 866.1312, 19411.69 6713.2476 861.61255, 19450.941 6599.582 860.18207, 19503.75 6688.4673 861.4534, 19568.027 6657.555 859.7052, 19587.037 6590.104 853.55615, 19601.977 6525.2627 784.4677</trace>
</ink>
</file>

<file path=ppt/ink/ink973.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19763.838 6380.661 874.14984, 19755.43 6451.867 864.51135, 19726.475 6556.841 862.78534, 19687.908 6660.5728 865.29987, 19637.205 6724.1455 870.9373</trace>
</ink>
</file>

<file path=ppt/ink/ink974.xml><?xml version="1.0" encoding="utf-8"?>
<ink xmlns="http://www.w3.org/2003/InkML">
  <definitions>
    <brush xml:id="br1">
      <brushProperty name="height" value="0.01984375" units="cm"/>
      <brushProperty name="width" value="0.01984375" units="cm"/>
      <brushProperty name="tip" value="ellipse"/>
      <brushProperty name="color" value="#008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19584.582 6464.9453 874.14984, 19645.37 6564.19 862.8909, 19689.377 6630.4126 854.4821</trace>
</ink>
</file>

<file path=ppt/ink/ink975.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20508.44 4804.073 874.14984, 20442.883 4839.596 870.5962, 20367.83 4870.414 865.8088, 20279.568 4898.9976 859.56024, 20181.633 4924.577 850.9149, 20051.54 4956.361 840.9117, 19970.7 4977.3857 840.25854, 19883.86 5001.388 839.9127, 19797.066 5027.4766 840.4295, 19658.654 5071.281 840.9265, 19568.389 5099.9375 840.0207, 19469.426 5131.2993 839.0084, 19388.457 5157.0483 838.1692, 19312.492 5181.346 837.3253, 19221.828 5210.227 836.51434, 19122.27 5243.3657 834.9282, 19020.41 5278.631 833.87244, 18953.412 5301.8525 832.7646, 18870.799 5331.0493 832.0999, 18778.795 5365.9946 831.94684, 18680.072 5404.8706 832.1854, 18577.318 5445.5586 832.61005, 18483.623 5481.6875 833.32684, 18410.38 5509.6245 833.9132, 18326.48 5539.712 834.58813, 18239.234 5570.449 835.97516, 18152.695 5600.3296 838.7739, 18088.566 5622.375 841.5942, 17962.92 5666.009 847.34766, 17896.746 5690.6123 850.0223, 17792.992 5728.447 854.584, 17698.496 5762.567 861.1341, 17632.922 5785.53 867.1076, 17568.068 5805.636 822.20593</trace>
</ink>
</file>

<file path=ppt/ink/ink976.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18422.637 5091.572 874.14984, 18468.057 5157.926 871.19995, 18522.572 5272.315 867.76074, 18547.816 5362.102 867.8931, 18519.873 5252.355 865.2378, 18524.54 5145.891 864.3153, 18577.459 5054.503 862.31323, 18666.086 5002.8906 858.95984, 18749.58 4982.385 855.06757, 18818.092 4983.027 844.1139, 18883.725 4990.7285 761.16675</trace>
</ink>
</file>

<file path=ppt/ink/ink977.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19033.025 4638.607 874.14984, 19005.975 4720.423 865.5227, 18970.55 4842.493 860.3506, 18957.004 4911.5166 856.55524, 18948.93 4981.0986 851.2353, 18944.578 5083.684 836.84906, 18955.758 5164.433 809.00934, 18970.965 5227.6343 741.3667</trace>
</ink>
</file>

<file path=ppt/ink/ink978.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19137.822 4850.0938 874.14984, 19108.018 4934.135 866.4702, 19107.092 5024.6416 866.23486, 19209.865 5042.6387 860.5156, 19290.002 4969.3853 852.2599, 19332.83 4886.2656 850.6544, 19332.64 4800.3887 852.70374, 19275.678 4728.9473 854.4207, 19172.041 4710.5894 858.53265, 19102.604 4752.266 862.08484, 19087.723 4816.706 862.2387, 19143.568 4892.0894 859.79803, 19222.936 4932.944 857.79504, 19287.637 4930.459 855.8785, 19353.07 4915.4556 671.3902</trace>
</ink>
</file>

<file path=ppt/ink/ink979.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19361.201 4562.5957 874.14984, 19435.035 4615.6494 863.90454, 19513.773 4698.2344 858.6244, 19547.162 4803.086 860.74304, 19520.309 4885.446 860.2669, 19492.604 4949.7314 859.32196</trace>
</ink>
</file>

<file path=ppt/ink/ink980.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11657.806 4276.648 874.14984, 11568.103 4252.972 863.8234, 11504.255 4248.6294 862.5973, 11433.627 4253.168 860.0398, 11362.871 4267.3276 857.40564, 11297.458 4288.2085 856.306, 11208.799 4325.8457 855.42004, 11108.215 4403.4375 853.9607, 11037.3545 4479.458 855.1053, 10978.256 4576.6226 855.99316, 10943.401 4670.117 857.6748, 10935.803 4760.1904 859.03815, 10963.701 4852.9385 859.59576, 11012.363 4928.5737 859.2467, 11111.297 5015.1367 857.743, 11200.324 5076.549 855.8292, 11323.586 5137.156 854.7011, 11431.244 5174.9355 854.5284, 11544.524 5192.0903 855.4368, 11648.464 5189.425 857.0457, 11740.818 5169.309 858.6229, 11824.738 5135.154 860.92377, 11908.487 5074.936 862.29254, 11996.315 4968.955 863.4696, 12024.3545 4843.573 863.79297, 12019.852 4773.4595 862.6693, 11997.551 4668.06 859.784, 11946.448 4568.902 852.6394, 11892.267 4498.8794 838.23315, 11829.404 4450.002 813.8695, 11753.821 4416.9404 773.1343, 11688.257 4390.3833 604.3106</trace>
</ink>
</file>

<file path=ppt/ink/ink981.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10317.525 3672.1775 874.14984, 10351.434 3743.4595 864.6952, 10420.277 3846.447 857.1036, 10467.381 3911.5278 852.00037, 10546.389 4016.8628 844.2925, 10625.824 4111.363 838.39124, 10742.278 4216.915 823.4431, 10808.534 4274.2925 805.7139, 10873.234 4322.04 520.68317</trace>
</ink>
</file>

<file path=ppt/ink/ink982.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10540.905 4291.6436 874.14984, 10616.729 4343.3555 863.12683, 10715.331 4415.366 857.92065, 10801.054 4475.5 856.6402, 10886.584 4510.2485 859.8371, 10955.491 4507.0195 860.80646, 11005.606 4427.676 861.44543, 11012.576 4351.4272 858.75507, 10995.83 4219.6294 848.2105, 10986.127 4155.2207 832.77576, 10972.415 4091.9685 812.1187</trace>
</ink>
</file>

<file path=ppt/ink/ink983.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9304.501 3144.2354 874.14984, 9270.304 3228.0793 861.47546, 9244.534 3292.7454 854.16455, 9218.169 3366.1082 849.8956, 9185.905 3470.459 846.1942, 9171.989 3557.3955 849.3655, 9213.551 3647.5051 850.95575, 9332.214 3685.6453 852.74146, 9426.535 3652.416 849.5872, 9539.089 3547.6284 839.1013, 9589.588 3484.0684 835.10455, 9654.854 3387.1008 829.1739, 9666.735 3305.052 836.841, 9592.48 3302.3208 843.56476, 9517.453 3384.624 844.8703, 9471.054 3495.157 848.7339, 9464.184 3582.2722 851.6139, 9521.909 3650.7595 854.95105, 9591.117 3659.9487 857.6644, 9659.49 3600.079 860.03424, 9733.838 3501.0388 863.373, 9803.944 3462.4595 863.9773, 9847.542 3551.6753 856.2725, 9847.217 3631.962 849.40125, 9847.277 3563.586 846.12317, 9879.368 3461.5447 840.54584, 9934.446 3376.9277 846.92737, 10009.838 3350.015 853.1996, 10080.119 3436.5671 859.3426, 10107.505 3525.0293 862.9021, 10131.147 3595.6797 861.27014</trace>
</ink>
</file>

<file path=ppt/ink/ink984.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10198.021 2812.2673 874.14984, 10202.955 2912.272 861.0928, 10206.098 2984.6658 852.0488, 10208.608 3070.3213 843.42596, 10211.817 3164.8945 836.64703, 10214.568 3242.8186 834.25977, 10217.525 3312.924 832.8475, 10221.177 3379.3853 832.41437, 10229.786 3508.8936 831.6519, 10237.449 3604.5544 841.4984, 10277.127 3522.9084 850.8919, 10318.726 3408.349 854.7918, 10362.88 3318.5728 857.64606, 10448.541 3294.547 858.85144, 10485.216 3358.307 858.8106, 10501.395 3451.5498 859.0679, 10527.556 3538.3 862.17847, 10610.204 3577.4578 862.58887, 10692.581 3523.6003 859.26953, 10754.543 3417.6028 857.6097, 10784.195 3324.854 857.1345, 10703.62 3299.797 859.4516, 10682.937 3410.4382 859.6102, 10711.909 3499.4292 855.7814, 10740.959 3565.5234 844.20404</trace>
</ink>
</file>

<file path=ppt/ink/ink985.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10063.81 3129.7568 874.14984, 10171.628 3124.425 854.0425, 10270.522 3120.19 835.46106, 10359.066 3116.2354 790.1616, 10424.836 3114.0571 749.23346</trace>
</ink>
</file>

<file path=ppt/ink/ink986.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9021.369 4231.145 874.14984, 8945.46 4326.0034 858.3166, 8866.989 4447.5996 848.32275, 8836.518 4511.238 846.9033, 8803.867 4600.976 851.22595, 8891.835 4613.0117 853.2962, 8948.155 4546.6245 851.0994, 8996.871 4450.625 844.8537, 9023.912 4374.3525 841.6058, 9046.487 4306.2695 838.15704, 9087.131 4207.1187 845.136, 9077.916 4279.7915 850.84564, 9053.739 4376.008 846.0404, 9037.815 4508.212 843.68964, 9038.756 4577.189 843.98596, 9052.768 4672.2373 847.1383, 9121.366 4687.8135 853.75757, 9214.466 4569.342 844.47455, 9259.616 4478.7 836.5549, 9316.906 4339.001 822.3848, 9339.878 4251.351 818.023, 9356.972 4165.3706 818.5174, 9369.165 4095.0085 821.5487, 9380.61 4020.2578 831.61597, 9368.469 4087.4758 845.8137, 9354.719 4163.2363 844.0267, 9338.162 4256.6943 841.58044, 9321.789 4358.4614 840.6657, 9309.982 4433.293 838.61993, 9302.122 4506.122 837.8483, 9302.102 4612.8374 842.509, 9382.051 4585.7856 858.82965</trace>
</ink>
</file>

<file path=ppt/ink/ink987.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9542.589 3974.1543 874.14984, 9533.144 4062.3672 863.48773, 9526.328 4125.303 857.899, 9516.823 4203.735 850.98254, 9505.669 4294.323 844.28894, 9496.156 4371.2095 838.9512, 9487.124 4437.763 829.8964, 9469.356 4551.2285 797.69434, 9458.768 4615.8926 744.4031</trace>
</ink>
</file>

<file path=ppt/ink/ink988.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9288.873 4336.113 874.14984, 9354.075 4327.7666 865.3057, 9483.018 4340.6914 850.4134, 9587.29 4370.8677 841.12036, 9658.595 4422.9673 839.17725, 9706.322 4523.811 840.8429, 9713.973 4587.847 839.7136, 9713.356 4680.434 841.5554, 9650.159 4566.72 845.57574, 9652.287 4469.435 846.1786, 9699.859 4379.5425 851.2141, 9769.665 4324.1655 852.596, 9840.429 4291.6436 861.6867</trace>
</ink>
</file>

<file path=ppt/ink/ink989.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10034.393 4381.616 874.14984, 9935.205 4479.713 862.1552, 9878.504 4551.131 861.1045, 9866.481 4614.3965 863.2681, 9947.449 4574.0073 861.77527, 9982.915 4481.4453 860.7792, 10009.139 4378.533 861.66095, 10025.826 4468.4097 859.89923, 10046.68 4569.0786 862.3465, 10063.798 4634.3135 868.5331</trace>
</ink>
</file>

<file path=ppt/ink/ink990.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10243.064 4321.117 874.14984, 10215.37 4402.135 867.6787, 10185.777 4495.45 859.345, 10188.361 4565.9824 862.21625, 10251.6875 4611.3384 861.8961, 10315.009 4615.0156 570.5185</trace>
</ink>
</file>

<file path=ppt/ink/ink991.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10302.817 3913.6558 874.14984, 10307.751 4035.1074 856.9713, 10310.893 4110.679 848.06573, 10314.796 4196.017 840.69763, 10320.947 4317.4067 831.3694, 10327.767 4424.8223 809.9233, 10339.1875 4527.202 765.24243, 10346.94 4593.103 678.50446</trace>
</ink>
</file>

<file path=ppt/ink/ink992.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10287.189 4472.106 874.14984, 10361.832 4405.551 860.4415, 10445.825 4327.3613 848.9966, 10523.857 4252.399 843.6449, 10601.461 4161.3774 846.01825, 10655.484 4053.9395 849.3034, 10651.841 3987.8035 854.8835, 10575.286 4006.8523 860.4075, 10519.547 4076.2605 858.7066, 10486.534 4168.5205 857.14044, 10517.029 4265.4194 858.4911, 10603.015 4305.879 857.4677, 10683.728 4280.3027 856.4619, 10737.272 4189.3765 855.6242, 10759.205 4115.2065 854.36707, 10764.093 4039.164 854.64056, 10757.352 4114.351 859.6209, 10784.732 4186.702 863.11, 10854.993 4204.7505 864.66833, 10912.196 4110.8433 861.9088, 10999.263 4161.671 863.07153, 11079.618 4162.3823 862.2992, 11115.695 4078.4465 858.1789, 11141.793 3981.4888 859.14716, 11189.364 3916.7996 859.6707, 11258.22 3956.7148 857.2711, 11296.9 4033.9807 852.21027, 11326.426 4100.123 836.44904</trace>
</ink>
</file>

<file path=ppt/ink/ink993.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10289.028 4735.8184 874.14984, 10179.915 4763.8613 855.6846, 10095.981 4786.501 840.96246, 9996.253 4813.7275 829.6175, 9883.677 4843.545 821.06555, 9764.569 4872.598 800.07336, 9665.543 4896.0547 773.3893, 9583.816 4912.1543 741.9949, 9506.891 4923.4478 706.51245, 9442.766 4932.0737 656.3438, 9379.26 4930.621 600.69165, 9314.316 4932.2134 465.87274</trace>
</ink>
</file>

<file path=ppt/ink/ink994.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10346.94 3672.1775 874.14984, 10283.913 3691.4631 861.33496, 10216.768 3707.921 849.0476, 10129.637 3727.959 837.476, 10025.375 3749.9058 827.3834, 9937.676 3767.9185 819.7532, 9855.661 3782.4702 813.5924, 9774.408 3795.0208 809.3224, 9706.84 3804.8228 806.3633, 9636.196 3813.253 811.5357, 9517.638 3822.3882 824.44763, 9445.195 3814.6575 840.80524, 9380.644 3795.1812 688.24646</trace>
</ink>
</file>

<file path=ppt/ink/ink995.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13058.758 4834.5815 874.14984, 13025.509 4764.944 868.324, 13031.093 4891.6367 865.41675, 13030.221 4973.407 866.12646, 13023.846 4876.407 859.1981, 13022.629 4780.3027 855.4984, 13030.398 4689.2188 858.85956, 13009.771 4758.9375 859.35614, 12989.747 4866.893 860.00024, 12982.613 4942.376 858.7456, 13012.602 4822.194 860.0407, 13028.485 4759.1562 860.1083, 13044.8955 4834.6523 857.0061, 13038.603 4909.7754 847.5852, 13031.18 4981.95 820.45026</trace>
</ink>
</file>

<file path=ppt/ink/ink996.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14772.258 4684.1104 874.14984, 14780.485 4760.606 871.4161, 14786.884 4856.186 869.2471, 14791.8545 4764.2163 868.7301, 14805.248 4834.2617 866.15814, 14811.787 4933.465 864.3763, 14798.629 4998.28 857.3813</trace>
</ink>
</file>

<file path=ppt/ink/ink9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3686.9053 4003.6282 874.14984, 3600.3755 3962.8638 868.7047, 3478.8467 3945.0176 866.7691, 3415.1494 3950.5984 865.612, 3315.0684 3975.0046 862.84076, 3211.594 4044.934 862.92694, 3129.3984 4157.4004 862.1327, 3088.0122 4245.43 860.23254, 3072.2883 4352.252 859.19525, 3075.0305 4454.5938 860.286, 3087.3794 4549.9766 861.98706, 3102.11 4613.3994 862.4262, 3124.7446 4680.0615 862.8967, 3170.701 4778.3706 863.9741, 3268.9128 4873.7 864.8232, 3363.979 4921.9883 864.99225, 3469.4062 4932.3457 864.2789, 3581.1663 4900.153 863.9209, 3680.798 4834.115 863.72736, 3761.175 4729.881 863.80774, 3807.853 4616.3403 863.9779, 3821.4263 4545.831 864.1624, 3827.8179 4471.5967 863.8723, 3828.6384 4396.578 863.74677, 3825.102 4324.2764 864.28375, 3817.5247 4260.3145 865.30426, 3798.1033 4167.1636 866.49945, 3768.09 4090.868 867.0771, 3696.7944 4002.0298 868.72186, 3620.6113 3966.6987 869.045, 3556.8364 3941.2417 845.34814</trace>
</ink>
</file>

<file path=ppt/ink/ink9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25563.447 5763.7803 874.14984, 25587.348 5696.177 873.06146, 25524.703 5768.8965 875.335</trace>
</ink>
</file>

<file path=ppt/ink/ink9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12477.784 4850.0938 874.14984, 12463.031 4926.0903 863.06415, 12468.027 4848.1177 852.9766, 12463.757 4770.456 845.1106, 12467.13 4893.5635 845.17993, 12473.405 4977.06 810.9933, 12462.711 4899.564 814.70984, 12449.831 4816.708 816.10455, 12451.109 4937.537 839.49426, 12460.388 5047.0464 845.692, 12464.229 4957.2354 841.9732, 12454.559 4847.4663 839.0852, 12450.697 4936.5225 833.21643, 12456.414 4871.9375 843.97577, 12462.827 4796.814 862.93054, 12464.921 4886.514 856.38715, 12467.189 4777.5044 852.29535, 12462.257 4699.295 855.59644, 12467.169 4799.6294 851.7482, 12468.602 4885.8105 848.9893, 12476.71 4792.081 848.5257, 12478.53 4705.591 845.532, 12482.105 4817.135 847.40063, 12482.534 4898.9434 853.23785, 12492.208 4820.5938 851.98694, 12497.244 4729.3105 848.301, 12511.855 4794.0986 854.2275, 12508.155 4891.2383 856.2629, 12500.779 4780.4 855.63196, 12503.739 4848.6353 844.0996, 12501.4795 4929.8613 844.7884, 12505.308 4826.8213 842.7911, 12504.317 4754.0664 841.9275, 12488.851 4850.592 848.9242, 12487.595 4770.944 851.055, 12486.729 4707.0713 851.73126, 12490.98 4634.4595 855.47754, 12509.155 4741.0244 845.4961, 12512.142 4827.4214 846.194, 12508.486 4743.2275 847.94336, 12505.236 4671.869 844.6802, 12501.573 4603.733 845.8895, 12494.072 4674.49 849.7054, 12492.137 4741.9834 850.6148, 12490.609 4830.871 857.33844, 12488.977 4730.461 850.71686, 12489.512 4634.9023 841.26904, 12512.561 4724.59 838.1929, 12513.81 4828.6357 844.2012, 12506.974 4894.505 852.8547, 12487.199 4796.8975 856.74994, 12478.761 4702.608 854.6882, 12473.604 4626.671 853.03345, 12475.019 4740.7544 852.51416, 12475.307 4807.4365 854.1882, 12476.939 4897.662 859.37524, 12476.487 4815.615 855.0733, 12471.318 4728.3394 855.2242, 12475.32 4803.7256 853.2426, 12482.976 4895.1826 847.2232, 12484.39 4812.499 849.1302, 12477.396 4710.9673 841.63074, 12471.902 4646.2876 848.5682, 12476.621 4744.554 852.57666, 12483.079 4841.2593 852.0714, 12492.484 4773.209 858.92114, 12491.049 4838.303 860.0669, 12496.81 4930.2935 853.98615, 12496.923 4858.5854 853.0592, 12488.106 4777.466 854.57556, 12498.414 4860.0854 855.722, 12506.874 4935.295 858.3833, 12509.546 4849.093 854.9101, 12508.791 4770.61 856.18555, 12519.518 4852.113 860.8418, 12513.193 4774.806 858.5572, 12505.149 4701.735 857.7356, 12507.327 4781.202 861.0648, 12512.654 4864.4175 863.078, 12529.376 4940.879 862.04236, 12537.864 4875.566 861.2092, 12534.617 4810.1157 862.8376, 12539.861 4896.7744 856.87354, 12542.248 4964.1953 859.656, 12526.426 4876.4434 852.1419, 12517.075 4808.5 852.18713, 12519.947 4897.021 858.9208</trace>
</ink>
</file>

<file path=ppt/ink/ink10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24031.959 11136.796 874.14984, 24096.586 11141.182 857.13, 24173.184 11146.551 848.34766, 24258.318 11151.208 843.8744, 24348.496 11154.509 835.8365, 24441.29 11156.611 826.9509, 24534.572 11157.882 817.2135, 24602.31 11158.67 802.93134, 24668.201 11160.275 781.8722, 24735.998 11164.972 755.22174, 24801.602 11168.698 699.1074, 24864.682 11175.023 603.4751</trace>
</ink>
</file>

<file path=ppt/ink/ink10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23170.613 11414.986 874.14984, 23093.729 11414.986 848.9149, 22997.318 11412.99 830.53467, 22885.506 11409.876 819.38983, 22762.535 11406.78 812.40436, 22632.361 11402.841 808.2337, 22497.547 11396.651 805.9231, 22374.975 11389.557 804.8016, 22280.855 11383.677 803.894, 22167.658 11374.6045 796.0827, 22039.277 11361.954 775.95013, 21956.438 11353.731 760.3974, 21879.152 11346.774 729.20135, 21816.225 11338.666 691.48956</trace>
</ink>
</file>

<file path=ppt/ink/ink10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24888.709 9633.635 874.14984, 24813.982 9641.371 869.867, 24716.088 9643.539 867.7218, 24615.875 9645.043 863.8097, 24491.447 9643.739 860.0007, 24396.889 9642.425 857.4197, 24286.408 9640.893 858.22864, 24195.479 9640.177 858.76447, 24094.162 9642.182 861.9437, 23976.879 9640.904 865.5804, 23902.146 9634.112 867.99493, 23970.994 9557.814 867.50165, 24088.885 9500.92 863.7631, 24183.807 9455.429 860.10205, 24105.344 9523.222 862.938, 24040.312 9557.121 863.36676, 23972.062 9588.799 864.0017, 23887.4 9645.119 864.54193, 23842.02 9708.267 805.99554</trace>
</ink>
</file>

<file path=ppt/ink/ink10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18914.441 10660.045 874.14984, 18870.586 10731.265 870.6356, 18860.686 10809.65 866.19275, 18860.67 10893.483 861.99817, 18867.098 10993.675 863.13416, 18879.871 11108.4795 864.17, 18912.242 11029.785 861.1269, 18914.986 10945.085 861.5958, 18916.02 10852.982 863.2927, 18922.553 10766.587 864.6503, 18940.578 10858.498 856.4224, 18939.656 10950.503 848.66815, 18935.363 11064.124 847.80115, 18932.492 11149.519 850.7479, 18936.238 11018.606 850.28467, 18937.92 10905.52 843.7616, 18939.406 10838.681 840.68677, 18940.562 10736.109 842.4863, 18931.104 10851.924 850.31775, 18930.404 10954.433 847.0529, 18930.8 11074.545 849.46466, 18935.227 11159.825 853.1348, 18943.066 11056.856 848.9571, 18944.709 10941.725 840.1749, 18945.13 10869.023 836.9966, 18943.479 10797.944 833.4444, 18937.35 10708.853 838.141, 18902.195 10799.689 844.2661, 18890.697 10912.153 844.82733, 18886.814 10977.218 847.73157</trace>
</ink>
</file>

<file path=ppt/ink/ink10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18832.594 10709.698 874.14984, 18908.379 10756.648 871.41077, 18918.533 10854.596 870.01434, 18908.264 10946.317 869.2997, 18899.38 11013.819 866.8513</trace>
</ink>
</file>

<file path=ppt/ink/ink10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19547.863 10833.251 874.14984, 19473.105 10827.607 868.5335, 19376.79 10830.455 862.3583, 19289.742 10840.245 859.4208, 19187.348 10852.064 858.23126, 19072.14 10859.333 858.1375, 19150.979 10855.415 858.31964, 19228.459 10847.871 857.5918, 19322.748 10835.391 856.3647, 19428.986 10818.987 855.9282, 19539.06 10803.559 858.63477, 19463.79 10765.536 855.59174, 19366.547 10759.018 851.13196, 19300.893 10757.413 850.08154, 19231.264 10756.773 849.6557, 19123.287 10758.027 850.43475, 19025.625 10763.21 852.9983, 18944.428 10769.415 858.71674, 19014.852 10755.087 849.05023, 19089.475 10754.139 846.6889, 19176.732 10756.703 843.8557, 19241.816 10759.009 841.33264, 19306.826 10761.515 844.57007, 19384.479 10766.959 849.7397, 19296.117 10778.409 845.51746, 19202.617 10784.984 841.28516, 19071.633 10794.02 841.0641, 18969.188 10799.824 843.0433, 19078.219 10793.229 845.0537, 19171.783 10795.456 847.34814, 19299.48 10799.568 849.1717, 19397.676 10806.171 847.8087, 19289.564 10815.046 851.82446, 19216.49 10806.415 844.99036</trace>
</ink>
</file>

<file path=ppt/ink/ink10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18938.666 10493.217 874.14984, 18871.064 10441.13 867.61145, 18750.412 10392.188 865.91064, 18631.74 10397.813 862.95264, 18550.338 10426.256 860.6247, 18478.238 10484.098 857.75995, 18432.305 10548.873 857.47925, 18405.11 10632.555 856.4758, 18403.871 10744.594 856.6084, 18419.395 10830.03 857.02057, 18469.885 10936.331 857.26074, 18524.926 11020.198 857.2249, 18606.191 11109.814 857.14014, 18711.738 11202.138 857.0305, 18797.242 11268.4795 858.1261, 18886.195 11321.927 861.4623, 19000.78 11360.403 862.81433, 19120.877 11375.86 863.3185, 19238.64 11369.568 863.85895, 19303.705 11353.124 863.68024, 19368.738 11325.619 863.42377, 19466.438 11267.138 862.65424, 19556.762 11176.984 863.0308, 19615.578 11095.39 864.10986, 19652.803 10988.285 862.93445, 19661.809 10885.41 861.03705, 19643.3 10768.029 859.1302, 19613.639 10672.0625 857.3822, 19557.98 10561.863 856.0178, 19500.691 10477.533 856.485, 19425.803 10400.26 857.58356, 19316.379 10325.12 858.0381, 19213.043 10272.905 857.6409, 19081.37 10237.827 856.6438, 19007.256 10231.618 856.18134, 18898.568 10232.208 855.78705, 18769.523 10280.354 855.2548, 18669.652 10360.668 854.1598, 18604.498 10417.186 852.0085</trace>
</ink>
</file>

<file path=ppt/ink/ink10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18452.434 10385.504 874.14984, 18386.406 10415.161 870.47675, 18273.033 10437.08 864.2837, 18171.598 10447.114 857.9358, 18076.006 10450.603 853.41614, 18006.28 10450.858 850.94025, 17927.707 10450.612 850.4018, 17861.473 10449.774 850.0808, 17726.387 10445.379 850.0245, 17644.123 10440.595 849.89594, 17556.836 10434.478 849.9435, 17429.244 10424.982 851.4229, 17349.727 10418.342 852.2218, 17260.504 10410.098 852.6794, 17164.66 10398.561 851.69775, 17070.89 10384.983 850.0842, 17001.908 10374.576 848.60785, 16917.234 10358.284 846.2435, 16821.701 10338.181 843.69226, 16719.44 10317.099 841.52765, 16638.646 10301.09 839.9065, 16561.268 10286.661 838.58875, 16471.482 10270.39 837.9692, 16374.003 10252.5625 838.0268, 16272.942 10233.662 838.35675, 16204.264 10220.797 838.7434, 16117.443 10202.908 838.39276, 16019.262 10181.104 837.74335, 15913.363 10157.505 836.89294, 15826.206 10138.078 836.2312, 15747.325 10120.502 835.4456, 15656.434 10100.699 835.099, 15559.592 10079.491 835.482, 15459.214 10057.75 836.35144, 15392.991 10043.403 837.3729, 15313.19 10026.347 838.82825, 15222.254 10007.146 840.44745, 15123.756 9986.751 841.39233, 15037.459 9968.83 842.12384, 14965.172 9953.785 842.753, 14882.187 9934.71 843.1391, 14793.818 9912.496 843.8297, 14700.928 9888.241 845.06384, 14636.682 9871.365 846.33154, 14563.021 9851.504 847.4056, 14478.007 9827.834 848.08527, 14385.65 9800.382 847.73505, 14300.522 9774.466 847.2479, 14234.167 9754.064 846.8125, 14156.953 9729.05 846.81995, 14075.619 9700.366 848.0179, 13992.916 9668.743 849.12, 13871.161 9619.056 850.5087, 13804.045 9588.623 851.1538, 13732.287 9554.191 851.7673, 13662.995 9519.101 852.6759, 13552.382 9460.181 854.4445, 13487.25 9422.292 855.0542, 13421.36 9380.977 855.214, 13327.5625 9316.361 855.68555, 13239.865 9239.759 857.231, 13173.224 9168.729 858.9738, 13110.082 9085.647 860.11334, 13045.34 8989.553 860.60724, 12996.034 8914.077 861.29333, 12946.6 8824.691 863.0536, 12907.123 8740.285 863.4775, 12854.513 8618.093 860.4386, 12805.124 8513.146 856.7711, 12750.6045 8409.072 856.8171, 12701.8955 8312.863 857.1069, 12660.8545 8224.415 857.8929, 12616.719 8112.194 859.1065, 12583.868 8023.392 860.1509, 12542.741 7911.961 859.86975, 12508.397 7822.3706 859.70404, 12471.386 7715.936 859.58246, 12440.606 7613.8013 859.4179, 12417.201 7496.948 858.8291, 12407.845 7427.8403 858.3648, 12393.079 7314.5107 857.49, 12373.34 7183.772 856.94617, 12362.465 7109.3604 856.7347, 12346.979 6996.604 856.29016, 12338.815 6923.2363 855.9172, 12332.219 6840.7114 855.41187, 12327.507 6763.0293 854.54315, 12321.173 6625.3633 852.3603, 12317.5625 6541.665 851.5118, 12314.286 6454.1143 851.23413, 12312.049 6389.8887 851.26874, 12310.097 6323.318 851.3602, 12308.536 6246.14 851.5619, 12307.563 6161.5903 851.7947, 12305.948 6073.1997 852.0547, 12302.956 5983.3613 852.43396, 12298.019 5853.246 853.3382, 12294.129 5777.553 853.8126, 12287.135 5662.236 854.56116, 12280.331 5530.5005 855.80316, 12278.327 5458.694 856.4489, 12278.373 5384.7534 857.0001, 12279.203 5278.283 857.7521, 12276.33 5150.633 861.0874, 12270.17 5081.045 862.4445, 12258.856 5016.398 863.6345, 12217.624 4950.0454 865.2608, 12132.876 5001.0396 863.6154, 12072.408 5099.9106 863.30444, 12037.386 5179.5117 863.1337, 12099.143 5064.8403 862.3411, 12171.66 4977.689 863.8877, 12241.038 5003.478 864.4558, 12304.518 5107.326 862.6876, 12363.006 5213.2007 859.9847, 12406.338 5294.495 853.65094</trace>
</ink>
</file>

<file path=ppt/ink/ink10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11818.839 4699.441 874.14984, 11907.565 4706.8174 869.4832, 11975.014 4709.7505 865.9466, 12077.755 4713.174 860.9462, 12143.646 4714.508 858.294, 12210.399 4715.351 856.8695, 12312.62 4716.313 857.12866, 12380.568 4720.155 859.33215, 12283.966 4739.3477 854.5607, 12192.199 4745.7163 850.1135, 12094.577 4751.449 845.16077, 12027.447 4754.5127 843.29346, 11926.357 4758.319 844.76447, 11840.933 4760.699 848.04504, 11924.593 4725.9873 856.73694, 11989.402 4721.272 852.95123, 12061.344 4718.203 850.36005, 12173.0625 4716.579 848.935, 12287.08 4723.2734 852.1273, 12389.897 4732.625 857.2006, 12314.627 4750.335 853.03326, 12237.849 4753.376 846.4657, 12123.587 4757.41 841.5675, 12000.05 4760.353 844.12506, 11908.487 4764.07 849.762, 11843.427 4768.319 856.1923, 11912.161 4765.493 859.4586, 12008.612 4759.6777 851.71063, 12079.356 4755.713 845.4258, 12157.695 4752.1973 841.82465, 12231.994 4749.4004 840.27246, 12340.359 4747.0044 842.225, 12437.876 4749.9385 847.7482, 12358.14 4738.007 855.54834, 12244.047 4734.6646 850.37286, 12175.934 4735.952 848.878, 12068.874 4739.633 848.32916, 11962.675 4743.958 849.39777, 12045.886 4738.999 855.68353, 12125.026 4735.3613 856.6081, 12241.341 4734.8394 860.55304, 12328.003 4735.3447 863.7036, 12403.614 4733.059 867.2183, 12471.757 4731.9595 817.5135</trace>
</ink>
</file>

<file path=ppt/ink/ink10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20947.424 9645.772 874.14984, 20891.059 9745.108 870.56415, 20863.016 9820.276 868.62573, 20896.791 9887.164 864.75183, 20968.334 9919.657 860.9095, 21072.295 9944.296 853.20245, 21165.184 9958.511 838.0487, 21229.975 9967.309 809.30334</trace>
</ink>
</file>

<file path=ppt/ink/ink10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21190.54 11665.384 874.14984, 21261.41 11730.65 867.71985, 21356.611 11815.705 863.4114, 21385.707 11902.551 864.641, 21317.59 11982.041 863.50104, 21248.219 12014.835 858.777, 21182.26 12036.6045 794.1549</trace>
</ink>
</file>

<file path=ppt/ink/ink10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12122.969 4807.154 874.14984, 12130.086 4726.9824 836.2594, 12141.083 4613.4287 798.3661, 12148.549 4537.0903 727.0711, 12156.948 4470.8335 648.2514</trace>
</ink>
</file>

<file path=ppt/ink/ink10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12153.945 2526.1812 874.14984, 12148.558 2606.024 874.14984</trace>
</ink>
</file>

<file path=ppt/ink/ink10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8152.3867 4421.7114 874.14984, 8087.328 4461.4937 870.88086, 7987.3203 4526.084 865.1788, 7895.064 4587.297 860.7303, 7803.2617 4644.705 856.9591, 7679.3667 4721.39 855.2454, 7613.8315 4762.8184 854.76447, 7517.195 4824.8345 854.38776, 7400.6426 4904.963 855.00745, 7310.5615 4969.6396 856.2708, 7221.8906 5033.2817 858.99146, 7128.699 5075.1904 864.414, 7086.993 5007.2666 867.59125</trace>
</ink>
</file>

<file path=ppt/ink/ink10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7224.04 4760.69 874.14984, 7190.217 4838.848 867.703, 7134.772 4941.403 866.313, 7092.6743 5023.798 866.27026, 7071.3174 5092.5664 867.0565, 7168.8916 5147.6763 865.3528, 7297.5693 5117.968 862.3806, 7415.4844 5086.0576 855.6438, 7482.8203 5070.0776 849.10516, 7584.4727 5048.3853 830.5743, 7650.3716 5043.125 769.5516</trace>
</ink>
</file>

<file path=ppt/ink/ink10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6083.5537 8628.839 874.14984, 6151.582 8658.723 871.39514, 6231.0522 8685.673 860.59216, 6310.857 8710.334 854.8665, 6388.0093 8731.701 853.6726, 6475.191 8753.997 854.8908, 6540.188 8752.876 857.4597, 6607.6113 8755.657 241.38214</trace>
</ink>
</file>

<file path=ppt/ink/ink10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6478.735 8428.726 874.14984, 6493.7256 8497.117 871.88403, 6503.506 8566.378 868.85333, 6515.2715 8670.563 867.43115, 6515.867 8755.56 863.19183, 6514.5435 8822.527 847.00146</trace>
</ink>
</file>

<file path=ppt/ink/ink10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6250.6377 5639.2866 874.14984, 6247.4663 5714.506 869.93506, 6224.413 5820.537 866.7283, 6198.2256 5907.274 863.397, 6183.766 5980.129 863.69147, 6259.5146 6035.7515 862.8916, 6341.1426 6034.9834 860.99567, 6436.5 6021.768 857.59796, 6517.2197 6008.888 844.1285</trace>
</ink>
</file>

<file path=ppt/ink/ink10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4912.0913 7273.4556 874.14984, 4914.4956 7170.9375 870.5839, 4896.2573 7057.5815 869.13086, 4865.337 6952.9873 868.1159, 4836.633 6884.0405 864.02997</trace>
</ink>
</file>

<file path=ppt/ink/ink10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6752.8267 5546.886 874.14984, 6722.639 5614.9336 871.5396, 6688.4556 5685.682 864.0633, 6656.707 5754.3257 860.4687, 6620.294 5837.3496 859.0345, 6586.768 5911.1514 857.9394, 6535.9043 6003.8965 857.55, 6485.1646 6091.592 858.3976, 6434.053 6186.841 858.8707, 6384.269 6290.8354 859.2781, 6344.3066 6381.0205 859.45233, 6289.4326 6494.1367 859.3033, 6246.223 6578.615 859.1326, 6193.9795 6674.473 859.465, 6151.562 6751.9272 860.3469, 6105.7236 6837.1997 861.27856, 6054.6724 6935.5117 861.5957, 6012.8823 7011.8833 861.6647, 5974.6226 7079.196 863.17126, 5929.9653 7159.8 865.1983, 5885.9775 7239.3013 866.7438, 5852.0293 7173.2705 856.9175</trace>
</ink>
</file>

<file path=ppt/ink/ink10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6159.5864 6301.9297 874.14984, 6177.2007 6369.8633 854.403, 6191.8726 6448.404 860.72986, 6205.58 6538.2754 863.7237, 6276.0137 6577.8765 864.5984, 6364.3223 6518.146 865.9902, 6477.6113 6435.065 864.7335, 6554.4673 6390.359 865.6736</trace>
</ink>
</file>

<file path=ppt/ink/ink10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5200.2637 7241.7754 874.14984, 5283.1255 7235.6997 868.3323, 5352.676 7232.3066 867.12463, 5481.723 7229.205 864.4827, 5547.348 7228.4053 862.5871, 5645.303 7227.5767 858.7401, 5725.6514 7227.144 846.99786, 5795.354 7227.016 832.12683, 5861.0806 7230.992 397.11505</trace>
</ink>
</file>

<file path=ppt/ink/ink10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5368.286 7103.967 874.14984, 5441.818 7146.5986 869.7922, 5534.186 7213.082 868.2969, 5568.266 7295.8906 866.9836, 5528.415 7389.663 864.9373</trace>
</ink>
</file>

<file path=ppt/ink/ink10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5839.499 7257.087 874.14984, 5866.221 7328.6 871.5129, 5900.1367 7414.5 863.4617, 5935.52 7503.514 864.2586, 5966.909 7587.05 864.9195, 5990.9746 7652.0654 864.1063, 6018.549 7725.3096 861.88184, 6045.643 7793.3594 859.46674, 6088.766 7895.958 857.38696, 6138.454 8008.4106 857.74274, 6174.721 8093.348 858.52203, 6213.741 8190.831 859.2594, 6247.6787 8275.947 860.7838, 6282.94 8360.237 861.96857, 6320.008 8445.91 862.4546, 6354.3057 8526.876 863.6557, 6394.5137 8612.738 863.9177, 6436.0054 8678.464 864.4832, 6478.737 8745.402 571.3614</trace>
</ink>
</file>

<file path=ppt/ink/ink10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6037.559 7859.0107 874.14984, 6029.4287 7945.4517 868.2397, 6016.2974 8017.3096 867.19794, 6000.137 8110.802 868.23126, 6011.15 8193.114 871.3397</trace>
</ink>
</file>

<file path=ppt/ink/ink10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5991.5645 7859.0107 874.14984, 6084.3716 7940.3965 863.99475, 6180.9175 8009.3765 860.423, 6260.705 8058.826 853.7497, 6341.6885 8105.5884 832.36993</trace>
</ink>
</file>

<file path=ppt/ink/ink10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8791.622 11541.831 874.14984, 8688.263 11478.131 869.4828, 8593.379 11424.866 863.5805, 8493.161 11372.926 853.20807, 8392.795 11324.171 844.7123, 8274.319 11262.456 836.6794, 8206.051 11225.458 837.85443, 8138.445 11190.902 839.25354, 8030.31 11136.946 842.6861, 7960.144 11099.971 844.97455, 7880.6143 11057.232 846.7615, 7814.4717 11021.281 848.10675, 7682.6313 10948.442 848.8526, 7609.884 10907.667 850.0349, 7540.485 10867.054 850.5581, 7446.704 10810.649 853.3701, 7353.1826 10753.618 857.8969, 7280.474 10713.495 862.61115, 7345.474 10716.883 803.24207</trace>
</ink>
</file>

<file path=ppt/ink/ink10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7559.1465 10693.859 874.14984, 7483.921 10660.51 867.9765, 7408.657 10652.573 866.8388, 7330.7153 10649.747 865.9964, 7266.423 10657.775 866.4598, 7239.58 10770.202 861.7941, 7321.3037 10884.278 852.8198, 7392.8687 10971.099 837.09454, 7455.0464 11044.111 811.0208, 7506.7974 11113.558 648.36316</trace>
</ink>
</file>

<file path=ppt/ink/ink10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8791.622 11556.615 874.14984, 8712.792 11601.921 869.95197, 8619.924 11655.414 863.5772, 8512.274 11713.838 861.01953, 8430.859 11755.598 858.8155, 8325.546 11806.951 857.9424, 8225.026 11860.132 857.9477, 8122.9756 11919.82 857.80066, 8018.9946 11988.017 857.9375, 7934.163 12045.195 859.2344, 7857.533 12094.504 862.81824, 7786.379 12132.242 865.7295, 7769.249 12064.602 416.8754</trace>
</ink>
</file>

<file path=ppt/ink/ink10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7726.23 11911.433 874.14984, 7708.9507 12000.168 869.13934, 7675.1875 12114.026 868.0816, 7652.325 12197.031 867.8344, 7648.546 12269.116 868.0329, 7759.662 12314.752 864.1732, 7872.418 12293.816 861.5285, 7947.7764 12276.406 855.3731</trace>
</ink>
</file>

<file path=ppt/ink/ink10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5794.443 7241.7754 874.14984, 5851.8965 7320.136 874.14984, 5857.2393 7255.3228 872.2629, 5932.901 7262.3696 870.34576, 5915.167 7332.2466 868.9028, 5849.346 7275.742 867.4729, 5925.5645 7243.6987 865.75134, 5992.999 7238.5674 678.45447</trace>
</ink>
</file>

<file path=ppt/ink/ink10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4607.023 9676.924 874.14984, 4516.0317 9696.413 867.2601, 4418.283 9710.127 858.8573, 4324.179 9718.438 856.9037, 4197.9316 9722.028 855.3971, 4120.6113 9720.076 855.02094, 4046.5732 9718.026 853.69293, 3902.794 9713.375 851.64124, 3808.0344 9712.416 849.8151, 3704.223 9713.846 847.18286, 3594.902 9717.373 843.7106, 3509.332 9720.5625 841.10077, 3425.0764 9726.03 839.1492, 3326.1243 9733.913 837.7449, 3217.6296 9742.627 835.675, 3107.5354 9752.381 832.96747, 3032.0862 9759.149 830.43317, 2941.293 9767.12 828.2431, 2844.5544 9775.853 822.6536, 2747.2769 9784.122 815.26306, 2654.3108 9790.775 803.25946, 2578.1108 9795.207 782.8175, 2461.3394 9799.937 717.9215, 2354.445 9801.455 624.3662, 2284.4526 9800.524 359.81027</trace>
</ink>
</file>

<file path=ppt/ink/ink10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8623.6 11695.4795 874.14984, 8560.149 11630.478 859.9639</trace>
</ink>
</file>

<file path=ppt/ink/ink10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7878.2944 11571.927 874.14984, 7948.4434 11580.879 872.0268, 7875.211 11624.337 869.61786, 7808.9746 11675.902 861.8926</trace>
</ink>
</file>

<file path=ppt/ink/ink10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7726.23 11541.831 874.14984, 7792.0044 11573.194 870.1434, 7890.603 11628.189 865.7698, 7962.8853 11670.372 857.1072</trace>
</ink>
</file>

<file path=ppt/ink/ink10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9597.94 11510.679 874.14984, 9570.663 11581.717 874.14984, 9505.543 11653.61 872.2593, 9438.36 11696.421 8.709869</trace>
</ink>
</file>

<file path=ppt/ink/ink10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9460.895 11571.927 874.14984, 9556.72 11660.383 867.19476, 9623.401 11714.048 851.3923</trace>
</ink>
</file>

<file path=ppt/ink/ink10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11134.548 9645.772 874.14984, 11044.7705 9725.728 871.8055, 10948.87 9811.022 867.6526, 10868.381 9882.74 865.55145, 10778.921 9967.632 865.6274, 10678.668 10068.675 862.82794, 10607.997 10142.502 859.90625, 10535.416 10229.357 860.68585, 10457.925 10336.117 862.0929, 10409.268 10409.185 862.8426, 10349.515 10508.645 862.1302, 10301.206 10592.678 860.50354, 10252.702 10681.808 861.3583, 10201.085 10797.812 862.886, 10173.325 10862.55 862.38074, 10129.25 10967.277 860.5318, 10094.892 11060.409 860.321, 10070.65 11134.424 861.7293, 10045.979 11228.867 862.76263, 10028.79 11309.204 863.5083, 10015.474 11435.361 864.8774, 10011.887 11517.68 865.2684, 10009.951 11645.007 864.2219, 10013.769 11723.325 861.4134, 10021.309 11800.745 858.8418, 10031.607 11873.607 857.57916, 10051.865 11981.159 856.6931, 10077.906 12081.971 858.1816, 10111.249 12182.089 858.67017, 10145.578 12273.779 859.82446, 10195.574 12376.979 860.6397, 10237.666 12451.47 860.80505, 10295.111 12545.739 860.3346, 10343.906 12622.996 860.3044, 10407.044 12717.087 860.1571, 10474.289 12805.151 859.5116, 10549.746 12899.261 858.51404, 10636.151 13004.128 857.50824, 10717.319 13096.891 856.44244, 10834.69 13216.171 854.4453, 10928.9375 13309.705 851.8129, 11042.43 13424.918 842.33276, 11131.741 13517.063 825.0265, 11217.379 13608.294 789.4615, 11292.243 13687.905 723.1325, 11353.741 13753.725 628.27277, 11421.635 13817.087 456.63312</trace>
</ink>
</file>

<file path=ppt/ink/ink10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3070.4172 7180.527 874.14984, 3023.5955 7259.582 868.9038</trace>
</ink>
</file>

<file path=ppt/ink/ink10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3116.412 7134.0625 874.14984, 3035.9304 7222.505 870.24194, 2962.0278 7265.9263 859.585</trace>
</ink>
</file>

<file path=ppt/ink/ink10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2934.3096 7195.8384 874.14984, 3011.834 7278.951 862.6968, 3085.6003 7341.1475 845.6053</trace>
</ink>
</file>

<file path=ppt/ink/ink10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1579.8063 5130.8193 874.14984, 1644.2339 5164.4824 871.67096, 1728.0331 5203.7554 867.5287, 1821.585 5249.4463 863.52, 1919.2043 5303.118 862.78613, 2012.2773 5358.346 861.27014, 2090.775 5406.729 860.28326, 2172.6975 5457.0273 861.29913, 2262.321 5515.122 860.7728, 2340.701 5568.6206 860.13434, 2436.6235 5637.2764 859.8586, 2530.5708 5706.696 859.7732, 2624.8054 5774.7476 858.83307, 2739.4756 5854.7554 857.6692, 2828.9067 5918.382 856.96545, 2937.9163 6000.215 856.8191, 3048.2175 6090.0054 856.7674, 3143.5305 6168.665 856.4106, 3235.6838 6246.051 856.006, 3337.6475 6330.918 855.66064, 3450.041 6431.9834 855.6703, 3534.008 6517.311 856.0399, 3611.97 6608.8867 857.065, 3679.3022 6700.254 858.2557, 3738.0427 6792.654 859.046, 3804.3232 6903.29 859.07996, 3857.1755 6998.7686 859.20807, 3890.9543 7098.1763 861.4518, 3907.0134 7198.326 862.7417, 3912.3064 7289.0005 862.79926, 3901.9292 7397.773 862.4143, 3867.1482 7529.0005 864.5105, 3841.05 7596.5103 863.8594, 3798.4072 7690.4683 861.4305, 3732.0789 7790.421 859.742, 3667.8264 7874.1787 859.7984, 3583.1223 7965.2207 858.51135, 3509.3943 8037.314 857.135, 3398.5872 8140.529 856.0903, 3293.9475 8233.485 853.8156, 3162.8223 8345.182 848.58997, 3086.171 8409.482 845.721, 2969.8347 8508.251 841.502, 2898.7222 8568.877 840.2415, 2820.8567 8634.394 838.97595, 2748.264 8695.354 834.7782, 2635.5803 8790.34 820.57825, 2520.4302 8884.794 790.755, 2443.0579 8946.116 729.3475, 2370.92 8991.539 518.93134</trace>
</ink>
</file>

<file path=ppt/ink/ink10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8441.497 7488.353 874.14984, 8538.817 7488.7017 864.47614, 8634.34 7498.7666 860.29266, 8724.291 7533.7754 862.9901, 8753.282 7606.655 863.7089, 8645.898 7704.3013 852.31335, 8563.896 7733.4204 841.94366, 8490.225 7748.91 829.32623, 8404.998 7771.481 790.2683, 8340.54 7774.2197 379.80917</trace>
</ink>
</file>

<file path=ppt/ink/ink10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8867.654 7520.0327 874.14984, 8790.1045 7627.1323 866.06976, 8735.838 7736.3184 864.2373, 8726.236 7819.0693 862.89777, 8814.938 7871.9214 858.92834, 8882.689 7903.087 850.67676, 8947.483 7906.0327 739.3475</trace>
</ink>
</file>

<file path=ppt/ink/ink10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5444.3184 5176.756 874.14984, 5459.3936 5257.684 870.2562, 5502.6333 5323.6143 868.81506, 5607.908 5311.8506 864.5457, 5687.9326 5242.1377 856.05634, 5751.956 5165.126 849.92175, 5735.108 5263.525 850.7811, 5715.7007 5356.2803 850.7635, 5706.257 5420.8335 851.5868, 5691.44 5492.4873 852.36975, 5669.4595 5561.453 852.9177, 5627.6147 5653.785 855.5314, 5560.766 5635.016 858.2334, 5600.267 5553.5933 854.03705, 5643.2363 5482.3906 838.22595</trace>
</ink>
</file>

<file path=ppt/ink/ink10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8441.497 9383.883 874.14984, 8465.682 9455.574 868.2701, 8507.578 9543.802 862.5351, 8590.783 9611.913 865.7212, 8686.563 9561.434 862.036, 8737.811 9489.7 858.90375, 8805.216 9475.315 858.17395, 8827.086 9540.663 850.5356, 8861.776 9666.13 833.64514, 8877.736 9749.262 825.23206, 8888.014 9835.513 822.99756, 8891.816 9902.893 825.7603, 8882.5625 10004.235 833.2744, 8805.386 9998.256 849.92944, 8801.133 9914.243 854.49725, 8865.667 9810.4375 841.0273, 8912.71 9738.172 801.8068</trace>
</ink>
</file>

<file path=ppt/ink/ink10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11438.677 11757.785 874.14984, 11518.122 11809.952 871.20667, 11535.937 11875.291 868.09143, 11496.982 11959.718 866.33154, 11416.789 12028.769 865.7987, 11339.178 12073.529 867.83307</trace>
</ink>
</file>

<file path=ppt/ink/ink10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11635.799 11818.505 874.14984, 11563.014 11829.866 871.684, 11492.486 11896.481 867.72614, 11484.662 11999.988 863.355, 11512.327 12068.409 860.5108, 11588.28 12126.59 856.53546, 11659.1875 12123.1 854.04083</trace>
</ink>
</file>

<file path=ppt/ink/ink10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9551.946 10333.208 874.14984, 9553.758 10448.478 855.18164, 9556.984 10533.666 844.7061, 9561.679 10637.432 834.5146, 9568.654 10759.321 824.8233, 9577.015 10899.037 815.59467, 9583.532 11006.921 808.2408, 9590.025 11122.983 801.42395, 9595.543 11230.587 795.83636, 9600.929 11343.788 784.33466, 9607.097 11495.472 771.773, 9613.752 11676.172 756.3083, 9620.715 11879.365 737.52576, 9628.868 12101.776 716.7161, 9635.24 12273.615 697.33484, 9642.866 12449.127 678.8332, 9653.465 12654.341 629.592, 9665.983 12866.328 574.2203, 9679.763 13060.051 513.1672, 9688.698 13185.442 459.1189, 9694.487 13279.604 341.9179, 9700.758 13360.586 265.091</trace>
</ink>
</file>

<file path=ppt/ink/ink10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9277.8545 10373.337 874.14984, 9374.857 10351.099 862.2442, 9463.218 10334.97 853.66675, 9531.457 10326.547 850.4792, 9595.934 10320.755 848.4947, 9724.188 10314.137 845.26337, 9814.738 10312.565 841.9416, 9921.47 10310.444 838.51984, 10000.779 10308.849 835.50793, 10095.28 10306.684 832.2084, 10215.884 10302.486 826.3608, 10359.84 10296.8125 818.4587, 10522.526 10290.171 808.657, 10696.089 10283.188 796.8711, 10812.194 10278.518 786.37024, 10962.761 10273.796 774.3277, 11138.994 10270.158 761.3454, 11336.487 10268.748 747.2784, 11507.703 10268.942 734.6823, 11662.679 10270.223 721.5227, 11850.863 10274.279 706.97345, 12062.878 10279.953 692.4944, 12292.662 10286.866 678.9572, 12448.307 10291.696 668.7878, 12636.802 10298.47 658.40216, 12854.218 10309.266 651.1058, 13034.313 10319.36 646.37585, 13207.651 10330.332 641.9856, 13417.319 10345.877 636.3216, 13650.58 10365.8955 629.48236, 13896.922 10389.917 623.80646, 14057.075 10405.634 620.93274, 14253.917 10425.405 619.5461, 14477.676 10447.242 620.19977, 14715.521 10468.506 625.09033, 14917.805 10484.915 630.3871, 15089.026 10497.736 635.3835, 15283.803 10508.821 642.5521, 15489.015 10518.534 654.04755, 15693.69 10527.9 671.7896, 15835.01 10534.259 690.65607, 15980.886 10541.155 711.4096, 16131.051 10547.567 731.18945, 16277.653 10553.489 750.9308, 16400.342 10559.56 769.17664, 16494.732 10564.711 786.05756, 16590.51 10572.526 802.7757, 16678.275 10584.31 817.69543, 16754.89 10601.113 830.2646, 16854.885 10633.052 847.927, 16929.352 10704.43 857.7283, 16974.404 10789.381 860.956, 16994.13 10859.918 858.7922, 17019.588 10981.68 850.0374, 17032.717 11074.927 844.0253, 17044.846 11188.145 836.6337, 17054.734 11303.02 828.676, 17061.84 11393.5205 821.12177, 17069.025 11513.516 813.223, 17076.332 11656.245 804.9728, 17084.646 11816.214 796.8013, 17091.318 11939.455 790.2041, 17098.959 12068.296 783.1264, 17110.535 12219.357 777.2614, 17125.645 12382.469 773.92694, 17141.477 12541.03 772.7566, 17152.67 12651.7295 772.3637, 17167.594 12778.168 774.6369, 17185.256 12906.172 780.213, 17202.03 13029.1455 788.9943, 17214.05 13122.857 799.57404, 17223.336 13202.162 809.65393, 17228.668 13278.151 820.1814, 17227.375 13344.989 831.2422, 17181.113 13444.746 847.41986, 17110.543 13495.072 857.2424, 16992.143 13510.599 857.64557, 16912.957 13510.245 854.4941, 16784.504 13506.306 850.65173, 16653.297 13500.765 843.57153, 16557.371 13498.048 838.4559, 16440.938 13493.445 833.7645, 16319.05 13488.417 828.25287, 16226.305 13484.555 822.45874, 16101.518 13480.026 814.8119, 15951.624 13475.244 804.0915, 15779.321 13468.582 787.6525, 15637.769 13462.499 773.1332, 15497.045 13455.65 757.5651, 15322.103 13445.781 744.07007, 15121.14 13433.752 731.6084, 14906.56 13419.246 714.57745, 14762.811 13409.455 699.28784, 14576.651 13396.541 681.78546, 14362.61 13384.614 665.5117, 14130.504 13375.015 652.379, 13933.691 13368.824 645.41376, 13758.544 13364.826 639.44824, 13549.777 13362.639 637.2921, 13318.635 13361.663 634.8576, 13071.002 13361.48 631.27155, 12906.521 13361.474 629.87054, 12704.763 13361.825 627.8544, 12474.962 13362.145 625.2951, 12227.953 13360.9 622.45294, 12010.075 13358.973 620.7609, 11832.097 13356.992 618.4442, 11623.803 13353.081 622.945, 11400.784 13347.727 627.8107, 11172.869 13341.241 636.09393, 10944.461 13334.4 649.2988, 10767.882 13329.046 661.5437, 10606.299 13323.657 676.27545, 10434.014 13317.533 695.51587, 10263.748 13310.577 715.0754, 10109.924 13303.745 736.47723, 10004.756 13299.015 756.058, 9898.692 13295.789 774.7371, 9812.72 13295.38 794.54315, 9747.228 13296.125 811.89905, 9646.074 13318.38 837.589, 9579.502 13342.24 868.6229</trace>
</ink>
</file>

<file path=ppt/ink/ink10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1366.7278 2033.66 874.14984, 1373.3663 2132.6418 862.1012, 1395.0879 2266.1455 853.6995, 1414.5828 2378.2537 852.244, 1420.9203 2445.8772 855.4816, 1396.004 2366.3115 834.90247, 1385.0287 2273.6313 824.57007, 1384.4285 2176.7642 817.69824, 1384.6608 2109.4604 812.7024, 1398.7532 2037.391 810.6941, 1470.426 1932.6742 820.5765, 1558.9418 1919.2056 828.57837, 1626.5139 1993.4618 848.1658, 1647.2915 2061.2576 754.73346</trace>
</ink>
</file>

<file path=ppt/ink/ink10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1873.6106 1794.4746 874.14984, 1841.7931 1875.6558 862.2943, 1823.3549 1942.524 854.43243, 1806.8303 2029.2006 845.0905, 1795.8661 2135.0234 835.51434, 1788.8524 2214.228 828.18585, 1788.9524 2302.8005 821.3907, 1793.3014 2377.992 803.41693, 1801.479 2450.272 779.5277, 1825.06 2524.5806 743.9479, 1842.1884 2591.292 682.5312, 1871.6158 2655.638 576.18164</trace>
</ink>
</file>

<file path=ppt/ink/ink10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2048.2036 2056.3643 874.14984, 2036.9486 2133.8896 863.853, 2024.0461 2246.7668 862.6391, 2046.6449 2346.3782 864.94366, 2139.1038 2361.3047 863.1966, 2224.519 2287.864 854.3636, 2265.856 2177.8726 844.3908, 2281.667 2102.9995 841.57825, 2291.127 2031.2052 840.03186, 2292.0054 1931.2347 842.0601, 2244.6206 1866.3134 847.3673, 2171.898 1854.1198 851.3554, 2085.6096 1907.2861 854.53046, 2029.7896 2016.8076 858.3979, 2069.9487 2101.391 858.5412, 2151.8857 2135.6409 858.43744, 2249.7822 2105.032 856.729, 2322.663 2028.1311 851.3881, 2376.5962 1961.4424 814.60986</trace>
</ink>
</file>

<file path=ppt/ink/ink10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2356.088 1725.3064 874.14984, 2429.8809 1829.9059 856.6278, 2465.3318 1898.455 847.9593, 2493.2678 1980.0181 841.0051, 2520.4004 2102.7239 832.0816, 2522.1248 2223.4358 830.80804, 2503.974 2309.4692 826.5852, 2471.0928 2397.4841 818.6145, 2419.5288 2473.5015 809.4826, 2380.1675 2538.569 798.4762, 2325.112 2603.903 771.6243</trace>
</ink>
</file>

<file path=ppt/ink/ink10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2842.3198 2048.972 874.14984, 2932.1948 2063.416 864.4857, 3001.5354 2072.9326 860.32074, 3070.0605 2077.2224 854.4194, 3135.47 2085.435 417.08633</trace>
</ink>
</file>

<file path=ppt/ink/ink10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2827.301 2326.7017 874.14984, 2942.3384 2330.5496 858.88306, 3017.2078 2329.0264 849.26196, 3087.4907 2328.0461 828.964, 3154.254 2328.9792 639.6917</trace>
</ink>
</file>

<file path=ppt/ink/ink10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4409.9023 1648.1123 874.14984, 4447.3745 1753.096 854.8721, 4435.1685 1850.2638 844.1675, 4421.943 1919.1523 839.07684, 4406.266 1988.432 835.48303, 4379.0737 2100.1897 835.9257, 4359.5063 2176.288 842.9977, 4378.09 2062.2664 844.78326, 4390.282 1981.7466 841.6254, 4401.5264 1904.2754 838.4281, 4423.97 1758.1578 830.8331, 4444.675 1665.8754 829.16425, 4474.0903 1569.8368 828.33105, 4496.247 1500.7231 828.92017, 4530.1885 1428.5632 829.1946, 4579.4785 1351.7312 829.68286, 4639.0684 1279.4552 830.97144, 4734.723 1185.906 839.81824, 4838.6147 1159.1771 848.3762, 4890.7153 1263.2504 844.6614, 4856.776 1340.5796 836.269, 4794.385 1429.2786 826.22687, 4715.1616 1515.1514 817.0402, 4628.2373 1580.4053 786.1733, 4558.5903 1639.3157 733.1994, 4491.1997 1688.6664 670.05676</trace>
</ink>
</file>

<file path=ppt/ink/ink10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3587.6255 2341.3801 874.14984, 3668.7207 2327.4407 865.9691, 3791.6855 2308.8022 839.8634, 3936.2493 2288.4834 819.9249, 4049.8438 2274.7432 813.4552, 4128.333 2265.5254 809.27136, 4235.4717 2255.1716 800.8873, 4369.3003 2245.2703 791.8604, 4525.5474 2233.6492 784.7099, 4682.919 2221.937 776.5135, 4801.4106 2213.139 770.13873, 4953.174 2203.004 762.1069, 5130.25 2192.8809 753.18555, 5322.8867 2184.7026 744.6495, 5473.219 2179.8525 737.8694, 5621.2305 2177.4482 730.61163, 5790.9746 2177.813 697.7744, 5969.378 2181.2773 657.68365, 6147.01 2186.7844 610.20685, 6318.331 2192.6687 556.63257, 6433.8555 2196.6843 497.6259, 6549.4995 2198.6182 435.02722, 6648.588 2194.679 369.62668, 6719.1924 2192.2898 285.63156, 6799.4883 2190.2168 124.41974</trace>
</ink>
</file>

<file path=ppt/ink/ink10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3740.629 3451.2422 874.14984, 3776.6938 3333.9214 857.206, 3804.0403 3261.838 848.2835, 3839.0212 3183.2305 841.74524, 3893.162 3075.1863 833.6093, 3945.3718 2992.6052 840.63544, 4022.9644 2997.6355 841.60364, 4036.3413 3095.7524 834.2953, 4032.3364 3176.55 830.4789, 4024.3728 3271.6528 821.678, 4016.323 3355.0403 805.1378, 4010.348 3424.0623 778.94684, 4001.823 3510.5776 707.5427</trace>
</ink>
</file>

<file path=ppt/ink/ink10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4378.926 3358.3135 874.14984, 4461.127 3344.0483 864.58, 4574.6055 3324.1462 860.20074, 4671.2285 3304.1606 855.7677, 4753.9805 3272.808 847.4704, 4819.888 3247.9185 820.77203</trace>
</ink>
</file>

<file path=ppt/ink/ink10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4530.9907 3173.5125 874.14984, 4528.2104 3260.4402 863.9276, 4525.488 3356.2407 860.60956, 4519.8115 3422.043 857.2921, 4511.606 3486.1406 562.67737</trace>
</ink>
</file>

<file path=ppt/ink/ink10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4972.1665 3343.0015 874.14984, 5039.6826 3304.1748 865.0782, 5124.241 3231.3167 860.5242, 5196.8647 3152.948 858.1717, 5250.671 3083.0962 857.19836, 5283.3164 3007.2 858.8726, 5258.2803 2937.4568 862.2201, 5184.675 2949.729 861.8814, 5113.4155 3006.7705 858.1623, 5049.875 3119.3164 851.7933, 5022.9487 3206.1702 849.42584, 5040.8213 3306.0078 850.4807, 5082.422 3375.5122 852.1994, 5169.9487 3415.703 854.10236, 5245.9688 3437.6626 856.81287</trace>
</ink>
</file>

<file path=ppt/ink/ink10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5520.3506 3004.0237 874.14984, 5464.73 3111.56 860.4015, 5429.7812 3205.6475 859.8064, 5434.686 3299.5012 862.35114, 5530.173 3338.963 860.1212, 5619.722 3279.5442 852.8937, 5694.7793 3187.7961 847.2022, 5701.0586 3281.3442 854.5806, 5752.045 3346.8098 860.17566, 5843.71 3351.0042 862.03674, 5893.465 3255.3228 861.57996, 5867.2 3188.951 859.6339, 5801.264 3117.4646 859.30304, 5795.3013 3043.434 857.96216, 5867.505 2989.1995 850.49603, 5934.204 2974.3696 844.82733, 6004.9263 2974.1592 840.01025, 6112.8823 2996.6924 838.4212, 6185.9463 3079.0247 841.9223, 6192.9204 3183.2012 841.84344, 6139.8384 3287.5105 836.36, 6098.5723 3358.3135 819.7689</trace>
</ink>
</file>

<file path=ppt/ink/ink10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6432.7397 3035.1758 874.14984, 6393.9272 3115.7756 864.0428, 6353.2217 3202.7292 863.21405, 6350.8027 3293.7756 865.6522, 6444.226 3322.0645 863.2896, 6547.303 3265.5264 858.2915, 6615.756 3198.3845 852.6613, 6671.069 3074.993 849.88007, 6697.382 2961.6516 848.6345, 6686.903 2846.5908 852.5935, 6648.1143 2772.1804 857.5973, 6555.869 2739.611 859.4706, 6468.6978 2749.701 859.0377, 6402.702 2800.8984 859.06946, 6384.1177 2879.072 857.87286, 6418.448 2961.8262 855.3941, 6482.586 3016.391 849.8635, 6554.777 3084.373 832.08417, 6619.394 3125.729 641.13855</trace>
</ink>
</file>

<file path=ppt/ink/ink10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9475.914 1355.0707 874.14984, 9404.375 1368.8534 862.19904, 9270.802 1394.4163 853.48096, 9196.008 1408.5038 851.6243, 9088.644 1429.5673 852.8098, 9017.026 1453.8673 858.4414, 8957.73 1533.2052 861.2036, 8942.09 1668.1057 857.3184, 8932.04 1757.4896 852.1782, 8922.721 1835.4996 847.93353, 8911.1045 1905.0006 843.1801, 8894.072 1986.2245 838.803, 8876.044 2071.7805 837.1732, 8864.07 2155.2776 839.73474, 8867.628 2231.99 842.5078, 8934.512 2341.1965 846.1201, 9026.336 2384.246 849.5138, 9140.885 2377.05 846.9219, 9257.892 2330.6597 833.9801, 9333.812 2295.5046 800.49817</trace>
</ink>
</file>

<file path=ppt/ink/ink10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8882.674 1925.3137 874.14984, 8958.258 1864.6099 863.7688, 9041.792 1827.0033 859.6564, 9106.015 1807.4124 859.4146, 9186.803 1787.5048 859.8167</trace>
</ink>
</file>

<file path=ppt/ink/ink10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9449.632 2151.8271 874.14984, 9461.634 2231.1992 864.2874, 9462.712 2346.2676 860.5443, 9452.868 2456.6118 859.3132, 9437.74 2532.379 861.161, 9425.007 2448.5818 857.898, 9437.902 2376.679 856.3955, 9468.866 2290.939 855.1399, 9533.984 2213.4595 859.47424, 9602.586 2217.6387 861.9324, 9665.892 2305.8062 861.8174, 9663.012 2414.0 862.6987, 9641.189 2479.9038 864.9216, 9632.568 2388.8044 858.87225, 9662.357 2282.4937 846.9843, 9739.968 2167.6555 844.7331, 9809.631 2105.4717 847.53046, 9882.591 2105.3894 850.0222, 9926.748 2221.5276 852.8797, 9920.464 2286.9404 852.0217, 9900.344 2385.2253 838.81165, 9881.262 2458.6519 807.6448</trace>
</ink>
</file>

<file path=ppt/ink/ink10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10160.205 1987.0901 874.14984, 10270.3125 1968.1476 857.73816, 10389.022 1959.8173 833.9165, 10462.759 1955.9954 803.40857, 10528.12 1963.4723 220.11082</trace>
</ink>
</file>

<file path=ppt/ink/ink10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10191.182 2264.2917 874.14984, 10303.582 2243.284 856.2688, 10385.442 2221.079 844.4515, 10461.101 2201.4644 819.7487, 10528.869 2184.126 701.041</trace>
</ink>
</file>

<file path=ppt/ink/ink10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10845.437 1771.1368 874.14984, 10877.498 1865.3656 862.91254, 10896.523 1985.4185 858.8519, 10898.777 2086.3606 859.91394, 10889.019 2165.0378 860.78076, 10862.55 2097.587 855.612, 10863.096 1979.2444 847.9733, 10863.315 1902.1233 844.02954, 10863.322 1833.5366 843.10046, 10864.202 1712.267 844.50494, 10873.455 1609.2056 850.9127, 10924.996 1511.2727 855.80676, 10996.025 1451.6558 859.7942, 11128.458 1422.7198 859.8185, 11236.661 1419.0723 856.00183, 11361.025 1445.4785 843.71295, 11429.831 1462.7605 826.279, 11496.414 1499.4279 225.94315</trace>
</ink>
</file>

<file path=ppt/ink/ink10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10890.492 1910.0017 874.14984, 11012.053 1897.3622 859.44434, 11080.622 1891.4955 855.3051, 11186.816 1884.1361 846.6865, 11253.732 1879.7478 831.4206</trace>
</ink>
</file>

<file path=ppt/ink/ink10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10814.46 2248.9795 874.14984, 10938.164 2234.9395 854.24945, 11017.034 2224.4011 845.5844, 11107.356 2210.3193 838.55597, 11186.889 2198.3572 820.13574, 11255.636 2187.203 805.66156</trace>
</ink>
</file>

<file path=ppt/ink/ink10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11570.091 2130.179 874.14984, 11488.113 2151.6428 862.86536, 11372.62 2194.8186 858.6743, 11291.5 2237.5466 859.329, 11271.742 2308.5635 861.00574, 11368.526 2391.2373 854.7497, 11451.033 2401.5986 846.9988, 11549.677 2386.651 838.1758, 11614.14 2376.7607 827.0758, 11702.1455 2369.0703 788.0034</trace>
</ink>
</file>

<file path=ppt/ink/ink10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12061.955 2048.8665 874.14984, 12178.477 2046.167 860.29767, 12246.8125 2040.1278 853.95795, 12353.928 2027.7017 845.30304, 12441.915 2003.7527 833.3716, 12506.799 1986.1359 806.03613</trace>
</ink>
</file>

<file path=ppt/ink/ink10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12214.02 1847.6974 874.14984, 12215.619 1936.8392 863.85944, 12225.334 2062.098 857.8028, 12236.715 2132.238 852.35175, 12261.06 2227.0686 837.7981, 12283.8125 2301.8457 802.5444</trace>
</ink>
</file>

<file path=ppt/ink/ink10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13218.398 1431.631 874.14984, 13142.46 1427.7122 865.2083, 13047.563 1463.8989 861.37146, 12979.413 1517.7124 859.32336, 12919.89 1619.2312 857.26385, 12905.734 1729.6029 856.17676, 12908.135 1821.9188 857.60345, 12952.583 1918.4653 860.079, 13034.551 1973.9117 859.6305, 13149.824 1956.3455 854.79205, 13228.743 1935.2017 840.3552, 13293.829 1890.915 230.90588</trace>
</ink>
</file>

<file path=ppt/ink/ink10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12868.274 1817.6013 874.14984, 12976.768 1817.6008 856.1235, 13055.345 1817.6013 846.18915, 13145.85 1817.6013 838.3269, 13224.685 1817.6013 818.6092, 13294.432 1817.6008 801.7797</trace>
</ink>
</file>

<file path=ppt/ink/ink10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13359.199 2151.8271 874.14984, 13367.307 2240.2563 862.8271, 13369.851 2304.936 859.24615, 13368.607 2376.2297 856.7083, 13364.335 2449.183 855.88995, 13353.619 2555.1128 858.29517, 13327.015 2631.6267 861.94354, 13307.946 2559.924 856.27185, 13301.639 2472.4146 848.4245, 13301.835 2405.596 846.1138, 13305.622 2301.602 843.5452, 13332.864 2200.548 845.3733, 13386.158 2123.1533 849.37787, 13486.233 2061.1575 853.089, 13554.624 2041.438 853.10785, 13662.076 2026.0126 854.16943, 13729.411 2059.761 857.26105, 13695.142 2137.3704 855.84863, 13564.319 2207.3254 842.9968, 13430.787 2243.8193 829.88885, 13366.456 2257.938 809.3332, 13294.432 2264.2915 785.82605</trace>
</ink>
</file>

<file path=ppt/ink/ink10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14131.727 1817.6013 874.14984, 14236.549 1810.9619 861.2151, 14303.198 1813.591 855.2725, 14384.9795 1815.771 841.059</trace>
</ink>
</file>

<file path=ppt/ink/ink10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14024.718 2110.1147 874.14984, 14094.918 2122.1143 861.3079, 14164.99 2125.775 853.68164, 14266.29 2119.5742 836.8216, 14338.581 2116.2637 810.61646, 14420.839 2110.1145 767.224</trace>
</ink>
</file>

<file path=ppt/ink/ink10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12884.231 1678.7365 874.14984, 12993.451 1643.2133 858.4148, 13066.536 1635.5365 850.154, 13189.206 1637.1848 833.5745, 13268.98 1640.7642 805.00244</trace>
</ink>
</file>

<file path=ppt/ink/ink10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14770.022 1694.0486 874.14984, 14832.104 1625.1932 862.97253, 14913.981 1498.8164 848.5547, 14984.53 1380.9697 843.99817, 15033.981 1297.5106 849.2363, 15017.333 1380.8231 837.87427, 14986.917 1513.9093 824.5185, 14978.902 1593.6245 812.70776, 14982.408 1710.2625 763.09204, 14986.345 1778.6786 680.4986</trace>
</ink>
</file>

<file path=ppt/ink/ink10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14724.967 2048.8665 874.14984, 14836.163 2044.5359 860.23364, 14908.094 2041.4421 852.4371, 15027.062 2038.5768 840.5773, 15140.724 2042.1919 828.0244, 15207.885 2044.9209 803.3654</trace>
</ink>
</file>

<file path=ppt/ink/ink10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14938.045 2619.1096 874.14984, 14851.258 2611.3367 864.3566, 14766.603 2571.8896 862.0053, 14722.483 2499.756 860.9516, 14722.273 2425.8994 859.49475, 14761.598 2355.7656 855.82245, 14856.76 2301.4758 856.7409, 14953.861 2320.3499 858.30707, 14996.15 2404.2563 857.3375, 14981.537 2485.3965 848.35333, 14943.013 2575.7698 838.19885, 14912.926 2640.968 829.19006, 14870.354 2707.9395 820.4665, 14821.719 2775.574 824.0512, 14786.432 2840.1306 829.34875, 14784.235 2928.585 835.8558, 14897.902 2925.4434 831.9401, 14971.237 2914.8425 831.4659, 15044.116 2880.999 798.55035</trace>
</ink>
</file>

<file path=ppt/ink/ink10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15592.3 1787.505 874.14984, 15594.934 1907.6809 858.5847, 15589.803 1975.4982 854.15656, 15578.173 2077.2966 848.982, 15572.125 1994.8668 845.5947, 15602.331 1905.2498 840.03406, 15666.018 1816.4257 845.2741, 15733.571 1779.8774 850.1621, 15785.529 1896.1414 852.4166, 15792.38 1997.2253 847.88544, 15805.47 1883.5774 843.20703, 15824.931 1801.28 841.2697, 15871.402 1732.6525 845.9375, 15948.904 1722.9501 852.2118, 15966.928 1828.1305 849.2624, 15968.076 1931.414 840.5279, 15980.985 2011.3457 807.6625</trace>
</ink>
</file>

<file path=ppt/ink/ink10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16276.593 1617.488 874.14984, 16267.811 1709.4591 863.94507, 16232.024 1837.4078 853.481, 16205.376 1930.8759 852.79456, 16216.029 2019.0083 857.4228, 16316.768 2073.4263 857.5602, 16405.463 2016.9944 857.215, 16470.062 1944.7627 856.1064, 16510.293 1837.2064 856.32117, 16519.658 1747.0286 857.29095, 16496.518 1639.1606 858.62195, 16497.13 1573.5573 862.374, 16581.848 1552.8994 861.5405, 16670.576 1562.0984 861.14105, 16736.633 1572.2683 859.6072</trace>
</ink>
</file>

<file path=ppt/ink/ink10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16945.865 1416.8469 874.14984, 16903.752 1337.5957 868.52905, 16925.646 1267.3966 867.0431, 16991.648 1207.5745 862.8284, 17064.363 1171.9668 858.5852, 17180.873 1182.8923 856.64844, 17265.6 1223.8552 855.7027, 17301.14 1308.8291 854.7257, 17272.035 1402.0416 852.16644, 17184.67 1491.6353 845.5841, 17066.55 1572.2742 839.19745, 16984.766 1634.6447 845.69666, 16966.133 1706.242 850.9227, 17079.664 1757.1508 850.7063, 17161.705 1752.137 844.9873, 17234.414 1752.2646 828.47144, 17311.008 1740.5126 795.4127</trace>
</ink>
</file>

<file path=ppt/ink/ink10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17554.123 1971.7781 874.14984, 17639.406 1965.7017 867.80206, 17756.754 1958.0687 858.9747, 17854.84 1950.4498 856.3275, 17944.23 1944.2699 857.8037, 18028.51 1934.7059 861.5295, 18096.582 1911.358 864.81305, 18162.535 1894.424 430.93585</trace>
</ink>
</file>

<file path=ppt/ink/ink10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17767.203 1678.7365 874.14984, 17770.18 1778.3966 861.30646, 17768.889 1874.05 851.78186, 17762.234 1969.8417 848.17206, 17753.309 2057.527 849.7413, 17747.938 2166.6787 852.187, 17754.59 2252.2905 857.2269, 17767.203 2326.0676 871.7575</trace>
</ink>
</file>

<file path=ppt/ink/ink10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18817.576 1063.085 874.14984, 18816.377 1190.0609 856.3082, 18810.533 1274.8374 845.07166, 18800.053 1373.167 835.0422, 18787.22 1471.2151 827.2808, 18778.514 1536.5032 810.71436, 18767.646 1613.5681 787.8739, 18759.055 1692.6982 759.79517, 18749.178 1786.5116 671.98065, 18752.975 1854.49 572.33734</trace>
</ink>
</file>

<file path=ppt/ink/ink10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19197.738 1185.5817 874.14984, 19127.875 1258.3688 862.2011, 19007.475 1353.1678 847.66797, 18901.332 1425.5404 847.23, 18812.924 1498.059 854.01666, 18812.229 1578.5754 854.411, 18899.812 1663.9712 857.8945, 18991.416 1709.2909 862.0019, 19093.336 1759.8008 859.48206, 19153.68 1841.3617 854.5897, 19218.02 1915.9406 843.11926, 19258.752 1987.0898 827.0302</trace>
</ink>
</file>

<file path=ppt/ink/ink10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18436.475 2017.7142 874.14984, 18519.945 2012.3893 868.09973, 18638.402 2007.1766 861.03973, 18743.604 2004.5748 856.41095, 18847.377 2003.2937 852.80115, 18925.723 2002.9773 851.18964, 19017.904 2002.7032 848.18243, 19117.504 2001.6027 845.53345, 19206.344 2000.4492 843.9767, 19278.484 1999.4338 842.7495, 19359.707 1999.5283 838.718, 19439.982 2000.5289 832.79675, 19510.467 2001.1384 823.544, 19577.9 2002.4021 803.9138</trace>
</ink>
</file>

<file path=ppt/ink/ink10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18847.613 2311.284 874.14984, 18859.027 2375.561 865.5549, 18864.16 2443.332 854.2968, 18865.045 2530.4905 842.605, 18861.531 2624.5295 833.19403, 18853.299 2759.3813 821.8633, 18843.543 2869.828 828.491, 18835.336 2957.229 835.9342, 18843.934 2832.6882 850.31177, 18851.57 2746.8882 845.80994, 18864.414 2659.9182 834.6981, 18895.865 2520.2053 784.816, 18930.352 2442.39 748.4296, 18978.059 2369.042 704.91016, 19037.01 2304.8545 654.7296, 19136.602 2221.3806 536.83545, 19243.54 2199.0295 403.664, 19312.488 2192.684 190.3251</trace>
</ink>
</file>

<file path=ppt/ink/ink10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20080.09 1925.3137 874.14984, 20143.531 1990.3003 855.7681</trace>
</ink>
</file>

<file path=ppt/ink/ink10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1898.9547 4267.5347 874.14984, 1834.3235 4276.846 865.3297, 1706.4204 4295.63 851.5525, 1633.6173 4298.986 847.71985, 1562.3373 4295.1826 846.40326, 1464.8518 4281.3394 849.6641, 1376.5435 4244.9863 851.69366, 1292.3225 4167.562 858.6753, 1291.9193 4236.4043 863.16, 1297.0635 4309.1396 856.5831, 1297.6484 4406.9756 847.63446, 1296.4111 4485.458 839.1654, 1291.085 4576.687 829.6434, 1278.0817 4694.074 819.1914, 1261.0028 4825.1445 810.1424, 1244.8478 4957.594 803.42175, 1234.609 5079.788 802.5418, 1227.9366 5160.2607 802.9993, 1231.1814 5235.3203 808.1122, 1282.059 5341.2993 823.6944, 1357.5465 5387.93 836.0782, 1476.2286 5394.6216 843.1118, 1579.6389 5383.5503 845.9814, 1678.1378 5331.469 836.42065, 1746.8899 5270.2124 803.70953</trace>
</ink>
</file>

<file path=ppt/ink/ink10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1244.7004 4868.93 874.14984, 1372.2401 4833.8735 855.92896, 1451.8225 4824.5483 846.9486, 1575.7338 4816.3193 834.57007, 1643.0394 4818.5425 825.13306, 1707.8177 4818.3403 803.4935, 1772.5792 4825.157 759.95197</trace>
</ink>
</file>

<file path=ppt/ink/ink10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1853.8986 5308.2285 874.14984, 1863.2283 5380.263 865.09564, 1886.7544 5492.5464 860.4714, 1897.7689 5558.2896 859.19476, 1904.4237 5626.1187 858.322, 1907.8075 5718.6904 857.7773, 1902.5498 5784.469 857.2418, 1914.941 5682.4814 851.0789, 1939.6069 5580.6597 845.5283, 1962.6808 5493.711 841.42303, 1995.4678 5420.5093 846.59174, 2076.6877 5385.291 853.6458, 2147.1587 5486.3506 857.864, 2169.8977 5568.855 858.90045, 2177.7686 5670.4272 859.3699, 2234.5042 5593.3013 848.6248, 2274.1326 5495.108 840.9685, 2336.8113 5384.9355 846.1746, 2408.8635 5358.2935 849.39325, 2468.081 5436.0596 851.7144, 2479.8457 5569.7935 846.71985, 2479.6785 5635.1963 840.5938, 2470.2078 5703.209 820.7513, 2457.1274 5768.6016 618.1654</trace>
</ink>
</file>

<file path=ppt/ink/ink11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6037.559 4097.5176 874.14984, 5945.8047 4056.7927 859.59674, 5873.61 4044.0674 850.69495, 5787.4985 4037.118 843.62445, 5694.704 4035.6396 837.8086, 5608.2383 4039.1194 834.39, 5496.8467 4046.0676 833.07715, 5416.895 4069.5046 838.9638, 5371.8193 4182.948 848.1658, 5382.5767 4266.3457 847.06354, 5406.077 4403.4907 838.85223, 5423.7866 4509.6274 831.1378, 5437.5107 4634.5938 823.88214, 5443.857 4775.326 815.40765, 5443.3574 4913.756 807.8228, 5441.483 5019.5117 800.669, 5430.2725 5154.5728 793.0692, 5411.548 5310.419 784.9249, 5397.7715 5419.24 779.871, 5378.2793 5548.7383 773.59906, 5354.1455 5694.842 772.2522, 5327.036 5846.7983 773.1353, 5302.5103 5980.926 776.2477, 5283.492 6083.6465 779.5749, 5265.199 6194.1787 785.20044, 5251.6655 6300.4644 795.4952, 5246.305 6383.5093 807.2794, 5258.823 6500.791 829.2081, 5342.835 6567.8247 844.43274, 5454.388 6584.6567 848.55963, 5554.3564 6567.962 843.247, 5619.4175 6556.5127 834.6869, 5702.6206 6543.206 799.1507, 5769.8125 6526.514 7.873712</trace>
</ink>
</file>

<file path=ppt/ink/ink11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6456.2065 5132.931 874.14984, 6474.0513 5055.5205 868.745, 6455.219 4967.467 867.7852, 6353.272 4912.711 863.2816, 6283.575 4917.593 860.2198, 6203.7173 4971.465 857.69794, 6148.8965 5041.1704 856.4543, 6132.158 5157.7544 856.7145, 6149.135 5255.3994 856.4283, 6222.0684 5326.086 856.4647, 6307.907 5350.068 856.1399, 6397.1987 5318.958 854.6264, 6475.0396 5231.8843 852.35626, 6523.45 5127.476 848.699, 6540.597 5047.9136 845.7443, 6551.766 4954.9375 842.1408, 6558.7686 4887.806 839.36487, 6560.2544 4810.0947 835.9491, 6556.2793 4721.1636 833.63226, 6548.7915 4630.465 833.26227, 6540.8916 4552.888 835.36707, 6528.3403 4444.363 840.3337, 6525.9404 4535.73 843.50305, 6522.807 4631.0137 836.44305, 6520.2104 4709.416 829.17126, 6517.471 4789.225 821.7137, 6514.7183 4884.1763 819.3833, 6512.6104 4985.324 818.4255, 6512.432 5082.3247 819.3233, 6512.3936 5147.622 821.4073, 6516.0273 5217.156 824.9904, 6537.8555 5321.3877 839.22235, 6603.036 5348.6724 855.9821, 6672.574 5244.2256 857.1033, 6723.395 5106.505 849.9901, 6745.576 5039.968 846.489, 6783.038 4919.905 844.0953, 6811.1226 4822.6997 845.9588, 6814.451 4910.439 850.52606, 6806.6235 5011.5444 845.56964, 6814.251 5134.3228 844.8857, 6836.2344 5220.076 848.40247, 6916.62 5268.3774 855.3926, 6997.862 5210.25 857.4935, 7078.594 5086.5806 851.92554, 7128.688 4983.271 848.6848, 7164.708 4865.8525 848.39185, 7137.273 4971.2417 853.4146, 7120.6655 5076.0513 848.4694, 7108.3906 5140.578 842.6806, 7095.3784 5213.5327 825.55664, 7077.5786 5278.868 536.93634</trace>
</ink>
</file>

<file path=ppt/ink/ink11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6159.5864 5546.886 874.14984, 6289.4404 5514.824 847.75366, 6391.149 5499.505 834.83936, 6512.072 5487.2603 824.0483, 6592.307 5479.469 815.7282, 6695.1323 5474.2554 808.57776, 6778.2314 5470.732 782.6344, 6869.789 5470.401 751.9391, 6984.5415 5473.9434 708.64935, 7105.664 5481.7075 658.53644, 7220.644 5488.918 602.98486, 7312.056 5487.5493 544.63275, 7383.0615 5487.1226 450.70038, 7457.205 5488.661 313.5877</trace>
</ink>
</file>

<file path=ppt/ink/ink11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6688.997 5727.4624 874.14984, 6675.93 5806.2485 863.8419, 6653.005 5921.491 859.67633, 6631.4023 6034.6895 858.4575, 6618.852 6128.1895 861.55084, 6604.537 6203.896 863.27985, 6522.024 6121.009 861.24475, 6476.379 6043.284 859.28326, 6416.9326 5968.889 858.1873, 6321.897 5927.1914 861.353, 6268.1157 5998.6553 861.5351, 6254.098 6080.2275 859.2831, 6296.4624 6186.839 855.761, 6368.377 6257.372 854.18646, 6493.6206 6291.841 849.15076, 6572.8364 6290.625 845.6515, 6690.747 6274.042 841.11316, 6805.4497 6215.613 843.66907, 6880.1626 6153.1177 848.2825, 6916.4976 6221.6934 859.863, 6925.3525 6324.2207 861.9819, 6976.5996 6388.3804 863.25616, 7046.1753 6387.912 861.4353, 7136.0576 6302.655 854.89136, 7191.049 6214.536 848.1304, 7212.5737 6086.272 847.54254, 7203.821 5980.482 847.7138, 7159.7505 5890.768 849.47144, 7057.7363 5827.3984 857.1351, 6978.9233 5834.675 860.5828, 6927.494 5931.8794 861.42584, 6957.003 5998.9067 859.99493, 7062.7734 6052.247 853.46796, 7139.318 6083.244 837.7382, 7206.0615 6088.588 546.3126</trace>
</ink>
</file>

<file path=ppt/ink/ink11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6280.675 4360.991 874.14984, 6198.5312 4480.373 846.69684, 6141.857 4562.72 831.8251, 6074.6597 4665.8438 818.46484, 6001.928 4787.421 803.5902, 5946.7275 4881.4385 792.25635, 5897.6685 4984.5337 780.7517, 5858.3984 5081.9766 775.4742, 5823.035 5180.1133 764.98883, 5794.4863 5305.5796 731.24884, 5781.491 5446.7285 691.1078, 5785.6978 5594.757 645.9058, 5789.8916 5695.2026 595.0765, 5808.9893 5805.915 538.79517, 5844.1313 5920.943 478.5005, 5896.413 6027.6855 413.82397, 5930.586 6096.4844 356.53912, 5959.6704 6168.627 194.13184</trace>
</ink>
</file>

<file path=ppt/ink/ink11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7467.1567 4616.545 874.14984, 7506.763 4760.207 839.6103, 7529.48 4869.292 825.80194, 7553.491 4998.973 813.417, 7579.084 5144.4253 802.5654, 7605.602 5303.0415 791.6623, 7627.7026 5457.798 782.91095, 7642.788 5566.822 749.96136, 7653.4023 5697.2607 713.25507, 7661.1475 5786.9424 662.4114, 7661.0376 5899.0913 606.7948, 7651.827 6014.9863 547.405, 7632.705 6119.3086 483.5573, 7613.638 6201.15 416.4935, 7572.745 6274.6357 286.22778</trace>
</ink>
</file>

<file path=ppt/ink/ink11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7626.7305 4307.1353 874.14984, 7695.9365 4304.383 865.17926, 7785.0967 4337.267 863.7609, 7835.578 4421.67 862.674, 7840.8467 4501.7773 860.5875, 7817.034 4578.7593 857.0947, 7780.046 4663.779 859.0428, 7793.3223 4731.355 861.25964, 7861.0513 4759.63 858.9204, 7953.728 4803.494 851.9007, 8019.9497 4815.9253 235.23318</trace>
</ink>
</file>

<file path=ppt/ink/ink11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8097.9443 5500.4214 874.14984, 8178.5854 5500.421 863.1162, 8243.408 5500.421 857.12384, 8321.84 5500.4214 850.88477, 8406.933 5499.4224 846.62994, 8488.748 5492.7935 839.2347, 8554.129 5473.599 830.7763, 8633.35 5457.286 808.0129</trace>
</ink>
</file>

<file path=ppt/ink/ink11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8258.456 5270.2124 874.14984, 8253.849 5371.0796 863.7419, 8246.156 5499.498 856.2596, 8244.261 5613.2 847.9274, 8242.788 5685.6177 831.03906</trace>
</ink>
</file>

<file path=ppt/ink/ink11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8981.233 5528.934 874.14984, 9003.607 5463.7256 864.909, 9038.272 5358.721 860.46515, 9060.032 5294.235 858.9383, 9082.505 5224.764 857.78564, 9115.923 5117.2373 856.3765, 9141.433 5027.848 855.25116, 9159.144 4939.629 858.4116, 9160.125 5038.0005 852.5253, 9162.341 5154.868 841.2763, 9165.034 5225.1943 836.8696, 9169.07 5297.035 837.78705, 9177.179 5403.64 841.6422, 9199.409 5472.7314 847.8345, 9276.192 5422.232 855.57886, 9348.316 5316.5767 851.0004, 9388.077 5245.8555 845.77844, 9442.976 5131.677 844.5417, 9475.477 5014.644 848.18536, 9449.417 5089.06 852.13605, 9447.051 5157.3325 848.8107, 9448.043 5223.6533 841.9345, 9455.909 5329.999 820.5129, 9476.324 5419.6655 783.6126, 9489.111 5484.4595 637.40405</trace>
</ink>
</file>

<file path=ppt/ink/ink11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9642.997 4607.569 874.14984, 9735.836 4534.663 868.5777, 9817.489 4574.5146 865.56476, 9815.195 4675.4277 861.1314, 9776.128 4750.418 856.1372, 9717.277 4839.403 857.80664, 9733.9795 4907.8374 859.27374, 9855.559 4943.06 854.1843, 9927.329 4949.6655 840.4099, 9994.212 4946.165 408.4103</trace>
</ink>
</file>

<file path=ppt/ink/ink11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9673.975 4113.8857 874.14984, 9767.683 4095.401 862.6216, 9832.786 4087.0403 856.7841, 9913.024 4080.014 850.2779, 10003.306 4076.156 845.1012, 10076.818 4073.925 841.05, 10142.854 4075.7517 837.95294, 10255.48 4085.952 835.59845, 10355.954 4124.2183 839.4187, 10422.821 4216.7285 848.70984, 10417.907 4319.0527 853.2892, 10395.927 4427.4565 855.30945, 10380.153 4496.124 853.8521, 10360.973 4582.5723 849.9458, 10339.686 4682.774 844.6837, 10322.974 4762.0903 839.6524, 10309.279 4846.749 834.5971, 10296.3955 4951.943 829.5541, 10286.762 5072.45 824.37225, 10281.768 5196.2925 819.4998, 10278.786 5283.223 815.09186, 10276.879 5388.7007 811.2276, 10275.098 5504.1436 809.44037, 10274.388 5623.2007 810.20984, 10274.616 5717.107 813.4123, 10275.56 5800.55 817.17413, 10278.545 5891.242 822.79175, 10283.201 5981.7344 828.4566, 10287.578 6055.959 834.00446, 10288.366 6180.3276 846.9945, 10277.467 6275.97 857.6902, 10216.055 6344.33 863.02155, 10138.347 6376.3525 863.7783, 10070.438 6382.567 860.75903, 9949.9795 6386.5156 850.65515, 9875.102 6385.4507 845.0123, 9792.819 6383.836 835.70087, 9722.604 6382.3135 824.4768, 9615.928 6377.3584 783.3556, 9538.22 6372.8096 686.98724</trace>
</ink>
</file>

<file path=ppt/ink/ink11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2508.1526 5161.9717 874.14984, 2596.8228 5154.546 864.79083, 2716.9207 5156.2256 858.0418, 2819.1584 5159.654 847.4268, 2888.3152 5161.9717 826.2229</trace>
</ink>
</file>

<file path=ppt/ink/ink11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2538.1902 5423.333 874.14984, 2649.7878 5407.6387 859.6757, 2714.498 5390.8564 852.7655, 2780.2961 5362.3755 847.5065, 2855.6873 5333.821 829.74945, 2923.141 5298.734 8.238102</trace>
</ink>
</file>

<file path=ppt/ink/ink11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3169.9165 4969.779 874.14984, 3197.5444 4892.584 863.195, 3242.7886 4774.421 858.4829, 3269.5688 4708.46 857.3613, 3308.5874 4610.383 859.3435, 3344.2815 4704.3535 851.1675, 3346.9075 4837.238 844.386, 3353.022 4957.2246 837.7783, 3366.1584 5061.9937 826.68866, 3375.4856 5130.8193 808.3762</trace>
</ink>
</file>

<file path=ppt/ink/ink11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3055.3987 5469.7974 874.14984, 3172.464 5457.2524 857.6888, 3247.274 5452.394 850.4784, 3335.2505 5451.7856 844.8274, 3427.0986 5456.082 840.4718, 3503.1172 5461.0396 832.53986, 3597.0947 5475.131 816.4334, 3661.7732 5483.195 781.923</trace>
</ink>
</file>

<file path=ppt/ink/ink11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3131.431 6132.441 874.14984, 3054.2751 6090.7065 869.0641, 3030.659 6010.386 865.8948, 3064.0012 5930.1343 861.92255, 3133.9954 5856.3965 853.56085, 3233.9075 5804.551 853.5496, 3314.4043 5811.815 854.0189, 3324.3555 5887.3296 853.4763, 3282.6963 5972.5254 848.286, 3173.1338 6101.2373 836.6274, 3085.6484 6203.08 828.5712, 3019.4377 6314.2915 833.78296, 3009.4656 6397.502 840.3037, 3077.551 6445.922 844.75055, 3151.6587 6447.045 842.7393, 3243.7993 6428.865 837.3937, 3345.3994 6384.7256 829.8822, 3411.622 6355.806 815.1595, 3478.313 6335.019 776.863, 3542.8682 6293.035 660.75476</trace>
</ink>
</file>

<file path=ppt/ink/ink11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3785.685 5130.8193 874.14984, 3820.8105 5220.9116 861.042, 3848.3528 5325.792 848.5551, 3859.3936 5390.48 844.6781, 3870.275 5497.953 840.7085, 3867.239 5567.0146 840.8461, 3855.267 5668.698 842.9787, 3790.9702 5573.0757 848.7416, 3809.035 5436.2124 834.388, 3830.4927 5357.247 829.08527, 3850.6917 5291.071 826.2452, 3895.2974 5190.535 833.9462, 3983.078 5118.725 844.6453, 4049.73 5161.014 853.1388, 4087.9138 5230.246 858.4005, 4107.3325 5366.953 851.5341, 4110.482 5435.135 847.9379, 4110.2397 5550.7363 844.78357, 4101.3174 5637.379 848.84393, 4033.4546 5509.617 852.0364, 4038.5637 5381.0156 839.6882, 4056.1265 5299.6323 835.56635, 4083.8933 5220.023 832.8022, 4110.199 5154.935 832.056, 4162.676 5077.519 838.251, 4243.394 5071.531 848.7693, 4297.0664 5188.719 854.5949, 4307.9014 5260.295 851.6697, 4315.833 5341.091 848.19946, 4327.0376 5461.227 829.6372, 4340.4297 5560.129 804.2679, 4346.373 5627.324 714.7762</trace>
</ink>
</file>

<file path=ppt/ink/ink11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4836.059 4946.0186 874.14984, 4750.07 4933.1416 864.24786, 4677.5884 4982.2246 855.5075, 4598.77 5061.3335 845.61536, 4555.4087 5130.5684 840.50885, 4519.4297 5213.9614 834.15295, 4481.4985 5346.56 827.3198, 4482.8667 5429.158 825.9114, 4501.2134 5515.198 824.95654, 4532.153 5589.457 825.2973, 4603.9116 5692.386 827.8913, 4741.012 5742.5576 832.4412, 4856.744 5734.9097 834.5021, 4954.22 5653.326 828.4056, 5020.3955 5589.7393 809.61365</trace>
</ink>
</file>

<file path=ppt/ink/ink11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4881.115 4683.601 874.14984, 4906.4697 4589.519 864.2567, 4995.178 4508.7036 860.2761, 5081.8223 4506.691 860.475, 5133.368 4587.657 858.7748, 5097.2007 4699.5664 855.4608, 5030.9883 4802.566 849.9798, 4976.9736 4898.2236 852.87787, 4969.3037 4977.312 856.0644, 5047.934 5039.065 854.5764, 5123.3525 5045.7163 849.4947, 5215.175 5060.9966 831.4652, 5280.3066 5051.5923 714.34906</trace>
</ink>
</file>

<file path=ppt/ink/ink11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11080.1045 5451.8457 874.14984, 11150.962 5443.6543 864.9171, 11262.959 5432.636 860.4256, 11329.478 5429.1147 859.0867, 11399.724 5425.6265 857.1453, 11502.566 5417.6465 847.99554, 11582.138 5410.128 825.0697</trace>
</ink>
</file>

<file path=ppt/ink/ink11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11270.654 5253.8447 874.14984, 11300.105 5347.6226 863.7074, 11315.339 5450.117 854.83673, 11311.794 5597.555 842.5982, 11309.323 5671.6377 825.33325, 11301.63 5746.999 804.0279</trace>
</ink>
</file>

<file path=ppt/ink/ink11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12427.098 4313.999 874.14984, 12432.804 4382.569 863.2457, 12435.973 4448.7363 853.46063, 12437.29 4535.039 843.1326, 12434.853 4637.6484 833.7946, 12429.926 4752.89 827.22504, 12424.668 4853.6924 822.19305, 12419.833 4937.453 817.8206, 12413.196 5028.0815 805.3511, 12408.071 5098.1006 781.6094, 12401.059 5185.5806 750.5797, 12394.477 5280.273 712.87366, 12389.847 5372.974 669.0927, 12386.113 5442.8574 606.43884, 12382.233 5513.382 489.86304</trace>
</ink>
</file>

<file path=ppt/ink/ink11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12705.884 4749.601 874.14984, 12610.924 4842.662 861.2756, 12505.842 4919.4517 860.19946, 12432.894 5010.164 860.9587, 12444.753 5113.687 859.575, 12499.966 5202.6143 856.8155, 12567.1875 5269.6646 853.2595, 12636.117 5327.151 841.5315, 12715.327 5405.3154 812.14606, 12764.811 5471.4033 7.720724</trace>
</ink>
</file>

<file path=ppt/ink/ink11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13127.348 4946.0186 874.14984, 13114.923 5047.076 863.64526, 13104.027 5165.8213 859.77167, 13100.862 5257.919 858.1917, 13107.243 5332.6094 858.5197, 13136.459 5403.3 859.8841, 13223.503 5430.5103 863.1943, 13288.602 5389.544 862.3969, 13369.611 5266.419 851.8306, 13421.193 5153.918 842.21124, 13450.929 5051.423 847.04126, 13460.292 4974.4717 852.2778, 13410.565 5095.192 859.718, 13395.541 5195.0854 846.1154, 13399.599 5301.246 824.85724, 13415.96 5387.027 781.9084, 13447.503 5451.6807 720.83215, 13485.077 5516.201 5.983104</trace>
</ink>
</file>

<file path=ppt/ink/ink11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12884.231 5393.2373 874.14984, 12906.698 5473.1475 855.6618, 12919.718 5539.595 8.4184065</trace>
</ink>
</file>

<file path=ppt/ink/ink11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13872.653 5362.0854 874.14984, 13895.119 5431.5933 862.0575</trace>
</ink>
</file>

<file path=ppt/ink/ink11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1244.7004 2449.6206 874.14984, 1157.5188 2553.995 851.3499, 1097.2648 2622.6338 838.5471, 1025.8667 2706.8457 826.75305, 956.3116 2795.2295 816.51855, 903.45154 2863.8416 808.452, 841.1597 2959.2515 802.7167, 798.8349 3024.776 798.0897, 741.756 3132.9287 787.58295, 679.777 3273.1604 775.93506, 619.76056 3440.2524 762.5183, 574.1109 3587.9028 749.5788, 537.55133 3724.6697 735.92413, 504.25888 3897.4888 719.90594, 477.63336 4095.129 705.2247, 460.12152 4309.581 691.4326, 449.61722 4456.284 680.4026, 447.66077 4630.304 672.0208, 457.08496 4830.047 665.4758, 478.19952 5046.4155 660.3021, 503.17535 5241.1436 657.8601, 525.50543 5397.303 656.19403, 561.76514 5578.8 659.5486, 611.77655 5771.1274 667.5315, 673.6614 5963.1704 679.74896, 720.0813 6098.304 694.15216, 777.0262 6235.6357 707.88983, 850.27435 6378.725 722.0532, 935.71075 6519.4487 735.6331, 1021.4716 6643.5273 749.1462, 1085.607 6732.9224 761.05273, 1161.8483 6828.462 773.9783, 1238.0879 6920.7593 787.23145, 1307.6038 7002.405 801.6996, 1399.1257 7105.7373 825.4452</trace>
</ink>
</file>

<file path=ppt/ink/ink11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1412.7227 6887.4854 874.14984, 1442.5488 6960.272 865.26776, 1474.7496 7053.623 861.3544, 1489.9794 7128.769 861.42065, 1451.1831 7229.9683 861.6197, 1381.3147 7309.453 857.30524, 1290.6953 7380.6396 842.6215</trace>
</ink>
</file>

<file path=ppt/ink/ink11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1731.8711 8150.9956 874.14984, 1754.4229 8061.4956 862.81323, 1775.899 7974.697 854.66174, 1794.9609 7884.06 851.0602, 1818.3059 7765.789 852.6545, 1844.017 7671.654 854.9056, 1867.6237 7754.6562 846.6943, 1870.8302 7868.342 834.7239, 1873.9738 7987.7476 823.5358, 1884.169 8092.4683 829.77344, 1914.1863 8166.765 838.3897, 1989.4559 8147.692 851.53705, 2048.6602 8054.4478 851.5159, 2099.6824 7930.1123 845.77704, 2121.6965 7855.576 843.74176, 2137.771 7784.488 845.54376, 2154.6497 7692.167 849.1289, 2133.4104 7799.521 852.6011, 2127.0364 7878.3115 848.0268, 2122.3025 7949.649 838.1193, 2117.1772 8084.0635 807.71265, 2118.1277 8156.903 780.9815, 2123.175 8256.325 717.0172, 2125.4885 8321.425 592.8576</trace>
</ink>
</file>

<file path=ppt/ink/ink11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2492.1953 7750.2417 874.14984, 2440.6702 7834.2666 862.7998, 2392.2102 7950.369 857.924, 2374.0789 8022.264 855.6177, 2354.7925 8137.631 852.1581, 2353.9556 8238.142 850.6866, 2379.5586 8324.61 853.94006, 2449.008 8339.992 865.22253</trace>
</ink>
</file>

<file path=ppt/ink/ink11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2675.2363 7981.5073 874.14984, 2650.0159 8065.517 866.1195, 2631.1594 8170.477 860.9832, 2639.9753 8262.525 862.0007, 2675.599 8336.195 862.887, 2753.3384 8368.505 862.13776, 2844.5627 8316.441 860.5323, 2897.339 8242.602 856.8501, 2918.9326 8158.553 852.3492, 2911.23 8074.5767 850.6875, 2863.5105 7981.3057 849.5311, 2773.9058 7894.8657 854.34247, 2707.9753 7874.469 859.3758, 2629.7485 7941.77 862.5991, 2647.1025 8028.2036 862.6023, 2713.1807 8090.612 860.10284, 2816.2842 8088.538 854.09924, 2886.772 8079.0825 842.63855, 2951.4814 8037.8735 8.377431</trace>
</ink>
</file>

<file path=ppt/ink/ink11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2949.3284 7657.841 874.14984, 3013.0764 7744.07 861.45154, 3078.5803 7882.0303 847.32996, 3108.0498 7971.8887 841.1057, 3142.554 8109.1606 832.38995, 3158.5967 8240.725 825.8457, 3151.5342 8319.857 825.42065, 3129.7664 8399.52 826.9913, 3095.7002 8470.046 829.29004, 3027.6077 8559.975 835.81287, 2936.2312 8585.72 842.23206, 2869.791 8596.295 849.93396</trace>
</ink>
</file>

<file path=ppt/ink/ink11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3435.5603 8166.309 874.14984, 3536.1724 8167.883 859.56335, 3637.5115 8174.26 837.70197, 3724.6714 8182.1484 797.8416</trace>
</ink>
</file>

<file path=ppt/ink/ink11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3466.5366 8444.565 874.14984, 3577.735 8448.267 860.3211, 3642.6028 8444.92 854.8207, 3708.4927 8432.994 850.78406, 3783.9236 8422.242 836.76776, 3851.141 8406.227 231.81435</trace>
</ink>
</file>

<file path=ppt/ink/ink11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4515.972 8150.9956 874.14984, 4554.2437 8080.056 868.37897, 4611.8228 7967.6113 861.42523, 4656.787 7878.507 858.94183, 4695.016 7790.0034 860.4684, 4722.505 7694.514 862.5652, 4720.481 7773.513 851.7891, 4716.646 7901.0312 840.4039, 4715.3755 7984.1284 829.7463, 4716.0933 8065.864 814.81824, 4720.8877 8178.1323 760.8205, 4724.7827 8248.178 679.3173</trace>
</ink>
</file>

<file path=ppt/ink/ink11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5048.1987 8090.276 874.14984, 5151.6113 8081.1294 861.1316, 5216.2173 8078.6875 856.0097, 5286.2188 8075.8794 848.615, 5355.461 8069.712 840.34033, 5442.5054 8063.162 816.5527, 5508.3936 8058.0405 224.14742</trace>
</ink>
</file>

<file path=ppt/ink/ink11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5216.2207 7936.099 874.14984, 5206.8027 8035.167 863.4687, 5197.7256 8133.9385 859.3259, 5204.5674 8218.023 862.5821, 5216.2207 8297.78 871.6063</trace>
</ink>
</file>

<file path=ppt/ink/ink11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5748.448 8059.124 874.14984, 5825.0083 7968.459 864.02203, 5870.655 7875.6094 865.41516, 5811.324 7798.8823 864.4272, 5713.9976 7852.9116 862.948, 5673.054 7921.216 860.9553, 5652.7266 7996.2427 857.11176, 5656.909 8096.0396 856.7008, 5680.0728 8171.563 858.96277, 5781.3906 8239.636 860.879, 5845.9673 8225.817 859.16125, 5926.0513 8217.553 852.53204, 5992.587 8179.7793 235.24307</trace>
</ink>
</file>

<file path=ppt/ink/ink11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6204.6426 7874.3228 874.14984, 6129.958 7924.6377 867.8948, 6075.8936 8000.2134 864.81256, 6078.6494 8089.274 864.09033, 6117.3135 8163.7495 861.76794, 6192.7397 8199.114 861.1164, 6271.076 8186.9253 860.37775, 6341.789 8141.794 858.03076, 6411.9585 8066.221 853.1403, 6463.97 7993.2803 855.4278, 6475.715 8097.4224 858.57574, 6524.3096 8177.82 858.55505, 6596.7617 8192.626 859.2114, 6626.882 8109.606 856.6108, 6583.112 8015.237 852.50507, 6525.8384 7947.1235 851.7771, 6467.7847 7875.898 858.88336, 6536.0146 7821.6885 859.99304, 6670.68 7817.88 852.02466, 6753.2417 7832.043 846.00586, 6831.027 7855.345 841.55896, 6934.799 7902.5146 842.7842, 6971.066 7995.636 845.3389, 6960.9673 8075.783 847.51624, 6902.75 8153.6885 851.4397, 6837.566 8216.528 671.25433</trace>
</ink>
</file>

<file path=ppt/ink/ink11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7148.008 7812.5464 874.14984, 7115.434 7897.991 864.628, 7086.3706 8002.943 865.0057, 7090.572 8114.588 864.76996, 7126.4917 8184.876 864.82947, 7196.1147 8214.42 863.2366, 7283.3677 8178.8325 861.3618, 7351.657 8089.6875 855.7416, 7384.0376 7991.6167 852.63184, 7373.8467 7865.9673 851.414, 7343.4473 7773.673 851.23236, 7269.831 7673.578 852.0066, 7198.173 7608.1025 855.34235, 7130.814 7579.717 860.2574, 7069.7495 7648.378 862.2073, 7093.7744 7730.9404 859.7135, 7201.443 7835.3486 846.3972, 7278.104 7902.6597 815.1124, 7345.4434 7934.9287 223.41795</trace>
</ink>
</file>

<file path=ppt/ink/ink11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7391.1235 8397.574 874.14984, 7299.4077 8399.356 867.476, 7212.425 8401.818 861.7411, 7127.624 8403.669 859.6234, 7002.783 8409.255 857.6109, 6920.0996 8414.289 855.5129, 6845.035 8418.412 852.4451, 6774.7266 8421.982 849.21014, 6686.458 8426.722 846.1664, 6584.084 8431.669 842.1146, 6471.714 8436.38 837.9418, 6394.3423 8439.589 834.14514, 6300.8486 8442.082 830.3047, 6190.894 8443.684 826.9936, 6070.61 8444.69 823.7265, 5959.616 8444.4795 821.3488, 5868.437 8443.851 819.11255, 5755.1826 8441.37 816.0353, 5627.197 8439.536 813.1935, 5490.9995 8439.257 805.7046, 5391.642 8439.254 790.2, 5287.286 8441.298 766.46844, 5171.751 8445.244 734.95154, 5053.6943 8450.993 695.7803, 4947.4136 8457.056 649.4856, 4870.0234 8461.68 596.381, 4784.3486 8466.565 537.2372, 4698.0854 8471.64 473.29004, 4625.228 8475.814 405.41397, 4509.9663 8481.742 270.94977, 4410.753 8485.637 160.35553, 4346.0547 8487.432 14.551425</trace>
</ink>
</file>

<file path=ppt/ink/ink11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5642.3784 8798.329 874.14984, 5649.874 8886.909 867.7975, 5652.6787 8951.074 862.6192, 5654.919 9023.974 860.333, 5658.5317 9136.202 856.8872, 5663.3345 9240.0205 855.01514, 5673.0625 9368.632 855.3463, 5672.1367 9460.518 857.9806, 5621.6235 9362.928 851.1588, 5600.834 9270.467 845.213, 5588.2065 9168.832 839.1467, 5587.21 9036.729 837.4297, 5594.8643 8963.421 839.20703, 5614.7573 8858.723 844.2054, 5662.7705 8764.75 852.223, 5729.504 8722.485 859.237, 5815.5312 8735.123 862.9743, 5881.8423 8806.14 864.22833, 5860.6934 8873.901 863.3311, 5786.857 8914.982 858.281, 5657.697 8938.051 846.9299, 5568.5044 8951.162 823.6954, 5501.176 8949.12 226.15149</trace>
</ink>
</file>

<file path=ppt/ink/ink11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7665.2153 4313.999 874.14984, 7594.115 4396.8584 870.8016, 7613.0576 4462.6025 868.4205, 7679.244 4485.187 863.0029, 7792.506 4470.154 849.1617, 7857.3413 4459.788 826.3913, 7924.2896 4437.0234 794.8731</trace>
</ink>
</file>

<file path=ppt/ink/ink11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9719.03 4591.2007 874.14984, 9646.013 4647.0835 874.14984, 9733.891 4688.6494 870.2909, 9828.642 4686.2954 868.606, 9894.562 4684.6567 864.85864</trace>
</ink>
</file>

<file path=ppt/ink/ink11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8410.521 7950.883 874.14984, 8507.693 7937.371 862.8215, 8633.07 7926.4736 857.3615, 8705.588 7923.6016 852.1918, 8818.683 7921.0737 838.0474, 8885.204 7919.3643 815.304</trace>
</ink>
</file>

<file path=ppt/ink/ink11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8502.511 8135.684 874.14984, 8573.324 8129.5054 861.9281, 8643.935 8121.5635 850.79626, 8728.055 8109.3857 842.9261, 8821.053 8090.359 835.1684, 8903.966 8074.6763 814.3367, 8973.724 8059.124 798.5203</trace>
</ink>
</file>

<file path=ppt/ink/ink11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8775.664 7750.2417 874.14984, 8883.312 7781.829 861.603, 9016.323 7839.3916 852.042, 9081.485 7879.453 849.7741, 9161.651 7958.071 853.83374, 9181.767 8041.846 854.69946, 9132.503 8151.124 849.3343, 9049.32 8252.808 835.2647, 8988.742 8320.484 800.3593</trace>
</ink>
</file>

<file path=ppt/ink/ink11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10130.168 7673.1533 874.14984, 10027.49 7688.822 866.64777, 9962.457 7710.49 862.6195, 9860.995 7758.0117 860.0628, 9796.452 7830.961 862.0249, 9809.121 7923.1494 860.761, 9918.101 8005.3677 852.64, 10012.493 8021.9033 847.7223, 10093.801 8012.6265 843.87683, 10164.837 7947.926 845.33185, 10200.254 7856.5605 846.9333, 10214.528 7711.994 843.6307, 10218.069 7615.162 839.5571, 10220.07 7534.3296 836.08875, 10221.256 7459.1274 832.41174, 10221.857 7374.7856 831.3127, 10222.066 7290.792 832.6401, 10221.456 7212.17 836.8145, 10218.71 7146.4424 840.67584, 10192.325 7245.857 847.5379, 10191.845 7316.914 843.7796, 10192.463 7383.591 838.9266, 10197.86 7469.2866 832.94653, 10208.372 7564.0938 830.29846, 10223.895 7660.1987 828.8665, 10243.681 7750.481 830.91296, 10278.219 7869.434 836.8293, 10361.774 7941.6284 850.9106, 10426.396 7887.2075 857.2472, 10478.092 7803.5312 854.0605, 10505.464 7738.9883 848.77905, 10531.224 7666.617 846.40204, 10552.174 7595.6543 845.2612, 10576.96 7503.8945 845.23737, 10587.84 7605.7197 848.3912, 10594.961 7712.6084 844.8242, 10614.804 7820.8955 846.86414, 10648.127 7888.093 851.4661, 10743.943 7892.966 856.7945, 10811.56 7828.6016 857.8789, 10856.495 7712.0083 852.32043, 10868.285 7636.811 848.599, 10875.572 7522.923 844.5872, 10869.958 7445.3936 845.5293, 10855.38 7553.193 848.77386, 10865.092 7655.698 847.5977, 10879.35 7723.2705 843.3289, 10893.096 7798.9824 828.9449, 10909.571 7866.375 642.5324</trace>
</ink>
</file>

<file path=ppt/ink/ink11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10879.228 8154.6924 874.14984, 10813.236 8149.2515 855.44885, 10725.055 8143.979 838.20245, 10618.373 8141.57 826.074, 10497.175 8143.838 817.2808, 10367.838 8150.5454 795.1876, 10237.872 8161.787 767.4435, 10116.475 8180.2197 735.15375, 10039.846 8191.855 710.40405, 9952.0 8201.077 626.9043, 9885.786 8215.095 458.75778</trace>
</ink>
</file>

<file path=ppt/ink/ink11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10304.762 8309.396 874.14984, 10319.616 8380.095 864.3966, 10337.413 8493.66 859.9194, 10342.889 8602.676 858.2476, 10333.07 8689.759 860.0715, 10256.087 8731.528 860.21783, 10168.844 8659.919 861.594, 10090.783 8645.7 862.05316, 10043.481 8718.542 858.96594, 10077.373 8820.134 855.15894, 10161.497 8895.356 852.4976, 10253.573 8923.455 851.13275, 10375.37 8887.293 848.6511, 10487.925 8799.916 845.2231, 10576.934 8699.714 841.5618, 10626.709 8622.4795 848.6936, 10572.1045 8692.97 853.744, 10565.379 8799.288 858.2613, 10596.42 8886.119 859.1259, 10716.624 8945.758 858.25146, 10825.158 8904.998 854.8507, 10895.128 8827.428 849.1494, 10918.023 8702.695 844.6908, 10890.656 8595.699 845.19507, 10822.862 8518.082 846.4495, 10710.056 8470.404 848.94635, 10613.044 8465.69 852.5472, 10548.755 8509.652 857.0358, 10568.06 8608.784 857.57404, 10660.368 8659.879 851.0528, 10732.288 8671.259 844.77545, 10832.588 8662.808 834.45355, 10897.788 8657.314 818.5507, 10981.902 8653.72 774.5376, 11047.747 8639.189 7.5888343</trace>
</ink>
</file>

<file path=ppt/ink/ink11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11589.803 7936.099 874.14984, 11483.413 7943.627 860.4832, 11418.761 7953.241 855.9632, 11350.037 7962.7505 847.5861</trace>
</ink>
</file>

<file path=ppt/ink/ink11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11742.807 8228.613 874.14984, 11673.805 8223.288 861.9891, 11607.22 8220.155 854.1337, 11529.338 8217.652 847.93134, 11448.824 8215.806 838.7375, 11375.889 8213.778 821.8736, 11309.166 8211.688 798.4785</trace>
</ink>
</file>

<file path=ppt/ink/ink11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12168.964 7904.4194 874.14984, 12238.417 7899.514 863.36755, 12375.212 7893.5293 846.5388, 12446.409 7890.4795 826.9924, 12510.999 7891.441 641.6011</trace>
</ink>
</file>

<file path=ppt/ink/ink11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12899.25 7734.93 874.14984, 12982.7 7724.7896 868.434, 13083.182 7697.7036 869.6223, 13150.06 7650.446 869.2175, 13182.366 7562.5386 866.9467, 13131.937 7475.375 865.8601, 13026.209 7459.1636 864.5089, 12936.255 7499.8564 861.16626, 12874.528 7589.898 856.84375, 12846.009 7703.9277 854.0748, 12846.929 7806.518 853.21594, 12876.083 7902.614 855.2328, 12950.698 7992.563 857.04803, 13071.93 8054.5693 855.5269, 13191.448 8061.733 851.0229, 13266.415 8061.018 840.3315, 13331.535 8035.66 656.569</trace>
</ink>
</file>

<file path=ppt/ink/ink11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13720.587 7395.952 874.14984, 13632.77 7413.639 864.04175, 13536.522 7455.8784 864.5264, 13471.635 7531.519 865.2009, 13509.411 7628.002 860.2392, 13615.374 7729.8936 845.6789, 13724.226 7809.9287 840.3153, 13797.333 7875.818 846.12524, 13779.824 7945.2695 849.3031, 13672.474 7985.771 853.0013, 13595.592 8007.7437 861.83594, 13530.206 7995.3433 424.6673</trace>
</ink>
</file>

<file path=ppt/ink/ink11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13963.704 7550.129 874.14984, 13978.017 7641.1123 864.248, 13988.904 7749.591 861.5182, 13999.325 7869.31 863.9293, 14006.641 7947.744 868.28394</trace>
</ink>
</file>

<file path=ppt/ink/ink11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14237.796 7657.841 874.14984, 14255.543 7750.816 864.1244, 14263.809 7869.7534 862.588, 14260.814 7945.3774 863.2827, 14273.57 7844.5884 845.3646, 14308.994 7730.909 836.5589, 14355.1045 7636.587 834.1687, 14421.371 7588.304 839.96967, 14501.539 7615.879 847.38, 14549.513 7712.449 853.2861, 14554.427 7822.3374 857.92865, 14534.607 7917.5884 860.80707, 14518.057 7984.4077 813.95935</trace>
</ink>
</file>

<file path=ppt/ink/ink11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14009.699 7226.991 874.14984, 14032.241 7294.9707 805.35974</trace>
</ink>
</file>

<file path=ppt/ink/ink11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14755.004 7673.1533 874.14984, 14742.577 7764.9746 863.81024, 14739.128 7877.696 864.562, 14786.454 7988.7534 864.48474, 14879.991 8021.591 863.6518, 14950.624 7996.384 861.03754, 14995.846 7930.7837 856.2009, 15007.824 7794.56 846.0513, 14999.429 7726.5093 844.1317, 14969.092 7609.79 841.2738, 14939.1 7544.674 841.5799, 14874.551 7440.509 844.31573, 14805.148 7374.5703 851.24493, 14706.835 7366.394 860.8145, 14671.503 7445.1416 861.7279, 14688.479 7543.1597 856.9204, 14771.032 7647.959 842.9393, 14831.036 7719.6177 810.73236</trace>
</ink>
</file>

<file path=ppt/ink/ink11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14831.036 8182.1484 874.14984, 14715.231 8183.947 859.71844, 14639.553 8187.207 850.9405, 14546.098 8189.4893 841.642, 14438.155 8189.703 832.818, 14345.87 8189.2607 827.439, 14262.961 8188.2295 822.891, 14170.604 8187.869 819.00696, 14097.707 8187.74 812.72095, 14000.528 8189.3403 807.8141, 13888.072 8193.006 805.30225, 13766.122 8199.488 804.52136, 13669.176 8205.199 805.8261, 13576.064 8212.439 808.1326, 13468.92 8222.78 811.03973, 13367.239 8233.783 814.0721, 13289.89 8242.4795 817.15027, 13201.18 8252.62 821.00323, 13111.685 8262.773 826.9904, 13038.35 8271.667 834.0506, 12929.499 8288.01 846.94244, 12858.778 8311.872 857.87946, 12792.756 8329.867 577.411</trace>
</ink>
</file>

<file path=ppt/ink/ink11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13750.626 8551.751 874.14984, 13775.673 8624.537 864.9063, 13804.195 8729.239 861.0018, 13821.791 8797.227 859.3278, 13839.837 8872.067 857.15, 13865.148 8981.485 854.94147, 13885.162 9076.552 853.0214, 13898.74 9159.794 856.55664, 13863.006 9039.531 846.5313, 13848.931 8964.448 841.9941, 13832.43 8885.432 837.9481, 13808.195 8767.2295 836.2747, 13795.678 8638.303 839.9676, 13801.797 8536.274 846.39087, 13843.953 8456.669 854.9078, 13911.847 8413.594 861.2615, 14002.994 8425.351 863.8344, 14021.738 8505.186 862.6125, 13972.875 8569.678 860.8081, 13876.137 8622.853 859.47107, 13775.07 8628.09 858.49286, 13705.568 8628.839 857.8774</trace>
</ink>
</file>

<file path=ppt/ink/ink11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15363.264 8150.9956 874.14984, 15329.73 8220.039 868.0702</trace>
</ink>
</file>

<file path=ppt/ink/ink11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11529.729 5362.0854 874.14984, 11414.315 5395.08 869.7022, 11294.334 5419.7397 867.0321, 11182.256 5438.4233 865.9618, 11082.896 5448.1353 864.4623, 11016.873 5454.6343 854.629</trace>
</ink>
</file>

<file path=ppt/ink/ink11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11270.654 5176.756 874.14984, 11275.161 5267.7075 870.7994, 11280.008 5364.2534 858.8075, 11285.836 5456.4556 847.7596, 11289.942 5550.5356 831.09576, 11292.047 5634.218 800.86456, 11290.72 5729.551 737.58966, 11288.143 5800.584 596.0856</trace>
</ink>
</file>

<file path=ppt/ink/ink11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11529.729 5439.701 874.14984, 11463.938 5424.1396 867.45123, 11357.722 5421.149 862.4221, 11281.371 5425.6475 860.82965, 11175.124 5434.6816 860.1052, 11101.913 5442.278 860.6599, 11034.422 5464.603 426.7153</trace>
</ink>
</file>

<file path=ppt/ink/ink11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11590.742 5377.9253 874.14984, 11498.549 5392.7905 870.8478, 11429.448 5404.2275 859.67975, 11319.756 5421.793 854.59894, 11255.392 5431.105 855.84656, 11189.6455 5439.7476 856.6549, 11105.155 5451.2397 861.5151, 11037.103 5454.213 239.84276</trace>
</ink>
</file>

<file path=ppt/ink/ink11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17859.191 4020.9575 874.14984, 17866.686 4099.323 868.3242, 17869.148 4179.1206 862.35815, 17867.871 4258.5107 860.4956, 17861.293 4373.736 859.0164, 17858.887 4444.144 858.41907, 17855.445 4559.9565 855.78345, 17850.375 4625.0864 855.1471, 17842.086 4692.806 852.67255, 17833.7 4758.991 848.3201, 17825.83 4858.104 836.06683, 17820.707 4922.259 809.42737</trace>
</ink>
</file>

<file path=ppt/ink/ink11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18284.41 4252.2227 874.14984, 18171.322 4317.429 851.7858, 18090.477 4358.092 841.80225, 17968.484 4416.71 840.3061, 17858.895 4481.141 849.77374, 17846.465 4578.4717 853.174, 17966.672 4657.9146 848.23584, 18071.057 4714.7134 839.5919, 18167.129 4770.6196 817.8088, 18231.844 4807.154 774.2803</trace>
</ink>
</file>

<file path=ppt/ink/ink11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18634.537 4498.8003 874.14984, 18723.205 4494.4688 864.2404, 18846.5 4481.684 861.9086, 18919.197 4473.4316 857.93774, 18986.863 4466.9834 423.32974</trace>
</ink>
</file>

<file path=ppt/ink/ink11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18604.498 4730.065 874.14984, 18710.28 4716.0244 860.21674, 18794.762 4703.1865 848.4127, 18871.621 4691.67 825.0398, 18938.766 4683.212 753.7623</trace>
</ink>
</file>

<file path=ppt/ink/ink11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19410.816 4020.9575 874.14984, 19434.004 4095.319 865.9553, 19450.504 4206.8335 861.2542, 19456.62 4276.3916 859.6519, 19460.135 4376.015 857.2886, 19456.695 4466.6914 856.6813, 19445.002 4538.448 857.56964, 19440.234 4410.2715 848.1216, 19458.088 4298.548 841.1636, 19474.287 4231.1587 840.0513, 19521.695 4111.7656 845.8312, 19588.541 4046.7073 850.1613, 19671.115 4064.425 854.13684, 19736.92 4159.8325 853.16895, 19759.42 4263.8345 848.29364, 19752.39 4330.956 846.51825, 19737.977 4399.4985 844.90234, 19710.217 4498.917 845.2561, 19664.139 4386.068 841.539, 19682.48 4309.6157 834.7869, 19715.188 4226.0586 827.86505, 19757.832 4149.225 826.15674, 19824.814 4053.942 828.4696, 19895.502 4005.6147 836.46533, 19973.076 4034.9424 845.2779, 20021.748 4101.837 852.6909, 20027.309 4171.794 852.77814, 20039.578 4255.023 841.255, 20025.967 4320.5938 651.6812</trace>
</ink>
</file>

<file path=ppt/ink/ink11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18467.451 3960.2373 874.14984, 18460.604 4069.327 860.45996, 18461.086 4139.234 854.0987, 18463.852 4221.781 848.814, 18467.248 4315.768 843.7361, 18469.36 4418.779 839.0348, 18470.69 4491.679 836.5159, 18469.541 4572.132 834.05676, 18467.75 4642.633 825.60443, 18464.996 4711.9893 815.5387, 18461.566 4793.102 800.473, 18457.465 4870.8667 777.81683, 18447.924 4985.6206 710.88116, 18441.309 5054.184 603.7272</trace>
</ink>
</file>

<file path=ppt/ink/ink1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17414.262 4082.2058 874.14984, 17406.178 4183.819 857.44714, 17404.02 4260.8784 848.72833, 17400.271 4349.436 842.29065, 17397.75 4446.3535 837.77716, 17397.26 4548.8276 829.36914, 17395.604 4650.9985 819.97003, 17391.512 4746.317 806.0779, 17382.926 4882.8657 753.48627, 17373.342 4984.337 669.7873, 17363.861 5084.9106 561.7036, 17362.916 5159.963 375.23413</trace>
</ink>
</file>

<file path=ppt/ink/ink1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20673.33 3990.333 874.14984, 20586.695 3990.5146 848.05505, 20520.832 4002.8452 840.9729, 20455.762 4028.5325 846.632, 20378.244 4094.931 849.0892, 20326.531 4173.2324 849.39905, 20307.39 4287.6626 852.2764, 20319.55 4373.54 855.3236, 20397.293 4456.711 854.96075, 20508.072 4495.493 851.92694, 20589.996 4493.093 845.8784, 20696.61 4463.47 836.0304, 20765.908 4443.88 822.1884, 20855.79 4422.33 781.43097, 20920.326 4394.1265 7.6774316</trace>
</ink>
</file>

<file path=ppt/ink/ink1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20795.36 3681.4514 874.14984, 20860.35 3614.3494 863.9931, 20966.85 3583.5273 859.765, 21060.367 3588.828 860.64154, 21129.473 3619.1692 860.82, 21173.475 3705.193 861.1175, 21130.908 3791.447 860.3468, 21066.787 3859.9155 858.09607, 21001.932 3922.385 858.56616, 20984.96 3994.5273 860.8942, 21074.006 4052.0605 860.3017, 21195.285 4081.2314 853.02466, 21282.994 4097.969 836.4209, 21347.367 4100.275 229.76807</trace>
</ink>
</file>

<file path=ppt/ink/ink1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19562.88 4777.0576 874.14984, 19661.387 4760.2847 859.8285, 19741.69 4744.975 847.76697, 19846.695 4727.338 834.7124, 19971.63 4710.4634 822.5955, 20110.611 4695.9795 810.8535, 20204.88 4686.409 802.89185, 20316.459 4679.0444 796.3898, 20407.691 4673.3696 763.2068, 20505.87 4669.778 722.98816, 20616.695 4667.862 676.38544, 20713.863 4667.8115 623.9152, 20789.463 4668.473 566.9996, 20864.834 4670.6997 505.74902, 20953.43 4673.5835 382.8383</trace>
</ink>
</file>

<file path=ppt/ink/ink11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20110.129 5213.716 874.14984, 20105.168 5331.8374 855.9763, 20102.08 5410.636 849.7718, 20099.693 5495.315 848.08215, 20096.89 5578.398 849.0439, 20092.436 5655.2188 852.02435, 20066.104 5737.2803 856.9641, 19999.633 5765.6255 241.34593</trace>
</ink>
</file>

<file path=ppt/ink/ink11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20019.076 5038.947 874.14984, 20084.93 5016.387 861.34955, 20151.652 5005.9775 851.1385, 20230.355 5004.188 848.75946, 20308.855 5013.549 845.1617, 20373.559 5037.6646 847.9064, 20429.074 5104.968 851.9302, 20380.365 5179.7974 847.106, 20246.234 5241.494 828.7886, 20180.805 5269.492 808.4794, 20110.129 5284.9966 771.2171</trace>
</ink>
</file>

<file path=ppt/ink/ink11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17204.94 5839.3994 874.14984, 17236.998 5929.475 863.2656, 17255.44 6058.7075 854.4878, 17257.58 6137.146 850.27325, 17257.893 6203.782 848.99646, 17255.498 6333.7866 846.129, 17251.723 6457.807 842.0827, 17247.852 6536.9697 842.62366, 17242.584 6619.7217 843.7776, 17238.16 6684.317 845.5718, 17228.605 6804.39 851.23724, 17225.768 6884.4453 857.91846, 17223.621 6951.343 764.0867</trace>
</ink>
</file>

<file path=ppt/ink/ink11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17737.166 6085.9766 874.14984, 17663.639 6147.481 861.7465, 17523.188 6237.575 842.9191, 17444.406 6283.8013 840.38385, 17379.963 6321.0527 838.9484, 17287.662 6374.7104 841.188, 17209.191 6453.851 848.5322, 17240.234 6551.968 857.7869, 17312.48 6608.9805 859.13727, 17421.059 6667.29 853.12476, 17538.879 6729.726 836.4978, 17623.494 6779.552 809.12756, 17692.818 6822.2163 763.8492, 17759.031 6868.1187 186.92433</trace>
</ink>
</file>

<file path=ppt/ink/ink11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18011.258 6518.411 874.14984, 18120.855 6518.411 861.2046, 18185.24 6521.3384 855.86053, 18254.406 6528.8237 852.03436, 18321.414 6541.704 845.5379, 18406.236 6555.284 827.29266, 18471.043 6580.6235 8.181028</trace>
</ink>
</file>

<file path=ppt/ink/ink11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18071.332 6872.7007 874.14984, 18194.492 6867.999 858.2095, 18268.006 6863.379 850.5839, 18349.191 6854.915 843.8428, 18421.47 6848.066 827.31573, 18486.29 6840.96 812.31525</trace>
</ink>
</file>

<file path=ppt/ink/ink11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18862.63 6717.9966 874.14984, 18951.469 6710.007 863.97, 19086.902 6705.823 854.5507, 19166.734 6704.667 850.42523, 19232.307 6703.364 840.8004, 19303.809 6702.684 829.6114</trace>
</ink>
</file>

<file path=ppt/ink/ink11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19623.896 6332.5547 874.14984, 19658.357 6418.336 864.5458, 19693.883 6543.215 859.2131, 19715.977 6642.616 859.1695, 19715.307 6721.228 861.5289, 19714.719 6631.2456 849.03235, 19739.21 6537.1562 841.45776, 19773.803 6455.5176 837.2882, 19852.7 6399.467 837.11523, 19927.879 6399.392 840.35394, 19995.14 6443.606 844.5461, 20049.232 6543.85 847.1847, 20072.44 6639.3804 851.49805, 20058.707 6704.3887 854.2507, 20024.006 6603.9565 850.66595, 20034.078 6515.8564 846.2567, 20057.918 6428.1387 845.8929, 20091.67 6358.7114 848.9445, 20179.393 6285.375 855.2502, 20253.365 6268.1685 858.3961, 20340.908 6297.1333 860.0439, 20413.842 6392.359 859.296, 20419.178 6498.9976 858.196, 20408.682 6575.3496 857.1908, 20391.549 6640.2354 801.0458</trace>
</ink>
</file>

<file path=ppt/ink/ink11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21084.469 6102.3447 874.14984, 20994.88 6092.886 864.52, 20878.52 6121.7695 858.33813, 20813.71 6154.8467 854.7638, 20699.762 6237.4316 851.5223, 20630.52 6329.5854 853.23236, 20617.11 6455.404 853.6506, 20648.611 6548.1367 853.4777, 20712.682 6615.928 852.39136, 20800.709 6659.302 849.1587, 20865.062 6671.32 844.7036, 20939.945 6667.1396 840.4822, 21014.215 6636.898 832.75555, 21095.58 6612.1133 813.3641, 21161.996 6565.5015 626.7759</trace>
</ink>
</file>

<file path=ppt/ink/ink11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21129.525 5639.2866 874.14984, 21205.396 5623.0264 868.55255, 21299.625 5654.4595 864.02094, 21366.41 5718.546 861.16797, 21380.129 5806.234 859.05164, 21335.736 5876.768 857.1785, 21260.367 5950.7495 858.0363, 21246.756 6027.631 860.84894, 21371.678 6055.052 849.6315, 21453.256 6056.12 842.8479, 21526.19 6060.0356 823.9818, 21601.678 6055.353 800.6853</trace>
</ink>
</file>

<file path=ppt/ink/ink11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21403.617 6825.709 874.14984, 21276.771 6844.8374 851.26825, 21182.791 6850.4346 836.0032, 21065.621 6855.466 823.22345, 20926.422 6861.8086 809.65155, 20770.451 6868.992 794.3683, 20603.223 6878.054 783.8392, 20430.611 6890.3936 778.8434, 20298.225 6900.288 772.3804, 20168.732 6911.2383 769.9073, 20070.85 6919.75 769.87415, 19970.896 6930.1577 771.98737, 19867.994 6941.3975 779.71545, 19775.098 6952.5884 793.35406, 19665.912 6969.0137 820.87177, 19600.715 6989.907 677.1376</trace>
</ink>
</file>

<file path=ppt/ink/ink11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20232.156 7149.375 874.14984, 20247.104 7233.6245 864.34283, 20243.842 7348.187 860.0777, 20240.576 7415.514 858.6584, 20237.873 7486.5137 857.62415, 20235.83 7559.635 857.184, 20233.602 7674.2104 856.0733, 20233.986 7767.677 855.69495, 20242.162 7861.6465 857.01556, 20235.97 7755.5933 846.3731, 20226.291 7673.864 839.8783, 20218.045 7596.3306 839.96497, 20207.781 7477.102 842.2413, 20206.19 7409.807 844.44916, 20216.299 7296.9604 850.18945, 20277.643 7189.2183 855.11, 20396.771 7125.013 857.72577, 20466.506 7116.515 856.63135, 20571.857 7122.141 856.69727, 20643.068 7179.9746 858.16614, 20617.18 7268.0376 858.0951, 20491.787 7318.1313 849.02405, 20372.836 7345.372 835.0709, 20305.256 7348.187 823.66943, 20227.951 7354.008 789.27826, 20162.17 7342.517 508.04718</trace>
</ink>
</file>

<file path=ppt/ink/ink11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21783.78 6795.0845 874.14984, 21742.402 6875.3906 862.4318, 21702.664 6940.6206 842.00934</trace>
</ink>
</file>

<file path=ppt/ink/ink11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2447.1392 3096.4243 874.14984, 2357.6655 3134.7786 867.03326, 2239.841 3197.8604 861.0545, 2155.8792 3251.9783 861.5441, 2099.3594 3339.7837 863.6072, 2124.599 3433.672 861.9454, 2232.9836 3491.3584 860.94653, 2153.1545 3549.007 854.2313, 2073.854 3618.7122 857.7809, 2062.0833 3693.2917 858.97687, 2178.1143 3727.7668 853.4376, 2252.6912 3709.9744 847.94086, 2327.6545 3679.2231 838.54456, 2412.4783 3650.1443 808.1593, 2478.3313 3612.5166 685.8249</trace>
</ink>
</file>

<file path=ppt/ink/ink11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2721.2314 3219.977 874.14984, 2663.9302 3288.9224 864.82104, 2585.5696 3363.1357 860.51526, 2519.9082 3415.223 863.30536, 2471.9482 3488.791 865.8131, 2536.5393 3552.7761 865.88525, 2635.8147 3591.6382 866.131, 2714.3127 3619.0286 862.787, 2781.3884 3640.713 425.69653</trace>
</ink>
</file>

<file path=ppt/ink/ink11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2842.3198 3374.682 874.14984, 2819.899 3447.4753 870.48676, 2832.642 3531.417 869.2822, 2897.3267 3557.5627 866.80804, 2988.4448 3517.1877 862.23596, 3038.6467 3431.432 862.44244, 2974.8665 3351.4536 863.3051, 2901.7312 3344.863 852.0971, 2833.773 3334.627 552.0062</trace>
</ink>
</file>

<file path=ppt/ink/ink11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3162.4072 3035.1758 874.14984, 3243.4746 3098.9626 862.4053, 3315.3762 3203.6309 857.3883, 3339.9175 3273.5806 854.7574, 3351.079 3354.4153 851.75555, 3351.5786 3483.1611 846.6924, 3328.7644 3608.0288 838.19836, 3298.8118 3682.4497 834.6113, 3250.4514 3756.0403 827.33, 3202.4387 3836.151 810.28687, 3137.6807 3899.3374 391.61194</trace>
</ink>
</file>

<file path=ppt/ink/ink11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1960.9071 3084.808 874.14984, 1913.4639 3159.582 861.3099, 1840.487 3293.8147 847.1474, 1799.7258 3373.9958 842.7845, 1763.0061 3458.9746 841.1418, 1734.7833 3546.0852 840.6586, 1714.8704 3614.3435 842.01337, 1699.0371 3738.2598 843.27167, 1730.6165 3853.9714 844.9275, 1853.6578 3966.3843 842.178, 1927.8556 4024.526 833.59796, 1994.4988 4053.5498 815.4985</trace>
</ink>
</file>

<file path=ppt/ink/ink11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3268.4768 3404.778 874.14984, 3361.2346 3392.9568 867.7573, 3457.438 3381.0398 861.1304, 3547.604 3369.9949 852.11993, 3625.4526 3363.1064 840.46246, 3691.066 3359.1287 792.76263</trace>
</ink>
</file>

<file path=ppt/ink/ink11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3420.5417 3250.601 874.14984, 3504.8977 3273.9246 871.1569, 3599.3245 3329.7458 867.75494, 3641.0647 3430.9556 865.82184, 3613.0464 3508.2998 864.84155, 3565.0974 3598.027 862.0767</trace>
</ink>
</file>

<file path=ppt/ink/ink12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1485.9391 9600.364 874.14984, 1401.6737 9634.375 860.39136, 1331.1953 9652.277 851.5898, 1244.9165 9667.89 844.8351, 1148.8947 9680.704 839.4332, 1053.5669 9690.972 836.8649, 976.067 9698.589 835.46625, 888.1185 9716.77 839.77606, 890.27344 9790.593 844.1966, 933.59906 9859.448 847.1446, 972.59357 9961.487 847.2229, 980.8518 10038.742 845.98724, 976.35455 10125.347 844.10675, 958.2011 10260.804 835.9874, 938.538 10345.901 833.13947, 920.41565 10432.487 832.37396, 909.86536 10500.335 834.56934, 912.8548 10611.325 840.6794, 977.44104 10697.165 846.70514, 1074.0848 10742.417 850.4287, 1192.578 10744.4 850.82153, 1259.4847 10721.247 847.02185, 1342.728 10643.126 834.0578, 1400.6295 10576.005 783.5783</trace>
</ink>
</file>

<file path=ppt/ink/ink12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849.5196 10154.24 874.14984, 930.11615 10148.062 855.9506, 1014.95496 10143.27 838.4148, 1120.7871 10141.968 823.59216, 1242.6697 10146.613 809.6094, 1316.3114 10149.419 782.80426, 1410.038 10151.331 731.3586, 1475.3763 10161.572 7.115786</trace>
</ink>
</file>

<file path=ppt/ink/ink12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1435.2507 10639.475 874.14984, 1457.625 10719.037 862.99603, 1490.803 10849.701 855.2767, 1506.3732 10923.824 853.6355, 1525.1437 11031.862 852.7599, 1533.7225 11116.699 853.2012, 1509.8416 11020.102 840.3968, 1531.6782 10895.489 833.23566, 1566.5808 10793.534 834.8531, 1640.4539 10724.503 841.1181, 1725.9547 10714.514 847.13885, 1799.3809 10774.344 851.26196, 1843.1537 10904.438 849.7401, 1847.9081 10978.333 848.3649, 1842.0587 11090.569 848.3533, 1814.5659 11004.632 845.7494, 1833.0507 10939.623 848.31384, 1871.2277 10842.291 853.80676, 1953.6371 10767.155 856.4119, 2030.174 10750.247 856.9834, 2107.932 10797.233 858.01495, 2156.0205 10863.168 857.9807, 2177.5417 10979.322 852.1972, 2171.1924 11094.908 838.50055, 2154.8965 11162.52 817.40045, 2123.535 11227.955 508.30606</trace>
</ink>
</file>

<file path=ppt/ink/ink12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2932.4324 10682.242 874.14984, 2813.0886 10658.511 857.0937, 2734.3599 10645.001 851.30237, 2652.972 10635.495 848.28326, 2576.475 10633.6045 851.827, 2504.0085 10666.586 856.40076, 2488.4624 10731.332 680.55554</trace>
</ink>
</file>

<file path=ppt/ink/ink12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3025.361 10925.651 874.14984, 2944.649 10934.572 864.814, 2830.5784 10943.271 860.37115, 2756.8232 10949.029 857.46014, 2666.924 10956.993 852.4004, 2587.9963 10963.834 842.59485, 2508.1528 10971.06 828.64307</trace>
</ink>
</file>

<file path=ppt/ink/ink12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3344.5095 10601.985 874.14984, 3438.5466 10493.392 864.28174, 3474.3706 10427.367 862.52576, 3507.7615 10355.021 863.3875, 3535.6165 10284.535 864.0255, 3561.3994 10214.827 864.1806, 3557.4128 10285.985 853.4249, 3554.8994 10379.635 843.9932, 3555.75 10444.494 837.7518, 3561.9868 10557.3 826.01245, 3573.291 10630.397 815.3607, 3589.3604 10698.705 798.8109, 3605.2056 10774.133 761.3179, 3624.6863 10839.863 477.42215</trace>
</ink>
</file>

<file path=ppt/ink/ink12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3420.5417 10956.275 874.14984, 3509.2114 10991.655 863.6355, 3650.062 10999.078 851.6044, 3718.3787 10998.152 846.0323, 3838.72 10992.922 833.9152, 3914.7551 10989.725 809.8755, 3978.8652 10987.33 524.44293</trace>
</ink>
</file>

<file path=ppt/ink/ink12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3542.5688 11464.215 874.14984, 3539.0217 11363.38 867.20776, 3586.4722 11285.87 867.32446, 3671.2166 11243.814 867.1145, 3722.9316 11318.749 862.2321, 3659.6357 11411.589 853.8888, 3599.7522 11490.517 846.96436, 3542.5015 11588.559 850.851, 3572.0115 11679.228 852.95905, 3642.1592 11722.996 851.5135, 3714.7083 11722.45 846.5812, 3799.7588 11697.451 840.5256, 3877.1257 11681.709 821.4834, 3952.7688 11649.017 792.7342</trace>
</ink>
</file>

<file path=ppt/ink/ink12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4150.8286 10586.674 874.14984, 4166.7417 10685.56 862.3671, 4185.336 10819.122 856.1539, 4194.0547 10894.085 854.62573, 4204.8716 11006.85 856.629, 4206.251 11084.254 860.18494, 4210.143 10971.278 851.79834, 4222.878 10860.979 846.07715, 4234.6606 10795.09 846.0828, 4256.1616 10698.623 848.91565, 4330.717 10633.773 855.1311, 4410.69 10723.939 858.21497, 4434.015 10846.854 853.6302, 4437.8594 10955.048 853.6227, 4420.772 11041.059 855.39813, 4407.951 10971.906 852.9053, 4422.428 10854.139 849.46094, 4446.391 10749.488 852.8287, 4513.04 10659.017 855.88446, 4590.3086 10641.28 857.78723, 4655.6494 10703.31 857.95087, 4686.6934 10792.338 852.71515, 4683.8076 10908.445 836.4501, 4677.3296 10986.985 803.6921</trace>
</ink>
</file>

<file path=ppt/ink/ink12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5200.2637 10509.586 874.14984, 5120.867 10519.252 868.6223, 5022.624 10570.346 863.11896, 4958.318 10626.029 860.22174, 4914.6357 10690.737 858.71436, 4893.081 10795.949 856.2567, 4904.2563 10891.477 854.1885, 4977.589 11006.599 851.8504, 5059.203 11078.767 849.70593, 5161.289 11100.018 842.19977, 5231.2397 11110.452 825.94696</trace>
</ink>
</file>

<file path=ppt/ink/ink12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5353.267 10262.48 874.14984, 5380.3696 10173.257 872.2, 5444.6475 10140.177 865.5473, 5517.872 10137.798 861.3688, 5586.992 10178.968 861.37585, 5602.8716 10260.95 859.0406, 5578.8745 10328.322 856.5034, 5499.3857 10411.667 855.8261, 5416.943 10491.951 860.60254, 5443.8423 10560.949 863.0738, 5529.3516 10570.093 864.3011, 5600.508 10557.874 845.5189, 5667.7915 10542.169 697.9541</trace>
</ink>
</file>

<file path=ppt/ink/ink12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6353.891 9926.67 874.14984, 6282.9507 10038.206 861.6532, 6227.8203 10172.753 855.1968, 6198.216 10265.046 849.5729, 6168.3013 10376.738 842.067, 6146.2373 10462.245 835.2225, 6124.3306 10562.025 827.9047, 6103.573 10659.779 817.4066, 6083.452 10760.394 807.18726, 6057.8896 10897.63 793.26215, 6031.7866 11058.978 777.3996, 6009.985 11232.188 736.72925, 5995.9707 11344.494 689.8011, 5988.023 11479.595 636.9741, 5992.667 11624.762 579.0071, 6013.045 11773.622 515.8905, 6050.7065 11919.222 448.938, 6110.5596 12052.793 379.44208, 6149.557 12139.11 317.38467, 6169.422 12206.687 180.32944, 6219.6606 12281.033 110.21458</trace>
</ink>
</file>

<file path=ppt/ink/ink12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6356.7075 9600.364 874.14984, 6286.209 9619.636 866.1437, 6184.201 9635.19 861.67896, 6061.215 9641.674 860.518, 5953.289 9634.529 862.3721, 5888.207 9640.004 863.2103, 5851.603 9748.601 863.1982, 5842.408 9854.081 857.6759, 5838.8545 9937.97 850.8008, 5837.474 10037.505 842.89777, 5837.0415 10122.988 837.63354, 5835.853 10206.812 832.1495, 5833.7705 10315.225 825.7134, 5830.0874 10443.577 818.7435, 5825.037 10588.458 811.3107, 5821.69 10683.935 804.98444, 5816.5923 10809.023 798.4093, 5809.3027 10957.435 792.7222, 5799.2515 11123.211 786.96423, 5791.1436 11270.664 782.4025, 5784.7705 11394.488 776.74335, 5778.977 11540.901 773.754, 5775.228 11698.1 772.6257, 5774.155 11857.938 773.71564, 5773.7056 11970.311 776.70917, 5776.8647 12085.347 780.8487, 5784.286 12201.419 788.3971, 5791.1636 12309.112 799.0519, 5796.7026 12394.753 809.7165, 5803.554 12510.35 832.13135, 5820.138 12583.668 848.9414, 5903.1475 12643.612 862.66046, 6020.4937 12663.335 860.9061, 6121.3823 12681.02 856.4085, 6243.5747 12711.584 856.3524, 6334.499 12738.309 857.5703, 6418.5503 12764.915 859.0813</trace>
</ink>
</file>

<file path=ppt/ink/ink12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4226.861 76.247536 874.14984, 4291.8877 76.782745 861.0047</trace>
</ink>
</file>

<file path=ppt/ink/ink12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6615.781 10863.348 874.14984, 6706.726 10848.124 870.99713, 6803.277 10814.355 861.38196, 6875.953 10751.33 862.83453, 6911.721 10680.912 863.58997, 6910.8115 10605.877 862.88007, 6839.7197 10539.706 860.12787, 6754.898 10523.702 858.8612, 6664.2773 10564.935 856.34973, 6594.2456 10651.305 852.4718, 6556.7935 10756.976 849.0087, 6552.4346 10827.982 847.9635, 6560.5776 10901.829 847.24695, 6591.151 11013.744 846.34106, 6688.0854 11131.403 844.4905, 6755.3296 11171.194 841.3551, 6831.0376 11184.371 835.77606, 6913.3306 11209.463 822.49664, 6980.643 11198.695 756.56757</trace>
</ink>
</file>

<file path=ppt/ink/ink12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7437.119 10524.897 874.14984, 7365.6143 10548.013 867.90814, 7309.1665 10617.893 866.4405, 7296.4297 10695.733 864.1213, 7341.367 10808.514 855.28687, 7408.5337 10911.812 843.9092, 7491.3906 11015.633 843.9397, 7529.974 11093.949 849.03143, 7503.5967 11164.737 851.7143, 7393.084 11219.402 856.857, 7314.8066 11235.941 855.41724</trace>
</ink>
</file>

<file path=ppt/ink/ink12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7680.235 10739.795 874.14984, 7677.227 10850.42 862.3825, 7683.4766 10981.638 854.43646, 7687.81 11051.783 848.3888, 7693.8306 11153.703 832.79614, 7697.2773 11219.685 795.50397</trace>
</ink>
</file>

<file path=ppt/ink/ink12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7848.257 10863.348 874.14984, 7870.7666 10943.662 868.0915, 7898.5605 11074.45 859.6713, 7910.7876 11145.643 858.5634, 7919.902 11212.756 860.1166, 7912.324 11278.37 861.6006, 7891.4766 11201.372 851.2762, 7887.5923 11124.57 845.54614, 7889.61 10998.25 837.5161, 7902.529 10891.737 837.9265, 7947.671 10804.939 841.62213, 8032.764 10776.998 849.33594, 8113.103 10879.055 853.77637, 8132.0303 10944.127 852.5593, 8151.975 11044.437 848.3313, 8150.462 11143.612 852.066, 8084.0957 11168.548 861.01154</trace>
</ink>
</file>

<file path=ppt/ink/ink12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7711.2114 10385.504 874.14984, 7768.0386 10465.883 847.7105</trace>
</ink>
</file>

<file path=ppt/ink/ink12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8358.895 10893.443 874.14984, 8338.784 10976.014 863.5739, 8320.015 11084.759 862.99963, 8338.201 11198.156 864.56665, 8379.87 11262.381 864.3817, 8466.698 11245.782 862.22864, 8545.808 11127.366 850.3111, 8568.191 11050.699 845.451, 8587.426 10933.76 840.1782, 8580.149 10844.333 841.3692, 8538.856 10751.646 844.563, 8469.927 10673.403 850.07764, 8397.481 10638.832 857.88104, 8328.639 10660.256 861.7548, 8304.984 10762.199 858.7632, 8327.687 10837.996 851.77484, 8383.264 10918.7705 842.51917, 8421.845 10984.694 822.90985, 8486.555 11063.462 784.7187</trace>
</ink>
</file>

<file path=ppt/ink/ink12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8496.879 11448.902 874.14984, 8403.307 11447.628 858.0861, 8325.595 11444.571 842.5959, 8228.026 11439.806 830.47516, 8115.1777 11435.653 821.265, 7992.412 11433.533 814.57184, 7863.942 11434.51 810.5519, 7732.8657 11440.03 809.77686, 7614.5103 11450.795 810.6893, 7521.052 11460.437 808.2153, 7420.547 11478.394 807.6464, 7352.091 11491.127 808.41974, 7269.5435 11512.543 812.41266, 7184.5938 11537.739 818.77374, 7114.105 11559.753 825.86035, 7049.6294 11607.171 846.58875</trace>
</ink>
</file>

<file path=ppt/ink/ink12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7657.706 11853.88 874.14984, 7678.2686 11935.927 861.38324, 7692.7026 12008.951 850.2506, 7709.3223 12101.628 839.2915, 7726.383 12206.118 830.90265, 7743.599 12314.144 825.75586, 7761.4146 12419.376 823.7135, 7776.1807 12504.672 824.87506, 7758.4165 12414.425 811.54974, 7746.35 12331.875 808.92474, 7734.4224 12237.546 807.1821, 7726.646 12172.173 806.2066, 7722.14 12100.577 805.3125, 7725.512 12025.844 811.81433, 7739.116 11953.168 816.3528, 7764.3403 11886.97 823.42065, 7823.004 11798.944 836.6708, 7901.319 11761.836 849.093, 7939.027 11842.126 859.9766, 7844.5366 11908.4375 852.7464, 7775.633 11951.034 836.5086, 7710.1885 11956.588 407.87912</trace>
</ink>
</file>

<file path=ppt/ink/ink12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8694.938 10422.993 874.14984, 8771.187 10567.267 831.4994, 8819.086 10683.738 807.93353, 8866.5625 10828.858 780.1033, 8907.127 10998.416 758.12756, 8936.82 11185.008 739.31683, 8951.858 11381.005 724.5011, 8947.261 11581.718 717.2617, 8938.623 11740.918 715.64014, 8918.271 11888.816 704.60925, 8889.103 12025.322 669.2504, 8861.19 12135.867 628.9746, 8815.423 12260.433 583.45953, 8758.768 12380.482 534.0856, 8720.838 12458.844 479.3285, 8674.408 12526.009 420.3282, 8628.8545 12596.907 259.1916</trace>
</ink>
</file>

<file path=ppt/ink/ink12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8821.66 10170.607 874.14984, 8918.003 10139.4375 861.9311, 9034.569 10156.349 854.4965, 9134.558 10232.952 852.8347, 9186.331 10313.086 852.25854, 9202.906 10391.839 850.5284, 9163.452 10493.487 850.32355, 9116.31 10568.783 851.5059, 9050.866 10654.158 856.73944, 9032.293 10733.962 860.84705, 9111.021 10803.165 860.61896, 9180.524 10818.813 856.57544, 9247.424 10831.908 851.7008, 9365.512 10855.589 832.4058, 9439.693 10869.778 798.9862, 9506.093 10891.892 216.88972</trace>
</ink>
</file>

<file path=ppt/ink/ink12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9445.876 11448.902 874.14984, 9544.079 11443.572 863.9992, 9616.693 11439.201 856.63947, 9698.431 11431.081 851.4507, 9773.371 11415.906 843.513, 9867.551 11376.8 824.9518, 9939.855 11338.147 780.5012</trace>
</ink>
</file>

<file path=ppt/ink/ink12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9627.979 11125.765 874.14984, 9651.565 11247.508 853.146, 9661.924 11331.639 842.48926, 9674.303 11434.994 832.3326, 9690.764 11559.427 822.2043, 9700.983 11636.673 806.18536, 9709.803 11706.143 775.37445, 9719.03 11773.097 753.95526</trace>
</ink>
</file>

<file path=ppt/ink/ink12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10373.284 10940.964 874.14984, 10399.931 10865.942 864.804, 10436.87 10745.445 857.31537, 10461.488 10672.63 853.373, 10487.63 10598.417 850.8172, 10526.777 10490.144 849.96094, 10568.125 10586.458 839.4448, 10570.9375 10702.933 830.34656, 10573.792 10773.887 825.0756, 10579.588 10914.867 808.0607, 10582.026 11002.771 788.26294, 10584.153 11075.281 758.3454, 10586.363 11155.86 697.896</trace>
</ink>
</file>

<file path=ppt/ink/ink12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10946.8125 11051.845 874.14984, 11041.992 11062.889 861.6388, 11170.361 11050.729 855.47156, 11236.074 11042.201 848.10913, 11301.681 11026.252 416.1408</trace>
</ink>
</file>

<file path=ppt/ink/ink12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11012.5205 10801.571 874.14984, 11012.5205 10868.611 865.19415, 11011.404 11000.517 850.77997, 11008.628 11078.91 845.68933, 11007.988 11156.396 837.3623, 11015.057 11223.393 828.1345, 11020.272 11302.045 802.88513, 11024.15 11368.168 7.8998094</trace>
</ink>
</file>

<file path=ppt/ink/ink12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11499.69 10833.251 874.14984, 11558.332 10730.423 867.4804, 11564.64 10650.064 867.0977, 11511.006 10578.503 864.9137, 11431.268 10592.146 861.57733, 11369.414 10664.954 858.74567, 11345.967 10750.227 854.66504, 11354.153 10814.698 851.8474, 11378.326 10885.63 849.0443, 11428.62 10990.575 844.512, 11518.02 11065.856 832.189, 11592.748 11112.282 803.506</trace>
</ink>
</file>

<file path=ppt/ink/ink12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11788.801 10663.762 874.14984, 11741.885 10752.117 863.065, 11712.328 10871.632 856.7954, 11727.284 10993.999 855.9072, 11775.699 11077.12 856.3551, 11859.665 11103.106 855.843, 11979.452 11030.62 851.62396, 12059.79 10933.655 845.70624, 12091.404 10849.655 845.13824, 12051.385 10961.202 847.6181, 12102.655 11075.2295 851.6199, 12169.03 11089.497 852.15125, 12176.068 10978.707 847.3456, 12160.8 10880.605 848.45715, 12133.828 10788.141 854.85767, 12142.862 10703.768 858.5636, 12210.405 10666.924 858.9279, 12303.682 10691.48 856.54443, 12390.043 10782.498 843.7369, 12428.279 10866.933 817.5762, 12422.838 10967.469 764.2052, 12401.914 11031.638 682.058</trace>
</ink>
</file>

<file path=ppt/ink/ink12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12564.144 10647.394 874.14984, 12559.765 10739.221 863.3322, 12559.27 10803.627 857.6833, 12563.959 10876.802 852.90137, 12573.355 10951.134 850.35126, 12587.014 11020.582 852.3204, 12613.971 11108.698 856.5793, 12709.491 11117.423 857.2791, 12762.078 11032.342 851.8432, 12783.014 10948.953 844.92596, 12794.539 10851.839 837.7784, 12801.497 10779.26 830.7409, 12797.12 10704.311 824.09784, 12781.454 10624.49 821.92236, 12754.74 10546.203 823.48346, 12701.292 10432.813 830.0456, 12612.008 10353.953 840.3623, 12524.729 10366.227 850.62213, 12487.224 10437.359 856.02795, 12516.554 10565.351 847.0749, 12570.613 10650.069 838.15027, 12609.271 10719.615 816.78973, 12671.153 10801.572 780.4711</trace>
</ink>
</file>

<file path=ppt/ink/ink12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12786.61 11442.567 874.14984, 12701.008 11430.083 862.33, 12630.299 11425.277 853.3758, 12538.694 11422.298 842.85925, 12427.515 11420.575 832.354, 12297.118 11418.565 822.1861, 12151.019 11416.552 812.8057, 11996.406 11417.261 803.9282, 11894.779 11417.81 797.47656, 11766.657 11421.787 790.366, 11680.664 11424.614 786.6829, 11568.889 11431.925 783.8306, 11446.4795 11442.508 771.2684, 11345.594 11451.805 751.42316, 11258.433 11460.304 724.2252, 11161.967 11469.401 689.7903, 11063.495 11479.818 648.24176, 10985.986 11487.927 600.0235, 10867.769 11497.899 483.42847, 10800.165 11503.108 301.32547</trace>
</ink>
</file>

<file path=ppt/ink/ink12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11533.482 12068.25 874.14984, 11539.778 12175.073 858.32623, 11541.895 12252.837 849.9778, 11543.3955 12344.072 842.7306, 11547.105 12442.933 837.6943, 11553.836 12541.529 835.5117, 11562.088 12630.225 833.8957, 11574.34 12735.372 842.1281, 11566.679 12663.6455 834.80457, 11555.67 12571.475 826.92236, 11543.813 12461.9 819.0535, 11533.385 12345.597 812.12146, 11526.886 12232.542 809.91205, 11525.965 12127.855 812.1179, 11525.93 12054.483 816.3503, 11533.016 11986.466 820.43604, 11550.61 11919.982 824.6662, 11591.847 11825.744 837.4271, 11680.309 11777.797 850.8802, 11760.987 11780.233 859.81165, 11806.527 11849.465 860.5458, 11790.096 11939.74 857.58765, 11699.889 12031.22 847.2142, 11623.198 12055.657 841.252, 11545.5 12089.305 820.162, 11480.045 12095.352 806.5586</trace>
</ink>
</file>

<file path=ppt/ink/ink12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10145.187 10154.24 874.14984, 10123.832 10238.12 852.9213, 10101.335 10320.711 837.0857, 10074.47 10429.57 822.1768, 10045.099 10561.796 805.8293, 10016.641 10713.978 788.05237, 9993.716 10843.948 773.72424, 9977.736 10965.996 760.0719, 9967.542 11104.948 750.4463, 9960.116 11214.659 735.8645, 9962.999 11360.682 724.4967, 9982.319 11529.866 715.99115, 10001.123 11652.641 712.0147, 10039.757 11789.775 708.4499, 10112.999 11937.234 707.11694, 10233.011 12069.233 705.5215, 10311.087 12154.563 687.84937, 10373.002 12245.773 673.26904, 10449.317 12296.347 641.9308</trace>
</ink>
</file>

<file path=ppt/ink/ink12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12920.84 10241.888 874.14984, 12997.857 10354.5205 836.83527, 13051.428 10455.455 815.2286, 13107.874 10587.27 787.44183, 13159.661 10745.944 760.77405, 13202.3545 10926.351 742.745, 13230.212 11119.27 724.63257, 13240.08 11316.151 678.0252, 13242.74 11477.117 629.95215, 13235.977 11623.428 564.76306, 13219.021 11764.737 495.9676, 13201.6455 11878.796 426.96127, 13170.33 12017.719 356.98764, 13128.994 12166.464 289.74472, 13100.744 12264.982 226.8753, 13063.393 12375.624 170.06648, 13020.11 12483.373 120.39075, 12992.081 12552.407 86.41417, 12966.412 12620.381 10.23</trace>
</ink>
</file>

<file path=ppt/ink/ink12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13232.479 9931.423 874.14984, 13298.627 9970.556 868.3019, 13330.543 10058.695 864.27924, 13300.7 10168.689 860.30255, 13257.838 10250.862 859.4314, 13223.89 10340.035 862.05115, 13247.28 10433.165 861.7331, 13322.767 10489.403 853.90283, 13403.169 10559.233 829.85944, 13468.129 10590.317 797.24194</trace>
</ink>
</file>

<file path=ppt/ink/ink12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13694.305 9989.502 874.14984, 13719.337 10056.702 852.6834, 13753.003 10152.426 827.02057, 13794.381 10280.073 796.4052, 13840.239 10440.772 760.0606, 13885.557 10631.519 725.17224, 13925.027 10847.235 697.1103, 13952.923 11081.547 671.3319, 13965.5 11327.388 654.5589, 13959.532 11576.553 643.8902, 13953.419 11768.238 623.6973, 13931.468 11955.882 621.7581, 13914.25 12088.088 627.6373, 13877.488 12243.78 631.4996, 13821.666 12423.1 636.5145, 13750.18 12617.288 641.69025, 13668.786 12811.498 617.4873, 13615.636 12936.8 585.8906, 13548.5205 13065.076 545.0333, 13505.087 13147.214 507.37894, 13470.3955 13221.609 409.77893, 13428.534 13285.957 305.35663</trace>
</ink>
</file>

<file path=ppt/ink/ink12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14435.856 11357.03 874.14984, 14511.0625 11366.405 869.1894, 14625.888 11378.447 868.75134, 14695.373 11379.933 868.15045, 14767.759 11371.504 866.79504, 14857.191 11365.114 864.3106, 14924.029 11351.703 425.35754</trace>
</ink>
</file>

<file path=ppt/ink/ink12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15090.111 10848.035 874.14984, 15131.671 10914.279 866.17755, 15173.498 11012.115 855.7334, 15207.927 11113.267 848.7656, 15232.956 11229.023 844.7438, 15246.996 11332.701 845.4837, 15248.634 11404.254 851.00195, 15223.963 11319.635 857.4085, 15223.676 11190.1045 850.61053, 15227.362 11121.037 850.3496, 15239.421 11004.167 852.7386, 15266.746 10908.928 856.10876, 15339.786 10865.24 858.469, 15407.776 10894.9 859.54315, 15449.595 11000.077 855.2756, 15463.212 11101.937 845.8828, 15459.293 11166.779 844.31006, 15446.373 11266.084 843.7619, 15420.481 11172.304 843.5925, 15431.055 11098.372 840.4814, 15449.576 10994.175 840.23645, 15475.753 10910.989 847.326, 15540.153 10856.444 852.00684, 15605.406 10844.542 856.0238, 15675.235 10901.304 860.0288, 15711.937 10978.821 859.974, 15718.185 11092.962 854.3825, 15718.8955 11170.193 844.76715, 15701.633 11235.769 233.3266</trace>
</ink>
</file>

<file path=ppt/ink/ink12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16109.508 10878.659 874.14984, 16003.574 10852.847 866.9439, 15919.559 10896.795 863.40594, 15867.207 10961.345 861.1083, 15843.003 11029.342 859.3611, 15851.255 11127.629 856.7859, 15909.53 11239.287 854.1571, 15982.584 11312.58 849.88544, 16089.816 11326.601 837.64557, 16161.182 11327.649 812.7949</trace>
</ink>
</file>

<file path=ppt/ink/ink12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16109.508 10323.729 874.14984, 16178.336 10296.215 868.16516, 16280.413 10327.7705 862.667, 16357.542 10419.179 861.5957, 16367.965 10529.814 859.8483, 16338.372 10619.255 860.019, 16306.257 10690.955 862.01666, 16324.445 10767.216 863.4315, 16413.615 10833.688 858.7968, 16502.947 10871.063 848.35614, 16569.355 10895.753 821.08026</trace>
</ink>
</file>

<file path=ppt/ink/ink12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16443.676 11495.367 874.14984, 16358.527 11488.87 867.57324, 16288.822 11487.363 857.90344, 16202.216 11488.022 848.916, 16102.807 11491.402 842.8746, 15996.794 11497.915 837.693, 15928.542 11502.194 833.57355, 15845.943 11510.134 825.4772, 15709.47 11524.825 794.8067, 15623.37 11535.895 766.2691, 15535.17 11548.92 731.15814, 15457.918 11562.916 689.8853, 15348.337 11589.846 587.9569, 15282.457 11607.333 426.79776</trace>
</ink>
</file>

<file path=ppt/ink/ink12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15824.15 12152.73 874.14984, 15837.965 12250.535 861.54034, 15849.676 12323.593 854.0311, 15866.703 12409.808 846.5806, 15886.485 12502.772 841.30707, 15908.107 12595.088 838.909, 15927.601 12674.135 844.9663, 15948.366 12758.051 852.25885, 15926.467 12681.789 854.1108</trace>
</ink>
</file>

<file path=ppt/ink/ink12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15713.389 11880.28 874.14984, 15806.702 11895.374 864.2039, 15906.114 11956.292 859.04315, 15981.78 12057.339 857.8817, 15989.299 12154.713 858.9151, 15948.431 12221.7295 856.6879, 15872.66 12256.196 856.4423, 15793.728 12243.522 859.78937, 15728.99 12184.419 573.40454</trace>
</ink>
</file>

<file path=ppt/ink/ink12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17021.896 10185.92 874.14984, 16972.213 10280.922 859.81976, 16940.965 10348.254 851.43866, 16904.799 10433.711 842.42816, 16865.33 10534.508 833.8499, 16826.234 10647.853 826.2359, 16793.174 10773.936 820.59766, 16768.05 10880.574 816.1798, 16752.664 10983.243 808.9259, 16744.527 11083.974 803.29724, 16740.578 11171.83 798.9264, 16746.854 11284.742 795.33, 16764.473 11411.592 782.19116, 16792.475 11543.846 761.57745, 16814.367 11639.864 733.4274, 16841.31 11735.872 697.7656, 16874.588 11836.512 654.49243, 16910.594 11933.793 604.16644, 16943.781 12015.499 547.582, 16994.332 12127.197 418.45114, 17038.645 12202.656 220.49832</trace>
</ink>
</file>

<file path=ppt/ink/ink12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17249.994 11372.343 874.14984, 17292.416 11299.113 860.9284, 17337.104 11214.067 858.46564, 17372.33 11119.714 857.42145, 17394.834 11030.118 855.3426, 17408.424 10916.7295 856.2107, 17414.725 10822.661 858.5153, 17413.951 10758.439 862.6351, 17407.742 10828.341 863.3987, 17417.816 10951.205 854.55707, 17430.541 11042.993 846.80994, 17443.443 11137.533 839.2463, 17453.219 11209.345 832.08105, 17465.568 11299.873 820.3227, 17480.611 11397.047 801.31244, 17496.402 11492.7295 774.697, 17508.525 11563.002 740.90295, 17532.734 11681.182 652.24945, 17546.951 11748.068 514.25214</trace>
</ink>
</file>

<file path=ppt/ink/ink12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17676.15 11418.807 874.14984, 17796.111 11435.522 858.8824, 17861.6 11436.431 854.625, 17929.621 11429.759 851.13293, 18007.271 11425.008 838.584, 18072.545 11415.629 412.13223</trace>
</ink>
</file>

<file path=ppt/ink/ink12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17813.197 11187.541 874.14984, 17824.61 11255.78 864.00073, 17829.746 11320.737 853.95325, 17832.113 11399.287 845.2372, 17833.836 11480.83 833.3984, 17832.113 11545.839 821.5112, 17808.256 11614.599 747.21387</trace>
</ink>
</file>

<file path=ppt/ink/ink12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18254.373 11387.127 874.14984, 18345.912 11337.356 866.26, 18435.383 11255.583 862.6272, 18501.121 11139.263 862.09015, 18520.744 11040.976 863.0807, 18490.326 10969.594 863.2895, 18409.508 10974.876 861.04675, 18338.705 11033.4795 858.70386, 18292.174 11123.571 855.6321, 18267.13 11231.818 854.96924, 18264.428 11325.836 854.67633, 18300.535 11435.258 855.9032, 18354.742 11515.832 856.6664, 18442.0 11576.403 854.4816, 18507.445 11604.571 843.70734, 18572.871 11628.391 538.6779</trace>
</ink>
</file>

<file path=ppt/ink/ink12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18938.666 10986.372 874.14984, 18872.176 10979.838 869.58057, 18793.71 10997.999 865.24695, 18704.662 11082.441 861.4441, 18677.613 11195.197 858.703, 18682.467 11291.419 856.0631, 18735.242 11399.548 855.20703, 18799.344 11468.305 857.4666, 18907.668 11490.659 859.38513, 19003.674 11459.781 860.1217, 19079.682 11360.91 861.7901, 19111.549 11468.743 854.78644, 19141.465 11547.407 854.63904, 19224.646 11606.092 858.2673, 19304.896 11516.224 859.04614, 19298.734 11410.053 858.53235, 19252.436 11317.569 859.10443, 19163.828 11254.911 859.7521, 19267.05 11297.778 854.29895, 19338.545 11298.534 849.98425, 19406.383 11296.614 848.58527, 19519.885 11293.626 846.08844, 19615.34 11330.677 848.8178, 19645.754 11401.679 849.81396, 19613.984 11500.371 848.7959, 19557.191 11579.396 838.93036, 19481.572 11621.591 808.976, 19415.986 11618.861 218.67259</trace>
</ink>
</file>

<file path=ppt/ink/ink12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19760.941 11202.325 874.14984, 19725.975 11279.329 868.74884, 19692.234 11387.572 865.96375, 19684.965 11481.774 865.6118, 19723.328 11562.453 865.7277, 19790.086 11602.972 864.5404, 19863.578 11598.37 862.26245, 19952.957 11526.137 857.38983, 19988.146 11436.63 854.7813, 19997.213 11341.519 853.3121, 19982.83 11242.225 852.84375, 19935.27 11128.041 853.12756, 19878.525 11039.747 853.77637, 19801.53 10966.718 855.72754, 19726.863 10927.979 859.12616, 19667.395 10998.906 861.0113, 19700.385 11113.305 852.9597, 19748.305 11195.088 842.7101, 19783.064 11261.162 820.0734, 19836.973 11341.719 771.8289</trace>
</ink>
</file>

<file path=ppt/ink/ink12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19989.04 11895.593 874.14984, 19911.453 11875.37 867.7239, 19787.416 11851.006 859.6537, 19706.85 11839.822 854.15326, 19637.494 11831.159 849.0521, 19569.562 11826.071 844.246, 19490.463 11822.546 840.7606, 19424.527 11819.824 835.63275, 19328.14 11818.466 829.43, 19207.752 11819.14 822.0507, 19123.113 11820.229 815.5413, 19015.29 11825.675 808.74445, 18886.38 11836.41 802.61743, 18744.484 11851.864 781.25354, 18613.836 11867.747 752.2577, 18510.63 11880.866 715.8597, 18388.418 11898.203 671.9736, 18258.86 11918.275 621.28766, 18131.414 11938.437 564.85956, 18041.818 11952.764 503.4163, 17954.908 11966.819 437.41693, 17870.154 11982.074 368.58627, 17795.889 11996.954 298.53357, 17707.615 12015.427 181.81783</trace>
</ink>
</file>

<file path=ppt/ink/ink12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18661.758 12395.611 874.14984, 18689.97 12517.301 851.3151, 18709.943 12604.029 840.8621, 18732.861 12700.044 834.36584, 18756.756 12796.868 832.0725, 18778.793 12880.263 830.4524, 18753.768 12731.779 817.9147, 18740.148 12652.297 815.308, 18721.594 12524.19 817.0156, 18718.324 12458.903 823.80035, 18724.764 12394.415 830.16785, 18742.262 12328.88 833.0331, 18787.645 12232.035 842.5972, 18890.654 12162.861 850.3037, 18958.48 12153.504 852.2968, 19024.895 12162.912 855.3328, 19102.092 12234.017 858.1682, 19094.049 12315.993 856.7061, 19010.992 12386.329 850.59436, 18880.398 12408.658 847.1343, 18771.082 12388.572 845.9438, 18682.164 12294.681 842.43463, 18629.182 12225.949 838.04156, 18619.67 12161.742 550.6992</trace>
</ink>
</file>

<file path=ppt/ink/ink12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19961.816 10512.226 874.14984, 20025.316 10594.857 855.4635, 20071.047 10670.781 842.7669, 20124.06 10775.875 825.7587, 20179.549 10911.725 803.8522, 20232.418 11078.337 779.16614, 20275.762 11271.286 752.9443, 20303.12 11481.204 727.9485, 20309.916 11700.152 708.32324, 20312.299 11876.308 685.06085, 20295.979 12044.518 665.9024, 20276.115 12188.499 655.08514, 20241.227 12325.684 646.4433, 20178.572 12489.008 641.2826, 20095.814 12656.302 640.86957, 20035.531 12773.23 642.4288, 19940.262 12914.364 644.1509, 19809.738 13060.932 646.1401, 19725.041 13155.058 628.39764, 19674.473 13223.163 619.9858, 19577.9 13313.281 574.7482</trace>
</ink>
</file>

<file path=ppt/ink/ink12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803.52466 647.01874 874.14984, 817.9028 736.92224 864.53314, 822.18634 817.5558 854.6616, 822.28094 913.5927 851.8823, 817.6249 982.3644 851.6115, 810.6918 1058.4979 850.1586, 803.50305 1135.6482 848.7319, 798.7863 1212.1708 845.1882, 795.01965 1316.8735 834.451, 795.36664 1397.1561 820.10724, 793.9372 1462.2799 622.2445</trace>
</ink>
</file>

<file path=ppt/ink/ink12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773.4871 692.42694 874.14984, 863.1339 679.7365 864.4713, 946.83356 671.2541 855.8666, 1031.2991 666.2509 841.7657, 1121.0535 663.9559 826.3562, 1188.302 662.8002 788.16077</trace>
</ink>
</file>

<file path=ppt/ink/ink12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773.4871 1108.4932 874.14984, 845.0254 1103.5892 864.1921, 978.09753 1098.9325 851.54, 1085.4043 1102.0858 839.2991, 1152.6666 1105.1382 818.1599</trace>
</ink>
</file>

<file path=ppt/ink/ink12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849.5196 1571.0238 874.14984, 932.5277 1587.3121 865.6133, 1016.01685 1589.967 858.0367, 1092.6356 1586.3357 841.4605</trace>
</ink>
</file>

<file path=ppt/ink/ink12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1279.4313 1531.9517 874.14984, 1291.4336 1607.5277 864.2745, 1302.7513 1713.5881 861.0848, 1312.4271 1817.2108 860.24066, 1319.3383 1891.2832 861.86646, 1360.5631 1799.9867 848.9446, 1384.0168 1710.8868 838.21655, 1456.0985 1674.8531 840.0837, 1486.4984 1746.4751 831.8896, 1497.9835 1840.4556 823.638, 1512.7548 1762.5879 831.824, 1536.6389 1670.9586 826.17413, 1618.5128 1663.5472 844.8844, 1670.7479 1738.6603 840.63934</trace>
</ink>
</file>

<file path=ppt/ink/ink12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2036.0009 1355.0707 874.14984, 2131.0762 1341.1697 868.2015, 2220.3376 1349.0573 867.88995, 2286.2715 1358.675 868.8405</trace>
</ink>
</file>

<file path=ppt/ink/ink12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2081.9956 1555.7118 874.14984, 2157.9502 1563.4692 868.8595, 2229.6687 1567.8452 864.18005, 2295.0745 1571.0237 857.6141</trace>
</ink>
</file>

<file path=ppt/ink/ink12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2766.2876 1216.7339 874.14984, 2804.559 1149.1062 868.8676, 2845.9165 1076.3257 863.7497, 2883.014 1008.25073 861.5005, 2917.1543 934.32294 861.73584, 2944.801 856.5518 862.3956, 2977.9644 761.13965 863.3967, 2985.149 839.5285 855.92584, 2970.1104 945.9578 845.1658, 2961.4014 1022.99664 839.7443, 2952.9597 1108.809 830.4076, 2946.1067 1198.1583 819.0044, 2939.6187 1273.3994 797.702, 2934.31 1355.0707 769.48676</trace>
</ink>
</file>

<file path=ppt/ink/ink12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2538.1902 1694.0486 874.14984, 2649.729 1681.4092 853.5084, 2761.4678 1671.0801 836.5685, 2838.8997 1663.4038 825.6093, 2927.009 1653.4855 811.68146, 3016.5088 1640.62 791.00256, 3091.8232 1630.3452 751.27435, 3158.0989 1621.2549 703.3223</trace>
</ink>
</file>

<file path=ppt/ink/ink12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2766.2876 2248.9795 874.14984, 2691.724 2184.0815 847.36584, 2660.6096 2108.4553 847.47955, 2649.2622 2034.4618 850.48535, 2683.8835 1948.0153 853.255, 2755.9155 1900.2767 853.55383, 2836.307 1948.8767 857.5817, 2859.007 2042.5896 854.52594, 2836.21 2119.7166 845.7872, 2796.8152 2198.5337 835.13556, 2704.5623 2333.8386 816.4954, 2640.2727 2404.102 810.86926, 2548.0122 2503.1118 815.17914, 2497.4238 2571.7747 827.6258, 2596.132 2610.6008 846.746, 2676.4656 2585.4805 843.8392, 2763.0088 2537.5664 837.49536, 2832.5056 2502.5505 814.9023, 2898.834 2467.5957 779.72815</trace>
</ink>
</file>

<file path=ppt/ink/ink12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3314.472 1339.7584 874.14984, 3341.4946 1455.095 858.61316, 3349.3784 1525.2467 851.5387, 3354.642 1598.7406 847.63214, 3359.1938 1699.2491 848.75635, 3368.0732 1591.7346 843.0466, 3392.0479 1524.4373 840.6991, 3438.933 1416.9928 843.19147, 3504.0024 1348.3193 848.1043, 3594.676 1377.1395 852.787, 3625.1018 1489.9854 853.952, 3625.9197 1592.3729 858.4992, 3608.728 1468.356 844.6025, 3639.3484 1398.4219 846.1856, 3727.1897 1318.3998 850.66455, 3797.32 1336.1133 852.0801, 3830.5618 1427.0363 850.4632, 3830.917 1521.6428 842.1743, 3825.5486 1587.4528 819.7135</trace>
</ink>
</file>

<file path=ppt/ink/ink12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4485.934 1031.4049 874.14984, 4367.4624 1095.0458 853.3466, 4302.1294 1138.2096 845.6578, 4237.392 1188.3224 840.147, 4153.0244 1266.1376 834.6372, 4103.084 1342.4807 840.61816, 4088.8267 1459.5745 841.7965, 4106.769 1523.9448 842.99274, 4169.3584 1616.6062 847.0087, 4276.7163 1636.9692 848.40155, 4357.19 1593.0768 843.4036, 4429.8394 1564.3337 827.4056, 4500.953 1509.2472 799.98706</trace>
</ink>
</file>

<file path=ppt/ink/ink12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4500.953 694.011 874.14984, 4604.6133 655.32367 867.3953, 4673.9873 657.95154 864.9767, 4728.561 754.0273 863.2484, 4693.6304 834.1449 858.37335, 4630.934 908.7016 855.925, 4579.4316 979.42554 861.0875, 4710.2705 997.0005 853.14795, 4777.1475 993.21893 830.6111, 4843.511 985.37524 786.9147</trace>
</ink>
</file>

<file path=ppt/ink/ink12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3420.5417 1771.1368 874.14984, 3488.9324 1765.9778 864.89935, 3632.981 1758.9786 845.97784, 3726.3203 1754.1873 837.5974, 3801.605 1750.2451 831.23114, 3877.293 1747.2996 825.63715, 3951.9265 1744.3687 823.989, 4019.828 1741.6892 822.6434, 4114.7905 1737.7598 818.00055, 4225.956 1733.9062 809.12775, 4346.12 1729.3715 796.6736, 4430.2407 1726.1586 777.1026, 4525.1533 1722.3182 750.32965, 4629.8813 1718.5432 716.2303, 4733.341 1715.5409 674.69116, 4800.2075 1713.5962 637.5744, 4867.8726 1711.3195 522.9436, 4932.098 1712.7633 132.58131</trace>
</ink>
</file>

<file path=ppt/ink/ink12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3998.7637 2218.3555 874.14984, 4006.2817 2288.9639 861.0744, 4012.677 2356.9622 850.6743, 4020.5483 2439.0146 842.47296, 4026.8704 2529.176 837.0522, 4029.0315 2620.4065 827.6614, 4028.0903 2749.0115 800.6867, 4021.9377 2858.4607 742.9587, 4017.7434 2925.6128 650.62524</trace>
</ink>
</file>

<file path=ppt/ink/ink12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3892.6936 2311.284 874.14984, 3976.098 2237.952 861.0451, 4090.7969 2196.3499 857.4, 4176.4863 2189.0312 857.6836, 4242.2573 2245.8066 858.68195, 4238.79 2347.2148 855.54144, 4191.5444 2427.8396 852.2309, 4114.279 2484.8374 845.40393, 4018.787 2493.7915 831.4537, 3952.7688 2496.085 802.0613</trace>
</ink>
</file>

<file path=ppt/ink/ink12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4272.856 2048.8665 874.14984, 4357.8594 1959.5944 858.60706, 4465.75 1897.6478 848.1355, 4553.007 1887.1117 852.63885, 4587.0723 1958.5471 854.0424, 4568.586 2037.4073 848.74426, 4474.7793 2147.6392 845.4152, 4403.126 2234.0178 853.9865, 4500.8843 2276.9995 857.28986, 4568.072 2279.2207 848.25165, 4655.9775 2278.829 819.179, 4720.345 2286.7634 388.2885</trace>
</ink>
</file>

<file path=ppt/ink/ink12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5626.4204 477.52975 874.14984, 5505.95 503.6938 850.37573, 5415.392 521.3484 841.00037, 5338.042 536.14105 833.90906, 5272.823 547.0226 838.909, 5205.8706 558.74005 842.6113, 5129.008 602.9236 849.3337, 5113.724 671.46643 848.77386, 5135.0356 773.80756 850.26953, 5156.883 879.0237 851.4891, 5169.094 991.0915 847.66284, 5173.651 1072.4277 843.46893, 5177.5454 1177.7012 837.92993, 5179.2715 1304.8285 830.67883, 5180.361 1390.1364 823.74365, 5178.285 1506.8103 815.6535, 5172.166 1648.9209 806.54846, 5161.4883 1805.9548 799.0706, 5149.1895 1940.9824 793.3686, 5136.8745 2055.3335 787.56006, 5116.8755 2183.3567 784.59357, 5091.541 2314.1023 785.433, 5067.0674 2439.7769 789.63934, 5049.825 2527.6257 795.6069, 5034.9663 2611.8296 803.72095, 5023.0117 2693.4563 815.08844, 5021.965 2765.8481 826.0744, 5085.1006 2859.1611 842.04553, 5172.1846 2891.0261 850.65735, 5241.0264 2888.9636 849.392, 5318.516 2880.134 846.50244, 5385.2207 2870.837 839.27606, 5486.462 2857.6167 812.5274, 5550.6406 2849.4373 729.78784</trace>
</ink>
</file>

<file path=ppt/ink/ink12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5702.453 1524.5596 874.14984, 5778.2666 1431.8589 860.03766, 5836.75 1358.6411 849.62195, 5894.4067 1282.7672 846.7026, 5957.693 1187.4258 848.54443, 6006.758 1076.7063 853.4036, 6035.7896 1001.13806 857.74915, 6014.163 1086.709 858.83575, 5990.453 1179.936 850.4058, 5978.003 1248.9232 841.22266, 5967.1787 1325.3398 830.2297, 5958.7383 1393.036 815.7712, 5945.7603 1516.5216 763.2625, 5940.2725 1586.56 726.07416, 5933.3486 1691.9365 632.0167, 5921.454 1771.3884 514.04034</trace>
</ink>
</file>

<file path=ppt/ink/ink12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6265.6567 1632.8002 874.14984, 6369.2744 1623.0114 862.8606, 6475.6123 1612.4559 857.2447, 6563.7603 1603.0139 854.7573, 6644.997 1593.2793 856.1091, 6726.119 1577.6724 859.0323, 6807.917 1545.9331 871.2467</trace>
</ink>
</file>

<file path=ppt/ink/ink12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6493.753 1431.631 874.14984, 6493.2085 1530.0653 863.48553, 6486.2646 1635.7848 857.5711, 6481.773 1716.5233 848.7567, 6474.812 1782.2954 657.1203</trace>
</ink>
</file>

<file path=ppt/ink/ink12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7239.059 1277.9822 874.14984, 7174.648 1201.7753 867.9488, 7134.0796 1113.6759 868.1804, 7172.789 1032.8903 866.81506, 7254.0454 1000.7814 864.4839, 7330.105 1014.04626 862.4469, 7393.9644 1091.4586 858.1712, 7405.318 1155.564 854.0946, 7397.47 1221.238 849.6526, 7351.622 1333.1284 840.019, 7249.242 1445.6389 830.1637, 7154.54 1513.2448 834.48145, 7247.681 1587.3308 855.8783, 7322.768 1594.8788 859.1337, 7400.414 1582.7784 860.51337, 7477.362 1549.3734 858.00385, 7550.6333 1499.4882 853.70746, 7649.3135 1417.1364 845.2136, 7717.272 1338.5128 844.10736, 7761.487 1268.871 846.9484, 7762.302 1201.1077 850.93695, 7669.5747 1178.578 856.08374, 7582.0913 1223.7446 853.18634, 7514.4053 1303.5529 850.1886, 7487.7593 1409.3241 850.2838, 7494.997 1491.9657 851.2115, 7604.807 1564.3077 854.3066, 7690.8936 1565.7935 855.3912, 7793.299 1505.4297 850.3196, 7859.1167 1459.0225 837.34393</trace>
</ink>
</file>

<file path=ppt/ink/ink12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8061.3354 1139.6455 874.14984, 8031.1377 1210.8579 865.172, 7986.8027 1302.3634 861.72516, 7954.2036 1380.0212 861.12317, 7962.1353 1467.1228 863.253, 8047.0947 1496.6504 861.0078, 8154.7173 1431.9933 852.64233, 8233.071 1348.8275 842.41345, 8286.968 1279.8344 848.8257, 8305.862 1377.9553 850.3891, 8331.838 1465.7043 855.32465, 8416.766 1532.2052 861.53577, 8444.523 1436.3224 860.09705, 8405.065 1370.1323 859.8656, 8348.426 1290.2743 860.72437, 8339.355 1215.8844 862.08844, 8413.374 1144.745 859.5347, 8497.12 1111.1355 857.61865, 8592.1 1115.836 859.5031, 8664.468 1194.6814 858.8787, 8675.647 1261.6896 856.3896, 8662.289 1370.8555 845.41644, 8643.105 1452.973 822.7056</trace>
</ink>
</file>

<file path=ppt/ink/ink12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8988.742 1139.6455 874.14984, 8967.388 1204.7384 864.97894, 8922.097 1320.9296 854.1278, 8887.756 1412.6305 852.87744, 8878.392 1498.1719 858.4413, 8948.4795 1564.9886 859.3727, 9021.886 1551.9772 859.58716, 9103.007 1479.585 857.2573, 9164.222 1388.5463 854.09235, 9205.381 1279.456 852.05457, 9217.308 1212.7882 851.92523, 9223.746 1106.3242 853.5997, 9186.514 1007.56946 856.9728, 9117.673 944.0456 859.73, 8996.853 927.1822 858.3312, 8891.384 945.22205 854.1227, 8800.278 994.4615 856.107, 8767.327 1059.5033 857.3296, 8822.919 1123.6667 856.23315, 8909.941 1162.2388 852.3559, 8974.413 1174.596 849.34076, 9040.651 1179.4401 843.40497, 9132.255 1172.738 823.1327, 9201.822 1154.9575 772.01575</trace>
</ink>
</file>

<file path=ppt/ink/ink12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9566.965 1493.9353 874.14984, 9665.452 1474.2672 866.743, 9765.279 1462.6696 858.9148, 9849.307 1457.7494 846.46014, 9938.545 1461.0288 832.4851, 10004.305 1464.1415 800.6095</trace>
</ink>
</file>

<file path=ppt/ink/ink12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9673.975 1232.046 874.14984, 9649.211 1334.3795 860.78906, 9617.135 1470.5364 852.15607, 9609.723 1543.6648 845.9123, 9613.409 1639.8966 829.93365, 9621.766 1715.958 791.364</trace>
</ink>
</file>

<file path=ppt/ink/ink12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10297.252 1355.0707 874.14984, 10382.49 1331.7341 868.16016, 10453.394 1303.0477 863.7438, 10519.859 1266.8159 861.2163, 10592.073 1205.3522 861.7207, 10625.423 1124.9814 862.7142, 10542.311 1058.6388 860.59143, 10436.359 1075.7284 854.1975, 10315.515 1147.1775 849.2726, 10236.868 1225.1555 848.61005, 10199.182 1324.2042 849.4648, 10198.829 1418.7443 851.4456, 10232.468 1495.449 854.86346, 10324.857 1535.4076 857.23474, 10396.623 1521.9779 855.0037, 10485.234 1513.4761 847.37134, 10550.904 1483.5032 554.32666</trace>
</ink>
</file>

<file path=ppt/ink/ink12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10708.39 800.66754 874.14984, 10743.699 720.6883 869.22296, 10822.701 675.55334 868.16943, 10894.744 728.6382 866.5275, 10885.356 794.8708 862.3485, 10819.838 882.6024 857.3194, 10747.167 970.8189 860.1881, 10786.909 1045.4827 859.68286, 10887.449 1052.9001 852.93964, 10953.528 1040.8246 845.6363, 11039.849 1027.6404 819.146, 11106.348 1006.97736 224.14984</trace>
</ink>
</file>

<file path=ppt/ink/ink12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10875.475 430.5375 874.14984, 10969.183 408.83072 862.5495, 11101.537 389.63953 854.17474, 11174.833 381.7608 852.2813, 11281.366 375.66263 853.18695, 11389.712 411.30743 856.39557, 11455.154 483.85114 856.4398, 11476.198 568.12946 856.7451, 11465.838 665.82446 853.0931, 11430.561 789.80756 845.32385, 11402.764 876.9931 840.06744, 11370.849 977.6045 835.3107, 11338.044 1091.37 830.86096, 11313.828 1176.9788 827.0628, 11290.688 1271.5275 822.92035, 11267.332 1382.8734 818.85785, 11244.598 1502.3201 815.7282, 11221.887 1620.761 814.955, 11203.482 1729.3143 818.0308, 11191.461 1801.4218 821.5979, 11183.156 1875.0966 827.0201, 11178.94 1945.0558 832.8225, 11178.026 2009.7305 839.5942, 11169.218 2114.8047 851.45636, 11088.873 2165.9666 853.8734, 11014.377 2174.562 849.6181, 10921.05 2174.8499 842.28894, 10839.238 2179.066 819.93823, 10753.446 2171.8909 789.0863</trace>
</ink>
</file>

<file path=ppt/ink/ink12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9384.862 1493.9353 874.14984, 9476.167 1481.2959 863.63965, 9616.722 1463.9363 853.41223, 9685.905 1455.2885 840.0303, 9750.007 1447.4708 822.65295</trace>
</ink>
</file>

<file path=ppt/ink/ink12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11757.825 1463.3113 874.14984, 11865.212 1472.4572 866.62054, 11954.395 1476.6382 861.652, 12054.95 1478.1372 855.4045, 12122.969 1479.1511 842.92487</trace>
</ink>
</file>

<file path=ppt/ink/ink12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12731.229 893.59607 874.14984, 12739.73 997.00446 857.4232, 12736.363 1076.0599 850.0587, 12730.714 1150.073 844.4159, 12717.532 1273.6154 844.03033, 12705.334 1353.8917 849.18695, 12708.867 1251.7761 846.5628, 12721.634 1185.6587 846.7161, 12742.311 1114.2089 848.4419, 12782.324 1009.56573 855.0119, 12828.181 939.12256 858.34436, 12909.02 959.681 861.6082, 12929.921 1028.3191 861.23096, 12927.748 1095.3739 856.298, 12916.489 1206.9949 846.2335, 12898.236 1304.9911 837.9681, 12877.766 1235.5634 834.2569, 12895.833 1165.2828 831.26306, 12922.594 1093.9972 835.2778, 12988.7 985.65063 846.5104, 13072.88 972.58563 853.9725, 13091.952 1072.1715 852.39453, 13077.781 1189.7517 845.9486, 13068.675 1254.2236 827.4319, 13045.883 1319.6287 783.8428</trace>
</ink>
</file>

<file path=ppt/ink/ink12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13614.519 769.5154 874.14984, 13547.327 819.0675 859.51685, 13412.493 931.4467 832.69037, 13338.308 1001.2659 824.32153, 13242.112 1105.7433 826.17316, 13212.836 1171.076 832.1519, 13208.148 1238.039 836.44214, 13238.557 1337.8118 837.9192, 13306.973 1383.0571 841.1948, 13397.89 1369.0568 842.1909, 13465.169 1353.7352 827.337</trace>
</ink>
</file>

<file path=ppt/ink/ink13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13678.349 451.1296 874.14984, 13785.41 417.85223 866.381, 13868.063 431.44534 867.1175, 13919.849 519.6282 864.7401, 13846.559 615.20044 857.52496, 13754.629 691.5474 844.4587, 13672.423 767.62805 847.73883, 13698.038 836.0657 851.40784, 13764.95 849.6293 845.90045, 13851.395 860.7682 838.23706, 13926.103 872.5478 824.70715, 14009.699 878.284 788.4402</trace>
</ink>
</file>

<file path=ppt/ink/ink13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12549.125 1571.0238 874.14984, 12626.099 1562.8075 857.0049, 12702.883 1551.2357 845.0952, 12801.818 1538.792 831.67926, 12917.229 1526.6088 820.6749, 13033.79 1517.39 792.0569, 13113.085 1511.3922 759.3179, 13211.446 1506.8512 722.94244, 13317.814 1504.3297 683.27997, 13399.887 1502.468 628.1577, 13483.235 1503.8091 567.5508, 13570.602 1509.6116 503.35214, 13647.722 1517.9148 435.79807, 13736.596 1532.595 296.4996</trace>
</ink>
</file>

<file path=ppt/ink/ink13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13112.328 1940.6259 874.14984, 13103.746 2038.6726 860.45013, 13092.6045 2109.3774 853.7052, 13080.346 2190.7842 848.3584, 13066.866 2279.1726 844.66534, 13055.784 2351.6023 837.6759, 13034.404 2476.7175 820.2859, 13019.045 2574.0164 780.1755, 13007.046 2656.5842 708.4377, 12997.126 2721.8105 526.7658</trace>
</ink>
</file>

<file path=ppt/ink/ink13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12944.307 1940.6259 874.14984, 13064.267 1877.7595 857.7251, 13129.754 1860.4209 855.8197, 13195.291 1854.2053 857.3989, 13284.767 1894.15 860.02155, 13259.685 1990.6277 856.8136, 13144.197 2063.1565 844.2472, 13076.268 2102.4385 824.97644, 13009.221 2107.5684 787.61456</trace>
</ink>
</file>

<file path=ppt/ink/ink13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13431.478 1817.6013 874.14984, 13466.805 1747.1582 871.6759, 13540.821 1706.6288 869.71344, 13605.885 1781.2198 864.99963, 13563.517 1877.656 856.629, 13501.427 1964.959 844.00525, 13465.019 2029.2352 847.43066, 13545.841 2061.4453 844.547, 13641.6 2058.0989 835.2351, 13718.336 2055.1816 807.51935</trace>
</ink>
</file>

<file path=ppt/ink/ink13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14556.944 784.29944 874.14984, 14516.952 856.6914 856.83075, 14478.399 931.35333 840.9903, 14432.194 1027.4135 827.0108, 14384.546 1140.8545 816.9607, 14340.209 1266.3336 809.40564, 14305.641 1370.0317 783.2506, 14280.385 1462.059 752.3683, 14261.383 1551.6902 717.3747, 14246.275 1628.527 668.26447, 14238.219 1718.5664 613.21387, 14240.874 1811.3252 553.7684, 14257.347 1942.9274 424.49582, 14283.148 2016.4218 355.38928, 14337.551 2115.602 223.295, 14382.8545 2185.2227 38.29269</trace>
</ink>
</file>

<file path=ppt/ink/ink13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14648.935 1617.488 874.14984, 14675.112 1536.4847 853.4694, 14706.351 1465.0414 843.7845, 14743.826 1385.5416 838.96136, 14781.816 1307.2488 837.9873, 14836.644 1201.4406 838.01056, 14901.406 1209.3062 844.1732, 14900.302 1294.6104 839.84045, 14890.73 1431.01 832.13776, 14881.655 1553.1523 825.6954, 14877.203 1620.9371 817.72284, 14876.863 1721.6589 801.029, 14874.073 1788.3413 755.50726</trace>
</ink>
</file>

<file path=ppt/ink/ink13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15181.162 1586.3358 874.14984, 15290.758 1564.8698 860.441, 15355.519 1556.4353 855.397, 15457.149 1546.2505 844.1582, 15529.571 1542.8666 827.0037, 15607.318 1540.9274 780.44196</trace>
</ink>
</file>

<file path=ppt/ink/ink13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15439.297 1386.2229 874.14984, 15411.357 1490.3721 860.1715, 15396.404 1557.2178 854.29205, 15383.857 1638.197 846.0096, 15371.803 1708.7205 831.6648, 15362.41 1774.8715 814.6762</trace>
</ink>
</file>

<file path=ppt/ink/ink13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15911.448 1524.5596 874.14984, 16002.423 1442.6763 863.4823, 16077.399 1361.9592 860.9741, 16131.346 1290.2086 860.0032, 16167.46 1214.2356 861.9227, 16062.299 1207.0262 861.9418, 15989.092 1252.2943 857.98596, 15909.298 1349.055 853.6367, 15867.827 1436.0093 852.22797, 15871.009 1539.0121 852.40857, 15912.226 1623.4402 853.1613, 15989.271 1667.0833 854.443, 16078.297 1640.0206 855.233, 16142.707 1615.0236 852.4535</trace>
</ink>
</file>

<file path=ppt/ink/ink13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16382.661 1200.3658 874.14984, 16360.397 1288.6754 864.12244, 16325.588 1384.5021 859.50256, 16312.071 1472.3801 861.1895, 16356.142 1549.99 862.05176, 16426.52 1564.2091 859.6906, 16518.13 1484.6858 854.0906, 16570.871 1403.1411 844.98596, 16627.17 1504.9556 853.25464, 16713.254 1579.1572 860.5187, 16797.916 1515.373 860.54193, 16787.596 1411.1727 860.25134, 16744.342 1323.3247 857.20734, 16703.84 1232.388 857.5589, 16817.164 1184.9177 852.4787, 16898.75 1190.9998 848.36896, 16973.883 1235.8821 848.99164, 17005.338 1315.0541 850.0472, 16988.582 1413.7958 845.60443, 16937.469 1490.114 836.9457, 16876.975 1554.8665 538.3065</trace>
</ink>
</file>

<file path=ppt/ink/ink13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17234.975 1170.2695 874.14984, 17219.326 1237.0565 863.52234, 17165.83 1361.2772 850.6194, 17135.15 1427.2848 853.1918, 17122.414 1525.3474 858.54114, 17201.012 1531.6769 857.4791, 17289.53 1489.362 845.58484, 17385.734 1391.2665 838.9794, 17446.123 1282.1439 840.5583, 17459.445 1177.7811 842.1172, 17428.021 1098.2498 846.41583, 17351.613 1059.0594 854.0031, 17269.588 1070.1327 860.15405, 17202.318 1174.7817 862.059, 17251.207 1256.1057 860.8179, 17318.238 1291.1478 424.21667</trace>
</ink>
</file>

<file path=ppt/ink/ink13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17295.99 615.3385 874.14984, 17391.807 656.33813 862.2167, 17472.732 699.37604 852.4672, 17559.15 755.35486 845.7244, 17663.18 861.5898 838.21344, 17714.088 942.2789 833.65216, 17750.139 1018.305 830.6257, 17776.23 1088.1971 827.3033, 17788.934 1184.2612 823.8643, 17781.871 1300.4619 819.0321, 17752.215 1429.1401 812.475, 17729.447 1517.5935 806.664, 17686.414 1621.6713 799.7448, 17625.105 1735.7666 793.7506, 17553.33 1847.2991 766.7338, 17488.906 1938.5328 732.141, 17437.574 2007.8433 689.95197, 17383.191 2074.9102 640.9165, 17302.078 2163.8386 537.0915, 17237.7 2225.9355 95.0751</trace>
</ink>
</file>

<file path=ppt/ink/ink13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2066.977 4175.1343 874.14984, 2147.4011 4174.016 874.14984, 2218.9568 4170.3037 870.41254, 2285.081 4163.538 843.3506, 2372.7769 4155.1206 745.8558</trace>
</ink>
</file>

<file path=ppt/ink/ink13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2112.0332 4437.0234 874.14984, 2205.7915 4434.4814 867.1666, 2306.4456 4428.453 862.459, 2383.4434 4423.326 855.7199</trace>
</ink>
</file>

<file path=ppt/ink/ink13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2736.25 4283.375 874.14984, 2836.526 4271.0444 866.98804, 2932.952 4260.839 857.0167, 3025.3613 4252.2227 839.22296</trace>
</ink>
</file>

<file path=ppt/ink/ink13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3390.5042 4082.734 874.14984, 3416.4912 3998.8162 864.81006, 3447.0925 3911.3389 860.70886, 3473.317 3831.1785 862.4493, 3501.3093 3906.6707 856.8794, 3500.3772 3980.9402 857.06946, 3505.2654 4084.203 855.17236, 3511.9304 4162.737 848.70074, 3520.0413 4236.9106 831.8316</trace>
</ink>
</file>

<file path=ppt/ink/ink13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3207.4634 4483.4883 874.14984, 3322.3853 4469.4473 860.77765, 3387.637 4460.373 855.38995, 3461.2104 4453.7324 850.8698, 3564.9849 4449.883 835.23914, 3662.858 4465.227 818.6121, 3732.1807 4476.096 778.24146</trace>
</ink>
</file>

<file path=ppt/ink/ink13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3435.5603 4899.554 874.14984, 3366.8994 4844.752 871.3382, 3428.3772 4760.978 868.53973, 3510.965 4778.896 867.2655, 3541.2383 4846.3213 864.04944, 3524.4512 4929.2764 857.86426, 3469.4448 5012.6045 847.471, 3393.1787 5091.1777 838.5107, 3311.3237 5161.365 832.5408, 3267.7314 5231.218 839.0754, 3370.457 5272.9736 835.68494, 3458.3032 5261.6504 829.0043, 3533.7834 5256.057 811.81195, 3618.6018 5238.5317 775.2149</trace>
</ink>
</file>

<file path=ppt/ink/ink13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4044.7588 4082.734 874.14984, 4064.4287 4169.9746 862.64154, 4068.9055 4239.334 856.81226, 4071.325 4351.329 848.9143, 4068.2644 4454.312 848.20483, 4060.4258 4531.238 851.1322, 4075.2004 4427.5664 848.17804, 4103.308 4325.902 845.3009, 4161.2573 4215.8096 846.28546, 4233.885 4130.9067 848.5308, 4300.5596 4101.962 852.4819, 4355.0337 4184.7573 857.1208, 4338.26 4304.966 852.0206, 4319.283 4374.6094 852.61676, 4278.6973 4469.8096 854.89435, 4268.1353 4376.9116 841.5399, 4285.5264 4275.9688 830.73267, 4322.234 4174.0166 837.7159, 4394.037 4096.382 843.71326, 4469.153 4169.609 847.9533, 4462.1777 4278.5464 845.8255, 4430.629 4377.5767 828.8401, 4405.206 4442.6084 788.8457</trace>
</ink>
</file>

<file path=ppt/ink/ink13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5097.948 3930.1409 874.14984, 5005.055 3984.1794 856.71106, 4936.9785 4040.7 848.9402, 4875.3086 4107.9316 844.32825, 4826.7515 4206.817 844.1343, 4814.989 4301.8013 846.62604, 4833.8623 4379.8438 850.35187, 4893.986 4448.3105 853.6119, 5018.1094 4483.2715 853.3792, 5083.7866 4468.0483 851.72705, 5172.029 4456.9404 842.78937</trace>
</ink>
</file>

<file path=ppt/ink/ink13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5231.2397 3574.267 874.14984, 5318.3105 3548.0913 866.4235, 5413.219 3590.1646 864.86664, 5455.767 3656.758 862.6612, 5445.9785 3729.8608 860.07477, 5383.206 3821.3645 855.43494, 5344.1 3902.9873 859.00415, 5426.685 3969.6658 856.74347, 5502.975 3983.611 849.38666, 5567.6743 3998.841 834.79816, 5642.3784 4005.6455 801.4012</trace>
</ink>
</file>

<file path=ppt/ink/ink13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4105.772 4637.6646 874.14984, 4212.591 4625.12 861.95245, 4281.052 4619.2163 855.1143, 4363.5845 4614.8066 847.9572, 4458.3623 4611.7544 841.12744, 4524.0894 4609.8003 838.003, 4604.053 4608.6245 834.4807, 4669.9854 4607.876 831.8754, 4746.9175 4607.624 826.9586, 4843.408 4607.4736 822.6968, 4951.44 4607.416 815.0134, 5061.6177 4608.6304 805.07666, 5136.3477 4609.556 787.7733, 5225.3413 4612.0454 763.037, 5316.572 4615.915 730.9027, 5387.2314 4618.659 684.7912, 5454.837 4621.589 591.108</trace>
</ink>
</file>

<file path=ppt/ink/ink13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4775.0454 4946.0186 874.14984, 4780.7524 5010.6265 864.3242, 4786.3516 5151.4067 846.6735, 4786.692 5238.155 842.9319, 4785.169 5328.656 840.2803, 4783.8623 5392.827 834.1521, 4779.3687 5460.3423 826.64777, 4768.367 5572.571 799.1126, 4751.037 5696.444 739.70264, 4742.261 5788.779 665.36597, 4735.746 5855.061 501.29617</trace>
</ink>
</file>

<file path=ppt/ink/ink13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4668.0366 5146.1313 874.14984, 4770.533 5082.1704 856.94635, 4834.7583 5062.3384 851.0229, 4936.7773 5049.728 845.6535, 5007.509 5057.91 848.05536, 5021.272 5161.598 851.67773, 4959.0537 5230.338 850.0687, 4854.3584 5275.098 839.754, 4782.7188 5300.137 813.6571, 4715.225 5290.3643 8.022126</trace>
</ink>
</file>

<file path=ppt/ink/ink13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5079.1753 4977.1704 874.14984, 5167.1157 4963.183 868.7706, 5246.529 4986.45 866.15576, 5274.7964 5058.973 863.8242, 5229.7563 5136.4395 860.322, 5147.3613 5231.516 859.7339, 5208.4526 5312.597 865.4153, 5274.362 5319.1064 568.71924</trace>
</ink>
</file>

<file path=ppt/ink/ink13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6022.5405 2248.9795 874.14984, 5989.1426 2317.531 865.3589, 5911.344 2409.9893 859.03845, 5782.1406 2514.24 849.5842, 5710.429 2570.7012 834.0527, 5642.77 2608.2407 770.01086</trace>
</ink>
</file>

<file path=ppt/ink/ink13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5763.467 2295.972 874.14984, 5824.1753 2372.4604 863.9167, 5902.929 2474.302 856.4227, 5976.535 2562.3235 848.58167, 6031.4644 2627.1138 830.42755</trace>
</ink>
</file>

<file path=ppt/ink/ink13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14800.999 2248.9795 874.14984, 14729.933 2317.531 863.4383, 14633.591 2400.0852 856.133, 14554.732 2453.6997 849.5235, 14480.912 2496.085 828.45844</trace>
</ink>
</file>

<file path=ppt/ink/ink13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14602.939 2295.972 874.14984, 14666.6875 2378.0513 863.182, 14733.114 2484.3757 855.50806, 14764.975 2566.7441 842.18634, 14785.98 2649.7336 808.1336</trace>
</ink>
</file>

<file path=ppt/ink/ink13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7364.8403 1991.842 874.14984, 7469.803 1924.3181 862.0279, 7587.8438 1824.2328 851.32355, 7656.4497 1758.8419 845.1734, 7774.2754 1644.7052 833.86224, 7896.521 1528.0503 819.1951, 7988.6235 1445.6595 810.929, 8095.8594 1354.995 803.24304, 8195.971 1272.211 797.24524, 8277.232 1205.7286 792.26385, 8374.268 1124.14 789.3944, 8481.91 1031.7985 788.5783, 8597.761 931.76263 787.49023, 8682.271 859.0644 776.626, 8772.346 782.2388 757.37787, 8872.023 701.4834 730.4414, 8970.167 627.59235 695.76276, 9050.302 569.10693 653.6013, 9143.035 504.46402 548.0761, 9208.518 462.80994 254.29477</trace>
</ink>
</file>

<file path=ppt/ink/ink13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15789.421 2017.7142 874.14984, 15873.638 1927.9004 863.40515, 15957.226 1840.4366 860.5292, 16040.158 1751.2772 857.52576, 16147.424 1632.8923 850.50464, 16256.767 1510.9075 839.322, 16337.227 1425.9164 831.23065, 16435.246 1328.3907 821.64294, 16542.996 1229.2975 811.93164, 16649.06 1138.382 805.25134, 16722.463 1076.1066 802.34247, 16789.71 1020.42456 809.0682, 16880.828 941.62646 823.2494, 16960.068 849.9564 844.75476, 17003.074 783.58325 762.3629</trace>
</ink>
</file>

<file path=ppt/ink/ink13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6083.5537 4483.4883 874.14984, 6166.2563 4483.488 868.4957, 6277.354 4483.4883 863.6075, 6361.86 4483.4883 861.6773, 6435.7017 4483.489 859.96295, 6507.082 4483.489 856.18524, 6574.8037 4487.7144 419.7342</trace>
</ink>
</file>

<file path=ppt/ink/ink13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6265.6567 4313.999 874.14984, 6261.2764 4396.545 865.68536, 6249.781 4499.929 861.2891, 6234.911 4593.049 857.1532, 6219.789 4666.194 847.1638, 6204.066 4730.9736 813.7695</trace>
</ink>
</file>

<file path=ppt/ink/ink13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7300.0723 3975.549 874.14984, 7320.9033 3855.9736 864.8019, 7344.7754 3764.1797 858.3111, 7357.0444 3850.1587 848.99225, 7354.03 3971.612 843.39496, 7356.477 4049.8203 837.24255, 7359.375 4117.5566 829.06305, 7368.981 4218.0444 808.03046, 7373.7476 4284.6104 754.30096</trace>
</ink>
</file>

<file path=ppt/ink/ink13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7056.9565 4545.792 874.14984, 7179.688 4529.99 857.03485, 7254.484 4527.885 848.8737, 7336.412 4529.067 842.73267, 7410.47 4535.5366 833.0872, 7506.701 4558.6724 807.5614, 7581.145 4582.697 743.00616</trace>
</ink>
</file>

<file path=ppt/ink/ink13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7102.0127 5053.731 874.14984, 7080.2666 4952.194 866.63904, 7121.6045 4862.9634 861.63556, 7201.507 4814.8975 862.9895, 7280.9053 4818.825 862.7451, 7323.4673 4912.852 861.9921, 7274.397 5021.5645 853.004, 7190.2363 5125.9146 843.12726, 7111.1616 5209.9434 845.67554, 7085.6772 5275.122 850.64667, 7194.171 5307.5156 851.0548, 7280.192 5289.4434 844.3743, 7355.0317 5277.5244 828.17474, 7437.118 5253.8447 789.31775</trace>
</ink>
</file>

<file path=ppt/ink/ink13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7848.257 4145.038 874.14984, 7888.393 4233.2466 863.61725, 7906.479 4353.182 857.3742, 7911.865 4444.8867 857.0206, 7920.821 4361.125 847.5566, 7943.712 4294.3076 849.48944, 8010.741 4206.873 853.2029, 8082.975 4256.1445 849.30396, 8091.3257 4374.1704 844.3309, 8081.781 4469.262 844.3305, 8073.5093 4359.5767 835.7288, 8102.393 4263.412 836.31586, 8174.199 4161.6133 843.9804, 8244.779 4153.007 846.48303, 8290.92 4232.875 848.2019, 8294.732 4313.381 844.6225, 8283.811 4396.515 830.01935, 8270.287 4463.3267 776.7122</trace>
</ink>
</file>

<file path=ppt/ink/ink13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8897.692 3960.2373 874.14984, 8795.62 3988.1465 858.91003, 8728.624 4018.4895 852.19507, 8636.884 4070.595 846.39246, 8571.6 4129.466 847.7728, 8542.884 4220.716 848.9585, 8550.905 4301.9976 848.91815, 8629.106 4398.8574 849.0023, 8716.639 4457.843 848.0763, 8848.718 4460.341 836.95654, 8924.151 4456.5527 819.3664, 8990.915 4429.242 703.898</trace>
</ink>
</file>

<file path=ppt/ink/ink13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8973.724 3681.4514 874.14984, 9047.709 3638.4521 864.5458, 9144.786 3636.0483 860.93726, 9221.496 3663.006 859.23846, 9284.078 3733.7136 857.9105, 9262.775 3812.0806 856.93256, 9190.282 3913.5654 860.37, 9222.756 3998.615 860.9799, 9295.86 4029.7312 852.4195, 9375.554 4074.7114 824.7684, 9440.882 4085.0896 774.25146</trace>
</ink>
</file>

<file path=ppt/ink/ink13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9186.803 4591.2007 874.14984, 9115.988 4603.2 863.9221, 9042.979 4612.0347 849.0716, 8948.659 4620.719 835.2055, 8837.334 4629.532 824.1526, 8715.487 4637.5776 815.9253, 8624.271 4643.3486 813.6104, 8532.778 4647.545 811.7682, 8450.506 4651.0483 804.77783, 8374.526 4654.2666 785.93964, 8288.681 4658.1953 759.4105, 8201.324 4662.938 726.273, 8129.1284 4667.083 687.6285, 8040.329 4676.9653 602.8586, 7975.2417 4684.9004 378.45334</trace>
</ink>
</file>

<file path=ppt/ink/ink13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8384.239 5029.9707 874.14984, 8390.534 5102.4263 865.14856, 8400.32 5222.7666 859.7015, 8408.091 5299.6895 855.9318, 8414.85 5381.763 852.6065, 8423.72 5496.4526 848.8638, 8431.031 5596.4604 848.1938, 8437.0 5681.836 851.1328, 8384.244 5568.4043 847.0416, 8370.33 5453.301 844.2912, 8364.933 5378.118 845.7447, 8362.187 5309.1885 847.27893, 8368.664 5177.3604 848.8282, 8389.987 5104.29 848.5638, 8425.593 5037.9346 848.6102, 8490.6 4955.862 853.023, 8593.52 4917.8765 857.26953, 8658.522 4937.688 859.67737, 8621.318 5040.818 859.07916, 8534.636 5112.6865 853.3902, 8467.833 5163.289 835.5932</trace>
</ink>
</file>

<file path=ppt/ink/ink13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8806.641 4884.242 874.14984, 8887.055 4802.6504 868.91016, 8965.545 4816.14 868.2141, 8991.872 4881.7817 866.2497, 8937.133 4951.427 861.0461, 8863.623 5013.363 857.73596, 8794.319 5080.7 861.8106, 8859.977 5123.9136 861.8969, 8940.831 5130.268 861.6755, 9007.03 5132.687 855.059</trace>
</ink>
</file>

<file path=ppt/ink/ink13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9734.049 4391.615 874.14984, 9811.643 4365.9883 865.01105, 9917.055 4326.0107 859.97565, 10001.717 4288.099 858.9872, 10068.701 4230.232 861.374, 9995.211 4167.152 858.11304, 9892.868 4206.4946 852.7063, 9798.503 4277.131 849.5548, 9734.458 4360.641 849.4207, 9702.682 4448.62 852.54297, 9718.604 4548.5195 855.14307, 9781.11 4626.6357 857.2594, 9881.096 4654.8623 856.71735, 9957.643 4646.5117 852.1346, 10047.128 4617.182 845.2768, 10119.579 4597.9688 829.9766, 10206.2 4561.104 801.0496</trace>
</ink>
</file>

<file path=ppt/ink/ink13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10176.163 3820.8445 874.14984, 10291.552 3745.2537 864.75964, 10379.995 3735.2146 862.7686, 10475.979 3782.947 862.9966, 10518.875 3871.169 860.59955, 10489.4 3937.1863 858.03156, 10398.222 4027.6956 857.45685, 10442.307 4108.5244 855.0846, 10532.557 4125.294 844.42737, 10600.675 4132.9473 822.34296, 10666.701 4128.45 226.09882</trace>
</ink>
</file>

<file path=ppt/ink/ink13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2158.0283 7164.6865 874.14984, 2246.6985 7174.8003 867.0393, 2369.141 7182.036 859.6524, 2465.5007 7199.717 850.00867, 2530.114 7211.0464 812.59216</trace>
</ink>
</file>

<file path=ppt/ink/ink13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2081.9956 7534.8174 874.14984, 2165.7402 7528.1294 855.268, 2249.2378 7520.179 838.6847, 2363.646 7507.579 821.24835, 2429.7202 7500.3013 791.5568, 2502.215 7492.658 745.1113, 2568.7344 7488.763 201.05396</trace>
</ink>
</file>

<file path=ppt/ink/ink13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3131.431 7118.751 874.14984, 3162.717 7003.6797 864.18695, 3183.0352 6932.796 862.26324, 3207.562 6851.8833 858.4459, 3233.0627 6776.123 854.4043, 3267.735 6677.1455 849.0216, 3297.7769 6602.3477 853.4566, 3322.3372 6669.666 857.9269, 3324.2104 6787.237 855.3829, 3331.4512 6900.703 849.39026, 3341.4485 6968.1665 842.5083, 3353.5903 7034.797 833.6399, 3366.6343 7132.4395 813.4476, 3375.9785 7197.5835 760.48</trace>
</ink>
</file>

<file path=ppt/ink/ink13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3040.3796 7442.945 874.14984, 3168.5244 7435.589 850.93994, 3260.8755 7430.766 837.38043, 3343.6394 7428.873 827.02966, 3409.9438 7428.2217 819.52826, 3525.1423 7433.6533 773.4229, 3592.8093 7437.6665 703.22784</trace>
</ink>
</file>

<file path=ppt/ink/ink13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3101.3933 7827.33 874.14984, 3111.063 7762.848 871.9961, 3172.2783 7691.5625 862.6506, 3253.043 7673.1543 862.1456, 3354.7175 7702.7817 862.0755, 3402.996 7811.5923 857.594, 3338.8657 7938.5386 848.29846, 3257.6501 8041.4326 841.5697, 3170.3606 8141.427 846.8384, 3180.5195 8227.703 849.9452, 3271.8325 8257.06 845.2806, 3351.2676 8231.794 836.2345, 3421.119 8217.462 811.2515, 3496.5745 8182.1484 758.6089</trace>
</ink>
</file>

<file path=ppt/ink/ink13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3724.6714 6995.7256 874.14984, 3770.4675 7095.94 863.01605, 3795.4326 7178.924 853.47107, 3815.9365 7263.283 851.44763, 3824.2397 7358.9424 854.3132, 3820.7537 7277.961 850.78973, 3837.7544 7186.0796 851.3783, 3890.8962 7090.7183 855.2413, 3966.0537 7049.719 856.8194, 4044.6035 7111.746 857.87, 4070.165 7210.815 856.4903, 4070.776 7313.52 855.2833, 4033.0417 7384.3057 856.58765, 3990.31 7276.299 847.1269, 4006.7136 7208.211 842.3743, 4048.9224 7102.9 835.17, 4108.537 7019.7583 830.03613, 4177.6353 6977.393 829.4987, 4259.4497 6991.6553 836.9551, 4309.6 7062.501 844.24774, 4320.9395 7160.199 846.2609, 4302.9263 7263.579 840.37695, 4287.8745 7334.1753 819.45496</trace>
</ink>
</file>

<file path=ppt/ink/ink13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4942.1284 6918.11 874.14984, 4843.5747 6926.3384 861.39954, 4743.6763 6958.0703 852.1742, 4659.6626 7002.4473 849.6602, 4601.3193 7068.5312 853.4025, 4579.7197 7159.549 853.1428, 4632.954 7270.004 851.6131, 4709.3716 7335.606 849.1461, 4779.801 7350.4097 846.18744, 4865.2124 7335.304 840.97626, 4934.163 7329.7563 826.72845, 5018.161 7303.5513 805.8096</trace>
</ink>
</file>

<file path=ppt/ink/ink13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4942.1284 6548.5073 874.14984, 5040.7095 6498.0654 865.1405, 5139.249 6511.8228 864.77783, 5195.507 6593.955 862.33716, 5160.2153 6690.1167 858.5927, 5105.141 6784.2334 860.59174, 5190.229 6861.8623 860.15375, 5329.4355 6887.625 846.93524, 5401.3247 6899.5757 826.62885, 5474.356 6902.7974 791.45557</trace>
</ink>
</file>

<file path=ppt/ink/ink13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5261.277 7442.945 874.14984, 5153.544 7464.7344 858.152, 5076.526 7471.7866 848.9403, 4980.878 7479.4556 839.525, 4870.9214 7487.0054 831.0373, 4749.7266 7493.0273 823.7375, 4672.831 7496.84 818.6279, 4571.8896 7501.3223 814.72595, 4494.9805 7504.826 809.7872, 4401.309 7510.4814 805.3302, 4290.119 7517.4556 803.04486, 4193.4517 7522.9663 802.8981, 4110.734 7527.365 804.1931, 4020.3152 7532.424 808.3101, 3943.5708 7536.7993 814.7184, 3871.1794 7556.881 829.3828, 3941.7446 7605.447 779.55945</trace>
</ink>
</file>

<file path=ppt/ink/ink13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4443.6943 7973.5874 874.14984, 4449.99 8051.112 863.95874, 4453.6074 8180.923 856.7264, 4455.8955 8261.536 852.73584, 4462.1143 8350.275 849.1201, 4467.3643 8416.8545 846.38135, 4477.355 8485.259 843.9459, 4498.075 8604.3955 840.3575, 4510.9844 8671.458 841.05304, 4524.2246 8735.798 842.5687, 4541.7183 8822.979 846.2345, 4475.055 8758.5205 850.35944, 4450.661 8687.469 844.53186, 4426.7466 8603.912 838.5788, 4408.6436 8530.202 834.21564, 4394.7354 8466.054 830.41925, 4384.0254 8391.732 829.54, 4378.139 8313.654 831.1943, 4379.794 8236.915 833.7101, 4392.9307 8131.3564 840.0678, 4448.7026 8030.0835 850.1155, 4547.282 7961.776 857.14746, 4638.9097 7954.1685 861.8619, 4703.092 8018.2666 863.631, 4643.3784 8099.7666 861.95996, 4530.8643 8128.917 854.753, 4453.3325 8143.0117 838.6946</trace>
</ink>
</file>

<file path=ppt/ink/ink13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4775.0454 7781.3945 874.14984, 4862.655 7746.894 862.9967, 4952.111 7730.1523 856.9366, 5045.8057 7757.742 859.49756, 5072.8545 7838.335 859.09564, 5012.0312 7912.799 854.2961, 4938.3433 7969.9883 855.10236, 4878.8423 8034.3804 856.71375, 4918.492 8104.3853 855.52167, 5031.524 8134.9404 849.45776, 5129.4907 8145.468 836.48145, 5194.1035 8150.734 701.485</trace>
</ink>
</file>

<file path=ppt/ink/ink13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6012.215 6521.0513 874.14984, 5970.7725 6588.042 863.401, 5909.2617 6713.018 852.1424, 5877.1675 6799.249 845.3377, 5847.4126 6903.6245 837.9036, 5824.6055 7007.3193 830.8067, 5808.122 7091.4917 824.6692, 5794.4976 7197.6655 818.3871, 5784.115 7278.7373 809.8173, 5775.5005 7396.7896 801.5278, 5770.7563 7539.7017 793.2633, 5771.5474 7697.565 784.0505, 5774.5586 7826.551 752.36804, 5779.7095 7944.952 713.85565, 5791.5166 8076.491 668.83545, 5810.5737 8208.873 617.43976, 5836.6406 8328.951 559.9749, 5854.3477 8408.1045 497.52124, 5899.662 8508.084 371.01767</trace>
</ink>
</file>

<file path=ppt/ink/ink13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6204.6426 7458.2563 874.14984, 6293.0073 7419.052 861.98663, 6376.3413 7371.098 858.1541, 6468.727 7288.084 859.97235, 6471.7827 7196.1743 860.83826, 6386.19 7161.3975 859.63513, 6309.0127 7187.739 860.38434, 6265.4375 7316.959 854.1294, 6268.5874 7439.958 840.9711, 6294.0415 7516.5576 834.1168, 6332.1895 7593.687 822.81647, 6373.0215 7660.655 805.02954, 6441.2275 7751.362 746.0921, 6509.2686 7796.027 632.8112</trace>
</ink>
</file>

<file path=ppt/ink/ink13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6448.697 6825.709 874.14984, 6539.202 6793.3345 866.2542, 6630.8994 6799.046 863.911, 6679.121 6882.0674 863.3002, 6659.894 6962.235 861.92285, 6629.5107 7071.8345 862.1495, 6648.444 7140.3276 861.0295, 6755.195 7182.1797 854.16565, 6857.9287 7178.537 843.7135, 6934.748 7171.288 817.76227, 6999.9346 7162.088 224.63083</trace>
</ink>
</file>

<file path=ppt/ink/ink13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7117.97 7611.906 874.14984, 7214.878 7615.403 862.5278, 7286.147 7615.481 854.1128, 7377.765 7614.1274 844.8779, 7456.017 7613.4155 825.4791, 7528.1694 7611.906 803.5336</trace>
</ink>
</file>

<file path=ppt/ink/ink13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7802.262 7503.6646 874.14984, 7848.6562 7428.0522 867.11127, 7906.5938 7307.6943 857.7877, 7954.1245 7203.4033 852.85565, 8024.919 7209.98 849.624, 8040.765 7304.9717 846.282, 8050.976 7413.9556 840.25793, 8055.2964 7486.8276 833.7763, 8058.4326 7562.6836 825.1126, 8060.8984 7672.8047 792.2544, 8061.9507 7738.9956 735.75885</trace>
</ink>
</file>

<file path=ppt/ink/ink13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8268.781 6671.5317 874.14984, 8352.549 6732.1147 853.8321, 8467.615 6859.1035 836.58575, 8526.307 6952.3945 828.47015, 8580.425 7066.8677 820.28796, 8622.529 7193.3174 812.6652, 8650.086 7279.5146 806.7496, 8664.333 7395.5664 801.1507, 8675.217 7477.541 793.0382, 8667.556 7584.5137 786.3052, 8635.571 7705.6343 783.22473, 8575.435 7827.968 780.97235, 8479.379 7935.9893 778.6833, 8416.636 8005.559 768.49695, 8364.696 8082.073 762.5054, 8297.843 8123.248 740.49774</trace>
</ink>
</file>

<file path=ppt/ink/ink13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1439.9441 6738.0605 874.14984, 1372.3688 6715.463 869.58075, 1269.6924 6734.8345 866.6602, 1195.4982 6793.983 862.495, 1148.2302 6874.009 857.38727, 1116.1409 7008.9053 846.97656, 1105.8044 7097.4062 842.5162, 1099.3994 7172.6245 838.8076, 1095.5907 7241.302 835.41095, 1093.7615 7321.112 834.0852, 1095.3917 7403.833 835.1798, 1103.5183 7482.021 837.3452, 1125.073 7585.011 843.8232, 1193.6191 7653.831 851.7491, 1277.2318 7664.9434 855.8469, 1358.0107 7608.6216 852.9962, 1422.1948 7552.8735 784.403</trace>
</ink>
</file>

<file path=ppt/ink/ink13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1077.6168 7288.767 874.14984, 1162.3802 7271.953 857.328, 1235.0459 7260.219 844.1789, 1323.235 7247.0645 828.7333, 1387.7902 7237.2007 810.5107, 1457.7789 7226.991 780.9279</trace>
</ink>
</file>

<file path=ppt/ink/ink13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1507.5286 7572.8335 874.14984, 1515.6356 7645.7075 865.0882, 1523.0873 7751.955 861.54297, 1511.0648 7861.925 861.82587, 1533.2815 7794.175 855.9982, 1575.9113 7717.604 852.3508, 1647.2656 7641.921 853.2094, 1686.2708 7745.856 851.1237, 1658.1921 7871.054 855.0899, 1722.4294 7765.798 843.5914, 1799.1104 7666.849 842.5421, 1881.9006 7629.6953 845.5227, 1894.3868 7731.496 851.51495, 1887.0382 7801.731 854.1841, 1881.1575 7877.12 856.6215, 1875.2217 7947.233 859.8809, 1868.9172 8012.6597 860.54425</trace>
</ink>
</file>

<file path=ppt/ink/ink13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6508.772 6810.925 874.14984, 6468.133 6892.6245 870.5566, 6538.323 6927.1177 866.5367, 6628.1733 6931.4253 863.2579, 6695.829 6934.35 854.4503</trace>
</ink>
</file>

<file path=ppt/ink/ink13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1503.7738 6225.3696 874.14984, 1400.3383 6216.8184 856.1776, 1317.9021 6214.351 845.6784, 1226.2955 6212.737 838.5079, 1093.8824 6209.802 830.4453, 981.50696 6205.2285 829.20514, 915.8686 6202.725 832.461, 817.6623 6201.989 840.66675, 723.9419 6229.23 851.2078, 675.19977 6317.857 857.96204, 665.02484 6409.571 859.93634, 672.8635 6480.844 856.65326, 684.29407 6567.079 850.9262, 696.17566 6666.9546 846.03973, 706.89056 6763.158 841.0557, 715.6395 6842.442 836.4189, 724.8223 6946.0337 831.28253, 733.8332 7069.056 824.94214, 743.3127 7208.9683 817.779, 750.41034 7312.527 811.2066, 758.65186 7429.512 804.784, 768.90564 7568.9536 799.235, 780.81793 7722.744 794.3143, 792.11523 7869.2905 790.3641, 800.4707 7977.832 787.13354, 808.21185 8105.4785 785.48865, 813.8652 8240.382 786.45844, 816.1674 8375.082 790.3839, 816.2233 8475.909 795.9871, 813.642 8567.654 802.3375, 808.25073 8659.209 811.3001, 803.0918 8743.219 821.8, 799.5947 8853.547 840.4243, 831.34625 8935.674 854.46375, 904.19086 8970.712 860.7558, 980.7945 8976.102 858.3637, 1077.2444 8976.628 850.39734, 1150.1036 8975.962 842.13055, 1232.6565 8975.57 832.82526, 1326.2792 8978.106 812.8669, 1407.0836 8980.889 785.0278, 1471.4564 8983.366 749.77985, 1570.279 8988.112 669.45654, 1634.7422 8992.069 514.7561</trace>
</ink>
</file>

<file path=ppt/ink/ink13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8167.4053 6271.834 874.14984, 8249.437 6252.6562 864.98004, 8374.232 6231.4653 857.16547, 8453.573 6219.894 852.03796, 8530.049 6211.0825 849.76025, 8632.334 6200.583 847.5142, 8724.277 6201.6943 852.3881, 8794.312 6236.122 854.567, 8829.858 6330.904 851.12244, 8837.087 6410.416 846.58997, 8839.26 6493.932 840.9259, 8839.781 6560.429 835.4605, 8836.91 6651.246 833.64124, 8832.913 6761.965 828.40216, 8829.055 6889.5005 821.60596, 8826.001 6989.6206 814.99335, 8823.068 7096.022 808.6375, 8819.109 7225.3555 801.841, 8813.869 7371.4995 796.3334, 8808.183 7521.488 792.46484, 8804.149 7627.4473 789.3744, 8798.874 7760.219 787.58466, 8792.491 7910.133 784.4036, 8785.701 8070.384 782.283, 8781.17 8198.106 781.869, 8778.028 8317.088 782.2073, 8779.665 8449.876 785.2339, 8785.083 8584.455 790.1192, 8791.395 8708.767 796.8969, 8795.772 8792.165 803.13165, 8800.287 8880.162 811.8009, 8803.257 8963.658 822.0726, 8798.233 9038.983 831.4741, 8777.023 9103.199 838.5356, 8701.903 9186.763 848.2243, 8575.926 9231.796 847.9376, 8478.861 9247.895 843.5681, 8364.48 9265.058 837.3372, 8238.95 9284.556 829.2423, 8156.231 9297.057 821.06854, 8053.605 9314.253 813.8969, 7946.18 9333.457 810.1704, 7851.884 9349.998 815.5828, 7783.225 9361.988 821.10986, 7712.334 9374.028 828.05664, 7646.183 9386.116 834.7256, 7570.8154 9399.947 870.40027, 7506.513 9405.936 8.741943</trace>
</ink>
</file>

<file path=ppt/ink/ink13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9414.9 7473.0405 874.14984, 9487.512 7438.25 865.56177, 9610.782 7371.3257 854.1829, 9676.151 7334.1714 848.4919, 9795.017 7265.1494 838.74915, 9914.514 7194.166 829.33575, 10004.005 7140.4355 824.7734, 10109.583 7078.6396 820.54065, 10195.724 7028.409 816.8588, 10284.075 6977.1875 813.36365, 10393.005 6913.0522 808.78375, 10517.108 6840.2705 803.4139, 10647.4375 6765.0347 798.58997, 10734.845 6714.63 776.65027, 10842.535 6653.251 746.6961, 10960.292 6588.579 709.2613, 11080.551 6525.3457 664.25806, 11195.374 6466.623 612.6283, 11289.444 6419.391 554.8664, 11360.112 6384.2817 491.90878, 11427.993 6350.8276 425.25183, 11519.265 6302.1113 294.16675</trace>
</ink>
</file>

<file path=ppt/ink/ink13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12733.105 5246.452 874.14984, 12658.826 5275.6865 868.3947, 12577.311 5352.4404 866.46594, 12526.946 5454.1025 862.55096, 12505.37 5575.7246 856.096, 12491.175 5692.8726 849.7921, 12478.545 5763.385 849.6936, 12461.212 5838.1147 849.0303, 12430.444 5950.028 848.7936, 12411.624 6014.5923 850.7563, 12400.18 6117.025 856.9396, 12462.353 6188.3916 860.13336, 12569.957 6213.7153 855.67957, 12688.374 6199.0693 844.7425, 12787.28 6151.9004 826.9969, 12853.256 6117.129 789.0043</trace>
</ink>
</file>

<file path=ppt/ink/ink13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12412.079 5901.176 874.14984, 12541.218 5879.71 851.11346, 12621.282 5871.276 846.66693, 12709.096 5865.405 841.97705, 12787.136 5859.1675 827.6778, 12853.256 5855.767 819.8137</trace>
</ink>
</file>

<file path=ppt/ink/ink13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13005.32 6173.6255 874.14984, 12999.001 6256.7046 864.1802, 12981.721 6370.031 865.61945, 12958.066 6445.3394 866.9272, 12995.541 6341.832 862.2912, 13067.954 6238.138 863.53613, 13158.81 6188.036 863.6365, 13239.991 6256.9434 861.1928, 13256.366 6355.2686 858.93774, 13239.648 6461.567 859.09283, 13213.932 6387.883 849.9503, 13239.222 6291.6357 844.02234, 13285.47 6202.6626 849.3168, 13388.236 6131.1494 855.03424, 13462.809 6139.044 857.52136, 13530.852 6217.9077 858.8979, 13560.161 6301.5723 850.9583, 13553.597 6389.123 835.6132, 13542.529 6455.435 798.3616</trace>
</ink>
</file>

<file path=ppt/ink/ink13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14369.211 5473.4937 874.14984, 14294.75 5530.9175 861.86334, 14185.124 5620.3945 855.22595, 14066.397 5725.532 853.6699, 13977.023 5820.819 854.1792, 13928.041 5924.2334 856.4377, 13951.213 6046.682 856.6164, 14002.999 6134.644 854.70807, 14066.839 6200.81 851.0804, 14136.114 6256.3145 838.8418, 14219.8125 6321.0615 817.61206, 14286.488 6379.6416 771.31396, 14351.848 6443.738 601.7628</trace>
</ink>
</file>

<file path=ppt/ink/ink13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14617.958 5778.1514 874.14984, 14595.058 5882.821 863.0418, 14574.982 5991.1553 859.56537, 14572.412 6070.349 860.358, 14632.425 6144.124 861.55237, 14707.888 6183.316 860.0569, 14815.451 6168.5713 860.1124, 14890.936 6126.8022 859.62964, 14948.841 6038.266 859.75635, 14950.353 5947.2715 859.92236, 14904.867 5838.2065 860.21844, 14850.239 5768.0312 861.2966, 14759.854 5729.904 862.0684, 14683.591 5742.6953 861.02014, 14617.958 5778.1514 858.5906</trace>
</ink>
</file>

<file path=ppt/ink/ink13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14862.013 6671.5317 874.14984, 14776.434 6671.531 867.889, 14636.294 6671.5317 856.0421, 14547.27 6672.93 848.3656, 14449.607 6676.1094 842.79553, 14343.17 6679.9897 838.35156, 14268.713 6682.742 835.053, 14181.482 6684.947 832.02136, 14107.376 6686.6675 828.02515, 14025.439 6688.8623 823.965, 13920.946 6691.2246 821.0116, 13815.417 6692.2397 817.3717, 13730.788 6692.673 815.24457, 13620.068 6693.6855 812.664, 13492.719 6695.6245 809.7403, 13355.268 6697.797 807.0891, 13252.33 6699.6855 795.52045, 13146.362 6702.299 775.74725, 13027.0625 6707.5527 747.58405, 12903.3545 6714.5146 711.8053, 12787.558 6720.913 668.65424, 12705.921 6725.4404 618.83093, 12614.117 6729.5093 562.68506, 12521.235 6733.457 501.24237, 12432.312 6737.501 435.34424, 12363.159 6740.738 366.19638, 12248.378 6744.5737 235.51932, 12182.502 6740.706 135.60796</trace>
</ink>
</file>

<file path=ppt/ink/ink13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16276.593 6102.3447 874.14984, 16352.546 6080.792 868.9308, 16444.973 6041.855 861.7517, 16515.508 6000.9443 859.1753, 16587.441 5914.6353 863.10046, 16491.303 5871.82 860.5774, 16385.275 5938.818 860.72736, 16347.069 6048.6226 860.74304, 16372.208 6124.11 858.1901, 16495.152 6175.693 847.9952, 16574.13 6172.9546 842.73145, 16646.42 6176.717 827.3382, 16717.768 6163.5938 811.1357</trace>
</ink>
</file>

<file path=ppt/ink/ink13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16185.54 5654.5986 874.14984, 16304.58 5608.5205 852.5173, 16395.705 5571.573 837.2149, 16460.406 5545.44 815.2242, 16534.727 5515.2056 778.86206</trace>
</ink>
</file>

<file path=ppt/ink/ink13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16930.848 5338.8525 874.14984, 16930.848 5417.9956 863.47797, 16935.53 5557.6943 854.49365, 16938.73 5647.1436 847.61847, 16944.117 5744.1367 841.9998, 16950.521 5844.431 838.12744, 16954.654 5908.9775 835.6937, 16959.53 5983.198 835.3606, 16966.46 6098.4165 838.73944, 16959.428 6200.908 846.8068, 16950.615 6268.485 864.94244</trace>
</ink>
</file>

<file path=ppt/ink/ink13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16899.87 5872.1357 874.14984, 16989.998 5839.487 857.35675, 17074.775 5826.627 840.9386, 17160.658 5811.886 806.4638, 17226.148 5810.8506 7.918041</trace>
</ink>
</file>

<file path=ppt/ink/ink13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17539.104 5885.864 874.14984, 17438.553 5937.188 861.768, 17318.754 6010.874 856.4204, 17241.834 6095.4824 860.5134, 17329.951 6110.918 857.19037, 17417.31 6037.983 848.5464, 17488.514 5963.051 843.4338, 17533.867 6059.8057 850.3539, 17543.764 6131.836 859.0067, 17648.555 6141.1035 862.3085, 17715.893 6081.269 855.4958, 17754.957 6007.334 848.15704, 17793.668 5906.443 838.4259, 17825.9 5806.313 828.1107, 17851.037 5720.385 817.6176, 17878.004 5614.456 808.85205, 17901.934 5505.082 804.2761, 17918.844 5403.043 804.95337, 17929.834 5331.844 809.5494, 17931.727 5240.3086 821.75183, 17910.43 5337.5977 827.0453, 17904.322 5404.0005 823.7131, 17898.713 5473.497 819.28656, 17893.81 5547.5005 813.15625, 17889.57 5635.4595 805.91956, 17886.51 5704.404 798.4995, 17885.223 5793.215 792.6632, 17885.455 5886.849 792.5826, 17886.164 5965.3403 797.85046, 17887.309 6081.1743 814.08685, 17851.354 6001.0254 843.0489, 17825.752 5914.5586 849.3744, 17833.598 5825.1445 855.7566, 17897.037 5759.8115 855.2964, 17980.637 5737.4414 849.15533, 18049.695 5712.6226 841.6152, 18132.346 5701.0625 809.17316</trace>
</ink>
</file>

<file path=ppt/ink/ink13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18467.451 6147.753 874.14984, 18541.645 6081.8945 863.4233, 18623.898 5958.8633 849.1661, 18666.16 5876.612 842.0103, 18721.988 5752.8423 836.43475, 18760.773 5643.8916 833.52545, 18776.896 5573.0454 833.5825, 18786.686 5508.447 835.48285, 18791.857 5406.472 840.2504, 18715.861 5425.991 850.8253, 18701.623 5504.325 844.6641, 18692.66 5605.288 835.8462, 18687.285 5686.6426 828.4416, 18684.682 5770.046 821.56726, 18685.71 5862.9365 816.9477, 18692.162 5952.337 820.8058, 18709.95 6072.614 830.4295, 18767.002 6139.697 840.3072, 18833.168 6119.262 849.79333, 18901.406 6016.486 849.45276, 18946.797 5913.199 842.20404, 18962.875 6002.1685 841.62665, 18972.271 6098.592 841.92444, 19016.943 6178.3438 848.13995, 19084.396 6216.0796 850.922, 19186.564 6199.545 851.6769, 19277.129 6149.301 852.54834, 19344.969 6075.2974 854.98456, 19383.215 5985.5376 855.01855, 19388.3 5898.4185 857.58704, 19336.28 5822.401 862.2908, 19254.646 5887.06 861.8238, 19238.324 5956.736 859.4113, 19264.732 6065.792 855.11755, 19310.69 6146.5073 853.72156, 19393.326 6188.496 853.89056, 19467.012 6157.695 854.3884, 19531.715 6113.3853 673.4122</trace>
</ink>
</file>

<file path=ppt/ink/ink13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19607.938 5362.0854 874.14984, 19544.338 5458.418 861.5626, 19479.703 5532.8027 852.9511, 19415.578 5596.443 414.3815</trace>
</ink>
</file>

<file path=ppt/ink/ink13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18999.68 5624.502 874.14984, 18991.549 5692.715 867.4108, 18981.547 5758.7573 839.9494</trace>
</ink>
</file>

<file path=ppt/ink/ink13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20050.053 5855.767 874.14984, 20169.486 5838.1655 856.40436, 20249.678 5832.5913 846.1917, 20338.629 5829.972 838.18604, 20413.1 5828.681 832.38293, 20512.87 5835.0015 814.5566, 20582.28 5839.3994 774.90906</trace>
</ink>
</file>

<file path=ppt/ink/ink13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20019.076 6040.5684 874.14984, 20104.928 6040.568 851.9601, 20194.725 6040.5674 833.80133, 20306.547 6037.642 819.4941, 20434.021 6026.757 808.89844, 20511.041 6020.181 786.5656, 20609.424 6013.8394 742.86755, 20674.12 6008.5 202.89511</trace>
</ink>
</file>

<file path=ppt/ink/ink13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20582.28 5669.9106 874.14984, 20668.88 5704.8716 862.6338, 20807.238 5776.797 846.17346, 20915.006 5843.9204 836.25037, 20993.137 5918.668 842.6747, 21010.02 6019.393 845.1003, 20931.322 6128.4004 842.4295, 20861.924 6164.451 840.0164, 20790.82 6210.956 831.7628, 20726.688 6224.9062 809.8315</trace>
</ink>
</file>

<file path=ppt/ink/ink13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20080.09 5654.5986 874.14984, 19980.193 5750.7856 850.3874, 19849.627 5862.59 834.6718, 19747.822 5949.6855 830.6256, 19664.457 6043.3896 843.1063, 19675.809 6120.7715 847.54425, 19746.717 6177.3765 851.39795, 19843.377 6200.702 845.77216, 19924.248 6225.548 830.05164, 20019.076 6240.154 792.52185</trace>
</ink>
</file>

<file path=ppt/ink/ink13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21221.516 5161.9717 874.14984, 21245.9 5269.4946 860.36865, 21256.318 5345.8765 851.1295, 21261.973 5439.9575 841.7798, 21265.395 5547.3257 833.44006, 21269.209 5662.4604 826.7016, 21272.273 5753.757 811.7517, 21274.914 5838.09 790.4683, 21278.021 5918.801 757.8891, 21280.857 5988.1567 718.3038, 21286.953 6064.969 672.1272, 21292.002 6140.0356 563.69666, 21297.566 6205.706 408.87286</trace>
</ink>
</file>

<file path=ppt/ink/ink13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21281.59 5746.999 874.14984, 21350.512 5801.268 864.7108, 21415.887 5884.852 859.9506, 21458.32 5961.4165 857.1267, 21483.695 6033.759 857.408, 21488.906 6103.545 858.6148, 21448.602 6026.5244 859.1238, 21439.55 5950.437 860.6759, 21441.271 5879.7554 861.4824, 21495.69 5798.627 861.1598, 21593.8 5757.342 861.00305, 21662.69 5731.687 859.42126</trace>
</ink>
</file>

<file path=ppt/ink/ink13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21755.62 5758.615 874.14984, 21682.402 5800.9307 864.2887, 21618.924 5875.9644 864.0378, 21610.955 5944.442 864.68494, 21689.18 5993.7534 864.7839, 21754.064 5935.76 862.6587, 21789.219 5850.043 860.6869, 21839.21 5942.625 857.0729, 21926.496 6010.896 860.2576, 22024.32 5947.5054 858.26544, 22055.607 5880.226 852.539, 22079.17 5811.564 846.80426, 22107.656 5691.8203 843.5487, 22119.576 5603.5547 847.1948, 22120.314 5735.165 835.5855, 22118.148 5808.0103 829.04626, 22115.41 5888.4717 822.6297, 22107.95 5990.362 816.7942, 22096.422 6100.9956 810.08344, 22081.332 6207.804 807.6782, 22070.805 6280.483 806.15295, 22052.639 6357.8667 809.2225, 22026.852 6428.0254 814.4884, 21958.238 6512.825 829.33527, 21873.732 6499.7534 840.8889, 21800.426 6463.1733 850.33606</trace>
</ink>
</file>

<file path=ppt/ink/ink13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21996.86 5315.6206 874.14984, 21989.678 5434.716 857.7505, 21981.84 5515.2056 834.2337</trace>
</ink>
</file>

<file path=ppt/ink/ink13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22255.932 5885.864 874.14984, 22344.295 5822.992 860.38025, 22432.25 5727.337 863.2964, 22451.783 5640.5215 863.8067, 22346.227 5593.205 858.8962, 22254.43 5645.5693 860.57, 22213.363 5766.8228 858.25146, 22230.309 5879.776 850.9295, 22310.064 5978.9424 844.9675, 22396.412 6028.3203 845.4437, 22492.457 5967.347 845.6576, 22566.086 5896.1597 848.5236</trace>
</ink>
</file>

<file path=ppt/ink/ink13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22712.125 5669.9106 874.14984, 22666.49 5740.431 865.90796, 22629.566 5804.7476 864.4993, 22605.275 5904.3384 865.70123, 22615.217 5979.889 865.16345, 22704.74 5987.609 862.5596, 22796.697 5909.551 850.1348, 22856.547 5821.5864 836.46185, 22915.182 5716.3022 820.3826, 22958.443 5634.911 809.8196, 22992.994 5552.5186 803.18445, 23016.775 5486.235 799.20483, 23045.236 5355.0596 795.56537, 23053.383 5267.6934 682.00336, 23020.434 5356.471 767.86914, 23009.799 5446.242 771.0228, 22996.629 5589.11 775.2631, 22993.295 5685.008 798.1969, 22992.164 5785.012 822.2478, 22991.977 5868.7007 821.80066, 22991.053 5934.5723 826.56714, 22986.9 6029.733 836.8821, 22962.56 5937.4004 859.12976, 22993.914 5830.427 860.48486, 23039.457 5753.2886 857.5057, 23126.754 5773.3667 856.52563, 23167.584 5847.1895 858.258, 23234.092 5910.9424 861.4483, 23317.758 5878.2153 860.7663, 23368.936 5812.204 857.639, 23374.643 5727.7646 859.0353, 23340.594 5649.5864 858.0435, 23266.994 5602.5454 857.3815, 23162.08 5619.331 859.0828, 23125.676 5700.704 861.42096, 23217.79 5743.8325 857.4743, 23291.07 5720.4277 850.7765, 23356.395 5694.4766 842.66315, 23460.705 5640.667 848.6958, 23529.55 5622.887 850.4961, 23553.248 5701.194 851.0657, 23551.455 5782.2407 857.5238, 23621.979 5811.924 856.95734, 23713.959 5717.258 852.2155, 23805.846 5637.3906 853.43866, 23877.965 5722.3057 855.9472, 23912.072 5798.158 857.825, 23982.23 5844.019 861.094, 24055.1 5841.3145 859.8974, 24128.852 5798.6953 855.1093, 24194.35 5705.566 856.3171, 24210.266 5621.7188 858.91675, 24136.965 5586.6895 860.301, 24067.383 5646.5195 862.5318, 24051.062 5751.2417 862.2907, 24044.979 5829.5444 862.42236, 24052.105 5895.3467 677.99023</trace>
</ink>
</file>

<file path=ppt/ink/ink13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23624.514 5423.333 874.14984, 23556.787 5492.0044 845.61365</trace>
</ink>
</file>

<file path=ppt/ink/ink13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22469.01 6210.0576 874.14984, 22368.828 6228.629 863.0477, 22258.318 6273.713 857.7244, 22174.184 6330.011 856.3019, 22103.576 6435.8765 855.8714, 22094.412 6500.8745 854.36975, 22093.523 6567.15 851.54333, 22110.691 6711.078 842.4335, 22129.648 6805.515 836.557, 22146.863 6900.0044 833.0138, 22160.393 6978.0874 832.78394, 22156.809 7087.162 839.7509, 22068.576 7114.9478 849.30676, 22048.521 7024.424 854.6441, 22069.387 6941.2 857.6861, 22167.602 6840.396 850.9551, 22266.879 6766.7886 845.8056, 22373.33 6685.924 849.1573, 22434.53 6616.797 853.4697, 22447.756 6528.6943 856.54016, 22369.406 6457.6616 861.6357, 22297.352 6477.4263 862.47205, 22247.518 6566.1387 859.48224, 22242.037 6661.5557 853.9074, 22297.855 6768.4556 855.5471, 22386.889 6812.019 857.13495, 22458.545 6793.979 857.0211, 22543.074 6703.281 850.8224, 22617.87 6619.385 856.2219, 22682.928 6590.2065 857.53973, 22738.396 6678.827 856.9685, 22754.541 6749.369 859.4933, 22809.01 6650.2563 855.81964, 22844.992 6572.7095 859.2832, 22919.871 6575.8745 859.19867, 22950.129 6641.9736 857.41254, 22957.744 6728.6455 857.8659, 22960.096 6648.608 850.683, 22991.207 6560.624 846.2378, 23042.473 6490.472 849.37866, 23111.521 6478.9683 852.7422, 23186.87 6559.211 853.90533, 23213.36 6666.205 859.00824, 23203.143 6732.9956 862.7209, 23222.854 6626.604 858.70197, 23271.635 6518.146 853.1528, 23340.748 6442.9404 854.0293, 23424.936 6472.705 853.1515, 23458.258 6558.177 853.7934, 23491.084 6672.9204 860.9944, 23531.178 6740.298 863.7637, 23620.404 6746.2935 862.332, 23696.645 6711.62 859.16284, 23763.469 6625.066 860.6619, 23784.334 6514.9805 861.83215, 23696.64 6469.8364 862.42786, 23659.418 6548.141 861.8271, 23660.48 6626.028 859.30444, 23734.69 6711.425 856.009, 23818.273 6759.1846 851.3598, 23938.877 6762.1177 848.601, 24035.28 6737.6875 849.37286, 24115.025 6683.3975 851.3942, 24165.201 6604.5415 853.83215, 24167.668 6523.428 856.3069, 24123.336 6458.879 858.5644, 24033.6 6445.8916 859.80524, 23960.562 6479.607 859.43225, 23929.014 6585.4736 855.47833, 23949.295 6654.812 849.81696, 23965.951 6744.6147 831.533, 24008.129 6809.109 228.1616</trace>
</ink>
</file>

<file path=ppt/ink/ink13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23762.5 6205.305 874.14984, 23682.084 6282.7666 844.2442, 23614.916 6338.417 776.7519</trace>
</ink>
</file>

<file path=ppt/ink/ink13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18132.346 7195.8384 874.14984, 18251.734 7244.4053 861.15076, 18354.291 7245.5625 852.52893, 18440.645 7226.984 849.24457, 18529.523 7184.3994 848.2568, 18604.354 7116.3706 849.08386, 18637.104 7050.685 853.1968, 18593.746 6978.812 857.5794, 18483.787 6948.262 857.4093, 18385.988 6952.1616 854.538, 18277.44 7009.5176 853.31964, 18204.705 7072.2847 853.0289, 18160.275 7171.196 855.1869, 18154.518 7259.5586 857.48224, 18214.248 7374.0083 856.30676, 18297.748 7455.3525 851.1769, 18428.61 7515.5894 846.9865, 18540.262 7545.197 834.0373, 18621.023 7545.5425 816.3858, 18687.455 7539.8574 733.57886</trace>
</ink>
</file>

<file path=ppt/ink/ink13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18071.332 6687.9004 874.14984, 17999.895 6772.896 861.1745, 17897.316 6862.738 852.63617, 17805.803 6933.8066 848.4215, 17731.176 6991.165 850.5724, 17661.44 7064.682 853.6918, 17634.66 7173.7646 856.76605, 17646.756 7256.0537 858.65564, 17721.674 7351.2173 858.37836, 17804.873 7427.017 859.12585, 17906.19 7503.3115 860.7914, 17991.93 7555.6064 855.0081, 18057.941 7599.8325 668.094</trace>
</ink>
</file>

<file path=ppt/ink/ink13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17478.092 7503.6646 874.14984, 17560.246 7577.445 866.8589, 17648.16 7652.49 866.83, 17733.26 7721.978 868.101, 17798.857 7776.038 868.9526, 17865.445 7836.652 430.06503</trace>
</ink>
</file>

<file path=ppt/ink/ink13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17082.912 6979.8857 874.14984, 17010.605 7011.3706 868.45074, 16935.895 7078.7705 863.8893, 16886.84 7148.7573 863.25214, 16873.004 7242.78 864.2803, 16923.69 7345.7954 863.6145, 17029.48 7381.9414 863.79816, 17112.033 7361.117 864.0784, 17184.174 7271.08 860.368, 17214.553 7175.515 860.8137, 17214.875 7094.8125 862.73444, 17178.67 7023.4077 863.34436, 17100.164 6973.1597 864.87256, 17033.402 6936.555 845.0659</trace>
</ink>
</file>

<file path=ppt/ink/ink14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19227.775 6810.925 874.14984, 19126.281 6903.679 861.713, 19030.258 6992.9424 858.4408, 18951.115 7074.2686 857.1066, 18891.236 7159.317 859.10156, 18882.342 7253.109 859.987, 18916.275 7320.3696 860.1486, 19010.814 7391.1245 856.611, 19124.262 7444.4717 848.3103, 19229.803 7494.158 843.4698, 19332.992 7550.6206 844.89026, 19403.918 7585.1226 848.92053, 19468.395 7557.2046 674.0614</trace>
</ink>
</file>

<file path=ppt/ink/ink14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19516.885 7257.087 874.14984, 19545.285 7168.5557 866.8158, 19585.172 7071.4297 867.92725, 19635.598 6977.604 868.4325, 19705.568 7022.5034 859.3375, 19722.998 7107.2563 850.96216, 19741.783 7225.9053 838.54083, 19759.385 7321.765 817.1361, 19784.027 7413.7554 770.58923, 19805.998 7488.353 643.317</trace>
</ink>
</file>

<file path=ppt/ink/ink14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19623.896 7550.129 874.14984, 19729.883 7541.0337 864.1519, 19819.016 7535.3145 855.4539, 19910.508 7531.1313 840.5695, 20026.688 7529.4897 817.5445, 20102.256 7528.451 748.51965</trace>
</ink>
</file>

<file path=ppt/ink/ink14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9414.9 7503.6646 874.14984, 9511.738 7595.109 862.2108, 9626.875 7706.5435 851.5654, 9700.233 7774.6445 845.7407, 9781.518 7849.4653 839.89557, 9913.932 7971.7036 827.5904, 10048.068 8094.2163 813.24854, 10146.361 8183.0625 805.57385, 10260.901 8286.026 798.0592, 10369.1045 8381.626 791.47687, 10459.534 8460.82 784.81604, 10572.81 8560.409 777.53033, 10700.255 8673.983 770.3601, 10835.683 8797.424 739.2486, 10974.765 8925.462 701.0721, 11083.335 9025.053 655.60364, 11186.069 9118.762 603.79004, 11300.814 9222.357 546.2958, 11420.004 9329.168 483.69757, 11535.12 9430.009 416.98608, 11612.864 9497.984 348.0528, 11695.956 9569.051 279.11343, 11772.216 9633.6875 213.04372, 11862.028 9708.676 120.15898</trace>
</ink>
</file>

<file path=ppt/ink/ink14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12640.176 9152.618 874.14984, 12540.021 9120.409 860.11694, 12469.667 9104.938 854.62585, 12394.566 9094.806 856.57196, 12324.664 9096.845 859.11053, 12230.933 9154.466 860.32837, 12202.111 9283.011 854.27814, 12202.987 9368.531 848.16345, 12210.849 9505.771 842.2983, 12221.151 9634.578 836.4056, 12224.03 9714.531 834.0107, 12225.06 9800.914 833.70557, 12226.437 9886.131 835.4255, 12231.276 9965.818 837.98676, 12245.727 10071.435 845.9672, 12307.488 10164.97 852.47253, 12419.777 10220.62 855.6143, 12517.61 10236.365 855.54285, 12608.203 10182.459 846.094, 12671.153 10108.832 816.3223</trace>
</ink>
</file>

<file path=ppt/ink/ink14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12199.001 9738.173 874.14984, 12277.786 9745.956 857.58795, 12353.398 9752.764 844.0266, 12449.106 9759.528 830.8828, 12518.408 9764.598 809.6389, 12595.12 9769.853 779.27203</trace>
</ink>
</file>

<file path=ppt/ink/ink14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12857.01 10149.488 874.14984, 12863.306 10227.076 862.66376, 12862.11 10326.95 860.10205, 12890.721 10215.326 850.51154, 12929.612 10137.536 808.0946, 12997.196 10112.348 817.75684, 13076.089 10216.321 827.6735, 13090.911 10297.014 835.05096, 13107.622 10191.102 854.34393, 13145.727 10113.655 858.6421, 13238.664 10082.3545 860.8757, 13305.591 10157.32 859.31165, 13344.287 10264.022 855.27295, 13352.419 10336.536 842.25635, 13347.636 10402.97 713.62714</trace>
</ink>
</file>

<file path=ppt/ink/ink14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13553.505 9260.858 874.14984, 13631.695 9348.266 859.81995, 13752.776 9456.739 843.5762, 13830.753 9518.732 836.2789, 13914.107 9580.503 833.26904, 13995.242 9638.931 832.4093, 14061.145 9685.847 834.04004, 14156.798 9763.294 840.12195, 14176.205 9842.197 846.818, 14124.395 9928.224 855.96576, 14036.555 10002.151 854.1759, 13915.1875 10110.229 849.49774, 13794.166 10239.108 847.8062, 13739.662 10303.48 848.10986, 13666.762 10392.085 851.8586, 13605.002 10464.042 868.7008</trace>
</ink>
</file>

<file path=ppt/ink/ink14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14298.81 10247.696 874.14984, 14226.503 10324.33 862.8824, 14141.188 10414.198 856.5901, 14049.587 10507.489 857.0554, 13966.78 10582.203 861.4398, 13901.878 10637.731 874.32117</trace>
</ink>
</file>

<file path=ppt/ink/ink14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14602.939 9661.084 874.14984, 14574.602 9733.871 865.8886, 14544.294 9831.859 861.5542, 14535.313 9951.234 862.45905, 14550.325 10054.411 863.2149, 14609.778 10147.992 862.9644, 14723.325 10178.003 863.12823, 14831.673 10117.502 861.1655, 14892.539 10042.804 857.1345, 14924.1875 9919.84 855.23773, 14923.058 9809.636 857.3341, 14872.685 9685.639 857.71436, 14809.534 9606.439 858.27094, 14717.516 9579.461 861.4549, 14641.082 9597.101 863.1314, 14601.82 9672.221 863.00977, 14609.444 9739.7705 424.5155</trace>
</ink>
</file>

<file path=ppt/ink/ink14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16063.513 10093.52 874.14984, 16150.88 10099.748 867.9642, 16265.287 10085.435 869.35474, 16337.463 10025.76 868.8051, 16303.522 9959.686 867.51575, 16229.134 10011.13 866.1076, 16245.943 10109.897 862.8038, 16352.812 10195.949 853.9108, 16455.969 10219.682 844.5709, 16537.24 10228.768 822.7013, 16602.516 10205.084 8.173895</trace>
</ink>
</file>

<file path=ppt/ink/ink14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15911.448 9491.597 874.14984, 16011.247 9498.015 850.17584, 16117.899 9502.254 826.4151, 16194.812 9505.497 776.7249, 16261.574 9507.962 725.50836</trace>
</ink>
</file>

<file path=ppt/ink/ink14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16580.72 9322.106 874.14984, 16588.238 9404.204 856.1043, 16596.232 9483.7295 842.29663, 16608.303 9586.3545 829.25024, 16626.646 9705.387 819.53485, 16651.197 9835.6045 811.05237, 16679.338 9969.121 805.5631, 16709.508 10095.859 805.1148, 16734.92 10197.776 807.34143, 16753.88 10273.616 805.64966, 16755.215 10165.369 821.55475, 16748.11 10063.288 829.7306, 16746.85 9977.03 841.70056, 16760.398 9902.82 852.27106, 16819.904 9832.666 855.27795, 16902.996 9811.557 858.4333, 16968.363 9802.942 850.623</trace>
</ink>
</file>

<file path=ppt/ink/ink14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17219.957 9984.75 874.14984, 17131.57 10001.654 868.6404, 17033.475 10048.478 867.6124, 16975.328 10138.457 866.25836, 17069.836 10192.286 863.2591, 17157.498 10107.593 856.1733, 17207.326 10008.214 846.91583, 17230.295 9934.314 845.7143, 17243.783 10005.693 845.7993, 17281.014 10129.193 844.39813, 17342.34 10216.142 852.8692, 17419.602 10205.06 855.051, 17484.25 10114.452 845.28424, 17508.867 10031.084 835.42084, 17526.146 9923.934 825.5369, 17532.242 9806.449 818.8008, 17527.018 9690.024 812.2033, 17514.045 9580.655 810.37866, 17500.783 9495.331 813.6033, 17487.703 9427.28 817.08887, 17461.13 9328.998 827.9715, 17441.236 9426.904 843.1701, 17448.303 9518.331 837.9533, 17459.678 9632.155 829.3245, 17476.127 9758.974 819.0089, 17489.8 9859.306 813.68463, 17503.51 9953.43 809.40497, 17518.102 10052.504 806.81525, 17532.656 10144.7295 810.07526, 17544.59 10218.452 815.04626, 17547.541 10134.737 844.80725, 17540.066 10022.72 836.9819, 17540.639 9956.96 827.56305, 17548.64 9892.299 813.3653, 17578.646 9798.763 771.20215, 17604.963 9733.941 679.07074</trace>
</ink>
</file>

<file path=ppt/ink/ink14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18056.312 10231.327 874.14984, 18129.072 10159.644 863.0284, 18200.46 10018.964 846.47485, 18235.504 9928.252 838.63525, 18264.719 9831.666 834.93787, 18284.842 9734.655 833.23346, 18304.14 9599.674 833.496, 18300.213 9527.287 836.26855, 18286.215 9461.808 840.04224, 18252.438 9380.19 847.9108, 18178.654 9361.892 859.68274, 18131.998 9450.213 859.61566, 18113.553 9573.899 847.24585, 18117.2 9663.588 838.9389, 18131.242 9762.568 832.2133, 18141.082 9828.305 827.2209, 18161.643 9907.594 823.7076, 18193.21 9991.457 822.7075, 18234.555 10070.987 824.1271, 18306.123 10174.781 831.9617, 18411.738 10216.763 842.13776, 18506.605 10181.822 849.6004, 18571.145 10101.146 851.1965, 18607.67 10003.164 854.4229, 18623.191 9917.625 857.2401, 18635.74 9982.205 856.9192, 18655.63 10080.861 853.1918, 18696.744 10193.791 852.9222, 18743.338 10266.02 854.06903, 18827.344 10285.917 856.23676, 18897.168 10257.395 857.58655, 18950.78 10183.531 859.4008, 18974.768 10117.762 856.55505, 19004.24 10053.277 236.48758</trace>
</ink>
</file>

<file path=ppt/ink/ink14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18497.49 9585.053 874.14984, 18496.41 9651.739 859.3592</trace>
</ink>
</file>

<file path=ppt/ink/ink14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18877.65 9399.194 874.14984, 18907.1 9491.071 863.7887, 18919.598 9556.505 857.78986, 18932.855 9635.268 850.91876, 18946.396 9721.725 844.87823, 18958.87 9809.179 843.3029, 18968.76 9893.064 843.7351, 18979.725 10008.467 846.82495, 18979.404 10087.93 829.0115, 19014.365 10000.029 834.4293, 19088.957 9920.815 834.51337, 19171.662 9883.484 846.75574, 19264.166 9896.193 856.293, 19338.863 9963.884 858.70215, 19332.96 10051.904 860.51825, 19271.771 10145.231 860.47864, 19173.379 10201.448 862.2177, 19102.326 10209.996 864.18207, 19120.338 10115.023 862.2269, 19235.172 10017.808 851.5734, 19327.611 9964.166 844.2314, 19406.057 9934.481 847.5427, 19484.234 9958.932 849.80334, 19555.16 10064.767 852.66174, 19571.232 10172.025 858.3439, 19565.062 10250.452 862.4408, 19604.732 10150.021 859.0686, 19676.79 10081.659 851.1488, 19771.67 10015.152 849.82935, 19846.273 9956.1045 851.32794, 19897.557 9868.224 858.0535, 19821.713 9885.897 861.95807, 19777.58 9980.735 862.56586, 19781.178 10071.089 861.08356, 19865.97 10157.652 850.7339, 19931.385 10217.978 827.697</trace>
</ink>
</file>

<file path=ppt/ink/ink14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20521.266 9846.414 874.14984, 20627.688 9839.437 861.1452, 20691.846 9840.109 855.97394, 20759.814 9842.496 848.5285, 20836.7 9844.411 831.578, 20901.65 9852.458 404.8947</trace>
</ink>
</file>

<file path=ppt/ink/ink14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20643.291 10031.215 874.14984, 20744.951 10037.864 866.43243, 20815.617 10035.929 861.63794, 20885.645 10027.373 855.2668, 20978.451 9992.19 842.72266, 21044.658 9964.831 814.32227</trace>
</ink>
</file>

<file path=ppt/ink/ink14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20901.428 9615.148 874.14984, 20972.438 9690.529 862.4503, 21070.309 9813.491 850.697, 21139.031 9916.357 846.24725, 21167.129 10015.102 849.2887, 21151.326 10084.718 850.3883, 21040.791 10096.072 846.10455, 20959.51 10094.453 834.23065, 20894.258 10062.069 538.78595</trace>
</ink>
</file>

<file path=ppt/ink/ink14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20414.256 9600.364 874.14984, 20357.299 9697.546 860.8721, 20305.197 9824.309 851.22363, 20287.984 9899.099 848.13275, 20281.719 9978.165 848.904, 20290.506 10057.136 849.50226, 20320.422 10128.489 849.9941, 20419.756 10219.927 843.9852, 20491.227 10277.793 837.21234</trace>
</ink>
</file>

<file path=ppt/ink/ink14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21509.688 9152.618 874.14984, 21539.137 9262.436 858.9807, 21551.635 9336.234 850.2872, 21564.893 9425.228 841.7585, 21577.049 9525.636 834.2021, 21584.904 9591.446 828.9593, 21592.914 9674.081 827.0605, 21604.63 9807.074 823.57916, 21611.307 9889.404 817.04596, 21616.895 9959.275 809.2714, 21625.984 10042.224 789.0032, 21630.258 10108.076 663.5554</trace>
</ink>
</file>

<file path=ppt/ink/ink14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21449.613 9661.084 874.14984, 21563.139 9681.622 857.89703, 21660.234 9713.908 847.3229, 21745.662 9759.496 846.2199, 21814.082 9846.154 848.698, 21851.408 9929.789 849.06067, 21856.36 10011.514 854.4378, 21837.95 9931.719 857.81274, 21841.398 9832.575 854.00665, 21875.238 9736.939 856.08905, 21975.492 9654.332 856.7489, 22069.348 9647.05 857.0862, 22133.904 9645.772 857.116</trace>
</ink>
</file>

<file path=ppt/ink/ink14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22346.98 9661.084 874.14984, 22259.96 9674.615 869.17053, 22186.45 9737.579 867.8714, 22184.42 9810.376 866.915, 22256.42 9844.304 864.4098, 22328.807 9772.926 861.1475, 22345.031 9665.532 859.3247, 22335.992 9759.269 853.0463, 22404.021 9850.843 855.85767, 22500.703 9855.083 856.5086, 22577.922 9789.105 851.4379, 22611.816 9720.367 845.3572, 22635.514 9642.633 840.0941, 22658.785 9530.06 838.65515, 22660.965 9458.745 840.22406, 22679.979 9606.811 829.9041, 22689.135 9702.78 823.6377, 22696.027 9778.305 817.8862, 22702.508 9878.773 810.8318, 22706.082 9993.824 804.9596, 22703.775 10111.478 803.51, 22700.805 10201.416 802.93884, 22690.375 10280.333 803.58826, 22668.559 10354.867 809.35205, 22616.365 10445.282 824.9073, 22527.926 10430.595 835.915, 22452.768 10392.258 842.7316</trace>
</ink>
</file>

<file path=ppt/ink/ink14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22651.113 9122.522 874.14984, 22628.21 9207.806 863.9574, 22604.404 9289.422 860.3581, 22581.582 9356.666 749.2649</trace>
</ink>
</file>

<file path=ppt/ink/ink14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22849.172 9738.173 874.14984, 22923.941 9703.527 865.9786, 23000.824 9639.9 867.164, 23016.4 9562.416 866.49927, 22951.701 9569.094 862.42194, 22892.004 9651.628 858.9687, 22866.291 9729.573 856.0979, 22896.854 9837.673 853.90106, 22954.5 9909.284 852.6237, 23035.494 9929.43 852.2677, 23100.293 9939.037 845.77606</trace>
</ink>
</file>

<file path=ppt/ink/ink14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23290.35 9630.461 874.14984, 23201.37 9722.232 869.414, 23163.102 9809.764 866.1912, 23181.639 9887.3545 865.22314, 23271.484 9920.933 862.21234, 23351.986 9900.966 855.47394, 23420.682 9834.77 847.0112, 23471.9 9729.7 833.9259, 23492.56 9646.418 824.9204, 23507.064 9545.793 817.402, 23515.477 9438.76 812.43396, 23520.496 9367.325 809.5515, 23522.463 9288.86 809.0187, 23521.14 9213.652 816.16565, 23512.498 9120.781 829.8767, 23491.123 9223.955 848.0921, 23503.836 9365.643 840.727, 23517.91 9465.4795 834.8392, 23532.756 9572.846 827.6252, 23542.547 9645.006 822.0809, 23550.508 9725.441 819.843, 23552.758 9805.701 824.364, 23544.62 9911.267 833.9658, 23466.045 9887.301 852.6522, 23438.262 9819.776 861.7458, 23451.111 9730.746 864.78546, 23519.16 9683.833 864.45593, 23611.93 9719.779 864.2805, 23711.994 9812.72 865.0348, 23821.322 9809.0 863.2368, 23896.271 9760.124 860.64514, 23912.041 9656.175 859.3574, 23888.367 9579.07 858.42053, 23805.646 9529.364 857.6292, 23717.377 9528.841 856.5945, 23641.691 9574.185 857.713, 23609.85 9661.353 858.06775, 23648.4 9754.095 856.72235, 23727.08 9802.464 853.7718, 23822.576 9830.573 842.3497</trace>
</ink>
</file>

<file path=ppt/ink/ink14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24050.67 9553.372 874.14984, 24038.963 9645.559 867.92505, 24032.9 9767.37 868.9266, 24043.186 9853.815 869.7606, 24109.375 9844.309 866.3542, 24149.535 9758.991 858.83307, 24185.389 9637.835 856.2524, 24234.684 9702.092 851.7003, 24243.547 9783.396 849.15485, 24247.371 9860.002 851.1953, 24173.791 9836.04 853.4534, 24169.695 9732.447 853.773, 24190.035 9641.901 854.95374, 24254.447 9576.128 858.02765, 24371.441 9563.581 858.12555, 24477.248 9577.338 857.7735, 24560.486 9585.705 862.659, 24619.129 9510.73 863.56726, 24550.96 9431.52 862.98944, 24470.049 9440.795 862.45557, 24421.152 9534.581 856.1281, 24426.025 9654.604 844.5624, 24456.07 9740.283 836.3469, 24486.627 9815.4 828.70667, 24550.557 9904.901 788.0286, 24615.445 9969.6045 646.3536</trace>
</ink>
</file>

<file path=ppt/ink/ink14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23974.64 9060.745 874.14984, 23940.7 9169.822 856.70386, 23913.625 9245.019 831.47577</trace>
</ink>
</file>

<file path=ppt/ink/ink14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21081.652 10439.889 874.14984, 20986.775 10519.367 862.459, 20938.389 10622.369 858.9287, 20953.244 10735.631 857.5748, 21010.281 10813.796 856.30255, 21080.488 10857.515 853.4679, 21176.434 10861.561 852.4233, 21268.838 10812.567 852.88965, 21322.934 10739.014 852.9639, 21333.197 10610.766 849.99567, 21310.51 10512.314 847.7681, 21256.932 10444.076 851.2216, 21174.977 10418.332 854.7861, 21089.098 10475.331 857.7679, 21084.066 10584.626 855.74915, 21115.559 10674.904 852.2125, 21208.674 10754.414 849.03796, 21292.648 10786.306 848.81335, 21389.33 10761.011 849.64795, 21459.055 10700.559 851.38495, 21503.41 10619.614 855.04614, 21491.064 10693.71 857.5716, 21497.209 10784.061 855.60864, 21547.941 10871.176 858.0119, 21628.66 10871.4375 858.34955, 21694.865 10805.537 853.4995, 21723.432 10738.554 853.0935, 21742.65 10672.536 852.822, 21779.316 10771.493 844.7808, 21803.957 10851.253 840.54, 21867.01 10933.5 849.53723, 21948.062 10914.238 851.63464, 22024.688 10810.217 849.15314, 22060.342 10717.956 849.8259, 22056.97 10644.033 854.11957, 22074.436 10740.497 855.35565, 22117.918 10817.663 858.3232, 22210.105 10867.864 860.2356, 22317.535 10832.479 858.1585, 22395.98 10759.597 854.0831, 22439.025 10666.15 856.59155, 22490.676 10757.881 862.2513, 22579.846 10774.559 862.6426, 22649.611 10741.977 860.1836, 22687.39 10670.011 857.91064, 22672.525 10595.3545 859.1683, 22595.336 10561.849 859.9493, 22520.066 10602.488 858.80115, 22483.521 10693.799 855.07135, 22483.947 10762.534 851.2806, 22497.701 10832.746 848.4297, 22532.453 10931.207 847.1353, 22587.557 10995.619 851.10785, 22665.238 10979.191 853.42914, 22738.516 10896.591 851.76996, 22808.398 10763.173 840.91754, 22860.207 10653.132 834.0237, 22937.105 10623.4795 837.5087, 22967.857 10695.606 837.28845, 22992.068 10815.999 839.1421, 23015.926 10917.983 847.2106, 23101.717 10957.965 853.7657, 23186.133 10815.249 844.7581, 23210.668 10711.32 835.1544, 23227.543 10628.673 826.4065, 23240.8 10539.452 816.5619, 23249.035 10437.693 810.4652, 23250.877 10336.598 808.9528, 23247.344 10247.552 811.28845, 23236.78 10134.712 818.3949, 23193.145 10260.586 836.33136, 23193.715 10350.902 830.8504, 23200.143 10454.504 824.30225, 23213.318 10561.245 819.34546, 23230.875 10652.181 818.9596, 23247.03 10722.6875 818.08093, 23276.908 10794.052 820.56134, 23376.053 10907.664 829.05927, 23463.514 10960.253 838.6811, 23568.219 10943.414 850.1106, 23648.646 10841.561 855.9366, 23679.865 10741.172 857.23737, 23647.818 10652.714 858.44037, 23548.357 10639.343 859.2669, 23524.008 10756.329 853.35095, 23558.11 10823.031 847.7498, 23658.83 10920.263 830.52405, 23731.523 10986.371 792.74615</trace>
</ink>
</file>

<file path=ppt/ink/ink14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23238.72 10343.792 874.14984, 23162.447 10351.816 864.07294, 23062.297 10369.341 865.4843, 22998.082 10381.954 868.49756</trace>
</ink>
</file>

<file path=ppt/ink/ink14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17783.16 11418.807 874.14984, 17862.283 11400.31 871.2367, 17974.607 11345.36 867.67017, 18043.16 11277.456 865.25684, 18081.15 11196.031 861.2941, 18075.969 11099.949 857.4936, 18025.629 11033.007 856.93225, 17955.455 11014.702 857.6304, 17853.707 11077.104 854.12683, 17778.215 11213.169 845.2232, 17745.525 11333.61 839.51794, 17744.2 11415.836 836.64197, 17754.662 11500.058 834.99036, 17770.232 11569.043 835.26337, 17822.969 11685.31 837.43195, 17940.809 11759.512 842.3268, 18040.404 11742.562 843.71466, 18112.451 11714.393 838.4245, 18155.256 11648.681 8.288467</trace>
</ink>
</file>

<file path=ppt/ink/ink14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18208.377 10925.651 874.14984, 18276.408 10986.885 867.18884, 18370.455 11070.039 852.18, 18471.07 11157.586 845.58795, 18538.889 11214.147 843.4345, 18604.604 11269.097 842.4938, 18710.336 11356.028 839.42395, 18797.334 11423.149 842.33014, 18840.746 11501.295 851.34186, 18736.021 11595.087 847.8357, 18671.027 11642.778 843.51196, 18571.62 11716.055 835.7642, 18461.576 11799.261 840.8355, 18387.035 11859.177 846.0996</trace>
</ink>
</file>

<file path=ppt/ink/ink14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18969.643 11757.785 874.14984, 18904.193 11801.857 868.671, 18805.498 11869.231 862.21796, 18697.352 11947.731 859.02563, 18618.34 12007.469 857.41125, 18548.734 12065.964 858.04895</trace>
</ink>
</file>

<file path=ppt/ink/ink14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19129.215 11585.655 874.14984, 19177.066 11465.615 865.04694, 19200.86 11387.29 855.6266, 19224.908 11301.683 847.3274, 19245.654 11220.029 842.7612, 19261.35 11155.796 840.0532, 19289.777 11225.521 840.45276, 19293.514 11328.368 838.15546, 19297.852 11403.596 832.1154, 19305.627 11520.443 808.36865, 19310.72 11586.597 785.57947, 19315.367 11650.788 755.1947, 19322.549 11734.7295 684.38, 19325.58 11801.42 372.01587</trace>
</ink>
</file>

<file path=ppt/ink/ink14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19562.88 11788.408 874.14984, 19479.02 11794.829 868.1355, 19381.75 11812.915 863.0782, 19294.367 11839.774 862.363, 19219.896 11861.365 861.946, 19215.3 11796.479 565.7036</trace>
</ink>
</file>

<file path=ppt/ink/ink14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1260.6578 1802.2891 874.14984, 1191.4309 1926.9335 847.3623, 1140.7924 2010.9608 833.7366, 1077.08 2113.6545 821.03735, 1003.0012 2231.28 808.3123, 954.8183 2307.7302 799.84406, 894.7068 2406.9404 790.0826, 850.3235 2482.844 786.94574, 800.1238 2576.0232 779.075, 751.5986 2688.148 775.71497, 713.5808 2810.6836 776.2373, 691.15436 2939.2798 779.9743, 686.94867 3069.4736 785.1274, 685.2463 3156.2336 790.70844, 698.9909 3253.2976 796.5203, 728.2682 3358.3025 801.4706, 757.6127 3443.9478 807.26056, 790.4948 3524.4592 810.69525, 836.1094 3619.5122 813.96173, 888.2865 3724.4336 815.48193, 941.44073 3839.3179 816.0783, 976.12946 3913.7366 815.9521, 1012.8626 4011.6743 814.8319, 1046.0555 4128.8706 813.76337, 1071.1003 4261.438 811.4366, 1084.8821 4384.007 808.5794, 1092.2676 4487.347 805.08765, 1085.5605 4618.2466 801.07587, 1061.2302 4768.6865 796.3064, 1019.8054 4932.3823 790.1898, 965.64734 5103.335 780.8729, 924.0345 5230.9775 774.15753, 879.8899 5356.8716 768.98456, 838.08246 5489.6826 767.7759, 810.5255 5618.887 772.16, 804.632 5740.775 782.24927, 823.7988 5856.21 792.0826, 837.7276 5931.934 800.6849, 876.3656 6014.864 805.9918, 935.123 6106.0884 808.5022, 984.6976 6180.076 811.68225, 1033.9618 6251.9014 813.48474, 1083.195 6338.8364 816.34705, 1120.0334 6435.8594 820.2708, 1133.7233 6538.1772 823.36884, 1142.3965 6604.413 824.1146, 1125.7455 6686.1245 822.7751, 1086.9309 6776.4937 819.21594, 1033.6666 6869.6123 815.9908, 977.6161 6961.843 815.3553, 934.6092 7041.045 819.2651, 886.8591 7156.6733 830.29565, 909.38025 7254.564 839.0393, 1003.8917 7341.734 847.38934, 1097.4192 7390.4463 854.06116, 1184.4552 7436.2524 858.6704, 1297.1913 7494.9204 859.50604, 1393.1936 7537.9136 858.74994, 1514.9528 7567.148 858.34076, 1620.8846 7580.278 857.7978, 1703.2064 7581.4697 855.1257, 1802.709 7579.2646 849.96674, 1894.3804 7576.7275 843.96704, 1975.6268 7574.1787 838.17993, 2077.229 7571.514 832.2487, 2188.378 7569.37 827.2371, 2299.8945 7569.223 824.2698, 2376.8494 7569.266 822.58124, 2457.298 7572.694 823.5182, 2541.4211 7578.478 826.62036, 2627.8442 7584.701 830.454, 2709.5142 7589.441 834.9367, 2856.2764 7594.0806 843.0498, 2953.4377 7592.8545 844.5985, 3059.6082 7590.381 843.77637, 3139.0112 7588.849 842.04047, 3221.5923 7588.1294 840.0069, 3316.155 7590.6123 838.15576, 3417.8142 7595.551 836.97534, 3518.6455 7601.511 836.26917, 3591.2732 7605.9653 835.5213, 3685.2852 7612.416 834.31256, 3797.1177 7618.1196 831.60297, 3922.8335 7622.605 827.9828, 4025.309 7625.896 824.50616, 4126.7026 7628.618 820.82513, 4248.138 7632.0684 816.564, 4378.134 7636.707 812.9017, 4509.079 7644.6426 810.5471, 4596.345 7650.042 808.4581, 4704.5845 7659.35 807.7734, 4829.59 7669.472 807.9053, 4971.094 7679.031 807.12195, 5095.111 7687.123 805.5161, 5207.6123 7694.236 803.47675, 5346.8726 7702.2207 799.74744, 5502.908 7710.574 795.25806, 5669.5747 7719.9043 790.27423, 5781.663 7726.1216 786.32117, 5914.0366 7733.124 783.6992, 6062.3257 7741.1562 782.4228, 6222.2417 7749.32 781.1665, 6368.2 7755.755 780.6606, 6488.399 7760.617 780.2605, 6638.695 7764.3125 779.16455, 6810.752 7766.671 777.0384, 6993.962 7767.786 772.9761, 7123.9385 7768.1636 770.08765, 7264.523 7767.0146 767.36224, 7419.0396 7763.7915 767.7567, 7581.901 7759.026 769.50714, 7749.838 7751.394 772.16327, 7920.351 7740.4937 775.00665, 8035.5093 7732.9536 777.3797, 8180.318 7720.364 778.0493, 8346.362 7704.6855 776.8227, 8527.246 7688.1323 771.90027, 8684.037 7674.229 767.177, 8816.089 7662.7383 763.06726, 8965.667 7651.182 763.4739, 9124.315 7641.6445 765.534, 9289.862 7632.3203 768.394, 9403.442 7625.9995 771.2158, 9538.003 7618.678 773.6805, 9695.442 7611.7754 775.22906, 9869.3955 7606.079 775.4861, 10029.419 7602.3374 775.9221, 10157.555 7599.8843 775.6388, 10309.691 7598.3237 774.9912, 10472.985 7597.55 774.604, 10639.895 7597.0786 775.12537, 10760.527 7596.812 776.31866, 10886.464 7596.644 777.84784, 11030.777 7598.077 780.3674, 11188.563 7601.0996 782.4035, 11340.57 7604.084 784.21124, 11454.244 7606.336 785.99945, 11592.073 7608.36 786.85297, 11742.671 7611.3613 787.6877, 11898.958 7616.8706 788.59033, 12017.93 7621.4873 790.00323, 12132.82 7626.6357 791.2199, 12260.806 7631.1064 794.1615, 12397.761 7634.1797 796.9718, 12536.927 7636.9995 799.88666, 12631.967 7638.905 802.4024, 12752.143 7639.016 804.141, 12887.338 7637.395 805.13995, 13030.662 7632.7603 805.55865, 13176.642 7624.827 805.4215, 13298.089 7617.2227 805.6469, 13400.334 7609.815 807.1089, 13516.351 7600.116 808.6014, 13643.645 7590.9985 809.63696, 13781.645 7585.0605 810.6582, 13876.077 7581.2 811.0097, 13990.145 7580.7656 810.8537, 14124.784 7584.816 808.9847, 14276.149 7594.238 805.61847, 14419.881 7605.925 802.1188, 14532.818 7615.927 798.33923, 14670.176 7630.889 793.0116, 14758.781 7640.6807 775.41125, 14825.034 7647.3096 755.07623, 14907.068 7657.841 725.713</trace>
</ink>
</file>

<file path=ppt/ink/ink14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16945.865 13206.096 874.14984, 16955.6 13136.371 851.9518, 16956.34 13064.693 846.9745, 16952.88 12982.003 846.995, 16946.611 12911.455 846.2128, 16933.44 12792.175 844.83026, 16922.803 12715.07 842.1513, 16911.504 12630.342 839.9574, 16900.67 12543.663 842.8824, 16884.771 12415.96 845.9294, 16875.805 12338.201 846.9765, 16868.35 12255.526 848.6156, 16863.914 12185.042 850.0111, 16860.428 12052.265 852.39453, 16859.562 11974.679 853.55743, 16857.39 11897.927 854.7052, 16852.043 11792.029 857.15607, 16846.027 11703.413 862.07996, 16859.883 11612.137 865.0379, 16925.076 11524.122 866.9125, 17004.621 11467.674 863.0777, 17094.848 11429.286 856.6539, 17226.758 11401.207 849.04846, 17301.734 11393.65 846.53815, 17411.611 11385.588 845.61176, 17480.463 11382.254 846.1712, 17557.727 11378.072 847.31946, 17628.436 11373.988 848.66724, 17761.87 11365.515 851.0346, 17846.396 11359.22 851.51276, 17938.889 11353.459 850.971, 18004.838 11349.627 850.39886, 18079.426 11346.666 849.2852, 18165.836 11344.747 847.9033, 18260.56 11343.518 846.6902, 18361.652 11341.622 845.3947, 18462.717 11339.912 844.4091, 18532.885 11338.75 843.4193, 18621.31 11338.592 841.9697, 18723.244 11340.218 839.9042, 18835.28 11345.419 837.463, 18927.557 11351.0 835.0284, 19012.531 11357.491 832.93414, 19110.537 11367.33 831.372, 19216.352 11378.222 830.74445, 19323.621 11389.008 831.1421, 19393.46 11396.08 831.5742, 19477.428 11403.676 832.95966, 19570.05 11411.417 835.173, 19643.266 11417.224 837.7173, 19714.914 11422.389 840.41534, 19796.523 11425.719 843.1972, 19880.2 11426.534 845.90106, 19945.746 11426.387 848.9206, 20053.87 11425.216 856.1347, 20131.268 11430.39 862.07153, 20220.574 11483.633 865.1493, 20259.748 11584.512 863.13214, 20271.572 11655.736 860.19806, 20279.812 11730.419 856.95197, 20290.334 11869.381 848.2926, 20295.445 11965.775 842.92645, 20301.256 12074.156 837.5592, 20305.88 12159.183 833.09357, 20313.232 12248.118 828.52167, 20325.252 12354.659 824.81934, 20340.025 12471.653 821.40045, 20353.941 12587.3 819.3152, 20363.645 12668.299 817.5877, 20372.277 12762.965 817.631, 20382.156 12900.542 822.1849, 20383.225 12979.389 828.99506, 20378.62 13052.606 836.099, 20358.336 13154.795 848.29785, 20297.85 13239.276 855.75397, 20200.133 13300.823 860.5796, 20130.951 13328.066 861.43414, 20011.768 13365.075 856.9492, 19931.064 13380.943 851.9279, 19840.316 13394.402 846.487, 19740.893 13404.938 844.55225, 19656.244 13412.612 842.913, 19576.674 13416.128 841.7521, 19474.941 13416.622 838.64136, 19354.652 13413.614 833.1482, 19217.275 13408.371 825.04407, 19064.441 13401.391 816.39825, 18944.426 13395.802 809.2575, 18821.793 13390.074 802.36615, 18671.996 13383.683 795.8485, 18501.244 13373.137 788.13654, 18313.268 13355.586 775.86633, 18111.494 13331.648 761.6866, 17975.797 13315.291 749.5956, 17813.623 13291.287 737.2312, 17690.145 13273.148 728.44446, 17550.014 13253.116 719.91473, 17378.959 13237.116 684.5857, 17198.113 13233.109 641.86847, 17032.56 13250.0205 592.2468, 16925.95 13261.102 547.8871, 16847.166 13260.995 455.7877, 16775.936 13271.462 384.5678</trace>
</ink>
</file>

<file path=ppt/ink/ink14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6645.8184 9892.878 874.14984, 6579.307 9933.079 868.286, 6488.3433 9992.675 862.4294, 6414.4185 10046.253 858.2561, 6345.9805 10095.294 842.4111</trace>
</ink>
</file>

<file path=ppt/ink/ink14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6280.675 9799.949 874.14984, 6364.371 9893.985 864.81024, 6424.367 9960.863 859.402, 6485.799 10029.525 848.41705, 6566.017 10120.973 832.614, 6634.5625 10199.124 800.19916, 6700.5083 10271.67 661.85095</trace>
</ink>
</file>

<file path=ppt/ink/ink14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6235.6187 13329.649 874.14984, 6176.684 13398.61 867.02344, 6109.194 13438.039 857.2497, 5982.9824 13476.172 844.8361, 5862.037 13494.5625 836.35846, 5777.9937 13495.475 834.9575, 5681.194 13491.183 832.11755, 5582.1387 13481.707 829.6136, 5513.1855 13474.705 827.2144, 5432.1377 13459.277 826.57794, 5347.842 13436.3125 827.45074, 5267.9067 13403.254 830.8146, 5154.5674 13335.503 839.0874, 5042.2515 13214.407 842.92303, 4984.844 13133.381 841.9827, 4908.3623 13007.727 839.65753, 4872.885 12921.914 838.0662, 4845.2554 12828.661 837.2224, 4827.641 12731.756 836.9583, 4820.295 12642.156 837.61774, 4817.0415 12574.895 838.1308, 4824.5415 12496.554 839.0213, 4841.0415 12413.314 840.6364, 4866.6963 12331.411 842.7763, 4918.4043 12213.95 847.38776, 5026.581 12107.004 850.9504, 5097.4355 12066.151 850.6952, 5219.2646 12019.043 847.8624, 5305.578 12012.569 844.8842, 5371.0776 12010.178 842.3071, 5443.8687 12019.43 839.078, 5527.4214 12041.489 835.57587, 5613.147 12076.074 833.0212, 5689.595 12118.164 831.90656, 5805.8345 12202.8125 830.9476, 5869.4497 12271.649 830.97833, 5933.9326 12355.752 830.161, 5983.6777 12424.275 829.3736, 6029.821 12499.26 827.4755, 6078.72 12594.315 824.91125, 6126.0015 12702.155 822.191, 6165.489 12810.131 820.29047, 6192.014 12884.802 818.6391, 6212.175 12968.483 819.1397, 6221.936 13049.816 823.3142, 6224.029 13162.694 832.5166, 6202.8833 13277.414 842.29956, 6180.885 13372.348 851.8973, 6166.79 13439.515 859.11597</trace>
</ink>
</file>

<file path=ppt/ink/ink14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7102.0127 13282.657 874.14984, 7019.877 13176.963 866.05414, 6976.806 13099.9375 855.31494, 6933.15 13008.774 844.3004, 6895.122 12913.156 838.30695, 6873.2896 12846.725 834.2115, 6851.613 12771.503 834.5608, 6833.74 12692.152 835.7416, 6816.302 12576.338 839.65735, 6818.5303 12507.304 842.85345, 6829.375 12435.048 845.9617, 6861.317 12321.243 851.2165, 6925.4897 12206.495 855.0317, 7005.2983 12113.224 855.6567, 7099.801 12044.126 855.9403, 7164.8423 12020.512 855.9128, 7232.241 12008.798 855.64044, 7355.511 12010.816 853.2404, 7441.7397 12037.748 848.65344, 7536.4917 12084.576 842.11847, 7609.1504 12126.19 835.67334, 7679.5938 12175.687 828.8695, 7752.77 12241.919 823.18286, 7819.6196 12316.569 820.4502, 7874.3105 12390.157 820.65125, 7943.502 12502.224 825.2004, 7970.8687 12576.801 829.07025, 7995.7773 12669.018 833.08545, 8013.7065 12752.241 835.7892, 8027.9395 12834.776 836.82825, 8036.8794 12942.821 833.6845, 8037.3213 13062.61 828.64496, 8028.839 13180.721 824.60803, 8023.0166 13257.881 820.812, 8006.5576 13338.908 820.8827, 7980.7534 13411.982 824.25745, 7911.2285 13514.549 831.6161, 7837.697 13567.593 839.23975, 7722.6353 13583.153 848.6778, 7620.307 13576.599 855.1363, 7546.29 13558.4 854.42126, 7460.086 13530.369 850.43066, 7379.9985 13500.326 845.9321, 7245.928 13442.459 833.94696, 7178.742 13407.672 824.2726, 7083.455 13357.168 789.10315, 7016.9805 13319.807 698.6714</trace>
</ink>
</file>

<file path=ppt/ink/ink14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4622.98 4236.9106 874.14984, 4713.2427 4242.6567 840.8659, 4799.3325 4245.184 823.52185, 4882.881 4245.8506 824.9575, 5023.872 4249.13 823.0874, 5129.8574 4254.576 819.18665, 5255.074 4262.1704 814.24426, 5387.459 4269.524 806.09546, 5479.269 4274.57 798.7829, 5590.136 4277.8325 796.8149, 5706.4746 4278.0776 779.0767, 5811.514 4274.486 750.3068, 5879.1724 4272.1514 724.2749, 5951.8647 4271.2886 660.5791, 6017.2974 4267.746 169.3752</trace>
</ink>
</file>

<file path=ppt/ink/ink14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3755.6477 3944.9248 874.14984, 3854.2278 3925.973 862.9796, 3963.6401 3917.2537 861.90106, 4035.0364 3953.497 863.8116, 3993.4058 4040.2393 859.3241, 3908.583 4122.567 846.3305, 3838.3987 4194.2847 851.47833, 3854.1074 4273.3413 853.9252, 3947.1157 4364.4272 855.92035, 3985.5024 4461.3228 864.3153, 3910.0322 4517.3003 860.5064, 3811.1992 4507.982 852.6696, 3740.629 4498.8003 834.49316</trace>
</ink>
</file>

<file path=ppt/ink/ink14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4059.7773 4005.6455 874.14984, 4105.5166 3940.8877 865.7174, 4155.583 3871.7437 861.9981, 4200.2017 3797.404 866.60144, 4135.5024 3811.8997 862.09827, 4087.2886 3881.403 861.19214, 4065.1328 3962.5586 862.4023, 4096.4946 4034.8955 862.40485, 4189.488 4055.286 862.16077, 4256.9014 4006.5151 861.9907, 4314.1553 3922.1082 859.3959, 4361.9536 3844.1433 860.08527, 4333.7983 3914.07 861.3441, 4310.028 3994.2185 862.23114, 4377.874 3922.7576 865.53326, 4414.7124 3989.5789 864.6581, 4438.185 3921.2676 860.20233, 4502.3027 3959.909 861.74744, 4571.814 4005.5059 863.2049, 4668.7524 3974.1567 863.25116, 4727.8315 3885.4731 863.83203, 4656.173 3854.636 863.40594, 4632.1714 3937.9597 864.03455, 4715.796 3995.263 863.55426, 4783.647 4015.7163 807.07275</trace>
</ink>
</file>

<file path=ppt/ink/ink14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3998.7637 3574.267 874.14984, 4139.101 3586.4563 847.66254, 4214.8984 3589.5784 816.197, 4279.1553 3594.55 8.004443</trace>
</ink>
</file>

<file path=ppt/ink/ink14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3481.5557 4498.8003 874.14984, 3567.4062 4512.977 851.8002, 3658.805 4511.661 832.4776, 3785.2317 4499.461 805.1138, 3958.0962 4470.029 760.8561, 4062.54 4452.246 702.4189, 4140.583 4442.6733 625.18585, 4241.88 4421.7114 523.1337</trace>
</ink>
</file>

<file path=ppt/ink/ink14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7620.159 5408.021 874.14984, 7549.0923 5370.9233 865.6091, 7448.5425 5341.0547 861.148, 7364.5093 5319.0107 858.3816, 7281.8975 5299.4585 857.4466, 7216.462 5287.2534 855.9597, 7138.7197 5274.518 854.4199, 7061.718 5263.7607 852.6991, 6918.23 5248.8677 847.94574, 6823.138 5245.2515 844.5637, 6719.7236 5246.654 841.51117, 6642.9233 5248.9624 839.5095, 6563.0356 5254.4087 837.4419, 6474.1655 5265.1396 836.4257, 6381.208 5281.731 836.7859, 6295.67 5301.94 838.30383, 6159.6567 5344.632 842.108, 6083.427 5380.183 844.36536, 6009.1377 5421.826 846.7339, 5906.2427 5489.833 850.65027, 5825.9126 5582.115 854.59906, 5784.474 5669.9995 856.9165, 5790.063 5771.935 858.9886, 5861.1396 5880.5337 858.4818, 5954.587 5956.0464 853.36835, 6031.105 5989.5684 848.3259, 6124.2407 6017.6245 844.0913, 6193.2417 6036.8594 840.1694, 6275.618 6051.6304 835.37036, 6376.389 6061.8486 830.1355, 6491.313 6066.6504 824.6445, 6607.4355 6066.0806 819.6418, 6691.868 6064.812 815.306, 6795.905 6057.167 812.34174, 6910.693 6042.4653 811.58655, 7029.4033 6022.108 812.01666, 7121.745 6004.0073 813.27216, 7208.5195 5984.079 814.7714, 7306.376 5956.2974 817.9474, 7407.313 5921.9277 821.50073, 7502.501 5883.9966 825.6822, 7632.9033 5824.793 834.65784, 7740.102 5749.4536 846.5367, 7801.285 5669.515 854.98895, 7818.86 5577.6904 859.5488, 7787.8955 5485.3013 862.7376, 7734.78 5417.046 864.6942, 7655.7505 5385.982 865.0682, 7590.512 5401.984 8.667918</trace>
</ink>
</file>

<file path=ppt/ink/ink14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16291.611 5500.4214 874.14984, 16225.61 5599.468 870.18854, 16229.827 5691.307 868.8109, 16301.176 5726.255 866.1749, 16377.384 5705.7866 862.9695, 16461.283 5630.3896 858.93646, 16494.56 5532.638 860.4697, 16504.473 5463.367 861.16656, 16413.656 5392.8955 862.8936, 16335.1875 5368.487 862.3673</trace>
</ink>
</file>

<file path=ppt/ink/ink14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16747.805 5592.8223 874.14984, 16709.232 5667.183 864.4274, 16645.682 5770.394 858.6999, 16593.094 5852.2046 847.42944, 16550.684 5916.488 817.8302</trace>
</ink>
</file>

<file path=ppt/ink/ink14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17052.873 5455.013 874.14984, 17022.27 5538.667 869.22, 17029.215 5634.2744 868.20825, 17120.09 5695.0884 864.83057, 17188.535 5691.255 861.4864, 17268.41 5648.1714 856.7827, 17323.684 5580.8345 857.49854, 17341.049 5503.9893 858.5979, 17289.896 5420.4985 858.76794, 17208.416 5371.205 857.253, 17106.605 5367.447 852.3884, 17041.838 5403.8022 840.3002, 16976.068 5462.131 8.144199</trace>
</ink>
</file>

<file path=ppt/ink/ink14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17995.3 5270.2124 874.14984, 17923.148 5265.995 863.08276, 17788.152 5274.6045 847.9724, 17718.508 5289.4873 845.0123, 17636.385 5309.3794 843.52295, 17575.484 5388.7183 850.6362, 17625.754 5465.196 854.1142, 17694.664 5478.665 858.93585, 17788.56 5434.55 860.8106, 17863.963 5373.076 859.4083, 17942.227 5305.451 862.9279, 17989.123 5389.7954 859.68787, 18008.842 5478.6255 858.4865, 18002.545 5598.8433 860.4951, 17931.516 5721.0024 859.4135, 17793.717 5798.24 852.6358, 17707.736 5804.0747 848.1576, 17638.08 5815.704 838.89575, 17554.123 5809.303 819.06726</trace>
</ink>
</file>

<file path=ppt/ink/ink14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18482.47 5223.2197 874.14984, 18379.969 5295.2754 863.239, 18299.104 5374.5366 860.5874, 18243.238 5445.663 859.22015, 18204.541 5515.9355 858.93304, 18192.29 5611.6826 859.9171, 18215.322 5694.4683 861.60876, 18315.941 5750.479 862.245, 18416.951 5756.8325 862.74414, 18491.031 5721.439 864.45715, 18490.717 5655.5083 863.81946, 18410.326 5610.443 856.5914, 18303.629 5608.64 846.8787, 18225.736 5612.694 823.599, 18160.117 5633.813 227.22588</trace>
</ink>
</file>

<file path=ppt/ink/ink14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16428.656 5408.021 874.14984, 16349.295 5431.428 865.4695, 16262.536 5455.975 852.4714, 16161.733 5482.4873 838.1169, 16093.55 5500.4214 809.44305</trace>
</ink>
</file>

<file path=ppt/ink/ink14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18923.646 5300.3086 874.14984, 18906.389 5393.0923 863.1925, 18863.922 5516.926 855.9855, 18838.227 5587.6104 853.3254, 18804.27 5688.0044 853.4145, 18781.934 5769.3384 856.11273, 18794.51 5689.6436 840.829, 18817.453 5584.6235 829.8803, 18832.463 5516.9062 825.8373, 18856.21 5413.327 820.36597, 18879.887 5301.2695 823.9157, 18898.213 5203.95 834.8955, 18918.62 5125.322 848.6168, 18971.883 5212.9023 863.2917, 18973.896 5299.851 858.296, 18977.7 5414.1772 856.49347, 18989.344 5497.396 856.2505, 19077.701 5508.619 856.9984, 19142.342 5438.5396 852.20325, 19208.354 5329.514 846.3475, 19251.13 5238.302 849.453, 19276.766 5170.9644 854.5952, 19294.746 5240.929 859.4596, 19274.156 5373.564 852.92664, 19260.086 5456.9575 847.3742, 19242.482 5580.609 826.0663, 19231.266 5661.364 792.5553, 19222.67 5725.956 510.32678</trace>
</ink>
</file>

<file path=ppt/ink/ink14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19607.938 5686.279 874.14984, 19520.12 5691.3506 864.8517, 19451.012 5698.431 862.719, 19382.97 5730.8184 865.2297, 19379.135 5811.4033 863.55945, 19443.867 5877.923 859.3622, 19516.297 5948.7695 863.5541, 19433.242 5980.9556 858.93225, 19367.703 5981.5205 853.38165, 19296.234 5975.4946 848.08185, 19230.145 5971.632 833.27374, 19163.158 5961.656 814.6431</trace>
</ink>
</file>

<file path=ppt/ink/ink14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16230.596 6040.5684 874.14984, 16300.798 6040.568 863.3738, 16369.2705 6040.5674 851.8682, 16457.451 6040.568 841.3018, 16561.68 6040.5684 831.5494, 16650.564 6040.5684 823.80023, 16735.94 6040.569 817.01196, 16839.555 6040.569 812.33075, 16918.566 6040.569 808.1152, 17038.768 6040.569 799.0793, 17186.99 6041.881 788.1962, 17357.861 6045.9175 775.6493, 17496.52 6049.8535 765.41547, 17634.172 6054.6597 754.93884, 17800.23 6061.3413 745.6112, 17987.092 6070.182 734.97015, 18187.018 6080.9966 698.0122, 18319.033 6088.2007 653.4231, 18486.586 6098.1294 602.08417, 18672.871 6111.327 545.129, 18865.604 6127.568 483.7364, 19025.166 6142.0303 419.32187, 19156.82 6154.5835 352.0748, 19295.36 6169.2666 284.7419, 19427.666 6184.3843 219.91673, 19540.234 6199.395 162.44096, 19612.346 6209.0825 120.37161, 19692.547 6219.124 16.35016</trace>
</ink>
</file>

<file path=ppt/ink/ink14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17630.156 1755.8247 874.14984, 17634.25 1824.6206 871.8684, 17633.096 1911.3796 871.11896, 17629.984 2026.2043 869.71155, 17625.719 2125.5088 869.0789, 17621.006 2233.1008 868.01624, 17618.027 2333.4792 867.4328, 17619.652 2442.4646 866.99005, 17631.05 2573.1611 866.6792, 17638.76 2642.597 866.6222, 17646.111 2714.508 866.5543, 17653.568 2788.6558 866.40393, 17660.088 2863.5005 866.34357, 17665.332 2937.3176 865.8817, 17670.941 3046.3027 864.675, 17671.459 3148.6206 864.85046, 17669.695 3222.8975 865.25, 17663.016 3306.4011 865.2116, 17653.893 3389.3389 865.6471, 17641.283 3500.4712 866.1566, 17629.436 3601.3772 865.6009, 17621.504 3671.589 864.46216, 17614.37 3747.7275 861.9567, 17604.604 3861.876 857.1334, 17599.123 3932.2988 854.9865, 17593.264 4012.228 854.3031, 17589.496 4089.0981 853.571, 17589.176 4229.6113 851.2511, 17598.252 4316.758 849.0909, 17604.389 4389.6855 846.6781, 17615.139 4468.176 839.2779</trace>
</ink>
</file>

<file path=ppt/ink/ink14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17737.166 6409.643 874.14984, 17739.797 6523.9917 862.1129, 17728.494 6645.989 856.0237, 17716.97 6741.1567 853.20197, 17706.232 6826.355 853.35974, 17695.49 6963.1323 852.2477, 17691.652 7032.4414 852.48236, 17689.207 7165.895 852.1272, 17692.43 7253.259 850.3101, 17697.863 7350.6543 847.4756, 17702.236 7422.924 845.08466, 17707.625 7500.257 842.7426, 17712.838 7589.2915 841.20874, 17718.24 7685.3613 840.6297, 17723.35 7776.7695 840.77094, 17727.104 7843.7695 841.0073, 17732.207 7925.541 841.54517, 17740.496 8020.5166 841.7012, 17752.836 8123.6914 841.5138, 17769.135 8229.3545 841.1959, 17779.719 8297.911 839.99713, 17788.902 8366.798 836.83014, 17799.684 8432.918 729.7433</trace>
</ink>
</file>

<file path=ppt/ink/ink14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12721.841 642.26666 874.14984, 12643.96 781.75116 838.5177, 12604.355 874.39465 830.0331, 12572.082 975.02783 826.3774, 12551.31 1079.9176 825.45636, 12545.311 1181.1462 825.7804, 12542.618 1249.9404 826.04596, 12557.358 1334.5034 825.8759, 12594.36 1465.5594 823.50214, 12633.266 1536.2134 819.23584, 12709.244 1597.3983 809.5994, 12776.507 1629.3464 733.36664</trace>
</ink>
</file>

<file path=ppt/ink/ink14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13416.459 1185.5817 874.14984, 13484.812 1096.7219 861.5573, 13555.31 987.89667 857.3073, 13590.92 921.1261 855.53265, 13644.868 814.0796 853.5235, 13694.347 704.8639 852.93207, 13722.242 634.2726 856.4033, 13678.067 712.02515 858.1714, 13648.064 859.06024 846.1001, 13635.757 958.82764 838.5622, 13627.922 1048.404 831.33636, 13622.967 1124.9554 825.29443, 13621.748 1217.0656 822.0494, 13622.725 1320.2828 820.73364, 13622.184 1431.0764 820.3054, 13621.442 1508.2194 820.92896, 13617.834 1591.5098 821.9777, 13612.244 1676.2094 828.15356, 13604.017 1743.2195 835.8322, 13544.469 1661.3822 841.8123, 13522.528 1586.3357 818.66486</trace>
</ink>
</file>

<file path=ppt/ink/ink14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13309.45 1294.3503 874.14984, 13426.516 1239.9937 848.80426, 13500.581 1211.3422 842.97894, 13581.734 1185.8002 839.70374, 13697.867 1157.4279 837.8101, 13783.261 1154.1385 842.2269, 13851.058 1180.6743 844.4371, 13893.075 1269.7183 848.33057, 13893.826 1338.3258 847.0467, 13884.036 1443.6006 845.1461, 13875.117 1517.6547 846.9985, 13945.135 1481.5315 844.1137, 14022.015 1387.8679 837.355, 14070.122 1297.6294 845.1705, 14048.594 1221.2615 853.6219, 13949.874 1223.5211 852.4523, 13953.052 1148.382 854.2997, 14037.653 1118.997 850.4359, 14112.775 1112.9462 850.9386, 14190.47 1169.3468 852.66016, 14250.653 1281.0526 848.93994, 14285.439 1396.6107 840.61914, 14301.571 1293.2383 841.6435, 14302.3545 1185.3864 839.5206, 14320.064 1119.5659 842.1313, 14354.864 1053.6005 842.5179, 14431.695 961.82825 843.80005, 14524.119 918.58624 842.46857, 14591.87 893.78064 840.59845</trace>
</ink>
</file>

<file path=ppt/ink/ink14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14693.99 893.59607 874.14984, 14687.673 973.4907 857.8553, 14678.364 1043.3817 848.8229, 14664.8545 1121.0084 845.2215, 14650.3 1198.4197 844.13916, 14633.613 1308.1979 847.778, 14674.268 1385.5576 852.9161, 14768.483 1405.3624 850.84564, 14884.168 1359.9429 845.4975, 15000.679 1253.5647 839.5496, 15071.364 1155.6757 835.00024, 15083.525 1059.388 840.3692, 14994.773 1066.8339 840.44104, 14914.4795 1180.7905 834.1707, 14882.852 1282.0748 834.1612, 14925.759 1370.2368 837.53986, 15057.28 1379.1371 831.25586, 15123.068 1378.8456 826.5941, 15196.181 1355.0707 801.2415</trace>
</ink>
</file>

<file path=ppt/ink/ink14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15962.137 916.3002 874.14984, 15895.604 998.9845 851.87994, 15802.597 1122.321 846.40924, 15764.208 1187.0427 850.2763, 15744.448 1280.8114 855.9105, 15828.474 1230.8171 851.6542, 15879.746 1150.3436 844.6209, 15922.292 1064.3688 838.5877, 15950.908 1140.3555 851.6228, 15959.246 1213.649 858.1593, 16055.935 1244.3875 858.2455, 16148.756 1128.7883 846.1167, 16209.804 1041.0314 812.6605, 16235.097 975.3835 762.6289</trace>
</ink>
</file>

<file path=ppt/ink/ink14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16322.586 548.28217 874.14984, 16314.003 682.1238 848.4824, 16304.462 771.77185 833.7203, 16295.285 867.2541 820.58466, 16289.272 964.77136 805.09424, 16289.788 1058.8646 782.42633, 16291.246 1126.9408 754.2458, 16310.615 1239.06 684.7695, 16345.942 1317.1539 533.30646</trace>
</ink>
</file>

<file path=ppt/ink/ink14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16539.42 518.186 874.14984, 16544.355 625.04767 857.4695, 16543.852 706.3948 847.6749, 16542.098 797.4489 841.0672, 16540.016 891.40967 830.84174, 16538.414 984.9083 820.14264, 16537.303 1055.4658 804.7115, 16529.818 1177.9484 755.3291, 16524.578 1255.8843 667.41437</trace>
</ink>
</file>

<file path=ppt/ink/ink14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16306.63 939.0043 874.14984, 16415.078 907.7016 858.6348, 16481.78 899.1897 853.7568, 16550.504 899.8707 852.02655, 16645.09 912.3235 851.86346, 16713.39 944.22473 852.9698, 16765.658 1038.7434 851.8144, 16776.79 1105.7318 850.2797, 16783.133 1207.9546 848.7115, 16776.246 1301.6212 852.0347, 16735.484 1195.0869 849.54645, 16742.975 1069.315 840.64795, 16772.848 1000.3856 841.0896, 16853.375 903.36633 839.76685, 16928.387 859.16833 831.9663, 17021.896 831.2917 814.72046</trace>
</ink>
</file>

<file path=ppt/ink/ink14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17173.96 846.6038 874.14984, 17108.896 935.2798 860.9662, 17032.15 1047.2389 849.89197, 16985.361 1121.5823 844.8512, 16966.451 1189.2803 851.321, 17045.838 1149.3309 851.3845, 17092.322 1069.8263 847.57855, 17162.865 1126.646 851.10956, 17225.006 1204.902 841.9885</trace>
</ink>
</file>

<file path=ppt/ink/ink14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17471.521 897.29205 874.14984, 17432.773 966.2065 863.50134, 17389.59 1067.9221 860.7662, 17379.51 1169.8925 860.0679, 17472.92 1212.0935 859.97, 17550.178 1202.2656 856.1616</trace>
</ink>
</file>

<file path=ppt/ink/ink14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17691.168 507.62595 874.14984, 17696.877 589.7243 856.23914, 17698.844 664.07544 845.6181, 17695.805 754.1155 838.40485, 17688.72 854.0865 831.9267, 17680.998 954.2519 828.00195, 17675.855 1020.51166 825.665, 17670.596 1098.7059 827.481, 17664.959 1208.8247 821.73425, 17661.531 1278.0975 816.9651, 17656.637 1343.4031 224.04112</trace>
</ink>
</file>

<file path=ppt/ink/ink14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17615.139 1000.78064 874.14984, 17716.29 943.79517 864.381, 17804.635 912.25244 865.13965, 17872.68 915.2283 865.0698, 17936.043 1005.7431 861.3447, 17953.451 1091.7698 852.3388, 17948.182 1188.9915 837.3482, 17942.734 1255.278 805.38007</trace>
</ink>
</file>

<file path=ppt/ink/ink14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18079.78 956.9564 874.14984, 18098.53 1054.9777 861.5312, 18118.467 1178.6742 859.0867, 18150.268 1274.9606 862.88763, 18234.934 1242.0538 861.2371, 18273.746 1159.5504 855.2323, 18291.535 1088.2091 853.65344, 18299.66 1003.7279 857.62476, 18390.781 976.9971 859.12616, 18473.99 1015.3755 856.9703, 18579.898 1029.8087 855.55524, 18681.723 993.85944 854.0344, 18758.26 924.54236 853.2533, 18795.445 856.6134 856.5555, 18722.855 827.737 859.6866, 18647.625 880.5926 854.6592, 18599.389 997.47406 848.8648, 18596.166 1094.4712 845.00604, 18656.787 1177.653 832.3573, 18732.635 1167.1135 815.6108, 18797.19 1144.7152 734.2784</trace>
</ink>
</file>

<file path=ppt/ink/ink14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17962.445 652.2987 874.14984, 17954.338 747.4158 863.39856, 17941.854 832.91235 860.465, 17928.998 897.4292 751.0127</trace>
</ink>
</file>

<file path=ppt/ink/ink14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19090.73 353.44907 874.14984, 19160.115 423.00024 855.02246, 19209.338 491.899 841.04724, 19254.918 585.30316 828.77185, 19285.865 697.8099 819.01276, 19295.924 822.1416 811.42365, 19297.924 926.9995 805.507, 19287.951 1016.2096 781.9515, 19268.342 1101.206 753.22955, 19249.47 1174.6119 711.75977, 19213.008 1252.0951 664.0421, 19123.57 1345.1891 565.06, 19058.92 1401.6925 378.66074</trace>
</ink>
</file>

<file path=ppt/ink/ink14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469.35742 2126.483 874.14984, 536.3928 2166.4072 866.84595, 592.40497 2077.2827 860.565, 628.64813 1967.6329 859.92377, 642.42096 1882.9182 861.40894, 602.1847 1809.5176 864.0895, 521.8571 1865.654 861.78827, 461.71915 1944.3232 853.88983, 434.86108 2008.9617 848.1996, 417.7361 2080.0156 845.5589, 408.12732 2194.2275 843.9349, 437.95337 2301.9155 845.27435, 500.9777 2376.762 848.2171, 597.3592 2395.6304 851.77673, 666.1704 2372.2415 850.6158, 751.68774 2349.1963 841.24664, 815.8572 2311.0464 409.42532</trace>
</ink>
</file>

<file path=ppt/ink/ink14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803.52466 2048.8665 874.14984, 895.6581 2037.8832 864.2444, 991.9883 2026.5846 853.85846, 1063.2649 2018.7903 835.8775</trace>
</ink>
</file>

<file path=ppt/ink/ink14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895.51447 2295.972 874.14984, 987.62396 2283.0474 863.5071, 1053.3601 2263.4958 855.74414, 1132.7911 2241.0942 835.6698</trace>
</ink>
</file>

<file path=ppt/ink/ink14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1396.7653 2002.4022 874.14984, 1358.3534 2076.7634 864.3851, 1320.4999 2179.7737 862.46106, 1326.8488 2279.199 864.34705, 1409.3871 2319.1482 863.27155, 1491.231 2314.517 860.1957, 1562.6738 2278.343 856.63324, 1622.5212 2192.1716 856.2942, 1619.8883 2116.1187 857.5404, 1585.2628 2043.8666 858.97754, 1478.1058 1964.2202 863.3985, 1389.2559 1925.3135 868.1428</trace>
</ink>
</file>

<file path=ppt/ink/ink14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1883.936 1678.7365 874.14984, 1770.5479 1670.8767 864.68146, 1681.2833 1664.7769 848.602, 1543.4755 1657.2136 831.0561, 1472.7198 1654.57 824.6323, 1394.698 1652.2351 819.0084, 1289.0883 1650.573 814.95135, 1167.7738 1649.5122 811.4149, 1034.7399 1648.8673 805.37103, 946.0111 1648.4792 800.0772, 836.5918 1649.579 797.4613, 716.8324 1652.3966 798.76855, 595.1574 1657.0469 801.06445, 495.35037 1662.3734 805.9084, 415.4371 1667.4886 811.07074, 342.3165 1676.3922 815.9812, 240.29034 1705.3589 833.2959, 183.83894 1770.5707 844.20154, 174.18156 1907.4884 842.4718, 178.65712 2001.5112 837.79694, 181.85289 2072.116 833.0482, 184.13661 2146.8672 828.03186, 181.58308 2228.3499 829.39923, 175.34184 2307.7048 830.8679, 169.16469 2372.2654 833.01495, 166.60081 2480.0757 841.2583, 192.50656 2578.8655 850.3187, 256.85147 2653.553 857.4247, 397.5658 2700.1997 854.72107, 525.9313 2716.794 844.9507, 614.51776 2719.275 839.3506, 710.67535 2721.3362 835.30023, 791.6744 2722.761 832.76587, 864.2199 2723.9905 831.4492, 950.1716 2726.7024 831.6897, 1045.6171 2730.5483 832.3878, 1144.8076 2735.7903 833.6808, 1209.8501 2739.2798 835.8679, 1284.998 2744.0872 838.2817, 1362.2789 2747.6167 843.46387, 1434.2856 2741.49 849.22205, 1527.9873 2692.8623 857.01263, 1593.4894 2647.6147 845.1413</trace>
</ink>
</file>

<file path=ppt/ink/ink14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1746.8899 1678.7365 874.14984, 1741.3105 1775.3145 862.9368, 1730.8835 1844.5308 855.36346, 1713.9281 1923.5765 847.2386, 1684.6559 2050.5862 835.2888, 1655.7328 2172.5662 828.53973, 1626.1548 2300.1648 820.5593, 1607.4834 2384.2485 813.1609, 1587.7275 2475.5842 804.1301, 1568.1699 2561.5872 787.84393, 1535.6199 2689.8586 732.5794, 1515.0074 2769.101 643.9643</trace>
</ink>
</file>

<file path=ppt/ink/ink14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21160.5 4437.0234 874.14984, 21225.81 4452.628 871.7871, 21331.121 4463.3496 869.0386, 21464.727 4462.919 867.48755, 21542.06 4459.856 866.9532, 21616.574 4458.3447 866.10944, 21743.322 4459.1523 862.88605, 21816.857 4461.086 862.04877, 21891.672 4461.729 863.3518, 21966.19 4460.9434 863.9748, 22082.137 4459.4897 864.4614, 22157.158 4459.9478 864.3808, 22237.113 4461.5815 864.4133, 22315.715 4463.0127 864.87726, 22388.998 4464.878 865.65814, 22455.523 4467.373 866.71356, 22562.795 4465.86 865.9668, 22637.861 4462.828 864.05176</trace>
</ink>
</file>

<file path=ppt/ink/ink14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22712.125 3867.3083 874.14984, 22782.078 3821.9487 869.7033, 22863.088 3789.0093 869.11426, 22931.979 3850.2131 863.63196, 22923.633 3938.1245 859.58636, 22903.818 4062.085 850.15784, 22889.7 4146.308 832.3834, 22880.316 4210.3945 229.04265</trace>
</ink>
</file>

<file path=ppt/ink/ink14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23062.25 3836.1565 874.14984, 23071.123 3923.0828 864.0096, 23075.316 4032.7751 862.2167, 23077.602 4136.0474 863.64355, 23108.182 4045.0068 852.20166, 23142.139 3946.0674 851.9756, 23182.344 3879.4036 853.57117, 23247.738 3871.3694 854.9308, 23320.238 3966.903 851.13965, 23342.016 4068.0806 857.47784, 23339.336 4133.0537 861.5018, 23333.34 4201.0527 242.19574</trace>
</ink>
</file>

<file path=ppt/ink/ink14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23046.293 3528.3303 874.14984, 23058.352 3597.8396 869.21655, 23063.566 3661.9363 8.662614</trace>
</ink>
</file>

<file path=ppt/ink/ink14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23746.543 3820.8445 874.14984, 23672.143 3890.1802 865.635, 23592.053 3971.1536 858.2264, 23534.145 4053.189 857.44073, 23501.963 4131.192 858.17615, 23587.871 4172.112 859.9007, 23680.986 4088.2405 853.13104, 23747.416 3986.8816 844.0587, 23770.686 3922.761 842.522, 23789.145 3844.3132 840.5606, 23802.979 3756.2893 838.81415, 23811.832 3690.9849 838.09143, 23818.025 3623.5847 837.2525, 23819.771 3558.385 836.74976, 23769.303 3672.7632 840.8366, 23751.883 3792.181 834.3262, 23744.3 3868.8975 835.84717, 23740.064 3947.1519 838.28204, 23743.158 4057.445 845.4558, 23813.842 4096.724 848.80597, 23901.11 4073.9683 848.1852, 23968.227 4024.1736 841.5866, 24037.215 3960.6172 835.24536, 24134.441 3858.712 822.7492, 24158.865 3793.0146 831.31793, 24085.055 3832.5952 838.1069, 24026.115 3935.9944 839.217, 23992.467 4027.1108 845.2318, 23995.957 4106.4604 849.48065, 24068.064 4130.903 851.5845, 24169.316 4088.036 847.4496, 24262.596 4001.4407 840.5997, 24332.781 3902.9336 845.1095, 24362.51 3990.26 840.01105, 24353.246 4058.3965 836.00714, 24343.85 4128.631 831.75885, 24330.93 4219.753 825.00836, 24314.852 4323.2324 822.13, 24300.477 4412.8735 819.86084, 24288.328 4486.6753 823.35925, 24277.965 4551.5034 827.96326, 24267.547 4618.904 839.1989, 24282.826 4524.162 847.6108, 24314.643 4379.495 840.34686, 24340.066 4286.6084 835.6849, 24365.707 4207.187 830.12305, 24389.32 4141.0137 825.8237, 24424.318 4074.911 826.40283, 24495.729 3993.95 833.92773, 24566.916 4064.9333 842.5321, 24580.195 4160.9585 840.7504, 24585.947 4237.608 825.5515, 24574.018 4304.797 8.153529</trace>
</ink>
</file>

<file path=ppt/ink/ink14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24181.146 3365.7058 874.14984, 24146.295 3447.536 862.2878, 24093.637 3540.333 848.26294, 24053.213 3604.6223 729.0924</trace>
</ink>
</file>

<file path=ppt/ink/ink14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24872.01 3528.3303 874.14984, 24852.943 3645.3284 860.2659, 24839.31 3712.9404 855.3212, 24823.97 3783.7686 852.836, 24808.486 3852.0198 852.85583, 24786.64 3943.7903 856.4775, 24718.943 3998.6582 863.4791, 24646.717 4047.2847 864.84625, 24618.145 4143.214 863.8803, 24693.238 4201.179 861.86444, 24805.656 4148.365 851.7117, 24878.053 4098.474 843.51416, 24986.002 4018.9832 841.83014, 25059.268 3946.5393 847.725, 24988.926 3934.4067 855.3522, 24904.416 4019.5537 862.6703, 24899.41 4101.108 862.3273, 25013.375 4150.7373 856.7793, 25081.762 4156.9854 843.89374, 25146.715 4138.741 410.54007</trace>
</ink>
</file>

<file path=ppt/ink/ink14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23808.494 4718.449 874.14984, 23730.303 4825.371 861.80853, 23684.834 4931.5186 861.85156, 23711.38 5026.744 862.7425, 23801.732 5055.7505 859.89545, 23893.832 5035.192 853.4803, 23986.691 4950.001 850.4175, 24042.936 4869.986 849.9509, 24078.06 4753.5825 850.2116, 24082.857 4660.3438 853.16626, 24018.988 4582.6323 857.92303, 23923.42 4556.792 860.8048, 23831.984 4606.153 861.96027, 23798.537 4675.6177 861.2762, 23866.324 4760.1245 855.6391, 23947.305 4783.2817 848.00616, 24014.084 4810.752 829.9411, 24096.668 4822.466 802.11505</trace>
</ink>
</file>

<file path=ppt/ink/ink14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20126.086 5084.3555 874.14984, 20146.637 5182.307 862.5431, 20171.021 5300.743 858.708, 20190.475 5397.695 860.23773, 20205.102 5480.281 862.2354, 20181.998 5381.0337 859.94055, 20177.436 5313.9004 859.6707, 20182.826 5211.6094 858.3789, 20236.41 5104.7 858.22687, 20296.201 5038.34 857.71344, 20368.938 5021.9834 859.35614, 20437.168 5066.4526 860.0679, 20494.428 5130.928 424.74567</trace>
</ink>
</file>

<file path=ppt/ink/ink14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20749.361 4837.778 874.14984, 20699.812 4909.3833 864.2219, 20637.398 5027.1465 855.1389, 20606.791 5103.443 851.98944, 20570.701 5213.7627 847.881, 20553.182 5318.6885 834.1518, 20578.328 5415.1685 810.3682, 20619.826 5485.1094 748.393</trace>
</ink>
</file>

<file path=ppt/ink/ink14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20840.414 5099.6675 874.14984, 20807.836 5192.338 866.0753, 20784.709 5304.7485 866.27167, 20814.963 5375.4155 864.3829, 20893.625 5386.406 860.3519, 20970.348 5329.9116 858.3699, 21031.547 5224.136 860.0049, 21049.88 5128.699 860.5975, 21007.035 5022.1606 859.6709, 20908.844 4961.0977 862.2216, 20828.238 5028.4927 861.8538, 20826.824 5096.6157 860.36487, 20938.885 5175.716 857.9558, 21017.955 5184.5806 849.8438, 21099.488 5176.756 825.586</trace>
</ink>
</file>

<file path=ppt/ink/ink14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21129.525 4854.146 874.14984, 21189.2 4942.5015 862.4672, 21236.533 5067.5923 853.052, 21258.074 5173.4785 838.152, 21256.951 5265.474 818.2813, 21229.717 5372.53 767.74713, 21194.488 5449.6074 689.12823, 21118.342 5520.6973 584.44965, 21043.447 5529.236 470.8727</trace>
</ink>
</file>

<file path=ppt/ink/ink14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21433.654 5176.756 874.14984, 21537.965 5184.538 868.3272, 21631.523 5192.1787 865.3473, 21708.268 5198.5776 859.4999</trace>
</ink>
</file>

<file path=ppt/ink/ink14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21418.637 5408.021 874.14984, 21531.863 5406.8955 858.3272, 21613.77 5401.488 847.208, 21689.492 5397.153 824.1067, 21753.855 5393.808 754.7701</trace>
</ink>
</file>

<file path=ppt/ink/ink14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21996.86 5069.0435 874.14984, 21992.479 5165.325 863.75574, 21982.404 5284.5054 859.8162, 21975.975 5352.1177 858.5888, 21963.9 5456.973 851.9715, 21953.717 5538.109 834.8168</trace>
</ink>
</file>

<file path=ppt/ink/ink14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21890.787 5146.1313 874.14984, 21903.287 5071.2935 859.76733, 21964.66 4948.81 844.8605, 22033.107 4870.4717 839.0177, 22114.217 4824.6816 837.79913, 22219.895 4813.454 838.94635, 22317.074 4833.5674 844.17523, 22384.977 4882.701 852.14923, 22402.059 4969.4717 856.58813, 22359.68 5041.7334 858.1734, 22251.87 5095.715 852.6578, 22177.592 5112.8335 847.55963, 22061.463 5132.6274 840.4728, 21989.043 5176.429 847.5504, 22077.29 5271.5674 851.14374, 22155.291 5341.736 851.09406, 22238.36 5425.6035 842.3025, 22308.826 5502.113 803.32605</trace>
</ink>
</file>

<file path=ppt/ink/ink14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19821.018 5686.279 874.14984, 19933.324 5666.49 854.6358, 20021.912 5652.374 843.8891, 20110.275 5641.415 833.60095, 20184.152 5633.246 824.819, 20278.46 5627.5605 817.36536, 20349.475 5623.8247 811.60864, 20457.047 5621.8164 805.70905, 20594.762 5622.8364 795.7568, 20753.125 5626.1343 785.8767, 20928.666 5631.3354 776.4528, 21088.225 5637.399 768.5258, 21221.88 5643.157 759.84753, 21385.55 5652.181 749.2907, 21567.596 5663.686 713.1961, 21754.555 5676.7935 669.92004, 21886.105 5686.471 619.62946, 22023.201 5698.7163 563.4061, 22166.717 5714.1353 502.00287, 22302.367 5729.554 436.35526, 22411.201 5742.252 368.05658, 22487.322 5751.502 299.11185, 22567.238 5761.3115 173.33278</trace>
</ink>
</file>

<file path=ppt/ink/ink14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13370.464 5362.0854 874.14984, 13282.483 5359.3716 870.9496, 13157.977 5353.357 858.5492, 13072.486 5350.4614 853.8344, 12975.68 5351.031 857.2806, 12874.087 5351.577 859.1761, 12756.515 5353.1104 859.5597, 12644.175 5365.0464 864.0695, 12568.011 5381.6777 867.0437, 12503.263 5397.1753 812.84076</trace>
</ink>
</file>

<file path=ppt/ink/ink14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15166.144 11232.949 874.14984, 15245.427 11232.948 868.1931, 15317.421 11231.904 862.6225, 15404.22 11228.008 857.44653, 15471.876 11223.875 855.38165, 15552.489 11218.628 852.3165, 15641.589 11215.103 849.59045, 15784.119 11212.503 842.1385, 15880.245 11213.289 839.6466, 15989.274 11217.548 836.5979, 16106.753 11225.011 833.47485, 16213.043 11232.909 830.6751, 16296.348 11239.5205 828.53705, 16389.947 11248.3545 822.39374, 16484.25 11258.06 814.58264, 16573.01 11265.31 801.588, 16649.66 11265.153 780.4173, 16716.953 11266.35 745.39264, 16781.93 11263.729 674.3641</trace>
</ink>
</file>

<file path=ppt/ink/ink15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16610.758 11048.148 874.14984, 16701.293 11085.18 863.5419, 16805.283 11143.809 858.1879, 16883.041 11199.931 857.66437, 16930.143 11299.197 859.71826, 16885.227 11396.106 857.8696, 16805.312 11446.181 852.17, 16732.785 11464.215 829.99976</trace>
</ink>
</file>

<file path=ppt/ink/ink15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17463.074 11155.86 874.14984, 17416.582 11225.494 866.16034, 17384.201 11298.077 856.44824, 17365.098 11371.8545 851.93585, 17379.84 11472.328 852.416, 17421.887 11543.202 851.97876, 17507.18 11585.559 852.164, 17615.775 11576.317 853.86, 17696.455 11531.864 855.28033, 17770.37 11411.134 850.47003, 17794.516 11335.081 846.35187, 17816.068 11215.062 840.5731, 17810.453 11146.644 840.85486, 17793.518 11079.599 842.21954, 17754.28 10982.037 846.2253, 17660.357 10903.455 855.10016, 17567.912 10910.001 860.1583, 17495.947 11006.95 862.82135, 17507.547 11087.521 861.4787, 17608.092 11164.184 852.6621, 17682.363 11210.911 834.3454, 17748.822 11222.452 544.37665</trace>
</ink>
</file>

<file path=ppt/ink/ink15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17661.13 10524.897 874.14984, 17659.492 10591.596 857.8075</trace>
</ink>
</file>

<file path=ppt/ink/ink15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17995.3 11155.86 874.14984, 18069.654 11158.974 866.7145, 18146.982 11166.491 860.4545, 18228.959 11179.048 852.01215, 18295.566 11191.29 812.8243</trace>
</ink>
</file>

<file path=ppt/ink/ink15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18056.312 11387.127 874.14984, 18154.826 11382.796 863.3755, 18281.816 11376.915 855.05975, 18356.332 11373.559 843.2105, 18422.766 11375.529 413.3872</trace>
</ink>
</file>

<file path=ppt/ink/ink15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18665.512 11155.86 874.14984, 18594.176 11190.743 849.999, 18525.775 11246.904 854.4327, 18496.059 11342.965 856.54877, 18501.238 11424.52 856.4583, 18554.281 11489.276 856.2274, 18639.21 11507.276 860.32135, 18752.754 11446.23 855.5073, 18829.7 11355.023 847.1295, 18859.627 11280.838 842.40643, 18881.342 11194.277 838.2841, 18895.193 11128.511 835.5615, 18903.979 11056.1045 832.2323, 18908.86 10971.5625 830.84436, 18910.943 10881.364 831.2539, 18910.363 10797.453 833.1308, 18906.354 10670.05 840.5281, 18891.277 10584.077 850.2524, 18848.314 10687.9 849.8734, 18836.771 10772.075 844.3032, 18827.861 10844.934 838.6394, 18820.172 10916.169 833.11755, 18815.873 11004.23 827.8238, 18819.117 11102.8545 825.4277, 18830.8 11204.825 824.2898, 18838.637 11271.495 823.9996, 18856.729 11348.887 824.739, 18884.879 11426.086 827.41425, 18941.996 11533.644 838.97723, 19034.12 11577.09 852.18353, 19112.646 11482.961 849.28064, 19163.336 11367.15 844.8478, 19174.963 11300.644 843.7769, 19173.68 11234.387 844.114, 19146.42 11134.818 845.5994, 19072.744 11088.049 852.63715, 19019.309 11199.746 857.172, 19023.953 11304.294 852.38885, 19045.812 11375.429 847.3353, 19080.361 11451.486 842.2415, 19125.016 11524.745 832.7751, 19197.68 11620.628 803.2482, 19261.873 11648.532 708.93964</trace>
</ink>
</file>

<file path=ppt/ink/ink15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19045.674 10878.659 874.14984, 18976.672 10877.385 862.04083, 18908.486 10874.327 851.5432, 18812.283 10869.98 839.1572, 18743.445 10866.956 824.7502, 18665.512 10863.348 800.8217</trace>
</ink>
</file>

<file path=ppt/ink/ink15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19729.965 11232.949 874.14984, 19640.545 11247.539 864.66144, 19524.436 11257.225 859.6495, 19428.535 11255.733 854.04736, 19349.803 11249.317 836.1219</trace>
</ink>
</file>

<file path=ppt/ink/ink15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19760.941 11479.526 874.14984, 19639.268 11448.447 856.71313, 19567.396 11435.667 849.2469, 19490.71 11423.088 843.6886, 19421.895 11411.119 828.47784, 19357.434 11400.317 811.58453</trace>
</ink>
</file>

<file path=ppt/ink/ink15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19928.025 11048.148 874.14984, 19870.87 11158.1045 863.3567, 19868.283 11284.929 859.0586, 19891.824 11390.657 854.8011, 19932.12 11475.921 850.79626, 19996.316 11538.278 853.5651, 20083.227 11503.081 857.20807, 20111.156 11371.489 858.4765, 20109.42 11303.418 859.54504, 20100.162 11230.316 768.8379, 20089.252 11335.176 789.1993, 20104.799 11402.188 789.78656, 20140.688 11509.167 798.1249, 20208.543 11579.13 812.4392, 20281.527 11546.539 850.323, 20323.494 11472.855 849.37305, 20335.45 11404.4 846.58844, 20337.398 11323.326 843.82855, 20328.26 11237.074 836.8958, 20305.545 11152.242 825.5005, 20289.44 11080.373 803.267, 20262.191 11002.739 771.7788</trace>
</ink>
</file>

<file path=ppt/ink/ink15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20399.238 10478.434 874.14984, 20292.707 10488.558 861.18665, 20221.16 10493.12 853.93353, 20131.512 10495.355 846.4848, 20022.418 10494.568 838.1103, 19897.703 10489.35 829.11346, 19813.932 10485.635 821.9962, 19694.56 10476.15 814.5366, 19612.895 10469.881 805.7027, 19492.293 10458.619 794.6604, 19343.604 10444.531 781.0472, 19177.768 10430.469 768.3002, 19020.568 10419.681 759.831, 18899.656 10412.047 752.5486, 18752.51 10406.363 750.29297, 18588.346 10401.794 750.9335, 18412.777 10396.021 753.389, 18282.07 10391.242 756.15985, 18147.664 10384.952 759.00275, 17997.273 10376.839 763.3698, 17843.186 10369.407 769.7507, 17701.488 10363.678 777.1764, 17602.914 10359.819 783.384, 17497.148 10358.628 792.9179, 17396.691 10361.234 804.21094, 17306.021 10369.312 814.7511, 17239.229 10378.477 824.0585, 17129.775 10409.916 840.2447, 17037.45 10476.023 851.8448, 16961.078 10585.596 860.9737, 16935.379 10686.991 860.50336, 16927.213 10784.872 859.3436, 16928.617 10852.17 858.58405, 16935.062 10931.479 857.5496, 16949.586 11057.598 853.85504, 16963.293 11145.387 849.8139, 16978.604 11242.979 845.58276, 16992.938 11329.312 842.0522, 17004.889 11399.329 839.1827, 17021.98 11476.521 838.74146, 17044.389 11553.86 840.12805, 17074.576 11626.937 841.9377, 17129.527 11726.667 845.69, 17238.688 11817.232 849.67114, 17305.744 11850.433 850.75446, 17433.441 11892.435 849.364, 17525.365 11904.463 845.88043, 17633.586 11909.475 840.86975, 17719.002 11911.215 836.00977, 17813.805 11909.194 830.0564, 17937.81 11903.167 822.44794, 18084.664 11896.405 813.3821, 18249.953 11891.473 802.4212, 18430.967 11889.87 789.5521, 18549.635 11888.827 778.57654, 18699.688 11889.573 766.9797, 18870.895 11891.363 756.7807, 19055.121 11891.811 722.0535, 19214.61 11891.812 679.90674, 19351.066 11891.6 631.22437, 19511.85 11892.458 576.7506, 19687.062 11896.048 517.17706, 19869.271 11904.193 453.66174, 19993.758 11910.058 387.56677, 20129.557 11915.896 319.2772, 20263.457 11914.433 252.19873, 20349.494 11913.461 191.88345, 20416.5 11915.414 74.81377, 20491.227 11911.433 22.661514</trace>
</ink>
</file>

<file path=ppt/ink/ink15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20536.283 10570.306 874.14984, 20559.291 10655.972 851.03796, 20580.684 10745.223 832.3899, 20603.615 10868.091 808.88007, 20621.121 11023.596 778.39636, 20627.9 11206.557 749.96344, 20624.078 11373.755 724.40607, 20616.521 11513.649 702.49274, 20592.652 11670.581 685.0106, 20574.584 11787.511 626.4726, 20528.824 11924.741 562.8942, 20498.94 12013.448 508.00922, 20483.705 12079.74 409.44867, 20445.234 12158.538 295.24496</trace>
</ink>
</file>

<file path=ppt/ink/ink15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19455.873 5885.864 874.14984, 19447.744 5978.051 867.9033, 19432.705 6070.396 863.2302, 19420.893 6150.6606 861.3258, 19405.492 6236.8555 860.7989, 19391.334 6336.279 862.8704, 19388.516 6404.091 846.6647</trace>
</ink>
</file>

<file path=ppt/ink/ink15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19410.816 5871.08 874.14984, 19477.87 5944.8555 869.0556, 19573.967 5982.095 868.3339, 19649.834 5912.9595 865.209, 19720.248 5847.1094 864.74207, 19765.48 5961.022 857.13983, 19774.43 6040.498 825.22235</trace>
</ink>
</file>

<file path=ppt/ink/ink15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19760.941 5947.64 874.14984, 19745.05 6020.4375 868.88745, 19739.97 6088.592 865.9081, 19736.344 6207.097 863.31836, 19732.936 6315.617 859.1574, 19730.549 6391.5454 849.49445</trace>
</ink>
</file>

<file path=ppt/ink/ink15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20115.76 6251.77 874.14984, 20035.299 6287.233 862.7761, 19932.992 6331.48 858.90015, 19899.59 6415.071 863.5856, 19977.746 6482.3955 863.6066, 20013.54 6547.88 863.2278, 19975.715 6624.2744 861.7267, 19892.86 6682.544 854.74536, 19792.068 6721.979 843.40656, 19715.79 6738.5347 823.2719, 19648.61 6738.395 211.76352</trace>
</ink>
</file>

<file path=ppt/ink/ink15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21768.76 4236.9106 874.14984, 21764.98 4317.717 870.8207, 21682.3 4309.0264 869.3043, 21671.73 4216.8267 864.312, 21725.424 4152.285 860.0531, 21799.395 4142.5913 861.2131, 21844.162 4226.5264 862.0759, 21769.709 4304.16 862.9035, 21699.287 4322.954 865.2161, 21668.557 4221.953 864.94183, 21744.398 4159.493 864.23145, 21814.191 4155.044 865.1231, 21850.654 4230.0405 864.1791, 21826.328 4302.5435 862.72656, 21737.438 4340.769 862.4622, 21657.082 4336.7334 861.30963, 21577.748 4266.988 862.7739, 21585.658 4187.4316 864.0967, 21651.293 4146.823 864.6174, 21751.988 4141.5747 865.4065, 21797.041 4220.398 865.5179, 21724.56 4258.795 864.02026, 21680.305 4180.803 865.063, 21760.15 4157.76 866.6012, 21756.658 4239.786 867.92706, 21678.467 4266.654 867.95496, 21656.56 4200.6855 867.4562, 21741.287 4185.3804 866.9365, 21746.35 4266.941 867.1447</trace>
</ink>
</file>

<file path=ppt/ink/ink15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22285.969 4067.4219 874.14984, 22305.318 4163.703 862.75616, 22323.295 4276.8774 861.2879, 22333.86 4361.3257 862.35175, 22319.602 4264.226 862.776, 22346.06 4185.3613 864.18304, 22434.35 4104.1514 865.06006, 22508.97 4139.192 865.6841, 22555.81 4249.1035 863.3753, 22572.65 4361.047 861.18536, 22569.62 4432.942 863.0501, 22561.531 4322.2646 852.30383, 22575.83 4228.173 847.19934, 22605.098 4136.4473 851.4646, 22653.062 4064.8174 854.6068, 22759.844 4024.951 860.63495, 22838.219 4044.6467 863.6095, 22916.87 4150.129 864.735, 22928.127 4258.817 864.3795, 22910.01 4326.034 863.25085</trace>
</ink>
</file>

<file path=ppt/ink/ink15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22118.887 5455.013 874.14984, 22110.756 5531.659 869.0765, 22081.654 5638.32 867.4938, 22041.727 5742.299 865.446, 22010.898 5819.36 863.7706, 21985.447 5884.3115 861.0317, 21956.217 5950.1807 674.4554</trace>
</ink>
</file>

<file path=ppt/ink/ink15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22118.887 5531.573 874.14984, 22196.652 5621.6826 867.0833, 22268.662 5695.4653 860.43506, 22333.4 5761.211 862.67017, 22396.686 5827.449 864.1801, 22451.19 5893.323 871.24146</trace>
</ink>
</file>

<file path=ppt/ink/ink15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19882.03 5362.0854 874.14984, 19807.842 5346.404 874.14984, 19689.562 5352.592 870.3049, 19581.367 5404.16 868.78937, 19520.355 5496.254 868.04047, 19501.395 5580.5586 867.15137, 19517.145 5663.2593 866.1182, 19586.086 5753.2964 865.7824, 19666.818 5815.151 865.1824, 19772.951 5860.85 864.3676, 19841.027 5876.7886 863.2574, 19919.15 5884.7603 862.4747, 19991.992 5884.473 863.49207, 20099.652 5871.376 865.07355, 20176.367 5838.5156 865.752, 20226.611 5748.698 866.0731, 20234.936 5639.299 865.05, 20211.752 5547.8057 865.13165, 20128.895 5456.2935 864.4412, 20057.28 5426.638 863.26404, 19970.09 5383.199 861.35016, 19904.209 5373.577 675.26056</trace>
</ink>
</file>

<file path=ppt/ink/ink15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19775.96 5546.886 874.14984, 19732.725 5633.247 870.476, 19800.693 5699.6436 869.1664, 19855.982 5627.1343 866.95184, 19813.764 5549.9316 865.8151, 19720.824 5529.1577 865.2928, 19676.8 5622.6562 863.3779, 19697.902 5695.6577 861.9294, 19771.365 5743.262 862.6908, 19841.09 5748.032 863.37933, 19901.385 5662.0615 865.214, 19854.848 5593.007 866.8735, 19794.625 5662.1577 866.1944</trace>
</ink>
</file>

<file path=ppt/ink/ink15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19547.863 4622.881 874.14984, 19542.336 4525.2944 868.76855, 19522.982 4603.468 864.4748, 19508.588 4733.858 861.6404, 19500.703 4800.353 859.9768, 19486.332 4916.8564 861.70044, 19479.344 5013.789 863.9967, 19516.38 5096.94 864.586, 19625.176 5132.0845 865.3758, 19689.29 5137.77 865.672, 19772.424 5139.5635 684.93933, 19837.666 5139.623 283.49588</trace>
</ink>
</file>

<file path=ppt/ink/ink15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19928.025 5099.6675 874.14984, 19886.55 5193.4697 872.5368, 19958.844 5265.4873 869.6539, 20050.307 5228.3135 868.6445, 20091.738 5145.482 867.51215, 20035.285 5077.8057 865.6152, 19965.57 5061.6514 862.8502</trace>
</ink>
</file>

<file path=ppt/ink/ink15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19288.791 4683.601 874.14984, 19402.156 4680.3647 859.50055, 19475.459 4680.81 851.2964, 19561.143 4683.2656 846.19586, 19692.514 4689.813 838.6383, 19761.95 4696.0293 837.22943, 19891.87 4708.501 828.5903, 19963.713 4710.666 819.68805, 20062.871 4695.0654 800.905, 20128.78 4688.107 750.8341</trace>
</ink>
</file>

<file path=ppt/ink/ink15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19821.018 4575.8887 874.14984, 19900.416 4598.649 865.2223, 19982.74 4634.322 861.1714, 20066.576 4708.829 863.7561, 20058.074 4775.985 864.0161, 20024.426 4842.5645 427.31552</trace>
</ink>
</file>

<file path=ppt/ink/ink15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20308.188 4745.906 874.14984, 20264.336 4820.172 864.5253, 20203.389 4936.523 855.0674, 20168.44 5009.2456 849.96985, 20122.883 5114.068 833.0407, 20092.082 5211.2197 803.3257, 20099.887 5327.3735 741.4841, 20111.215 5400.407 624.7847</trace>
</ink>
</file>

<file path=ppt/ink/ink15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20217.135 4991.9546 874.14984, 20195.666 5070.804 868.6467, 20178.148 5138.517 867.7531, 20165.34 5235.4375 868.51685, 20173.537 5152.1567 861.40894, 20181.875 5072.3696 860.4542, 20187.064 5003.338 863.1598, 20231.719 5079.6475 866.66223, 20323.154 5040.8105 862.1908, 20382.543 4955.7705 857.4565, 20316.07 5069.8633 849.0773, 20270.264 5169.2197 838.1374, 20239.09 5237.549 812.1741</trace>
</ink>
</file>

<file path=ppt/ink/ink15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20430.215 4884.242 874.14984, 20410.957 4983.2236 861.9094, 20353.145 5118.566 849.2738, 20297.684 5227.439 830.9217, 20253.781 5303.458 803.23816, 20210.871 5369.7324 679.6309</trace>
</ink>
</file>

<file path=ppt/ink/ink15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20430.215 5176.756 874.14984, 20413.389 5268.3286 868.66656, 20381.385 5390.809 866.40326, 20347.83 5322.657 865.1293, 20400.549 5230.0654 857.87024, 20482.09 5213.037 860.121, 20459.799 5286.86 859.9047, 20388.516 5339.9585 864.513, 20470.146 5408.6875 859.17035, 20547.36 5435.8257 849.8646</trace>
</ink>
</file>

<file path=ppt/ink/ink15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20475.271 4946.0186 874.14984, 20526.309 5036.415 862.9985, 20552.791 5165.5303 852.80927, 20555.822 5282.863 844.09406, 20537.207 5406.2744 838.0612, 20499.543 5507.813 830.15533, 20474.97 5573.701 820.47784, 20446.096 5657.1084 797.7395</trace>
</ink>
</file>

<file path=ppt/ink/ink15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13872.653 4714.753 874.14984, 13893.026 4609.097 870.28625, 13910.007 4482.201 866.71265, 13922.448 4370.7476 863.52124, 13927.13 4305.5522 863.0372, 13932.807 4190.1455 861.1295, 13938.615 4055.437 858.56244, 13942.025 3980.7192 857.2065, 13947.918 3867.2407 856.26685, 13952.275 3801.0286 856.551, 13956.429 3729.9146 856.4723, 13958.442 3656.207 856.44977, 13957.847 3582.535 856.6347, 13954.368 3473.703 857.0471, 13949.405 3406.0332 857.2645, 13944.495 3332.2776 857.39734, 13938.317 3213.7456 857.0895, 13936.565 3149.0708 856.8473, 13934.406 3081.5627 856.796, 13931.016 3016.1409 857.0178, 13925.3955 2925.6445 859.07574, 13914.343 2816.056 862.04175, 13890.459 2731.4504 865.06036, 13782.119 2717.802 866.5946, 13695.051 2733.7014 864.644, 13611.636 2749.0696 861.1726, 13524.786 2759.6414 857.83875, 13403.525 2764.271 855.09485, 13329.114 2763.4202 854.37463, 13209.868 2761.3828 853.71954, 13135.685 2760.4072 853.5301, 13051.02 2759.7312 852.94495, 12958.537 2757.9763 851.6263, 12860.759 2754.7551 850.29584, 12795.183 2752.54 849.1485, 12716.777 2749.8936 848.0575, 12628.263 2747.444 847.0054, 12555.369 2745.7131 846.6026, 12485.952 2744.3735 846.1165, 12403.504 2743.509 845.6625, 12312.753 2742.9495 845.3291, 12217.448 2742.586 845.57056, 12078.377 2742.2527 846.49, 11992.73 2742.1802 847.16425, 11902.583 2743.648 848.2572, 11810.858 2747.7961 849.2759, 11728.498 2752.9417 850.2458, 11599.201 2762.426 852.2348, 11531.934 2766.9382 853.58, 11430.466 2772.0417 858.2972, 11326.755 2775.3662 863.3867, 11248.659 2788.6343 865.36725, 11176.841 2897.871 863.3675, 11158.96 3013.1729 859.15405, 11147.591 3126.537 854.59424, 11141.716 3205.4685 852.259, 11135.244 3297.7935 849.306, 11130.863 3366.6838 846.76984, 11126.967 3446.9243 843.4036, 11122.473 3545.2637 839.023, 11116.264 3653.7927 834.9778, 11108.93 3765.9172 831.9617, 11102.303 3873.2297 831.4223, 11097.887 3945.036 831.39813, 11093.051 4022.5383 833.6693, 11088.939 4099.207 836.7833, 11086.968 4171.532 840.459, 11085.967 4236.338 845.0704, 11085.37 4332.7007 854.53845, 11089.235 4431.582 861.3439, 11096.999 4502.8296 865.3419, 11133.957 4572.028 866.55414, 11234.935 4649.4204 865.71783, 11367.358 4690.7383 863.34546, 11493.718 4715.702 860.5665, 11572.279 4723.215 856.58374, 11661.504 4727.9365 851.9487, 11756.167 4731.5723 847.23645, 11897.04 4736.9507 842.3944, 11986.648 4738.861 841.58887, 12085.774 4738.696 840.64496, 12173.047 4737.7236 839.73395, 12250.215 4736.3564 838.4812, 12346.3545 4734.893 836.25995, 12456.963 4732.244 833.6892, 12577.634 4728.4614 830.8937, 12704.858 4724.3066 828.1847, 12801.374 4721.134 826.08386, 12897.719 4718.7725 823.2354, 13006.774 4718.36 816.04565, 13106.413 4719.3516 806.04865, 13185.846 4720.6387 787.8639, 13279.493 4723.3584 761.8265, 13378.039 4726.0713 728.43036, 13473.407 4728.2314 688.0257, 13541.769 4729.745 640.75714, 13665.587 4728.5415 526.8663, 13746.412 4720.5635 404.88785</trace>
</ink>
</file>

<file path=ppt/ink/ink15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2675.2363 4514.1123 874.14984, 2773.5647 4509.3096 866.9035, 2862.218 4507.32 862.4952, 2988.2083 4504.594 857.67053, 3094.2244 4502.668 855.13043, 3163.7036 4500.734 854.95966, 3244.503 4497.174 853.82446, 3309.9194 4494.4023 852.8593, 3374.7502 4491.7793 852.92334, 3455.3447 4489.5176 852.8291, 3548.722 4487.6733 850.45703, 3651.8953 4485.225 847.35114, 3720.3347 4483.5913 844.7103, 3810.6724 4480.4697 841.0519, 3916.6147 4475.635 836.87286, 4035.0034 4469.888 832.1978, 4139.1045 4464.6123 827.8437, 4231.6084 4459.762 823.4002, 4345.378 4455.1235 819.2644, 4473.4243 4451.1787 815.1575, 4611.7114 4445.998 811.6677, 4705.9336 4442.4146 809.08014, 4819.8555 4437.5093 806.4708, 4952.228 4431.351 804.157, 5098.9062 4424.386 801.50977, 5233.0327 4418.8403 799.04474, 5343.3247 4414.628 796.56494, 5477.9517 4408.911 794.05634, 5629.338 4402.5923 791.2987, 5791.61 4396.2505 788.7971, 5907.9214 4391.824 787.23456, 6035.813 4387.4155 785.5611, 6184.838 4382.151 784.0381, 6349.179 4376.3335 782.4743, 6505.7373 4371.613 781.3298, 6624.01 4368.226 780.20135, 6769.173 4364.1606 778.78625, 6932.2773 4359.123 777.3678, 7044.9077 4355.7197 776.92206, 7177.7007 4352.203 776.679, 7331.13 4349.3613 776.57166, 7498.7583 4347.5337 776.2458, 7675.0874 4347.691 776.3942, 7855.0522 4348.948 776.30255, 8036.953 4349.4043 777.1171, 8158.9595 4349.6836 777.94385, 8298.945 4349.162 779.279, 8454.604 4348.108 780.98553, 8619.287 4348.55 782.14453, 8788.458 4350.9136 769.7283, 8945.954 4353.5063 748.5985, 9059.57 4355.4546 719.2971, 9190.783 4357.4536 681.9271, 9332.123 4358.9243 637.1937, 9481.059 4360.2603 585.20056, 9597.386 4361.129 527.00543, 9708.209 4361.703 463.41806, 9832.643 4362.0864 395.72296, 9963.287 4362.321 325.80878, 10091.983 4362.445 260.5214, 10215.613 4361.2007 202.04387, 10298.716 4360.1943 153.03801, 10382.677 4357.476 112.719826, 10458.794 4352.8975 80.34569, 10528.439 4349.442 19.323595</trace>
</ink>
</file>

<file path=ppt/ink/ink15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10084.173 4191.5024 874.14984, 10176.952 4214.3164 867.19824, 10267.84 4242.2646 860.81647, 10350.073 4272.833 858.94257, 10443.439 4317.914 859.71436, 10508.8545 4366.6284 861.5617, 10517.027 4443.055 861.7565, 10457.646 4517.3823 859.94727, 10340.188 4584.498 849.3088, 10259.699 4615.4536 838.7704, 10194.286 4643.0664 818.91254, 10115.149 4668.289 782.72516</trace>
</ink>
</file>

<file path=ppt/ink/ink15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9826.039 5053.731 874.14984, 9898.024 5023.951 865.2101, 9992.956 5019.4663 861.90106, 10071.732 5041.873 860.3523, 10133.839 5141.4756 861.54846, 10112.074 5228.711 860.0084, 10046.184 5312.588 852.26306, 9980.934 5353.819 845.1457, 9903.655 5374.4727 833.66455, 9823.122 5403.849 800.7598, 9758.08 5405.843 768.4095</trace>
</ink>
</file>

<file path=ppt/ink/ink15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10343.247 5023.635 874.14984, 10245.325 5089.549 860.29047, 10138.879 5162.4927 852.16895, 10072.143 5208.909 849.26013, 10024.718 5322.204 854.54645, 10051.172 5401.0376 854.4534, 10153.512 5460.7983 851.17084, 10263.726 5484.137 844.76215, 10352.406 5469.492 838.3286, 10424.123 5461.626 820.4832, 10510.33 5439.701 793.7296</trace>
</ink>
</file>

<file path=ppt/ink/ink15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5854.518 384.60126 874.14984, 5859.771 466.50845 871.2546, 5861.858 556.5532 860.264, 5861.368 653.17554 848.92413, 5859.3574 753.5095 842.96735, 5852.1177 886.4291 836.8736, 5845.281 979.8825 835.13654, 5839.0234 1078.5562 832.8964, 5834.4165 1153.8666 831.2247, 5830.422 1256.5042 827.6897, 5826.502 1381.3595 823.4704, 5822.289 1524.1273 817.35425, 5817.2334 1681.4723 810.28357, 5812.616 1817.2345 803.21893, 5808.3086 1938.5754 796.4223, 5802.5566 2085.494 790.05725, 5797.837 2237.8452 784.0306, 5794.4917 2353.2788 779.0715, 5793.9893 2508.143 771.4833, 5796.34 2690.877 760.41376, 5799.8853 2892.7847 745.00024, 5802.6274 3058.0232 729.05115, 5805.023 3213.0845 714.7237, 5808.5986 3398.8413 703.47656, 5811.605 3605.4895 697.15735, 5814.265 3825.2422 692.4188, 5818.34 4054.227 686.06635, 5821.255 4216.7896 679.8051, 5824.5303 4395.8447 674.4394, 5827.621 4599.3433 670.6381, 5832.2695 4819.0923 669.7917, 5838.2817 5050.251 670.8816, 5844.01 5279.5615 672.66345, 5847.876 5434.8584 673.59106, 5850.0464 5617.81 644.4373, 5847.1196 5813.866 606.6616, 5839.525 6009.631 561.9184, 5829.2563 6197.7554 510.455, 5820.805 6354.6187 453.44745, 5814.3926 6473.758 392.19177, 5810.1875 6597.959 328.07538, 5808.412 6717.7695 263.331, 5808.567 6821.3604 202.39127, 5808.665 6888.595 147.59933, 5808.017 6960.017 26.707554</trace>
</ink>
</file>

<file path=ppt/ink/ink15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5657.397 662.3308 874.14984, 5689.237 584.74176 868.2972, 5723.2363 515.7765 866.7821, 5782.6978 412.52625 867.42065, 5850.5483 322.26343 867.1363, 5924.244 307.09702 864.73944, 5997.416 384.77115 860.82733, 6025.065 492.47787 857.2451, 6035.421 586.50586 848.1013, 6037.5586 662.3308 822.83777</trace>
</ink>
</file>

<file path=ppt/ink/ink15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6113.5913 215.11232 874.14984, 6116.968 283.7 867.53217, 6123.12 363.4733 868.0697, 6210.7583 417.37265 866.32806, 6293.977 348.20398 860.08673, 6331.2197 237.8097 860.4596, 6348.0825 170.14233 861.284, 6375.0522 274.71576 851.23425, 6393.4263 374.52542 844.02924, 6413.272 472.06494 837.2597, 6437.7812 601.5608 838.3361, 6445.3345 674.4929 840.1858, 6446.912 748.28894 842.1153, 6439.048 853.546 848.8504, 6408.6143 917.649 856.83545, 6331.0093 858.3497 860.77484, 6310.76 776.8448 855.00275, 6338.633 675.28253 852.41644, 6434.8647 589.1833 850.1793, 6504.687 534.2532 849.69824, 6571.396 519.3842 417.8551</trace>
</ink>
</file>

<file path=ppt/ink/ink15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8654.576 4283.375 874.14984, 8578.706 4339.0874 872.7443, 8625.969 4403.4307 869.52155, 8728.506 4375.658 867.9114, 8795.708 4315.912 867.1661, 8795.098 4246.8403 866.437, 8713.579 4232.8374 865.45306, 8634.05 4302.435 865.31934, 8614.586 4373.4766 865.6214, 8697.505 4428.051 865.1558, 8788.244 4384.289 865.33276, 8815.158 4315.763 865.2352, 8767.072 4233.264 865.3894, 8684.397 4247.427 865.2047, 8630.103 4337.017 864.9806, 8638.777 4418.063 865.2275, 8738.705 4436.425 865.37366, 8792.917 4362.4473 865.8033, 8751.091 4290.827 866.3691, 8674.742 4314.9595 866.2769, 8632.245 4397.005 866.43695, 8708.813 4404.9517 866.4, 8708.438 4320.4854 866.65894, 8640.423 4328.781 866.73694, 8597.904 4393.3735 866.5946, 8666.615 4449.783 866.5187, 8733.692 4378.6235 866.13904, 8710.575 4313.4917 867.14075, 8677.27 4384.8677 867.3317, 8754.211 4355.027 866.87335, 8744.905 4288.547 867.3568, 8706.728 4364.135 868.0102, 8771.081 4326.058 8.715845</trace>
</ink>
</file>

<file path=ppt/ink/ink15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5854.518 4283.375 874.14984, 5819.4595 4353.895 872.2719, 5770.8057 4442.2153 871.89233, 5735.2153 4507.9272 870.28687</trace>
</ink>
</file>

<file path=ppt/ink/ink15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5718.41 4283.375 874.14984, 5781.9146 4380.167 870.1847, 5847.677 4455.765 869.68134, 5912.4697 4508.4316 867.27765</trace>
</ink>
</file>

<file path=ppt/ink/ink15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5353.267 4637.6646 874.14984, 5286.297 4646.74 858.125, 5220.9805 4671.467 855.3028, 5156.3296 4754.972 858.2072, 5122.5195 4844.6714 858.7099, 5136.9434 4955.6377 858.17676, 5208.0327 5035.0225 863.315, 5300.2793 5061.51 863.37476, 5394.7407 5040.768 862.6508, 5481.578 4964.9653 862.1557, 5526.2134 4890.172 862.39954, 5536.3467 4809.454 863.36554, 5511.8013 4724.823 864.2962, 5465.7163 4658.5557 865.71045, 5365.365 4616.0938 867.72577, 5297.9478 4609.686 869.45654</trace>
</ink>
</file>

<file path=ppt/ink/ink15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6873.916 4622.881 874.14984, 6889.4043 4730.913 866.51276, 6893.214 4838.929 860.95514, 6890.4062 4932.9272 855.47406, 6883.4824 5028.875 853.9736, 6875.4907 5155.2925 856.3099, 6866.0312 5241.96 859.9975, 6849.7896 5159.587 855.8634, 6843.5312 5080.3267 852.4677, 6837.496 4988.8774 851.50366, 6836.794 4900.6772 854.1261, 6858.638 4773.6694 856.35925, 6889.597 4681.6772 858.10364, 6939.4766 4606.3193 862.68665, 7019.3125 4551.0293 864.4603, 7107.676 4522.365 864.4893, 7212.5986 4536.882 865.6968, 7257.0547 4606.8853 866.6711, 7199.447 4709.307 862.32336, 7121.844 4780.798 855.20703, 7011.4287 4828.2334 854.06854, 6932.4814 4845.7485 856.45087, 7014.6187 4867.9194 863.3298, 7088.3403 4903.205 859.5908, 7173.7734 4969.972 849.3122, 7250.6406 5045.646 831.8198, 7305.976 5110.451 801.838, 7373.86 5203.472 700.9373</trace>
</ink>
</file>

<file path=ppt/ink/ink15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8654.576 4344.6235 874.14984, 8678.421 4271.7466 874.14984, 8697.705 4171.0513 870.88226, 8708.96 4086.3906 869.54663, 8714.865 3992.276 868.6421, 8719.207 3877.521 867.98175, 8721.469 3812.5303 867.39557, 8722.858 3743.067 866.8118, 8722.371 3668.4668 866.5034, 8723.017 3589.0027 866.1759, 8725.08 3506.7075 866.0813, 8728.413 3421.785 865.66833, 8732.903 3334.8533 865.4052, 8736.707 3256.748 865.24164, 8743.495 3124.7456 864.327, 8750.617 3012.46 863.48956, 8762.898 2890.6646 864.8901, 8776.399 2785.4543 865.6231, 8783.914 2692.6501 866.2446, 8717.817 2715.5317 865.2402, 8676.199 2784.4731 863.0432, 8616.593 2886.7744 860.2546, 8571.23 2964.7786 858.2503, 8527.782 3040.504 861.31, 8570.872 2967.4688 861.5338, 8612.623 2890.9705 863.7555, 8657.305 2800.5317 865.19775, 8700.018 2716.9734 865.40643, 8772.398 2666.4688 867.3983, 8814.752 2734.9485 865.5535, 8836.004 2802.2097 864.6044, 8855.666 2884.65 863.5246, 8871.337 2957.6675 862.0314, 8881.471 3024.8157 860.412, 8894.981 3106.9268 855.8998, 8895.197 3171.3704 563.62286</trace>
</ink>
</file>

<file path=ppt/ink/ink15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9125.79 2896.3113 874.14984, 9138.898 2977.5615 867.5291, 9142.614 3080.1562 862.094, 9142.436 3178.2676 863.147, 9152.661 3273.3315 864.89777, 9197.301 3342.3477 864.813, 9287.1455 3335.0312 864.36584, 9347.731 3238.767 862.2632, 9376.139 3152.9192 858.25964, 9373.605 3045.404 857.35535, 9353.138 2962.2742 859.2988, 9308.9795 2887.663 862.3775, 9401.853 2910.3694 864.3579, 9490.052 2938.33 866.0643, 9555.774 2960.0469 869.0843</trace>
</ink>
</file>

<file path=ppt/ink/ink15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9080.734 2603.2695 874.14984, 9171.406 2603.2695 867.66095, 9266.104 2603.2695 862.0042, 9355.071 2603.2695 859.49915, 9461.945 2607.1475 862.1554, 9528.843 2608.7686 862.94025, 9593.843 2610.2812 865.349, 9658.607 2612.798 862.96857</trace>
</ink>
</file>

<file path=ppt/ink/ink15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9597.94 2480.2449 874.14984, 9677.107 2512.289 869.5498, 9688.587 2593.5525 864.01074, 9631.835 2672.9355 859.779, 9564.49 2734.2485 8.546516</trace>
</ink>
</file>

<file path=ppt/ink/ink15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9321.033 3570.571 874.14984, 9276.616 3638.847 870.2847, 9346.776 3699.57 868.084, 9412.232 3696.7205 866.2494, 9481.449 3662.1833 865.58936, 9530.16 3597.0784 865.63513, 9512.022 3506.558 865.79266, 9412.839 3459.179 864.2632, 9341.71 3428.1536 860.2146, 9275.207 3406.5488 238.57965</trace>
</ink>
</file>

<file path=ppt/ink/ink15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10738.428 2880.999 874.14984, 10755.375 2985.6057 862.2815, 10762.004 3082.1409 857.13745, 10768.234 3183.22 859.6599, 10801.504 3302.3325 861.88684, 10880.305 3363.8215 860.749, 10953.582 3362.4607 860.1161, 11046.282 3272.7258 856.0565, 11076.44 3157.542 853.82544, 11078.902 3061.6548 853.1873, 11054.344 2960.1248 855.9922, 11046.007 2880.5493 858.5451, 11123.55 2861.9536 855.5915, 11223.105 2879.8604 845.63947, 11300.483 2898.8904 816.6348</trace>
</ink>
</file>

<file path=ppt/ink/ink15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11073.534 3497.1785 874.14984, 11152.542 3547.7312 867.8214, 11216.712 3545.2896 862.70337, 11309.0205 3489.1726 862.41943, 11296.627 3407.9143 861.10547, 11189.497 3388.691 856.13776, 11118.501 3402.3079 850.8334, 11041.51 3453.2583 829.95276</trace>
</ink>
</file>

<file path=ppt/ink/ink15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11529.729 3112.2644 874.14984, 11625.271 3112.2632 866.15076, 11722.137 3112.264 865.40784, 11788.403 3113.338 857.4734</trace>
</ink>
</file>

<file path=ppt/ink/ink15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11529.729 3312.9055 874.14984, 11633.347 3298.3984 862.2217, 11730.443 3278.1082 856.60315, 11796.723 3265.0288 841.6467</trace>
</ink>
</file>

<file path=ppt/ink/ink15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11955.885 2880.999 874.14984, 11959.72 2965.4907 864.8723, 11952.828 3083.0305 859.99976, 11944.28 3159.0833 856.39813, 11929.487 3277.5037 850.52155, 11916.873 3360.4973 848.34924, 11905.956 3431.337 845.0756, 11895.106 3506.1052 841.3634, 11881.718 3600.356 837.1383, 11867.029 3707.3833 832.352, 11854.509 3820.5981 827.9838, 11846.242 3896.3655 824.8982, 11838.784 3981.8667 823.53046, 11833.278 4071.6633 825.4361, 11830.771 4157.861 829.74835, 11829.732 4227.488 833.8328, 11830.884 4325.003 844.2443, 11876.667 4195.1465 845.753, 11896.363 4101.9185 839.34735, 11910.805 4032.0322 833.18945, 11926.524 3952.24 826.9294, 11943.3955 3858.4912 821.1603, 11960.007 3755.0835 819.39813, 11976.418 3645.31 818.8433, 11992.932 3533.456 820.0026, 12004.056 3457.9875 821.33826, 12018.1875 3365.4214 823.6713, 12034.923 3263.3132 825.9493, 12047.8955 3186.6936 828.3517, 12062.408 3107.2036 830.30383, 12078.751 3020.0295 833.5003, 12094.278 2932.6458 838.06854, 12105.945 2852.1438 841.4757, 12120.493 2730.1663 846.9427, 12127.834 2661.6711 849.5552, 12140.247 2556.2837 855.69147, 12155.243 2477.301 861.02264, 12246.825 2419.1084 862.8531, 12350.16 2425.6 857.1147, 12485.875 2446.6482 848.3848, 12572.529 2458.4094 844.1117, 12650.368 2466.5034 842.6542, 12719.335 2471.943 840.85114, 12805.983 2473.9292 838.5622, 12902.322 2474.6785 836.2404, 13000.196 2476.9673 835.56195, 13066.194 2478.605 836.0957, 13135.925 2482.2122 837.69977, 13203.441 2489.1428 841.1786, 13290.972 2518.264 850.6387, 13357.521 2550.0635 760.3027</trace>
</ink>
</file>

<file path=ppt/ink/ink15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12579.163 2803.911 874.14984, 12486.941 2833.69 862.5146, 12360.352 2898.5312 848.4767, 12270.519 2959.0986 844.8194, 12204.442 3023.039 848.0746, 12168.657 3126.3276 849.6738, 12185.596 3210.3667 851.60394, 12286.292 3278.2642 851.7657, 12390.142 3308.7715 847.66425, 12456.197 3314.7698 845.08105, 12523.536 3314.7207 846.4708, 12618.151 3302.8625 849.36676, 12647.833 3226.4497 855.16187, 12568.192 3195.8752 851.32495, 12456.442 3185.6904 853.55756, 12525.253 3135.474 851.21344, 12607.764 3111.314 854.956, 12664.267 3202.1553 858.3234, 12632.995 3293.0334 853.8681, 12601.435 3369.0493 840.2078</trace>
</ink>
</file>

<file path=ppt/ink/ink15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12868.274 2849.847 874.14984, 12842.57 2958.9067 860.55505, 12797.935 3086.229 849.5157, 12765.795 3179.6199 845.2555, 12743.796 3254.149 848.64166, 12759.209 3177.423 847.69507, 12776.936 3096.5024 841.8862, 12794.523 3023.2976 838.88293, 12822.189 2912.628 833.2905, 12843.39 2831.751 840.2625, 12913.662 2795.7485 854.8094, 12954.907 2875.85 860.77875, 12999.722 2960.507 865.859, 13082.422 2921.248 854.6603, 13137.881 2819.0327 848.175, 13159.039 2913.9766 845.5866, 13134.618 3038.0168 837.0246, 13123.947 3105.6287 830.3888, 13108.763 3202.6282 801.3345, 13098.567 3267.8472 741.6653</trace>
</ink>
</file>

<file path=ppt/ink/ink15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13416.459 3112.2644 874.14984, 13349.332 3151.777 869.99664, 13281.702 3212.3008 869.07446, 13260.655 3277.6814 867.69135, 13356.091 3339.811 865.2777, 13284.532 3376.9 856.38226, 13195.366 3377.2654 829.74756</trace>
</ink>
</file>

<file path=ppt/ink/ink15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13309.45 3559.483 874.14984, 13218.432 3548.1765 863.57227, 13075.727 3545.4944 852.443, 13001.774 3546.7566 846.07587, 12931.112 3548.6858 840.0558, 12849.307 3552.1262 833.8782, 12780.774 3555.2979 828.39197, 12683.743 3560.3218 820.3535, 12579.829 3565.2913 815.6124, 12492.065 3569.4014 814.8614, 12380.83 3576.6294 827.225</trace>
</ink>
</file>

<file path=ppt/ink/ink15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12686.172 3713.1313 874.14984, 12670.147 3836.3943 857.07355, 12654.936 3907.589 849.6089, 12636.202 3982.2844 845.30396, 12608.532 4085.559 841.20685, 12584.564 4168.874 845.7846, 12565.897 4238.075 848.70264, 12589.763 4164.951 855.3265</trace>
</ink>
</file>

<file path=ppt/ink/ink15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12640.176 3790.7483 874.14984, 12755.098 3761.6318 860.6663, 12841.415 3756.7725 857.4594, 12909.2705 3791.8801 860.8364, 12853.8545 3881.1362 858.3488, 12769.862 3923.681 849.83325, 12676.75 3952.641 844.38043, 12596.649 3970.4285 841.0746, 12706.044 4033.8992 836.8841, 12813.015 4067.5886 821.19916, 12901.335 4108.975 790.4906, 12967.628 4144.153 703.24835</trace>
</ink>
</file>

<file path=ppt/ink/ink15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5718.41 4406.3994 874.14984, 5785.5635 4387.8394 869.5019, 5856.6636 4432.7275 868.99475, 5774.7383 4461.5444 867.6337, 5749.3267 4392.0547 866.9652, 5806.845 4314.2544 866.74524, 5888.5967 4355.736 865.90906, 5895.992 4439.2427 866.3261, 5804.1675 4423.5625 865.8922, 5783.9536 4341.969 866.16125, 5864.3594 4329.5225 866.13806, 5879.7905 4396.227 866.32916, 5797.4937 4416.695 866.7811, 5792.815 4335.2515 866.666, 5871.5645 4349.203 866.1245, 5881.603 4414.8574 865.30475, 5812.715 4349.536 851.8942</trace>
</ink>
</file>

<file path=ppt/ink/ink15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5261.277 3960.2373 874.14984, 5238.379 4064.1992 862.5373, 5217.7695 4161.8223 860.08215, 5206.3096 4228.173 861.5348, 5211.222 4131.4775 851.6336, 5221.382 4040.4495 842.7928, 5237.8735 3938.1975 840.7031, 5255.347 3866.8562 845.6526, 5320.355 3903.3572 858.5947, 5345.792 4002.9482 862.6524, 5398.575 3931.9602 851.2197, 5431.891 3837.3901 838.69714, 5461.707 3751.2117 831.1781, 5467.313 3840.4949 833.84424, 5452.3105 3936.7954 833.32007, 5438.827 4041.784 825.8165, 5429.3 4113.8857 801.1336</trace>
</ink>
</file>

<file path=ppt/ink/ink15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5611.402 4067.4219 874.14984, 5543.191 4125.4863 868.67163, 5513.1924 4195.168 869.1548, 5589.524 4263.9517 868.8569, 5545.8613 4339.862 864.5487, 5477.9204 4343.554 859.6348, 5410.58 4337.708 744.4235</trace>
</ink>
</file>

<file path=ppt/ink/ink156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8654.576 4037.3254 874.14984, 8581.77 4037.3252 871.63196, 8476.73 4035.8726 869.8001, 8378.8125 4040.8843 868.79694, 8304.059 4107.299 866.16833, 8287.054 4202.774 862.613, 8285.747 4283.833 857.22455, 8286.659 4351.69 792.2329</trace>
</ink>
</file>

<file path=ppt/ink/ink156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8639.558 4360.991 874.14984, 8647.053 4285.249 871.5653, 8651.038 4191.863 868.80084, 8649.748 4095.4707 867.6481, 8644.898 4004.085 866.4736, 8633.972 3874.781 865.2333, 8624.07 3765.399 864.69525, 8615.103 3693.0684 863.5176, 8603.618 3618.4937 861.0948, 8590.496 3545.3254 859.5206, 8577.388 3480.7258 858.5252, 8554.865 3377.3276 858.20355, 8523.473 3255.8552 858.5793, 8497.389 3161.1567 858.1883, 8463.428 3045.0227 858.7755, 8443.496 2980.3647 859.03375, 8421.302 2912.0422 859.10785, 8387.583 2811.766 858.6077, 8336.684 2679.0957 857.52515, 8305.539 2606.762 857.05255, 8275.876 2541.4453 856.683, 8222.6875 2434.628 856.1976, 8146.9414 2309.794 855.9885, 8080.1826 2211.2395 855.85614, 7986.076 2089.5173 855.1865, 7928.923 2024.1451 854.78094, 7864.5938 1957.7386 854.2241, 7767.7456 1862.8955 853.61163, 7633.861 1749.7906 851.96387, 7556.3647 1693.125 850.528, 7482.35 1642.7222 849.26306, 7357.244 1563.9447 847.2118, 7278.4297 1520.9681 846.4831, 7190.2705 1478.3721 846.2522, 7121.916 1446.9891 845.9965, 7050.2827 1417.6835 844.91895, 6965.473 1387.7029 843.86597, 6872.105 1359.3188 842.8767, 6772.5503 1334.0165 842.05383, 6666.866 1311.9485 841.4448, 6597.8877 1297.6158 841.0398, 6511.26 1284.8424 840.32947, 6413.4546 1275.4501 839.1616, 6307.4263 1269.1722 837.6052, 6213.667 1266.1218 836.33093, 6135.1245 1264.969 835.3146, 6041.3 1268.1168 834.34814, 5936.209 1276.8439 833.82513, 5825.469 1290.2914 833.4463, 5711.4185 1309.2267 832.53723, 5594.332 1333.7107 831.9206, 5498.771 1356.2899 831.45184, 5415.284 1378.2317 831.1256, 5318.3022 1408.983 830.6359, 5212.308 1447.6902 829.5953, 5101.3613 1492.322 828.3977, 5027.6216 1522.3693 827.3967, 4939.8716 1561.7051 826.11395, 4843.1177 1608.7115 825.0354, 4743.504 1662.9205 824.89087, 4642.0337 1723.6547 825.14417, 4548.436 1786.5962 825.88574, 4480.506 1833.6417 826.3957, 4401.967 1896.9686 826.3518, 4316.5317 1971.9714 825.6157, 4226.935 2056.053 824.6125, 4134.0933 2147.7812 823.04767, 4056.9731 2225.6807 821.74866, 3992.0684 2294.384 820.6484, 3920.744 2375.0608 820.0454, 3848.5774 2464.2458 820.1641, 3778.7327 2562.5479 820.78265, 3731.8298 2629.1562 821.42163, 3682.1042 2712.859 822.12244, 3629.273 2811.5757 822.14966, 3575.7512 2921.531 821.2757, 3531.0237 3021.766 820.601, 3495.937 3104.2373 819.845, 3459.0178 3203.115 819.68585, 3422.0981 3311.4792 819.9637, 3387.1313 3426.75 820.36914, 3355.3933 3547.9585 820.7107, 3331.3528 3643.9426 821.17303, 3312.0972 3736.8762 821.571, 3294.2024 3845.9456 821.65436, 3278.1733 3965.484 821.55035, 3263.637 4089.4885 820.92993, 3253.8677 4174.2954 820.3416, 3244.0466 4279.197 819.2672, 3235.844 4395.299 818.38824, 3231.332 4517.55 818.07404, 3232.1873 4641.525 818.7456, 3237.4963 4749.317 820.385, 3243.619 4834.234 821.989, 3258.9983 4929.789 824.1741, 3281.378 5031.8867 826.5108, 3310.6355 5136.772 828.814, 3333.0688 5213.08 831.0523, 3360.2742 5292.2095 833.1063, 3394.9685 5379.8936 835.2347, 3435.1614 5472.03 837.3304, 3481.5508 5566.527 838.6568, 3531.85 5658.977 839.7054, 3610.169 5790.3096 841.3064, 3667.1543 5865.208 841.53485, 3732.3035 5940.339 841.53546, 3840.5024 6054.6396 841.8715, 3974.4836 6176.3486 841.876, 4051.0 6240.079 842.12085, 4131.767 6301.8755 842.6469, 4257.2734 6391.3013 844.1964, 4332.7466 6439.234 844.88995, 4416.723 6489.507 845.0211, 4507.734 6539.985 844.2584, 4604.675 6588.184 843.2025, 4745.658 6652.0874 841.21954, 4835.358 6684.4043 840.4651, 4931.872 6715.623 840.1039, 5017.2983 6741.254 839.7549, 5088.3135 6761.4883 839.30566, 5174.3086 6781.4863 839.0542, 5270.6904 6799.6562 838.84174, 5373.807 6816.0957 838.78754, 5446.5874 6827.143 838.87604, 5528.581 6837.4946 838.77783, 5620.676 6845.737 840.37866, 5718.6343 6851.693 841.1731, 5809.0767 6854.2295 842.0306, 5878.897 6855.311 842.567, 5963.696 6852.218 842.94257, 6057.237 6845.0547 842.69653, 6157.4497 6834.514 842.10425, 6260.667 6820.4824 841.6651, 6345.0923 6808.144 842.3026, 6419.3804 6793.9243 843.75055, 6503.7705 6775.106 844.2604, 6594.07 6752.562 845.0079, 6686.342 6725.941 845.5817, 6818.5264 6685.4526 846.7737, 6898.3203 6658.4614 847.7919, 6980.9526 6628.445 849.1773, 7064.115 6594.793 850.66504, 7139.486 6561.2705 851.6136, 7257.8438 6502.8574 852.8577, 7323.8716 6464.851 853.4907, 7390.644 6423.4497 854.1304, 7491.8247 6357.5874 855.31976, 7608.272 6272.3545 855.8551, 7729.8564 6173.0703 856.0228, 7815.449 6097.1587 856.2656, 7913.103 5999.1113 856.66394, 8008.0225 5892.5093 857.0703, 8078.3223 5809.7056 857.4398, 8161.083 5705.0435 857.836, 8224.467 5620.076 858.2034, 8292.481 5523.4556 858.85516, 8349.961 5429.6245 860.1055, 8394.006 5342.1416 862.20013, 8450.032 5212.3003 863.06464, 8480.27 5136.077 863.1368, 8508.783 5057.31 863.0754, 8533.789 4977.729 863.6062, 8554.534 4895.9033 864.4642, 8571.548 4812.808 864.7628, 8586.538 4730.663 864.37463, 8598.227 4663.254 863.1383, 8622.31 4544.8115 863.61163, 8636.67 4478.3022 864.20886, 8649.61 4411.3506 863.4839, 8666.587 4315.78 861.60284, 8678.91 4222.454 856.67633, 8677.284 4157.962 731.9675</trace>
</ink>
</file>

<file path=ppt/ink/ink156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6887.057 6983.5825 874.14984, 6791.297 7073.903 861.5379, 6705.7603 7170.0317 858.6674, 6640.484 7267.9375 857.8614, 6616.0234 7342.542 858.2089, 6618.214 7412.475 858.1366, 6712.739 7492.306 858.1511, 6817.037 7493.4424 855.5053, 6882.5864 7473.7993 852.50507, 6948.1533 7440.65 849.6731, 7044.383 7371.43 848.33875, 7108.1807 7278.986 851.4546, 7132.7 7192.4414 854.454, 7108.396 7102.971 857.0176, 7026.452 7061.9326 861.3906, 6949.6714 7122.0767 859.67206, 6908.481 7202.4634 857.1016, 6908.492 7311.9624 854.8444, 6944.057 7417.4316 853.86444, 7008.557 7481.202 856.1632, 7074.2524 7500.0654 859.2234, 7150.2476 7434.032 859.75415, 7199.921 7342.476 857.496, 7248.3765 7234.3584 856.72266, 7314.1494 7174.4985 858.9903, 7381.457 7219.594 858.679, 7394.7427 7315.303 856.84265, 7401.3726 7443.2407 848.8631, 7404.96 7529.681 827.09424, 7406.521 7595.904 8.170602</trace>
</ink>
</file>

<file path=ppt/ink/ink156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7620.159 7226.991 874.14984, 7549.773 7326.9116 864.6978, 7534.813 7436.6636 865.3362, 7611.5493 7489.6445 864.3636, 7693.786 7481.8022 859.3514, 7765.8086 7426.07 851.2865, 7819.498 7334.469 838.96216, 7842.1587 7257.3447 831.67487, 7858.2 7180.8555 826.7865, 7869.13 7116.0776 822.45215, 7875.8735 7033.6196 818.42804, 7878.209 6941.074 816.9218, 7876.0547 6805.735 819.59894, 7867.7344 6727.8066 825.93964, 7854.7896 6658.058 833.3272, 7828.627 6575.727 847.1436, 7755.738 6681.6357 855.3144, 7745.675 6754.2134 848.9044, 7741.517 6844.758 841.2409, 7743.5596 6944.288 835.8989, 7752.6465 7045.209 831.5805, 7768.22 7140.618 831.3354, 7783.1436 7217.066 832.7528, 7822.0444 7330.0703 837.1811, 7876.8667 7402.824 845.4633, 7958.6284 7414.453 854.8884, 8031.912 7382.505 858.6724, 8107.848 7296.7695 855.68506, 8156.174 7189.6245 857.127, 8152.0156 7124.672 859.07263, 8105.959 7214.1714 856.5968, 8122.6465 7327.0107 850.9356, 8161.628 7405.885 835.0864, 8213.399 7473.0405 792.2724</trace>
</ink>
</file>

<file path=ppt/ink/ink156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8152.3867 7719.6177 874.14984, 8041.053 7728.9097 856.2105, 7957.656 7731.2925 844.76013, 7855.8354 7731.6714 834.1272, 7768.234 7731.413 825.82355, 7683.4824 7730.0103 818.49945, 7587.705 7727.982 812.15765, 7513.3022 7726.326 807.32074, 7407.959 7724.7266 800.32825, 7289.317 7724.2324 796.57166, 7207.019 7724.125 795.32916, 7117.216 7725.667 796.4008, 7024.162 7728.346 802.2362, 6951.0083 7730.8423 812.6285, 6870.171 7735.048 830.92944, 6951.455 7735.6826 857.1617, 7016.8604 7738.7905 237.88837</trace>
</ink>
</file>

<file path=ppt/ink/ink156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8047.2554 7975.171 874.14984, 7939.731 7961.158 854.2019, 7852.7686 7953.1807 841.19434, 7744.316 7946.836 828.9534, 7619.1445 7941.9717 818.6392, 7513.1113 7938.4487 810.82874, 7419.1265 7938.3623 804.8119, 7322.7793 7939.6445 780.56226, 7246.122 7941.0083 751.25336, 7148.208 7943.414 709.14606, 7050.606 7945.9624 660.982, 6968.018 7948.0493 607.5351, 6881.2563 7950.396 497.93854, 6816.8677 7950.5728 158.35458</trace>
</ink>
</file>

<file path=ppt/ink/ink15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19106.688 692.42694 874.14984, 19101.273 766.5769 861.9701, 19096.38 836.2156 850.41614, 19089.312 923.53375 839.56793, 19078.477 1028.1285 830.2025, 19069.277 1112.6041 822.9134, 19060.068 1203.3147 816.1879, 19050.64 1295.0121 812.3618, 19041.549 1382.8196 807.94366, 19027.049 1511.7068 798.1379, 19010.31 1670.5928 782.0591, 18994.133 1854.7538 763.35925, 18982.902 1985.454 748.5063, 18970.084 2148.1965 730.77734, 18955.17 2347.8936 711.71466, 18941.129 2525.0303 693.53046, 18927.445 2689.6494 675.6414, 18909.605 2897.9067 653.392, 18891.723 3139.0918 632.2465, 18874.883 3407.7036 612.0115, 18863.74 3587.612 596.49725, 18851.867 3812.1482 581.6129, 18839.166 4073.5208 567.0109, 18825.664 4356.4365 554.8956, 18814.62 4605.6426 546.5482, 18805.852 4813.7324 538.79346, 18796.889 5059.025 495.44363, 18788.857 5325.5566 447.31357, 18783.713 5604.146 394.15332, 18780.447 5801.411 337.86523, 18778.658 6014.125 279.93832, 18775.896 6247.024 225.17159, 18768.838 6482.458 176.21048, 18764.324 6633.955 132.42352, 18763.11 6709.773 40.26309, 18761.572 6784.1235 15.239815, 18756.562 6887.4854 10.2300005</trace>
</ink>
</file>

<file path=ppt/ink/ink15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14693.99 4899.554 874.14984, 14784.959 4909.0947 867.18744, 14894.072 4917.374 862.6688, 15002.789 4918.573 856.27454, 15139.094 4914.179 849.40955, 15237.938 4910.302 843.7567, 15355.934 4905.603 835.5496, 15488.269 4900.0825 826.8832, 15593.874 4895.582 820.214, 15702.369 4892.188 813.08716, 15837.686 4889.225 805.58057, 15976.5205 4887.306 799.2679, 16084.194 4886.07 793.4615, 16227.147 4885.28 785.2182, 16396.055 4884.8027 774.7342, 16583.797 4884.516 762.9819, 16729.205 4884.36 753.23, 16879.494 4884.292 742.92926, 17058.162 4884.2593 731.6197, 17258.008 4884.2437 721.9354, 17461.883 4884.2437 713.42645, 17605.45 4884.2437 705.3589, 17786.113 4884.2437 696.50494, 17990.139 4885.5547 688.41327, 18211.646 4888.655 681.6409, 18392.963 4891.781 677.14026, 18562.678 4895.3247 671.93146, 18763.145 4900.2515 667.3293, 18983.266 4905.5127 663.567, 19215.043 4909.6675 661.5162, 19366.443 4912.3823 659.17224, 19557.605 4914.522 658.1217, 19773.592 4915.912 658.0232, 20002.717 4916.4253 658.56213, 20197.734 4917.2236 659.5456, 20365.934 4918.166 660.0957, 20562.809 4920.446 664.19073, 20770.016 4923.1216 669.0117, 20908.936 4924.916 672.0075, 21081.611 4928.319 675.54736, 21275.082 4932.7783 681.8029, 21479.846 4937.359 687.8883, 21651.766 4940.6216 696.024, 21801.152 4943.024 703.1557, 21974.88 4944.9536 712.3253, 22161.832 4946.2017 723.965, 22353.824 4946.9897 733.8039, 22477.81 4947.4873 742.02844, 22627.26 4947.8076 729.461, 22789.55 4947.9863 707.32654, 22955.885 4949.008 675.56824, 23122.861 4950.3994 635.5163, 23274.637 4951.856 587.09705, 23387.938 4952.992 532.15485, 23516.484 4954.1 470.62485, 23653.324 4954.8203 403.69724, 23794.918 4956.225 334.1507, 23902.742 4957.4146 264.47086, 24006.725 4957.724 205.37755, 24118.713 4953.6167 155.80634, 24190.674 4950.935 114.97006, 24260.344 4949.7773 15.091567</trace>
</ink>
</file>

<file path=ppt/ink/ink15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23853.55 4760.69 874.14984, 23928.19 4787.7964 867.4936, 24001.473 4811.648 866.41046, 24116.059 4859.0454 866.8719, 24182.3 4945.124 865.3788, 24139.639 5054.717 857.2797, 24072.912 5122.5537 844.2957, 23984.559 5187.1367 831.314, 23918.115 5242.2065 790.71844, 23848.215 5288.468 736.3922</trace>
</ink>
</file>

<file path=ppt/ink/ink15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23776.578 5531.573 874.14984, 23880.479 5457.56 862.2729, 23978.941 5444.1597 859.48206, 24043.352 5478.933 860.1972, 24067.102 5552.7056 858.4694, 24009.094 5671.9214 847.81165, 23927.225 5738.2305 838.21814, 23849.94 5810.788 807.6031, 23776.578 5855.767 777.3488</trace>
</ink>
</file>

<file path=ppt/ink/ink15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24187.717 5515.2056 874.14984, 24112.398 5572.2676 860.95557, 24017.314 5642.5464 853.6799, 23972.875 5719.203 857.8297, 24087.44 5787.616 849.619, 24151.666 5819.1772 838.8248, 24248.732 5839.3994 800.9845</trace>
</ink>
</file>

<file path=ppt/ink/ink15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18923.646 893.59607 874.14984, 18950.549 825.86646 865.6445, 19006.377 689.37354 843.5848, 19038.988 621.5832 837.08185, 19084.992 539.4229 833.8437, 19168.016 546.6688 842.3941, 19209.617 654.2149 830.19116, 19228.342 732.28143 822.5985, 19258.207 845.78827 766.3732, 19277.24 918.9307 673.9387</trace>
</ink>
</file>

<file path=ppt/ink/ink15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19334.785 399.91333 874.14984, 19359.334 478.62637 867.4939, 19447.479 514.40686 865.34985, 19532.736 430.4429 861.292, 19572.906 337.3193 852.648, 19594.703 262.10715 850.551, 19594.215 353.06604 838.6678, 19586.234 447.59613 828.7847, 19580.633 521.89813 819.9806, 19575.95 605.74817 811.5606, 19576.51 703.00146 805.6465, 19582.193 802.32733 806.6117, 19590.516 895.3198 812.14044, 19596.838 1013.28937 824.06384, 19502.99 1009.478 847.2013, 19468.98 932.3028 842.2382, 19458.48 836.7964 835.7821, 19442.715 752.92706 800.7624, 19434.156 688.0565 761.5449</trace>
</ink>
</file>

<file path=ppt/ink/ink15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20871.39 4837.778 874.14984, 20864.484 4908.87 874.14984, 20853.664 4993.849 870.5735, 20842.46 5058.5527 759.21954</trace>
</ink>
</file>

<file path=ppt/ink/ink15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19547.863 5130.8193 874.14984, 19543.48 5219.6406 863.80096, 19532.822 5346.3696 857.3816, 19526.266 5422.3047 854.17065, 19519.482 5499.4116 848.52985, 19509.998 5607.59 833.54706, 19504.008 5676.3013 806.5784</trace>
</ink>
</file>

<file path=ppt/ink/ink15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19471.83 5253.8447 874.14984, 19546.334 5174.192 866.0719, 19654.72 5161.533 865.57947, 19747.045 5203.857 865.7133, 19769.67 5279.3945 863.0963, 19690.316 5342.379 856.4821, 19591.074 5385.4883 850.6995, 19481.566 5386.78 850.8901, 19551.62 5381.5347 857.21344, 19647.209 5456.105 854.45996, 19719.691 5529.433 842.3089, 19777.69 5599.875 821.3368, 19821.145 5666.2188 210.05254</trace>
</ink>
</file>

<file path=ppt/ink/ink15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20871.39 5007.2666 874.14984, 20870.104 4909.7915 843.3596, 20866.873 4828.752 837.18195, 20862.922 4738.825 840.8054, 20861.117 4642.971 843.83594, 20863.762 4574.2153 844.7292, 20868.762 4492.753 843.5735, 20874.16 4408.7324 842.8294, 20882.94 4281.3584 849.4937, 20888.598 4200.6143 850.2036, 20894.943 4109.982 850.81757, 20900.158 4032.87 851.2902, 20904.797 3961.2163 850.9494, 20910.473 3873.7693 849.3428, 20917.123 3778.2517 847.0162, 20922.734 3679.1726 845.2101, 20926.396 3613.8452 843.86536, 20929.395 3536.9883 843.7838, 20932.64 3452.2664 844.67474, 20936.715 3363.019 845.65753, 20940.084 3286.274 846.6613, 20942.836 3221.984 847.58936, 20945.271 3148.4539 848.69116, 20946.822 3072.5542 851.5515, 20948.12 2996.9592 855.5794, 20948.613 2926.7852 859.1451, 20934.43 2862.4504 862.67346, 20887.559 2932.2627 854.90857, 20852.438 3015.8157 845.86566, 20819.201 3101.857 836.8942, 20786.094 3187.0032 838.2028, 20798.414 3101.8591 848.5418, 20845.275 2991.5388 848.3927, 20886.791 2903.2673 852.4997, 20922.22 2834.1423 856.00433, 20986.508 2953.2017 852.37494, 20998.768 3025.4368 847.5109, 21013.33 3100.598 838.1508, 21028.24 3183.332 809.94226, 21039.96 3250.0796 740.924</trace>
</ink>
</file>

<file path=ppt/ink/ink15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21236.533 3559.483 874.14984, 21244.05 3625.9382 863.7189, 21261.14 3753.166 854.10474, 21268.88 3826.7559 852.74207, 21275.287 3900.3672 854.41223, 21284.016 3968.0144 855.6488, 21334.209 4034.6829 857.3591, 21384.707 3948.2092 849.04614, 21412.871 3827.7615 841.93726, 21429.736 3729.626 839.86945, 21439.748 3642.879 846.9654, 21469.229 3555.5098 855.7392, 21538.36 3537.4756 861.86145, 21606.287 3533.6838 758.9275</trace>
</ink>
</file>

<file path=ppt/ink/ink15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21616.695 3836.1565 874.14984, 21616.295 3918.2356 867.57135, 21621.77 4008.4102 867.2288, 21703.0 4033.1772 863.68243, 21777.021 3953.0405 860.8583, 21785.05 3878.267 862.3097, 21689.53 3830.0593 860.6899, 21621.387 3818.5837 858.895</trace>
</ink>
</file>

<file path=ppt/ink/ink15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21692.727 3219.977 874.14984, 21600.508 3235.9163 862.733, 21470.049 3262.308 855.6454, 21368.746 3281.1467 843.5225, 21304.54 3281.5015 829.465, 21237.832 3274.5508 625.2591</trace>
</ink>
</file>

<file path=ppt/ink/ink15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21509.688 3112.2644 874.14984, 21576.268 3106.7742 864.4764, 21675.69 3106.744 856.9858, 21749.121 3135.2031 860.1124, 21788.164 3208.577 860.69336, 21769.348 3287.7266 859.0561, 21741.559 3353.549 803.21625</trace>
</ink>
</file>

<file path=ppt/ink/ink15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20810.377 4561.104 874.14984, 20726.336 4574.502 870.0246, 20627.28 4595.0654 868.79706, 20565.346 4676.5864 866.6612, 20538.148 4760.3384 865.0599, 20530.715 4868.1587 864.8359, 20529.924 4935.837 569.5568</trace>
</ink>
</file>

<file path=ppt/ink/ink15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23183.34 3404.778 874.14984, 23207.75 3324.1396 865.16327, 23285.762 3249.8037 863.40314, 23361.717 3271.865 863.0194, 23394.16 3371.247 857.74274, 23400.307 3471.9077 851.7679, 23392.926 3594.8865 851.11884, 23393.059 3681.3867 853.63043, 23469.512 3655.1873 854.65857, 23507.26 3569.6963 849.4487, 23547.79 3447.4956 845.9735, 23572.086 3351.129 847.34705, 23586.238 3249.3054 851.1095, 23653.523 3245.552 860.703, 23710.064 3310.046 802.26</trace>
</ink>
</file>

<file path=ppt/ink/ink15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23594.479 3790.7483 874.14984, 23580.896 3867.2148 869.9369, 23637.56 3934.8225 867.8451, 23727.322 3920.9707 864.54376, 23796.541 3849.1724 864.51044, 23743.836 3771.665 862.6167, 23656.723 3762.926 862.12036, 23590.44 3759.2175 859.64</trace>
</ink>
</file>

<file path=ppt/ink/ink15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23837.594 3250.601 874.14984, 23901.916 3305.9495 866.09454, 23986.549 3378.1926 855.4136, 24072.188 3437.453 853.54926, 24166.229 3494.606 853.91974, 24202.31 3566.6602 854.727, 24171.197 3651.0151 853.95636, 24104.848 3735.5142 851.3815, 24020.266 3822.3801 840.4249, 23955.312 3892.3828 820.56824, 23899.395 3957.3062 719.4665</trace>
</ink>
</file>

<file path=ppt/ink/ink15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24719.943 3065.8 874.14984, 24646.043 3109.2158 864.14264, 24541.043 3198.8552 854.99585, 24470.18 3274.3457 850.8187, 24420.89 3348.652 852.19586, 24398.43 3438.9907 854.25995, 24432.803 3545.1375 855.6277, 24494.354 3616.5295 857.984, 24564.666 3601.2278 862.4724, 24563.674 3519.5652 864.1519, 24636.658 3573.9534 863.3641, 24680.912 3649.66 855.0797</trace>
</ink>
</file>

<file path=ppt/ink/ink15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24902.986 3235.289 874.14984, 24880.322 3323.7913 864.22534, 24837.021 3434.5283 858.8386, 24802.094 3522.0876 858.2179, 24788.676 3598.1143 862.1003, 24853.6 3594.698 572.95544</trace>
</ink>
</file>

<file path=ppt/ink/ink15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24826.953 3281.7532 874.14984, 24899.762 3241.3855 871.29266, 25001.695 3184.438 868.13837, 25019.605 3269.5017 855.6083, 24973.566 3368.0696 846.55994, 24941.41 3458.1606 828.97015, 24925.07 3568.7935 797.8, 24916.604 3641.2568 735.9728</trace>
</ink>
</file>

<file path=ppt/ink/ink15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25161.121 3481.8665 874.14984, 25091.615 3525.0627 869.67444, 25078.828 3613.532 868.9015, 25034.969 3683.126 865.4696, 24960.012 3690.982 860.3679, 24894.842 3686.4778 847.83984</trace>
</ink>
</file>

<file path=ppt/ink/ink15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25025.014 3851.4685 874.14984, 24935.66 3851.468 864.24225, 24796.07 3847.291 852.065, 24681.986 3843.025 843.01984, 24575.055 3840.7783 841.3958, 24505.086 3844.5195 835.897, 24436.068 3855.3809 828.56726, 24361.064 3864.787 816.36945, 24295.18 3879.9329 629.50244</trace>
</ink>
</file>

<file path=ppt/ink/ink15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24598.857 4005.6455 874.14984, 24584.43 4092.573 863.8738, 24560.184 4205.443 859.8523, 24529.346 4319.7124 858.1613, 24504.742 4401.235 857.91034, 24479.979 4481.892 860.9052</trace>
</ink>
</file>

<file path=ppt/ink/ink15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24491.85 4175.1343 874.14984, 24549.281 4086.4746 862.9061, 24631.367 4026.5857 857.7365, 24708.328 3999.0737 855.1519, 24778.135 4005.936 857.5251, 24798.178 4094.3691 857.0079, 24694.934 4180.737 855.73694, 24587.45 4218.685 853.7521, 24600.371 4299.7188 852.541, 24701.627 4375.347 849.2798, 24776.084 4440.1895 835.5844</trace>
</ink>
</file>

<file path=ppt/ink/ink159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20795.36 4946.0186 874.14984, 20792.322 4837.637 874.14984, 20763.04 4729.493 871.0044, 20714.11 4618.96 869.27527, 20673.361 4541.588 868.1854, 20619.521 4453.185 867.24115, 20575.246 4387.0615 866.6048, 20496.932 4290.198 866.29834, 20392.9 4178.8525 864.8688, 20305.227 4094.8074 863.93756, 20198.271 4006.196 863.4929, 20099.479 3930.7708 861.61224, 20008.504 3869.111 860.8368, 19901.135 3802.6487 862.3989, 19816.678 3754.0193 862.0204, 19717.691 3700.527 860.5321, 19621.045 3653.141 861.3612, 19537.21 3613.5308 862.31256, 19460.988 3579.652 862.9504, 19341.518 3535.1157 862.0434, 19243.72 3503.8928 860.1787, 19138.074 3474.9316 859.3449, 19024.242 3443.175 859.83417, 18938.246 3420.3384 859.95184, 18831.316 3396.1067 860.2826, 18734.986 3374.9692 860.7085, 18627.723 3352.6108 860.489, 18504.201 3331.3765 859.89685, 18403.285 3315.153 859.5713, 18282.365 3302.7976 859.11237, 18212.92 3297.8535 858.74426, 18110.06 3292.4539 858.04663, 17978.846 3287.5127 857.5892, 17908.105 3286.6597 857.5634, 17840.424 3287.6313 857.5707, 17731.19 3292.3442 857.5408, 17663.61 3297.3887 857.51294, 17591.746 3303.8672 857.45984, 17479.66 3317.457 857.2892, 17414.645 3329.482 857.1265, 17344.441 3344.4243 856.922, 17271.195 3360.3108 856.7114, 17196.91 3377.7354 856.6251, 17089.271 3405.948 856.628, 16957.541 3451.0544 856.7356, 16847.076 3495.388 856.6938, 16720.75 3553.067 856.3904, 16651.736 3587.0376 856.2747, 16550.498 3638.7603 856.07587, 16425.676 3708.778 856.08966, 16357.152 3750.3113 855.9896, 16290.631 3794.1404 855.833, 16194.113 3861.6748 855.6316, 16083.9 3952.3582 855.9889, 15998.6455 4030.7905 856.512, 15905.912 4129.545 856.652, 15826.873 4220.834 856.7754, 15753.494 4317.6934 857.1284, 15675.44 4430.097 857.60516, 15617.046 4523.005 858.1989, 15564.301 4626.4956 858.79065, 15522.932 4726.9316 859.3161, 15491.935 4831.28 861.2308, 15470.977 4934.5835 862.10474, 15461.698 5045.555 863.6177, 15465.794 5151.83 865.19073, 15483.046 5258.971 865.31305, 15501.165 5326.71 864.99207, 15524.955 5395.8955 864.801, 15573.549 5509.3013 864.0862, 15611.074 5574.4834 863.66205, 15654.764 5639.257 863.58136, 15759.275 5762.985 863.0709, 15843.974 5846.7285 862.5278, 15956.736 5931.452 860.91156, 16039.252 5992.4536 859.53625, 16125.46 6052.812 859.55853, 16199.442 6099.0127 861.0328, 16307.571 6154.025 861.8349, 16404.92 6199.025 861.0454, 16520.096 6246.7163 859.2784, 16626.012 6287.627 859.11053, 16731.953 6323.9067 858.6265, 16859.33 6362.232 858.22565, 16968.334 6391.1685 858.2939, 17088.613 6418.1963 858.4677, 17158.078 6432.709 858.1421, 17266.547 6453.438 857.65326, 17400.166 6472.4 857.1662, 17473.389 6481.67 856.91174, 17585.24 6493.6826 856.4262, 17653.014 6497.9077 856.2782, 17724.994 6501.8896 856.2861, 17800.377 6506.464 856.4299, 17877.209 6510.9077 856.59406, 17954.559 6515.4575 856.74335, 18032.756 6519.3037 856.8846, 18144.553 6522.7456 857.11194, 18212.715 6522.636 857.12604, 18284.27 6521.9795 857.1454, 18397.56 6520.7295 857.21564, 18521.812 6515.4907 857.42596, 18587.85 6510.6826 857.7259, 18685.445 6501.045 858.37006, 18808.738 6482.1255 858.73474, 18874.732 6471.962 858.81244, 18982.578 6454.12 859.0372, 19094.06 6436.5 859.33777, 19188.361 6421.164 860.33746, 19306.164 6396.0684 861.73224, 19370.572 6380.566 861.66736, 19465.58 6355.998 861.5291, 19582.412 6319.942 862.8556, 19685.764 6283.427 862.5404, 19791.479 6241.3213 860.5858, 19881.766 6201.6914 862.62646, 19972.342 6155.9453 863.8362, 20074.14 6092.1475 862.58105, 20165.79 6025.679 861.02875, 20241.041 5962.607 862.9819, 20339.771 5868.7676 864.12726, 20403.678 5804.1025 864.55023, 20475.123 5724.4585 866.2984, 20527.666 5657.341 867.33026, 20574.967 5584.099 867.1147, 20624.271 5493.9277 867.25793, 20675.695 5383.398 867.33344, 20718.096 5272.7104 867.60944, 20746.574 5169.658 867.0111, 20762.639 5088.9673 867.4064, 20779.58 4994.894 867.8639, 20789.9 4883.842 868.2902, 20780.088 4767.6514 868.4661, 20757.992 4656.2427 868.91327, 20727.922 4563.065 868.9858, 20789.488 4659.248 868.8068, 20816.293 4741.0728 867.05457, 20834.773 4838.739 864.9084, 20843.506 4949.4966 865.52655, 20843.656 5076.63 865.56946, 20842.475 5162.162 867.67786, 20832.514 5228.947 241.44513</trace>
</ink>
</file>

<file path=ppt/ink/ink159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20825.396 5069.0435 874.14984, 20818.486 5000.9053 874.14984, 20806.227 5084.6865 868.37573, 20796.557 5189.441 866.13086, 20773.762 5289.877 865.53314, 20741.596 5371.4604 866.0771, 20709.219 5437.25 815.2537</trace>
</ink>
</file>

<file path=ppt/ink/ink159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20779.4 5023.635 874.14984, 20764.068 5111.0317 871.0851, 20722.293 5238.617 868.00055, 20689.547 5305.742 867.05347, 20654.893 5383.3823 863.95386</trace>
</ink>
</file>

<file path=ppt/ink/ink159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10690.556 2621.7495 874.14984, 10683.512 2728.407 858.13367, 10679.714 2806.0168 850.02594, 10673.6 2897.3772 844.11633, 10663.674 3000.1094 838.54736, 10650.074 3111.5388 833.5854, 10632.81 3228.0496 829.56244, 10621.187 3305.4927 826.6753, 10607.5 3396.1648 824.7345, 10592.943 3500.8887 822.53735, 10581.758 3582.6206 823.19244, 10572.597 3661.535 824.6572, 10566.67 3749.7402 827.6208, 10565.864 3839.4382 831.21246, 10570.75 3925.2107 835.55554, 10582.385 4040.1394 844.23224, 10611.824 4150.285 853.3802, 10646.445 4226.993 860.15265, 10709.726 4297.643 863.38324, 10809.112 4352.904 862.4576, 10878.369 4376.0215 858.97925, 10954.611 4396.7305 855.3382, 11031.867 4416.5996 854.69507, 11155.369 4447.8174 852.78217, 11237.143 4467.761 851.5123, 11330.631 4488.9365 849.3969, 11410.885 4505.772 846.5828, 11488.149 4520.5986 843.4395, 11589.904 4534.8057 839.0836, 11711.234 4546.0225 833.591, 11847.958 4554.7324 826.9569, 11997.062 4563.3 818.716, 12105.056 4569.406 811.44446, 12224.271 4577.204 804.3021, 12359.54 4586.2744 798.91644, 12501.201 4594.306 795.6251, 12632.239 4600.328 795.1403, 12730.136 4604.4688 795.07996, 12842.6875 4605.7847 797.44977, 12960.72 4602.6797 802.1937, 13041.637 4600.211 807.52997, 13129.73 4594.128 815.0202, 13219.812 4583.045 822.3567, 13298.174 4568.3726 831.1221, 13402.506 4538.9863 846.23773, 13484.676 4469.7407 856.08154, 13534.623 4399.2583 860.18243, 13574.446 4299.844 860.893, 13607.776 4201.184 860.2816, 13648.541 4079.6274 858.13336, 13675.388 3997.6238 856.03955, 13707.3545 3899.6506 851.83325, 13738.729 3802.068 846.0113, 13764.069 3722.8196 840.0481, 13795.778 3620.2874 832.5539, 13829.287 3502.2573 825.2859, 13861.615 3376.4148 819.3612, 13884.088 3284.4897 815.32623, 13903.43 3191.4316 812.19916, 13918.185 3091.292 813.15015, 13927.611 3007.3784 816.9287, 13933.539 2936.2527 821.61255, 13936.247 2856.5725 826.98456, 13937.278 2772.9646 832.36816, 13935.742 2688.5884 838.1768, 13931.212 2571.1255 848.225, 13910.317 2458.0945 857.06854, 13873.215 2386.1526 861.88635, 13789.755 2337.643 862.71454, 13642.911 2311.2131 855.33014, 13532.222 2302.2874 844.2343, 13403.691 2294.9517 832.3685, 13270.2295 2289.6719 823.72504, 13175.303 2286.2734 815.52246, 13054.355 2283.5483 807.61774, 12916.381 2283.2495 801.28845, 12763.165 2287.8264 795.3816, 12635.96 2292.8372 790.2773, 12513.186 2301.227 785.36804, 12362.101 2315.1328 781.4293, 12189.694 2334.3096 775.6919, 12006.316 2357.2507 768.09216, 11884.941 2372.5876 760.54974, 11736.56 2392.673 754.1642, 11583.295 2415.2898 755.1472, 11438.519 2438.4026 760.2115, 11327.135 2457.5825 769.2468, 11238.615 2473.858 779.1296, 11154.98 2494.858 791.4113, 11075.28 2520.5708 803.65594, 10995.512 2544.2651 816.24445, 10877.386 2565.3333 839.28314, 10805.925 2575.9014 864.52734, 10738.355 2563.0576 426.36514</trace>
</ink>
</file>

<file path=ppt/ink/ink15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10845.437 1294.3503 874.14984, 10778.2 1334.0044 868.37787, 10683.498 1442.8059 857.92957, 10639.994 1520.0425 854.6157, 10611.831 1640.9244 853.96954, 10619.904 1731.0728 852.65784, 10689.077 1783.8911 853.4905, 10788.502 1781.9805 850.40704, 10894.682 1726.0338 843.79474, 10994.4375 1629.9705 839.246, 11047.506 1563.4062 840.72156, 11007.116 1667.5433 848.1374, 10994.671 1763.4825 854.6667, 11039.3955 1830.1594 857.888, 11109.648 1813.1133 862.08356, 11064.549 1744.2043 863.5857, 11019.58 1679.4144 861.67676, 11011.103 1594.8176 860.79016, 11079.71 1514.3745 859.55725, 11153.758 1501.9723 859.43896, 11219.293 1545.6957 859.36, 11265.04 1645.6372 857.2573, 11283.802 1738.5759 855.1418, 11284.511 1816.4158 854.7864, 11243.079 1714.4476 848.95355, 11250.28 1638.5381 844.4545, 11275.706 1525.9329 842.1365, 11327.406 1456.6207 847.68994, 11393.854 1460.7688 849.8899, 11445.567 1559.409 848.71796, 11470.5 1671.1589 842.5892, 11484.577 1749.6897 818.77344</trace>
</ink>
</file>

<file path=ppt/ink/ink16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11833.857 1447.4712 874.14984, 11753.277 1505.106 864.4363, 11677.498 1569.7059 856.0742, 11615.077 1636.7056 854.25836, 11573.043 1705.702 854.5452, 11571.009 1778.4781 855.34204, 11643.404 1776.4991 854.79987, 11711.713 1756.6584 851.7756</trace>
</ink>
</file>

<file path=ppt/ink/ink16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11818.839 970.1565 874.14984, 11817.4795 1042.5485 859.411, 11814.458 1113.611 848.181, 11811.362 1201.6887 838.6951, 11809.929 1300.726 831.74426, 11810.91 1399.2305 827.539, 11811.742 1464.9637 824.8585, 11814.95 1542.3099 824.0756, 11823.064 1656.1904 828.20184, 11848.217 1742.5986 837.7198, 11941.663 1702.8546 849.7466, 11993.985 1617.778 846.1341, 12034.729 1520.2814 839.1449, 12069.504 1443.0197 839.06775, 12086.079 1513.2251 838.5548, 12096.4 1620.716 832.70984, 12112.23 1701.1349 820.3922, 12125.142 1766.6606 763.1754</trace>
</ink>
</file>

<file path=ppt/ink/ink16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12010.328 1165.5177 874.14984, 11990.897 1230.6738 869.32324</trace>
</ink>
</file>

<file path=ppt/ink/ink16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12260.015 846.6038 874.14984, 12278.946 922.6516 857.26935, 12290.876 1002.27985 840.4999, 12297.982 1099.1073 830.42896, 12300.311 1204.3969 813.92346, 12299.645 1312.1252 790.60187, 12297.774 1406.9869 761.99225, 12296.02 1477.8806 728.953, 12293.903 1542.3021 692.0441, 12285.885 1649.4471 581.8384, 12278.986 1716.8037 389.6802</trace>
</ink>
</file>

<file path=ppt/ink/ink16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12214.02 1463.3113 874.14984, 12292.413 1412.6696 866.8056, 12369.568 1390.9369 866.51465, 12437.6 1396.4626 865.4995, 12503.184 1459.7214 863.0235, 12541.3545 1533.8523 858.77423, 12556.436 1628.7152 851.161, 12564.144 1694.0482 834.32074</trace>
</ink>
</file>

<file path=ppt/ink/ink16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12731.229 1371.4387 874.14984, 12723.098 1438.0597 863.78625, 12708.044 1542.9998 864.2556, 12709.201 1633.0072 865.55646, 12781.497 1657.8337 865.332, 12807.044 1585.2838 865.0903, 12811.625 1521.0885 864.9877, 12821.604 1454.0592 865.1782, 12858.199 1364.1476 865.6005, 12930.572 1351.3553 863.93085, 13012.989 1438.145 858.51874, 13027.92 1531.3071 855.6847, 13046.169 1464.5315 858.76776, 13083.205 1396.4644 861.9416, 13178.063 1375.1353 863.3399, 13226.305 1489.8618 859.52423, 13238.016 1555.8734 852.439, 13223.398 1620.87 236.67227</trace>
</ink>
</file>

<file path=ppt/ink/ink16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12807.261 1101.1012 874.14984, 12807.261 1170.2695 847.54504</trace>
</ink>
</file>

<file path=ppt/ink/ink16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13401.44 1740.5127 874.14984, 13413.115 1643.0593 863.2055, 13449.353 1508.4113 851.5021, 13490.848 1402.3639 849.7179, 13559.378 1347.0271 853.98956, 13572.779 1414.6753 848.3598, 13561.154 1539.2283 840.3834, 13550.806 1603.384 837.40155, 13529.974 1695.4065 838.6519, 13539.775 1619.8867 842.71533, 13559.226 1533.5643 845.0718, 13605.98 1441.6748 853.6588, 13677.447 1447.0852 854.748, 13675.425 1558.6078 856.0359, 13663.669 1641.5469 859.0898, 13738.732 1632.367 856.9341, 13848.913 1518.4563 852.45374, 13922.483 1423.4407 857.18024, 13851.241 1431.8701 860.4773, 13808.074 1526.1436 863.17755, 13827.222 1604.0604 862.744</trace>
</ink>
</file>

<file path=ppt/ink/ink16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13842.616 1078.3971 874.14984, 13770.35 1161.6577 861.5332, 13670.762 1216.8756 848.51544, 13597.702 1248.7572 826.87976</trace>
</ink>
</file>

<file path=ppt/ink/ink16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14039.736 1416.8469 874.14984, 13961.096 1502.7582 861.25256, 13894.714 1597.4551 859.13904, 13856.606 1668.689 860.2699, 13884.033 1733.9393 861.92535, 13987.128 1728.3904 860.4557, 14070.779 1683.2185 855.1429, 14160.417 1597.0553 850.9353, 14235.864 1508.0713 854.3785, 14270.371 1435.1504 858.56836, 14198.148 1473.0458 858.4512, 14139.502 1550.6437 853.7614, 14104.236 1662.8787 856.5867, 14133.973 1729.519 857.12933, 14215.394 1704.266 856.239, 14263.093 1623.4976 855.60345, 14298.795 1532.7952 858.78503, 14333.008 1461.021 861.2434, 14410.997 1440.4768 863.7136, 14444.125 1516.8622 864.6107, 14450.311 1628.6208 863.91956, 14437.0 1695.5881 862.6306, 14399.98 1787.0875 861.2981, 14322.08 1788.1875 859.971, 14326.708 1704.981 855.3063, 14378.598 1594.8282 843.543, 14466.057 1541.8778 843.2428, 14506.902 1630.6857 847.00977, 14481.893 1726.2119 850.3814, 14437.323 1798.9766 855.48126, 14382.023 1864.1248 565.284</trace>
</ink>
</file>

<file path=ppt/ink/ink16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14755.004 1509.2474 874.14984, 14667.187 1566.4655 863.0251, 14574.45 1628.2358 855.2388, 14510.272 1683.7086 860.71014, 14621.434 1645.4307 854.7431, 14689.659 1571.385 844.5638, 14759.231 1495.4261 844.93744, 14750.103 1585.7118 847.23364, 14715.11 1683.938 846.91986, 14799.128 1624.8997 841.0947, 14851.652 1548.6523 834.76917, 14852.403 1622.6409 838.995, 14819.968 1706.7408 847.7416, 14907.597 1656.8817 853.57404, 14969.755 1556.1704 853.4286, 15043.927 1466.8701 857.5116, 15131.927 1437.4869 860.0222, 15148.237 1510.8058 861.9215, 15120.374 1594.14 862.18396, 15097.803 1668.9866 862.688, 15166.183 1718.0386 862.59515, 15230.851 1681.7214 859.39777, 15316.071 1578.9874 855.1315, 15351.104 1500.4243 857.2599, 15262.452 1479.6549 857.4772, 15190.185 1557.5693 857.8368, 15165.625 1633.1945 860.5713, 15190.612 1697.369 861.35645, 15229.904 1761.8846 570.3854</trace>
</ink>
</file>

<file path=ppt/ink/ink16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14998.121 1262.67 874.14984, 14968.082 1339.7584 857.3729</trace>
</ink>
</file>

<file path=ppt/ink/ink16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14494.992 1946.4338 874.14984, 14371.097 1917.1355 846.3134, 14268.711 1898.3489 828.50464, 14141.258 1879.3395 812.3004, 13990.8955 1862.5642 792.5016, 13817.479 1851.4565 773.54315, 13669.28 1844.0846 758.8622, 13529.269 1842.7341 743.8378, 13378.274 1847.4646 730.6025, 13246.288 1852.6946 711.5481, 13066.641 1867.9957 687.7429, 12850.883 1892.3018 662.5863, 12694.973 1911.0331 640.68134, 12510.038 1937.7444 618.16394, 12291.224 1977.658 599.7282, 12150.069 2003.6155 559.46954, 12084.04 2013.6755 517.7885, 11967.106 2035.9493 474.0943, 11901.514 2049.6177 419.1876</trace>
</ink>
</file>

<file path=ppt/ink/ink16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12473.093 7164.6865 874.14984, 12476.531 7257.582 863.71747, 12484.973 7388.522 858.01514, 12492.0 7476.759 852.2388, 12499.759 7580.974 845.14825, 12506.332 7671.1924 839.0293, 12512.188 7759.368 833.3554, 12518.111 7865.1436 824.7893, 12522.668 7950.4805 816.48944, 12528.277 8075.7427 807.4743, 12534.577 8232.13 796.1849, 12541.311 8413.723 778.85724, 12549.64 8619.128 755.8741, 12556.869 8793.097 733.4956, 12564.319 8959.087 714.91986, 12573.472 9167.809 691.7116, 12584.056 9411.339 663.4295, 12598.239 9683.466 633.3853, 12607.652 9863.336 605.9513, 12621.8545 10095.424 576.6375, 12640.376 10370.398 549.5185, 12663.368 10680.11 526.61346, 12685.891 10962.347 510.65866, 12705.528 11199.326 495.5888, 12732.908 11493.507 476.24683, 12766.632 11830.976 458.17682, 12806.472 12204.723 441.252, 12836.02 12473.987 426.415, 12871.452 12769.644 411.16824, 12914.69 13088.202 356.16684, 12942.671 13293.577 307.32913, 12950.698 13361.424 269.67087, 12961.493 13445.338 231.33218, 12978.628 13563.43 158.53172, 12990.302 13636.945 74.55203</trace>
</ink>
</file>

<file path=ppt/ink/ink16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9486.239 10331.648 874.14984, 9570.007 10351.139 863.1179, 9702.244 10363.586 856.2134, 9791.035 10362.488 850.17865, 9895.8125 10358.135 844.88684, 10016.169 10351.614 837.6302, 10132.98 10344.179 829.9579, 10226.894 10337.861 822.90924, 10347.3955 10330.382 811.9275, 10433.675 10324.941 802.6028, 10558.327 10319.278 790.5372, 10712.533 10313.12 779.1176, 10829.804 10308.404 771.4626, 10966.161 10302.914 762.45795, 11133.723 10296.207 753.87244, 11324.495 10290.214 742.03094, 11515.328 10284.747 730.00916, 11657.65 10280.77 718.74365, 11837.982 10277.292 706.58624, 12044.339 10275.792 696.42285, 12267.456 10276.716 686.83246, 12444.126 10278.843 678.36584, 12616.009 10282.862 669.1866, 12816.161 10289.441 664.80914, 13034.437 10297.696 661.17834, 13256.142 10305.852 660.36597, 13405.989 10311.402 660.1578, 13591.723 10316.517 662.3632, 13798.176 10320.6 665.6482, 14016.753 10323.246 667.69965, 14198.457 10324.133 671.677, 14360.538 10323.812 675.4021, 14551.042 10321.318 680.49475, 14756.923 10319.271 683.2854, 14970.464 10318.823 687.72943, 15111.715 10318.602 692.7888, 15280.161 10320.782 699.0673, 15469.71 10325.179 706.1489, 15674.339 10331.398 712.3814, 15854.961 10337.302 717.7372, 16006.304 10342.475 719.83, 16189.001 10347.531 719.04834, 16391.182 10352.722 716.1029, 16606.4 10358.161 712.8922, 16756.729 10361.816 710.0487, 16927.783 10364.992 706.5498, 17117.2 10367.78 674.9018, 17305.494 10368.801 634.4842, 17426.775 10369.418 598.11865, 17510.691 10370.385 534.8746, 17592.076 10370.623 455.5888</trace>
</ink>
</file>

<file path=ppt/ink/ink16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17889.23 10693.859 874.14984, 17976.3 10704.026 867.7474, 18076.926 10744.349 862.42334, 18145.047 10791.001 859.41864, 18198.514 10895.331 857.0211, 18180.883 10996.813 854.97015, 18126.088 11083.585 852.67444, 18009.375 11161.267 845.3414, 17944.174 11166.681 838.3096, 17857.623 11184.132 813.7634</trace>
</ink>
</file>

<file path=ppt/ink/ink16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18406.438 10801.571 874.14984, 18327.494 10824.607 865.0494, 18232.59 10877.018 860.7491, 18147.172 10947.192 858.9345, 18105.463 11011.953 858.67505, 18095.297 11081.044 857.4256, 18193.984 11164.995 852.12103, 18312.572 11196.273 840.0025, 18389.928 11216.379 819.26605, 18485.793 11246.412 765.8559, 18552.324 11254.168 488.9191</trace>
</ink>
</file>

<file path=ppt/ink/ink16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12470.277 7018.43 874.14984, 12457.21 7095.624 863.7217, 12434.286 7218.921 858.42194, 12420.194 7291.732 853.9352, 12407.626 7357.35 846.03204, 12393.179 7422.4087 815.01514</trace>
</ink>
</file>

<file path=ppt/ink/ink16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12443.056 6918.11 874.14984, 12485.591 7014.2603 862.58057, 12527.956 7129.015 859.55695, 12591.284 7241.5923 855.09393, 12634.91 7314.188 846.3126</trace>
</ink>
</file>

<file path=ppt/ink/ink16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12427.098 6271.834 874.14984, 12456.944 6340.211 869.9091, 12526.072 6401.649 866.62524, 12601.723 6415.1025 863.8863, 12668.949 6417.177 858.5481</trace>
</ink>
</file>

<file path=ppt/ink/ink16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12747.186 6025.2563 874.14984, 12752.892 6091.8774 865.3999, 12762.061 6216.98 853.44995, 12764.247 6288.5127 851.1056, 12765.431 6398.9272 849.2022, 12762.659 6487.244 851.571, 12745.379 6582.5703 852.28143, 12708.778 6663.602 855.99835, 12617.896 6720.0273 862.19244, 12538.142 6677.452 862.64685, 12571.439 6566.351 855.71344, 12604.05 6488.9546 835.28, 12670.7 6440.3223 227.78516</trace>
</ink>
</file>

<file path=ppt/ink/ink16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14572.902 8335.797 874.14984, 14655.215 8395.892 869.6132, 14619.318 8478.024 868.3189, 14546.404 8432.905 867.81525, 14637.25 8388.0205 864.4309, 14659.621 8455.124 865.0234, 14573.168 8473.968 865.2793, 14619.025 8403.208 865.45715, 14684.197 8383.536 756.64825</trace>
</ink>
</file>

<file path=ppt/ink/ink16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14556.944 8428.726 874.14984, 14495.216 8532.274 869.53345, 14419.79 8631.711 863.50116, 14345.399 8722.519 857.39197, 14258.734 8824.816 855.8131, 14192.883 8902.314 854.72253, 14107.191 8996.794 855.36316, 14030.119 9077.356 856.3573, 13941.583 9171.913 857.42017, 13853.983 9266.478 857.5171, 13770.849 9359.169 856.98236, 13676.769 9462.204 856.54596, 13599.933 9542.315 856.5402, 13498.5625 9639.543 856.70917, 13418.54 9712.734 856.9772, 13323.897 9792.643 857.5977, 13241.517 9861.886 858.3362, 13153.157 9933.471 858.77936, 13053.475 10009.503 858.73505, 12975.971 10069.089 856.208, 12900.974 10131.329 846.5169, 12802.437 10211.847 816.4087, 12717.42 10279.747 767.3239, 12652.907 10330.899 651.8675</trace>
</ink>
</file>

<file path=ppt/ink/ink16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13051.315 9199.083 874.14984, 13099.515 9267.814 866.0414, 13158.977 9361.755 861.26953, 13201.021 9436.0625 859.54956, 13247.263 9530.33 860.4516, 13190.694 9444.277 859.663, 13141.168 9355.965 853.165, 13095.971 9274.42 847.2296, 13043.602 9156.356 847.08765, 13012.847 9058.288 849.0663, 13009.575 8955.106 854.4544, 13056.087 8865.404 859.7863, 13128.132 8815.972 862.1155, 13241.074 8807.11 858.7235, 13331.456 8840.369 859.37396, 13360.927 8922.668 860.1824, 13266.544 9011.213 859.609, 13168.066 9066.0 859.88635, 13079.691 9111.652 863.4599, 13085.007 9190.708 861.9718, 13182.539 9265.692 856.3816, 13256.386 9310.245 844.73553, 13333.826 9350.361 827.51105, 13398.001 9384.601 743.46136</trace>
</ink>
</file>

<file path=ppt/ink/ink16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14556.944 8382.262 874.14984, 14487.189 8313.89 863.8779, 14397.813 8231.6875 856.72784, 14297.389 8147.187 853.9584, 14206.162 8073.478 853.7759, 14131.915 8011.836 855.5635, 14025.832 7930.8726 856.8571, 13905.641 7842.3623 856.721, 13792.6875 7763.1123 855.1298, 13722.024 7714.309 853.1819, 13648.633 7663.8228 851.6016, 13576.354 7613.27 851.25385, 13470.032 7539.654 851.3671, 13348.37 7462.2383 852.7503, 13283.082 7422.4453 853.5896, 13218.187 7384.16 854.44196, 13129.121 7331.8984 856.72455, 13043.256 7283.957 860.82965, 13110.284 7264.4697 860.01526, 13195.526 7279.2676 856.6386, 13283.798 7299.289 853.2284, 13372.626 7323.307 849.7652, 13486.981 7354.708 850.18115, 13592.646 7383.047 852.5193, 13689.108 7408.021 855.3046, 13610.237 7356.4453 853.22455, 13537.241 7337.089 848.70593, 13457.821 7318.6973 844.9329, 13341.852 7293.0376 844.4682, 13277.714 7279.973 847.6744, 13172.514 7260.701 852.4278, 13062.837 7256.9175 857.71295, 13053.245 7358.97 865.4246, 13109.278 7435.7344 864.1224, 13193.476 7530.474 862.59326, 13262.143 7603.186 861.34045</trace>
</ink>
</file>

<file path=ppt/ink/ink16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13568.522 6979.8857 874.14984, 13594.508 7052.768 865.54315, 13640.106 7154.5435 861.4336, 13710.801 7273.0723 858.54974, 13786.566 7372.756 857.8295, 13850.825 7433.839 859.9844, 13923.755 7440.0684 863.6106, 13953.183 7365.014 863.20734, 13939.038 7261.7026 858.92334, 13911.375 7169.31 857.5896, 13888.97 7077.0513 859.6082, 13936.774 6992.4917 860.5813, 14009.699 6926.557 863.73846</trace>
</ink>
</file>

<file path=ppt/ink/ink16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14161.764 7288.767 874.14984, 14155.718 7368.5977 869.76404, 14182.625 7438.6006 868.66705, 14246.823 7436.706 867.4623, 14286.099 7357.291 866.8488, 14273.619 7289.6846 866.1257, 14194.005 7253.534 865.38586</trace>
</ink>
</file>

<file path=ppt/ink/ink16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13979.662 6641.436 874.14984, 13868.464 6664.575 859.78015, 13802.4795 6674.855 853.79913, 13733.458 6685.9907 845.37256, 13664.464 6697.186 836.25946, 13596.864 6707.572 826.39014, 13532.318 6717.6445 804.2554, 13466.479 6725.975 759.1995</trace>
</ink>
</file>

<file path=ppt/ink/ink16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13674.594 6518.411 874.14984, 13740.447 6514.284 864.57495, 13805.97 6516.042 853.90045, 13884.404 6522.8335 844.8495, 14003.154 6537.893 833.3821, 14110.442 6556.8237 827.17163, 14195.652 6591.8887 836.19666, 14207.151 6674.6455 843.5497, 14163.451 6779.1763 852.0239, 14134.404 6845.548 853.0875</trace>
</ink>
</file>

<file path=ppt/ink/ink16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14313.828 8212.772 874.14984, 14222.192 8311.167 868.8495, 14153.179 8394.497 867.41797, 14158.878 8468.248 867.4853, 14232.909 8548.609 866.7124, 14317.886 8620.981 865.66406, 14389.86 8675.83 863.9234</trace>
</ink>
</file>

<file path=ppt/ink/ink16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15272.213 7520.0327 874.14984, 15279.7295 7613.9395 867.76715, 15294.017 7719.1875 859.12036, 15313.388 7799.435 858.28424, 15347.028 7869.1484 860.04895, 15411.902 7912.5557 860.7152, 15500.96 7865.949 862.1744, 15529.705 7765.7456 860.9051, 15530.632 7661.8613 859.5107, 15525.548 7569.78 862.5498, 15599.7 7503.594 863.6883, 15663.957 7495.2637 757.4203</trace>
</ink>
</file>

<file path=ppt/ink/ink16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15592.3 7919.731 874.14984, 15601.13 8000.496 869.6673, 15705.749 8063.759 868.5746, 15777.865 8027.3105 866.4688, 15782.259 7962.2573 863.5603, 15711.032 7897.8267 860.50555, 15640.898 7852.3716 853.8523</trace>
</ink>
</file>

<file path=ppt/ink/ink16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15926.467 7766.6104 874.14984, 16034.429 7775.0425 867.0275, 16099.267 7779.6724 861.9848, 16164.209 7789.4634 8.619199</trace>
</ink>
</file>

<file path=ppt/ink/ink16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15957.443 7950.883 874.14984, 16089.527 7959.687 840.90015, 16169.365 7964.4727 774.1375, 16234.615 7972.6646 7.3785295</trace>
</ink>
</file>

<file path=ppt/ink/ink16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16299.12 7864.291 874.14984, 16321.491 7980.2344 854.1652, 16339.155 8062.435 845.2388, 16360.841 8155.618 838.65027, 16384.025 8257.404 833.92236, 16408.74 8366.513 830.36145, 16436.3 8481.393 828.0833, 16464.098 8597.118 827.6154, 16485.324 8685.46 827.62286, 16504.408 8768.201 825.69324, 16520.734 8839.765 826.0861, 16546.236 8943.348 837.1337, 16609.953 8834.28 842.145, 16616.643 8740.17 836.2072, 16620.855 8668.142 830.8311, 16621.617 8586.31 824.8461, 16619.09 8485.221 817.8413, 16612.385 8368.959 813.6564, 16603.564 8249.1875 809.97736, 16596.816 8161.919 807.24567, 16586.736 8050.8 804.38446, 16573.113 7926.061 802.6245, 16557.564 7795.7397 802.4245, 16545.668 7696.022 803.69006, 16534.734 7603.518 805.6571, 16521.662 7507.708 811.0061, 16506.541 7417.2236 818.66345, 16490.621 7337.609 825.638, 16468.17 7229.848 838.19836, 16462.56 7124.668 851.4941, 16526.01 7044.9126 859.34174, 16633.463 7006.037 858.6258, 16776.281 6998.92 848.09686, 16875.578 7003.5796 842.34937, 16980.086 7011.3174 835.8308, 17060.414 7017.977 829.15936, 17169.793 7027.406 821.6959, 17295.246 7038.572 814.33875, 17420.031 7049.464 795.9285, 17515.06 7057.7363 770.0095, 17586.684 7063.256 737.0661, 17666.475 7069.706 668.0307, 17733.021 7076.922 5.79597</trace>
</ink>
</file>

<file path=ppt/ink/ink16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17006.879 7411.2646 874.14984, 16935.979 7488.7363 862.7783, 16841.309 7580.2095 853.91504, 16764.885 7657.4424 849.79877, 16699.54 7764.1113 853.7667, 16698.049 7839.621 855.7776, 16760.195 7932.662 855.5691, 16834.676 7999.5386 857.23706, 16909.533 8020.0703 860.607, 16947.984 7947.804 858.422, 16948.164 7848.21 859.86383, 16999.047 7928.2354 851.89594, 16996.451 7997.1597 832.43243</trace>
</ink>
</file>

<file path=ppt/ink/ink16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17234.975 7627.745 874.14984, 17225.328 7733.46 862.572, 17211.863 7863.918 854.04626, 17205.06 7969.464 853.4884, 17207.637 8035.221 857.3081, 17204.605 7952.7295 849.52026, 17203.709 7856.814 844.11194, 17204.902 7737.737 843.1442, 17207.83 7673.2285 845.46796, 17219.832 7565.275 849.55066, 17261.842 7463.792 853.4312, 17346.615 7419.67 860.79553, 17414.932 7507.516 861.1851, 17427.973 7576.4272 857.15704, 17439.51 7693.505 848.2837, 17441.193 7762.2896 840.5914, 17444.877 7831.0234 830.84656, 17460.352 7926.7134 808.1792, 17471.357 7992.406 763.7077</trace>
</ink>
</file>

<file path=ppt/ink/ink16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17752.184 7781.3945 874.14984, 17662.55 7778.2397 869.2668, 17605.824 7846.5967 866.3136, 17633.525 7929.8535 863.705, 17685.041 8017.181 864.8116, 17645.307 8082.844 864.70593, 17547.705 8097.4834 862.17957, 17478.092 8105.5884 854.7747</trace>
</ink>
</file>

<file path=ppt/ink/ink16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17676.15 8243.396 874.14984, 17607.441 8233.091 861.3, 17540.734 8225.334 851.5425, 17458.324 8217.226 843.1866, 17366.312 8210.143 837.2127, 17268.572 8204.892 827.2738, 17190.938 8201.241 816.4217, 17122.135 8199.324 798.30566, 17005.611 8198.91 738.1989, 16901.096 8205.315 646.66895, 16829.578 8211.48 452.70615</trace>
</ink>
</file>

<file path=ppt/ink/ink16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17097.93 8444.565 874.14984, 17101.37 8534.496 863.55054, 17105.332 8660.892 857.11414, 17107.79 8728.573 856.113, 17110.28 8831.461 858.5601, 17103.395 8896.729 860.5574, 17071.588 8828.122 858.23413, 17060.094 8745.619 855.7665, 17058.79 8657.76 852.2458, 17074.85 8547.928 852.59454, 17099.975 8465.504 855.3918, 17177.281 8388.022 858.1625, 17283.32 8374.519 861.3675, 17317.893 8447.01 865.10333, 17239.055 8485.945 860.06775, 17137.156 8507.521 860.87885, 17063.145 8530.697 863.63025, 17062.854 8627.328 861.77856, 17134.373 8728.758 859.4456, 17184.086 8796.192 851.73474</trace>
</ink>
</file>

<file path=ppt/ink/ink16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14526.907 8459.878 874.14984, 14421.877 8364.031 863.0836, 14355.354 8310.038 854.2163, 14286.892 8259.869 850.4327, 14216.699 8215.8125 850.4639, 14110.263 8158.32 849.7726, 14045.747 8124.7417 850.10077, 13947.25 8074.517 852.5735, 13882.857 8042.712 853.42194, 13812.102 8009.536 853.97375, 13735.3955 7975.3936 854.40875, 13659.848 7942.582 854.5622, 13534.911 7891.354 854.2409, 13451.32 7862.3706 852.629, 13357.061 7832.6675 850.66724, 13282.231 7809.967 848.20123, 13204.916 7788.1196 845.20685, 13111.422 7764.739 842.03516, 13008.748 7742.0283 838.45355, 12904.79 7722.1904 835.74274, 12833.575 7708.883 833.395, 12745.736 7695.9556 831.8816, 12645.151 7686.22 830.98157, 12533.998 7679.6694 830.417, 12439.064 7676.4688 829.58325, 12352.813 7675.4 828.86426, 12248.186 7678.7354 827.32495, 12133.1455 7686.276 825.3056, 12012.981 7697.088 823.82794, 11932.454 7704.555 822.76434, 11838.801 7716.3525 822.6654, 11736.86 7734.755 823.3639, 11653.402 7752.7246 824.9368, 11576.939 7772.099 826.3889, 11484.921 7802.098 828.0395, 11381.485 7841.8174 828.3628, 11272.77 7888.8975 828.064, 11201.927 7919.8423 827.97705, 11115.537 7963.1074 827.2497, 11022.126 8015.3887 826.6485, 10926.333 8075.3174 826.6151, 10847.443 8128.5747 827.2282, 10779.953 8176.9478 827.6752, 10706.753 8239.384 828.9127, 10630.774 8313.637 829.65643, 10553.673 8396.845 830.1526, 10446.222 8523.985 830.5554, 10389.553 8609.769 830.29816, 10335.905 8704.917 830.1866, 10292.026 8790.935 830.3757, 10257.569 8862.591 830.1563, 10221.409 8951.13 830.0354, 10187.646 9051.906 829.458, 10158.766 9162.286 828.7733, 10139.656 9240.636 828.4452, 10123.308 9330.549 827.75195, 10111.667 9434.216 826.92993, 10104.375 9546.96 826.6016, 10101.261 9653.022 826.44934, 10099.968 9736.09 825.98914, 10103.543 9837.073 825.5829, 10110.05 9949.164 824.9828, 10119.419 10069.203 824.1849, 10127.036 10160.298 823.33655, 10138.228 10254.623 822.3262, 10156.876 10363.179 821.5495, 10183.003 10480.517 820.944, 10214.583 10594.744 820.1727, 10238.145 10676.612 819.32855, 10272.433 10776.088 818.34283, 10314.311 10887.881 817.2001, 10345.625 10969.245 816.41144, 10382.742 11059.36 815.4917, 10429.83 11164.581 814.85175, 10485.662 11277.833 814.1091, 10541.812 11382.323 813.7645, 10584.749 11460.045 813.3933, 10641.103 11550.693 813.56287, 10708.331 11647.904 813.99365, 10784.074 11747.562 815.0144, 10842.613 11822.128 816.29694, 10903.674 11895.626 817.4066, 10978.769 11976.609 818.54224, 11064.237 12062.712 819.0122, 11151.991 12146.326 819.2524, 11295.485 12272.156 818.9229, 11390.236 12341.884 818.3252, 11495.037 12411.419 817.7345, 11580.146 12465.021 817.3724, 11661.874 12513.298 816.8947, 11757.978 12564.753 816.7871, 11863.591 12615.544 817.05084, 11973.672 12662.792 818.2788, 12046.152 12693.604 819.411, 12136.147 12726.114 820.96594, 12237.388 12757.721 822.81287, 12345.915 12788.396 826.058, 12460.162 12816.806 828.0373, 12564.478 12839.022 829.51483, 12645.593 12855.031 830.69073, 12740.363 12868.906 831.33826, 12843.671 12878.811 831.8474, 12951.883 12883.928 832.56274, 13032.837 12886.958 833.8284, 13115.204 12885.114 834.87384, 13209.787 12875.899 836.08167, 13296.537 12863.703 836.12524, 13368.77 12851.794 836.2044, 13457.938 12832.39 835.6907, 13556.676 12806.451 835.2094, 13659.58 12773.059 834.6782, 13732.853 12747.699 834.479, 13810.593 12715.2 834.22644, 13897.282 12672.537 834.1534, 13988.8545 12622.19 833.92346, 14073.387 12572.033 833.7015, 14213.056 12480.452 833.6088, 14293.972 12416.058 833.5339, 14376.655 12341.973 833.0437, 14497.495 12222.148 832.1153, 14559.53 12145.988 831.3019, 14620.006 12060.616 830.83887, 14678.155 11969.466 831.0844, 14733.999 11873.87 832.4206, 14810.958 11731.682 835.08966, 14853.191 11639.868 835.8548, 14896.21 11539.79 835.4876, 14932.266 11451.831 834.6556, 14961.881 11376.824 834.0454, 14993.141 11285.649 833.4885, 15024.838 11183.603 833.00806, 15054.17 11072.425 832.3263, 15074.082 10994.599 831.1842, 15094.254 10903.989 829.6646, 15113.463 10799.7295 827.90625, 15130.389 10686.607 826.4929, 15143.839 10569.049 826.0189, 15153.305 10457.184 826.8056, 15159.535 10377.579 827.72437, 15162.423 10283.705 828.8626, 15160.8125 10181.309 830.01074, 15154.314 10074.15 831.61395, 15147.889 9988.789 833.26434, 15140.141 9908.798 834.95624, 15129.026 9819.206 836.8608, 15114.412 9724.874 839.1568, 15095.886 9628.944 841.7293, 15073.841 9531.853 843.94885, 15058.145 9464.018 845.9146, 15037.001 9390.105 847.56915, 15009.979 9310.033 848.9563, 14979.501 9228.756 850.052, 14950.733 9156.957 851.2011, 14900.113 9041.456 853.3855, 14834.771 8912.82 855.4603, 14799.521 8848.13 856.1963, 14742.91 8752.684 857.357, 14673.556 8659.249 857.10736, 14596.598 8571.214 851.37085, 14518.337 8493.278 837.5347, 14450.875 8428.725 798.26874</trace>
</ink>
</file>

<file path=ppt/ink/ink16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11985.923 11665.384 874.14984, 11928.962 11750.241 863.132, 11882.405 11871.17 855.16473, 11874.556 11940.206 852.81494, 11881.56 12007.491 853.08, 11909.108 12096.641 853.48285, 12004.14 12178.336 852.96936, 12090.806 12189.747 855.7358, 12176.803 12141.611 857.4906, 12243.799 12032.698 855.0617, 12271.166 11939.198 855.83057, 12256.689 11873.682 859.111, 12160.746 11899.114 859.3413, 12116.994 11995.519 854.6582, 12110.379 12134.102 844.05334, 12126.69 12208.868 845.26697, 12174.618 12304.371 848.0142, 12255.982 12320.781 849.31384, 12334.733 12268.405 848.8054, 12395.332 12188.286 853.87366, 12464.163 12152.028 859.4514, 12512.117 12257.635 849.4395, 12547.171 12355.317 835.6776, 12571.898 12429.594 802.23553</trace>
</ink>
</file>

<file path=ppt/ink/ink16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12747.186 11987.993 874.14984, 12714.351 12078.665 863.4857, 12690.282 12208.057 854.64026, 12684.077 12310.251 852.2823, 12692.376 12390.469 853.54535, 12717.369 12464.091 853.5099, 12806.744 12513.807 857.7138, 12909.103 12462.641 856.2595, 13018.796 12322.353 844.02466, 13062.535 12233.94 836.80176, 13117.505 12085.565 825.5261, 13135.828 11989.615 822.57733, 13147.709 11886.59 821.287, 13153.11 11780.356 821.3501, 13153.259 11693.209 822.83875, 13150.769 11623.234 825.55664, 13140.207 11554.638 830.253, 13094.293 11458.032 843.5944, 13003.143 11473.526 854.9633, 12973.504 11538.044 852.6062, 12953.934 11626.967 845.8162, 12938.353 11775.23 831.0341, 12946.591 11882.666 823.11975, 12964.78 12001.028 815.425, 12991.086 12120.111 810.5475, 13022.915 12232.732 809.18256, 13059.51 12332.468 812.8847, 13083.657 12397.15 816.8267, 13160.948 12497.497 831.445, 13239.519 12525.822 844.5955, 13315.426 12471.601 853.5607, 13365.027 12375.993 854.84595, 13370.963 12277.543 857.9651, 13345.785 12208.204 859.5943, 13262.679 12231.99 859.7884, 13253.592 12328.727 854.162, 13285.358 12443.325 833.134, 13307.274 12511.208 805.6828, 13341.873 12577.936 772.55786</trace>
</ink>
</file>

<file path=ppt/ink/ink16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12868.274 12681.789 874.14984, 12801.83 12671.395 863.49274, 12661.081 12653.36 847.91943, 12595.96 12644.734 842.93744, 12522.584 12634.204 825.12415, 12455.297 12624.4795 794.5299</trace>
</ink>
</file>

<file path=ppt/ink/ink16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12838.236 12836.494 874.14984, 12769.234 12836.493 856.1446, 12701.05 12833.794 844.3448, 12604.847 12822.32 830.29193, 12536.012 12814.736 806.8491, 12458.074 12804.813 772.79285</trace>
</ink>
</file>

<file path=ppt/ink/ink16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986.5657 1262.67 874.14984, 1085.0299 1256.5939 867.0226, 1174.5093 1252.9119 861.6361, 1284.622 1252.2987 858.97235, 1360.1647 1258.415 856.1135, 1427.8823 1267.6876 795.9147</trace>
</ink>
</file>

<file path=ppt/ink/ink16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1838.8796 784.29944 874.14984, 1832.6409 896.25366 857.95514, 1825.0764 972.762 849.1631, 1814.6669 1064.7177 840.87946, 1801.8983 1160.3682 834.4019, 1793.21 1224.4575 823.7484, 1780.6813 1301.7103 808.1341, 1762.885 1411.59 752.8927, 1751.9456 1479.4415 663.42883</trace>
</ink>
</file>

<file path=ppt/ink/ink16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1770.3567 871.4199 874.14984, 1818.9093 784.3535 856.7935, 1928.0853 675.77527 844.8805, 1993.81 632.11 844.3069, 2094.2363 581.24713 847.5568, 2166.9414 572.27423 852.6223, 2238.7124 678.9475 853.5968, 2225.0264 775.256 852.2281, 2182.198 848.6124 845.316, 2118.5315 926.7239 836.9248, 2002.9948 1039.7498 821.2059, 1936.3448 1083.6086 814.5539, 1830.0708 1116.1305 825.967, 1894.1525 1115.7429 854.4799, 1984.8569 1191.0148 857.3954, 2052.5393 1265.9888 848.3364, 2126.09 1303.3414 831.21124, 2191.793 1321.802 772.4128</trace>
</ink>
</file>

<file path=ppt/ink/ink16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2584.1853 784.29944 874.14984, 2559.027 865.6799 864.221, 2523.7507 999.66376 853.8593, 2494.3738 1119.6754 849.923, 2488.8027 1236.3413 855.7899, 2585.7195 1251.4873 856.1845, 2648.764 1152.5348 848.8402, 2688.5283 1046.2642 853.1641, 2707.6287 968.92816 856.31635, 2698.188 1047.3784 849.56805, 2692.958 1153.3104 847.618, 2706.2603 1244.3196 850.6374, 2767.6702 1309.4542 853.0123, 2834.8467 1326.1055 855.0223, 2916.2834 1260.5077 855.8138, 2961.5676 1169.9967 853.3712, 2978.9504 1036.7572 842.9541, 2974.7637 967.80786 834.0842, 2972.8542 890.4901 810.9008, 2960.5479 824.5585 623.9185</trace>
</ink>
</file>

<file path=ppt/ink/ink16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2964.3472 430.5375 874.14984, 3032.2383 375.3519 864.8576, 3103.136 346.4066 863.7828, 3186.2551 356.30566 864.8528, 3235.0864 455.6401 862.48627, 3192.278 574.14886 852.1442, 3146.317 666.0715 856.7496, 3181.9495 730.2576 858.957, 3269.5981 721.93353 856.1644, 3347.0122 707.32495 849.7467, 3413.7905 687.76807 662.31824</trace>
</ink>
</file>

<file path=ppt/ink/ink16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3375.4854 1031.4049 874.14984, 3470.2305 1032.9795 864.186, 3574.9768 1043.9333 858.17004, 3648.9832 1056.5411 846.6934, 3717.162 1070.477 816.6379</trace>
</ink>
</file>

<file path=ppt/ink/ink16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3359.528 1309.6624 874.14984, 3468.8452 1296.6385 863.6216, 3571.152 1279.591 853.6016, 3635.9744 1268.3767 839.6405, 3702.6233 1259.909 8.314566</trace>
</ink>
</file>

<file path=ppt/ink/ink16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3892.6936 1063.085 874.14984, 4007.331 1038.5162 858.47076, 4073.439 1023.575 852.3175, 4175.7666 995.9181 843.84, 4240.7993 977.3383 827.39264</trace>
</ink>
</file>

<file path=ppt/ink/ink16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4972.1665 477.52975 874.14984, 4869.472 483.6409 861.10144, 4799.007 501.4999 852.8221, 4717.803 530.0025 845.1025, 4653.35 554.1339 839.0854, 4545.601 611.5914 832.23444, 4460.598 680.981 833.6142, 4422.617 766.7571 839.2631, 4461.9126 850.7455 844.07153, 4583.0645 909.48505 841.8163, 4703.4927 931.11115 838.5829, 4778.496 928.6923 837.6553, 4853.723 919.6975 837.4287, 4960.8374 899.3689 842.1932, 5003.5454 832.5609 854.89923, 4934.298 818.51917 858.85364, 4849.678 799.05835 862.6625, 4926.2393 798.8427 860.2234, 4970.3804 865.76105 858.369, 4984.0283 946.8065 859.00635, 4966.8394 1020.76215 858.71765</trace>
</ink>
</file>

<file path=ppt/ink/ink16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5337.3096 492.31387 874.14984, 5321.6855 582.4696 863.6475, 5291.132 714.62994 854.9823, 5271.8535 789.2417 848.031, 5242.3564 893.27783 831.0929, 5208.8745 966.9132 796.70795</trace>
</ink>
</file>

<file path=ppt/ink/ink16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5307.272 477.52975 874.14984, 5382.622 457.53558 850.5976, 5450.8423 434.99936 852.54224, 5520.777 405.6084 853.94006, 5608.234 348.32816 856.3227, 5673.967 294.62415 858.3166, 5677.3076 381.4347 854.67694, 5655.06 446.50027 847.43427, 5627.4536 534.0965 838.799, 5596.4565 633.4343 822.7709, 5570.092 717.88354 798.91486, 5546.3115 787.7664 767.1751, 5521.6885 861.69446 697.69434, 5495.4185 926.3763 6.369201</trace>
</ink>
</file>

<file path=ppt/ink/ink16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6007.5215 647.01874 874.14984, 5906.1406 712.78705 858.88116, 5793.174 782.36053 849.0035, 5716.814 830.97076 844.2671, 5679.6094 895.6675 852.21313, 5771.576 920.0334 851.4197, 5890.0444 917.4797 847.35706, 5981.2817 923.95544 853.69025, 5991.9746 1003.8421 856.6839, 5912.4556 1049.7571 851.74805, 5829.7935 1070.4834 845.1609, 5729.901 1074.0425 837.49695, 5664.84 1076.3408 826.15875, 5576.796 1084.1017 786.4445</trace>
</ink>
</file>

<file path=ppt/ink/ink16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4576.9854 1262.67 874.14984, 4679.5693 1262.67 862.3277, 4747.476 1262.67 855.43994, 4830.756 1262.67 847.9225, 4961.028 1261.5251 836.49884, 5096.5947 1258.2863 829.34546, 5195.4663 1255.5122 825.4408, 5308.232 1252.9598 820.81396, 5421.559 1250.9897 817.4459, 5503.1104 1249.6456 814.6083, 5603.921 1248.7716 808.05994, 5716.1816 1248.2037 797.61304, 5833.0767 1249.3334 778.7518, 5924.3364 1250.8724 752.4993, 6005.262 1252.9598 717.895, 6085.0137 1256.3983 676.1686, 6166.768 1259.3982 574.17224, 6232.8394 1265.4373 375.57962</trace>
</ink>
</file>

<file path=ppt/ink/ink16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5102.6416 1733.1208 874.14984, 5077.5728 1818.0087 862.23126, 5059.8584 1883.522 855.74365, 5040.376 1963.4136 848.9776, 5021.307 2053.1257 843.5396, 5002.8755 2146.973 834.67706, 4990.3105 2211.6755 824.9863, 4971.331 2322.6125 792.7082, 4959.6504 2390.1348 732.1408</trace>
</ink>
</file>

<file path=ppt/ink/ink16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5018.161 1765.857 874.14984, 5129.169 1671.1879 859.6612, 5255.8354 1621.9164 856.48517, 5349.0913 1604.3491 855.98676, 5417.7124 1612.3333 857.3931, 5443.9116 1689.2823 857.402, 5414.9814 1753.6302 855.2432, 5355.8237 1822.8322 848.792, 5232.389 1923.9882 832.1453, 5120.3877 1988.6459 816.77203, 5045.3687 2024.1278 827.3025, 5126.597 2098.5337 837.4897, 5209.5405 2154.4683 838.0723, 5282.8306 2225.1167 818.7102, 5322.3345 2290.6707 7.973468</trace>
</ink>
</file>

<file path=ppt/ink/ink16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5505.332 1555.7118 874.14984, 5582.8013 1473.8375 859.1793, 5711.583 1411.9277 854.04675, 5778.699 1401.4952 856.28265, 5856.7744 1440.0908 858.248, 5829.7017 1524.9563 853.95514, 5775.873 1593.8439 846.7104, 5683.058 1686.9716 851.6826, 5684.602 1757.9707 854.4307, 5772.5977 1808.1733 855.56036, 5863.949 1812.508 851.64484, 5935.7783 1812.1356 840.24274, 6003.0664 1811.667 711.29956</trace>
</ink>
</file>

<file path=ppt/ink/ink16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1503.7738 3574.267 874.14984, 1463.1025 3694.676 855.32697, 1439.4386 3772.6448 846.1892, 1416.8885 3859.448 839.84326, 1398.4271 3946.096 837.1033, 1382.1633 4058.8455 835.33826, 1430.3584 4126.3 842.8284, 1496.5947 4061.0842 846.2016, 1528.047 3990.029 847.2645, 1555.9882 3890.8704 848.48846, 1597.839 3996.8535 850.25653, 1615.3446 4096.0093 857.0916, 1698.7609 4160.851 862.04944, 1781.5237 4082.2795 859.1965, 1831.6884 3988.6936 846.9364, 1878.1721 3874.4802 828.2959, 1885.8529 3790.3264 787.4427, 1876.4266 3721.0515 672.53906</trace>
</ink>
</file>

<file path=ppt/ink/ink16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2188.0657 3820.8445 874.14984, 2300.0923 3815.3887 860.17554, 2369.0923 3809.1865 854.147, 2485.3406 3798.9365 841.81104, 2560.521 3792.5107 820.4139</trace>
</ink>
</file>

<file path=ppt/ink/ink16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2280.0554 4082.734 874.14984, 2352.658 4082.7334 862.69214, 2421.7063 4084.3079 851.2507, 2516.1428 4089.538 838.3724, 2584.034 4093.01 819.08545, 2660.2178 4097.5176 789.0414</trace>
</ink>
</file>

<file path=ppt/ink/ink16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3390.5042 3528.3303 874.14984, 3309.205 3488.1133 857.5891, 3244.5674 3416.6602 862.1089, 3233.2644 3312.8188 862.68353, 3257.7222 3229.2493 860.79913, 3343.314 3147.2607 857.6413, 3444.6833 3119.635 851.6524, 3565.129 3131.6353 849.8384, 3639.8567 3166.1 850.0548, 3672.3474 3264.7478 852.30963, 3644.3645 3354.3174 850.9586, 3541.9888 3484.0005 840.33844, 3473.0645 3550.4553 833.8382, 3360.747 3647.481 823.8828, 3265.1028 3717.9902 818.3747, 3182.808 3755.3584 814.41925, 3305.7036 3819.1536 836.2853, 3371.444 3854.0635 837.449, 3468.9194 3900.1423 829.66626, 3559.055 3917.7007 815.3861, 3625.0723 3935.5815 684.92926</trace>
</ink>
</file>

<file path=ppt/ink/ink16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3968.7263 3343.0015 874.14984, 3955.6416 3423.754 865.3443, 3943.7378 3544.2388 858.7825, 3934.09 3645.993 852.6117, 3925.7173 3735.1196 855.1291, 3922.4932 3813.2832 860.965</trace>
</ink>
</file>

<file path=ppt/ink/ink16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4105.772 3404.778 874.14984, 4123.521 3493.2798 864.20544, 4127.1807 3608.7244 859.46094, 4118.633 3698.6333 854.2787, 4105.772 3775.4363 837.3771</trace>
</ink>
</file>

<file path=ppt/ink/ink16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3861.7178 3297.0654 874.14984, 3983.2783 3289.2227 858.18536, 4054.8215 3289.4011 851.09607, 4133.267 3294.874 845.2787, 4241.5938 3308.8652 826.3158, 4323.182 3320.624 793.4918</trace>
</ink>
</file>

<file path=ppt/ink/ink16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3162.4072 4145.038 874.14984, 3281.843 4130.6772 856.34534, 3363.1477 4120.057 845.6004, 3443.4414 4109.5957 836.0888, 3508.9436 4101.07 828.6021, 3589.1367 4091.943 821.9474, 3735.995 4078.5532 815.95667, 3841.2832 4073.3496 811.7443, 3953.5403 4069.983 803.1109, 4042.108 4068.5188 790.05035, 4122.5425 4068.6309 769.95465, 4203.881 4072.5305 742.89325, 4268.986 4081.2998 708.5535, 4338.2227 4088.3022 629.7175</trace>
</ink>
</file>

<file path=ppt/ink/ink16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3740.629 4482.96 874.14984, 3738.817 4581.007 860.9991, 3735.5894 4648.113 857.0103, 3733.4963 4722.164 850.8258, 3732.288 4799.5083 843.528, 3730.1108 4868.6157 835.2479, 3723.43 4980.331 814.7686, 3713.818 5079.2954 767.2014, 3702.3953 5176.239 699.0374, 3693.9368 5241.09 563.72687</trace>
</ink>
</file>

<file path=ppt/ink/ink16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3420.5417 4498.8003 874.14984, 3497.5156 4482.494 858.7977, 3574.6992 4474.369 844.2153, 3673.8472 4470.872 830.62537, 3764.4739 4470.4634 819.5676, 3843.102 4471.3706 810.97565, 3930.2888 4474.632 804.16846, 4001.0579 4477.797 777.0088, 4097.4863 4485.248 745.2626, 4162.937 4489.992 711.4907, 4243.3867 4495.6777 590.4307</trace>
</ink>
</file>

<file path=ppt/ink/ink16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4257.837 4837.778 874.14984, 4386.5474 4829.5635 854.4536, 4471.9844 4827.171 843.0613, 4571.7837 4825.39 833.0759, 4678.031 4824.313 825.49994, 4781.9907 4823.646 808.49677, 4856.186 4823.2246 785.27783, 4962.6533 4822.71 726.53204, 5033.1797 4822.466 600.20624</trace>
</ink>
</file>

<file path=ppt/ink/ink16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4454.9585 4730.065 874.14984, 4346.1885 4771.7817 859.10455, 4227.698 4819.697 856.98175, 4145.161 4857.7393 860.26263, 4100.662 4931.125 862.88745, 4232.707 4984.699 856.1549, 4317.6772 5004.196 833.8323, 4382.8057 5010.211 713.47003</trace>
</ink>
</file>

<file path=ppt/ink/ink16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5140.1885 4745.906 874.14984, 5212.1753 4639.186 859.43024, 5289.625 4545.0444 855.35864, 5368.91 4496.292 857.15424, 5393.914 4571.0845 852.9263, 5402.6494 4669.1846 844.8941, 5404.127 4750.0586 839.1129, 5404.8076 4824.669 833.53577, 5405.1113 4896.55 827.9006, 5404.4844 4975.571 824.3178, 5401.078 5120.5044 818.4547, 5395.722 5207.9106 819.26154, 5384.272 5329.8706 828.1747, 5356.5356 5404.8853 841.22626, 5343.845 5287.7803 852.18646, 5373.9106 5212.36 846.85016, 5418.813 5129.5293 840.14215, 5472.318 5045.4517 836.6545, 5551.178 4926.125 829.971, 5597.255 4858.401 830.96747, 5642.5864 4788.096 832.98987, 5682.689 4717.2476 835.51666, 5733.5605 4611.7905 842.8553, 5728.5815 4531.1523 854.2543, 5648.8896 4564.7637 861.102, 5605.127 4680.08 860.1423, 5601.5605 4763.2456 861.622, 5649.003 4832.977 861.96844, 5724.891 4829.1597 861.35175, 5792.369 4814.196 805.4535</trace>
</ink>
</file>

<file path=ppt/ink/ink16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5672.416 4267.5347 874.14984, 5601.3574 4347.425 863.728, 5544.3994 4411.788 850.64923</trace>
</ink>
</file>

<file path=ppt/ink/ink16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5900.5127 4622.881 874.14984, 5918.2607 4736.843 865.15735, 5925.457 4843.3003 865.9685, 5917.2227 4749.3516 853.4914, 5951.3955 4669.3735 844.95703, 6019.314 4582.982 841.2743, 6091.5107 4545.0996 843.4842, 6164.0093 4598.0303 848.0672, 6168.0986 4718.2197 845.45953, 6167.0957 4802.24 834.61957, 6148.1016 4866.5493 406.4672</trace>
</ink>
</file>

<file path=ppt/ink/ink16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6159.5864 4313.999 874.14984, 6125.4355 4400.148 846.21906, 6098.5723 4468.176 793.60876</trace>
</ink>
</file>

<file path=ppt/ink/ink16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6569.786 4637.6646 874.14984, 6491.114 4670.53 871.0661, 6390.5947 4738.776 868.28674, 6358.321 4825.4517 867.69226, 6426.7144 4853.629 866.3244, 6502.7295 4810.812 863.41864, 6551.2324 4733.701 856.69434, 6561.131 4656.056 852.0583, 6538.5845 4590.944 851.40247, 6609.82 4581.1685 855.56903, 6702.604 4637.595 861.86487, 6745.401 4741.7656 864.7208, 6785.054 4809.276 866.1527, 6850.931 4763.785 865.38794, 6824.472 4693.0815 862.6193, 6738.5435 4642.2114 859.6199, 6672.957 4606.4043 852.607</trace>
</ink>
</file>

<file path=ppt/ink/ink16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6843.8784 3928.5566 874.14984, 6839.4985 4021.8613 863.894, 6833.4277 4090.7017 855.7525, 6825.1753 4172.605 847.3314, 6813.34 4298.188 835.59485, 6807.2275 4415.9146 831.9026, 6811.3975 4493.541 829.6147, 6827.2886 4613.1353 832.83826, 6872.0894 4728.2896 839.5007, 6951.198 4802.447 849.47534, 7022.2065 4806.2593 857.08453, 7084.805 4730.8657 859.2038, 7101.327 4620.499 860.8172, 7066.15 4556.399 862.1646, 6991.3735 4603.2837 860.8945, 6983.874 4715.449 856.4385, 6983.076 4794.0327 845.79, 7012.1797 4858.4824 8.409139</trace>
</ink>
</file>

<file path=ppt/ink/ink16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7071.9746 507.62595 874.14984, 7109.736 597.2285 863.2935, 7124.5176 669.6253 854.4874, 7132.6987 763.0038 844.211, 7137.5264 836.1095 835.88525, 7136.905 921.79285 827.4664, 7134.6743 1003.77484 820.5673, 7130.4126 1090.567 813.98584, 7122.2817 1215.2896 802.5236, 7110.9478 1367.4508 789.4124, 7100.4624 1543.4728 774.55133, 7093.415 1660.6014 761.92224, 7088.5483 1816.7906 747.38446, 7084.726 2007.7655 730.0184, 7081.2427 2224.0325 709.9296, 7079.6914 2455.2996 690.56006, 7081.3735 2695.916 674.46423, 7086.9756 2940.2505 663.8047, 7090.8853 3101.9438 654.95856, 7098.1685 3298.0618 650.3451, 7105.273 3517.5962 648.76184, 7109.895 3752.04 645.00165, 7112.2334 3991.3848 645.25525, 7114.945 4204.895 649.3108, 7117.2046 4366.6436 654.5299, 7120.9946 4546.0415 666.47833, 7126.421 4726.245 685.0788, 7132.8843 4895.949 705.9087, 7137.783 5016.9307 726.9638, 7142.8687 5124.4424 747.86774, 7149.473 5222.855 771.2393, 7157.429 5296.8267 793.0359, 7180.824 5369.49 841.9155</trace>
</ink>
</file>

<file path=ppt/ink/ink16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7346.0674 2279.6038 874.14984, 7449.627 2261.745 863.68036, 7554.608 2247.7688 854.4202, 7642.687 2240.9507 853.7134, 7744.375 2260.3645 858.1699, 7811.7446 2275.8757 869.3818</trace>
</ink>
</file>

<file path=ppt/ink/ink16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7452.137 2526.1812 874.14984, 7543.612 2516.392 866.6475, 7638.9155 2503.7078 865.78613, 7704.3135 2495.9707 857.6762</trace>
</ink>
</file>

<file path=ppt/ink/ink16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7650.197 2156.579 874.14984, 7735.696 2210.8206 863.3192, 7821.74 2286.246 863.5976, 7870.647 2399.2285 863.1262, 7871.9067 2506.4846 859.28485, 7819.354 2609.1577 853.8934, 7780.2075 2674.86 841.5245</trace>
</ink>
</file>

<file path=ppt/ink/ink16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8760.646 1832.9132 874.14984, 8755.065 1941.9735 861.8134, 8749.099 2007.0839 856.14636, 8741.745 2079.8652 851.93097, 8729.626 2188.4927 846.336, 8719.914 2253.7024 847.50183, 8703.102 2358.9492 849.71716, 8682.114 2473.144 854.7458, 8667.974 2546.075 871.7565</trace>
</ink>
</file>

<file path=ppt/ink/ink16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8722.161 1614.848 874.14984, 8791.366 1570.4675 863.88385, 8890.042 1540.4651 863.311, 8989.26 1546.8765 863.451, 9065.509 1644.1107 862.84174, 9062.023 1745.5013 859.3608, 9027.473 1830.3815 856.0286, 8950.92 1907.3685 851.6085, 8818.378 1982.8867 846.4506, 8719.47 2022.2942 844.2172, 8641.927 2032.6711 850.0243, 8735.497 2076.547 856.38794, 8812.295 2167.5608 850.9831, 8863.097 2248.5447 834.6667, 8903.075 2319.3174 798.76544</trace>
</ink>
</file>

<file path=ppt/ink/ink16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9719.03 1493.9353 874.14984, 9697.108 1568.2759 871.24457, 9659.338 1693.8204 853.22974, 9630.259 1784.8164 840.76526, 9601.959 1877.8982 848.7404, 9622.908 1979.5516 852.73413, 9700.609 2035.2292 851.4364, 9796.262 2052.29 850.25385, 9869.648 2032.5607 853.78864, 9905.223 1959.7623 845.48315, 9894.876 1894.4475 415.83533</trace>
</ink>
</file>

<file path=ppt/ink/ink16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9826.039 1740.5127 874.14984, 9818.858 1861.8807 858.1201, 9806.465 1931.5256 851.2783, 9782.847 2042.2605 837.3897, 9759.208 2137.779 816.9598, 9735.369 2222.6982 779.81195, 9714.781 2288.5093 681.3984</trace>
</ink>
</file>

<file path=ppt/ink/ink16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10282.233 1601.648 874.14984, 10264.501 1668.269 864.94696, 10227.77 1793.9254 851.8106, 10205.035 1866.048 848.0224, 10173.177 1977.1688 833.26654, 10155.492 2059.2173 811.58185, 10141.256 2125.147 741.4205</trace>
</ink>
</file>

<file path=ppt/ink/ink16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10388.304 1632.8002 874.14984, 10386.559 1747.9984 861.0198, 10362.703 1875.1904 854.03296, 10342.046 1960.958 851.89307, 10323.789 2030.6564 855.26605, 10273.199 2097.2363 679.77216</trace>
</ink>
</file>

<file path=ppt/ink/ink16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10084.173 1555.7118 874.14984, 10186.5205 1567.8031 863.1346, 10306.253 1584.4342 854.5345, 10415.99 1588.1738 848.32404, 10494.668 1589.4122 834.4881, 10560.5 1587.4824 231.47948</trace>
</ink>
</file>

<file path=ppt/ink/ink16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10560.081 1175.0217 874.14984, 10630.056 1157.1499 868.70685, 10737.426 1173.1947 867.38885, 10796.211 1258.4088 864.44977, 10788.813 1339.4843 860.5465, 10741.02 1414.6354 851.1031, 10648.866 1501.7994 851.29944, 10620.063 1596.6456 854.7986, 10716.467 1647.267 850.492, 10838.543 1669.1871 839.86896, 10905.199 1679.061 821.4239, 10970.255 1678.9479 794.48785</trace>
</ink>
</file>

<file path=ppt/ink/ink16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9399.881 2480.2449 874.14984, 9471.146 2475.34 865.10187, 9542.765 2472.2554 852.98816, 9634.482 2468.311 840.4931, 9741.464 2463.6343 829.5149, 9852.129 2458.2866 820.336, 9927.875 2454.581 795.30835, 10026.678 2449.2231 765.446, 10091.739 2445.684 731.3825, 10183.273 2442.0454 683.9083, 10285.221 2438.9429 630.08307, 10388.37 2436.9543 571.1122, 10473.779 2436.4893 508.30627, 10540.374 2436.7166 442.0708, 10649.02 2445.8655 303.12933, 10720.921 2454.9568 75.77786</trace>
</ink>
</file>

<file path=ppt/ink/ink16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9975.288 2904.2312 874.14984, 9964.032 2989.1194 862.53754, 9947.543 3125.211 854.5797, 9937.08 3199.6604 848.7779, 9926.571 3265.1094 841.7246, 9911.1 3354.984 824.3938, 9898.347 3435.973 787.5441, 9893.959 3505.7693 689.7523</trace>
</ink>
</file>

<file path=ppt/ink/ink16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9597.94 2834.5347 874.14984, 9685.011 2827.5242 864.4104, 9806.145 2831.0034 857.97644, 9913.258 2837.538 852.3227, 10016.731 2842.1729 851.8372, 10085.952 2839.5 849.8081, 10159.868 2838.2207 846.42303, 10226.049 2835.0989 740.72144</trace>
</ink>
</file>

<file path=ppt/ink/ink16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10267.215 2742.1343 874.14984, 10348.046 2735.2703 865.3592, 10419.194 2743.1064 864.5498, 10497.582 2823.4 865.4983, 10497.87 2897.5078 863.3533, 10446.108 2993.1626 860.36145, 10395.867 3065.126 861.68524, 10398.926 3131.7646 864.3097, 10513.988 3133.525 857.2175, 10599.1045 3110.2422 849.0849, 10673.96 3092.9634 829.4461, 10753.446 3065.8 795.4554</trace>
</ink>
</file>

<file path=ppt/ink/ink16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10966.525 2311.284 874.14984, 11060.802 2302.8284 863.9613, 11173.223 2298.4753 855.43414, 11249.819 2296.9814 844.51404, 11315.911 2298.6477 651.0936</trace>
</ink>
</file>

<file path=ppt/ink/ink16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11012.5205 2572.6455 874.14984, 11118.301 2563.815 860.4155, 11189.402 2548.496 851.53, 11272.039 2522.66 842.78326, 11344.261 2502.077 823.2911, 11411.352 2479.2915 802.3909</trace>
</ink>
</file>

<file path=ppt/ink/ink16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12153.945 1678.7365 874.14984, 12084.941 1697.78 864.29205, 12017.959 1724.0845 851.56287, 11937.261 1761.9478 839.8138, 11850.884 1809.0797 830.2784, 11734.943 1879.9679 825.44635, 11649.7 1949.4656 829.7501, 11602.696 2058.4434 832.98145, 11624.901 2152.2788 838.86145, 11734.093 2243.8005 836.4632, 11818.913 2281.988 832.3694, 11885.921 2307.345 827.3317, 11956.309 2325.7712 823.4584, 12030.49 2336.8933 819.80225, 12127.037 2340.816 829.7385, 12112.631 2257.094 841.0219, 12041.763 2208.7126 852.02875, 12022.235 2134.313 861.97876, 12132.445 2107.972 859.8851, 12220.137 2168.2146 862.3455, 12239.475 2294.7878 857.04767, 12219.9795 2404.89 845.44836, 12199.148 2485.4128 821.66705</trace>
</ink>
</file>

<file path=ppt/ink/ink16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12549.125 1710.4166 874.14984, 12535.1 1833.5005 857.95123, 12523.186 1909.1561 848.8692, 12509.197 1990.6255 842.7605, 12497.291 2058.2136 833.1502, 12479.23 2160.9258 807.75684, 12464.017 2237.5625 741.08246</trace>
</ink>
</file>

<file path=ppt/ink/ink16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12556.635 1671.8723 874.14984, 12622.308 1611.773 860.362, 12747.783 1552.0052 850.7866, 12816.136 1533.6202 850.93414, 12915.751 1521.4916 853.3867, 12988.881 1573.3499 855.8754, 13008.7705 1675.0095 853.38605, 12990.511 1783.1938 849.64514, 12967.64 1852.976 848.2223, 12928.593 1960.3862 845.1058, 12904.222 2027.7766 840.20483, 12885.518 2097.5786 833.2271, 12863.028 2172.5068 818.4694, 12848.886 2236.7075 703.73663</trace>
</ink>
</file>

<file path=ppt/ink/ink17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13294.432 1987.0901 874.14984, 13225.836 2025.5087 868.74414, 13136.495 2088.4495 870.3188, 13127.593 2155.3171 868.9953, 13193.849 2229.1929 864.8753, 13243.248 2310.216 862.8428, 13156.949 2355.4373 854.86426, 13056.5625 2376.3584 846.6213, 12976.722 2388.5513 828.11017, 12909.911 2382.4924 229.10686</trace>
</ink>
</file>

<file path=ppt/ink/ink17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13264.395 2587.9575 874.14984, 13173.842 2593.0303 864.0275, 13103.029 2596.4573 856.4151, 13011.676 2599.0356 846.8302, 12903.968 2600.9827 837.0701, 12825.925 2602.274 830.4581, 12736.058 2604.3286 823.806, 12653.088 2606.294 818.2189, 12570.324 2610.3667 810.33875, 12464.682 2619.0073 789.8116, 12354.396 2630.1755 762.0929, 12275.683 2638.3948 727.103, 12178.107 2648.7742 685.85425, 12070.692 2660.7593 638.6481, 11961.926 2673.6013 585.5753, 11874.672 2684.08 526.2289, 11804.565 2691.552 462.2786, 11705.574 2694.8796 333.6233, 11641.246 2695.211 117.792786</trace>
</ink>
</file>

<file path=ppt/ink/ink17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12321.028 2896.3113 874.14984, 12313.849 2982.2307 864.2116, 12287.757 3103.416 858.1453, 12269.601 3171.9663 852.79785, 12241.726 3277.416 838.4152, 12220.932 3358.086 815.1716, 12198.528 3424.7979 773.69006</trace>
</ink>
</file>

<file path=ppt/ink/ink17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12153.945 2973.3997 874.14984, 12262.303 2920.1597 844.7421, 12341.675 2901.7275 835.4508, 12425.891 2890.0837 829.9417, 12505.794 2888.8777 829.88446, 12606.522 2899.3213 836.6617, 12661.5625 2976.2798 843.78973, 12571.755 3059.573 849.3344, 12502.153 3088.7205 845.6141, 12438.054 3112.8364 840.7592, 12327.142 3153.5957 847.4771, 12287.644 3247.947 851.63196, 12338.924 3313.4045 852.70746, 12411.958 3371.1702 860.3388, 12488.739 3406.4155 865.1328, 12553.018 3433.0168 845.92804</trace>
</ink>
</file>

<file path=ppt/ink/ink17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12829.789 2739.4944 874.14984, 12910.701 2745.8503 863.6594, 12993.459 2783.6138 865.95996, 12993.061 2858.1187 864.3843, 12950.572 2922.9692 861.2438, 12878.497 3002.6792 861.9065, 12871.392 3089.3848 863.14294, 12965.291 3181.7505 860.5213, 13057.877 3228.4731 859.60986, 13124.177 3258.689 856.5151</trace>
</ink>
</file>

<file path=ppt/ink/ink17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8510.0205 4383.6953 874.14984, 8517.358 4476.112 860.16547, 8519.029 4549.8906 851.25073, 8519.551 4637.5356 843.68054, 8518.074 4733.5244 838.35156, 8514.766 4831.5527 835.5603, 8511.354 4925.618 835.34937, 8505.75 5050.9795 838.65765, 8497.796 5144.6606 843.4244, 8474.979 5221.282 872.97034</trace>
</ink>
</file>

<file path=ppt/ink/ink17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8213.399 4329.8394 874.14984, 8282.855 4322.82 863.3161, 8353.243 4315.012 850.64716, 8446.165 4306.0396 837.57385, 8555.263 4298.26 826.15967, 8675.764 4292.781 816.1841, 8750.565 4289.381 797.4466, 8821.49 4284.8047 762.5417, 8886.126 4283.785 739.3584</trace>
</ink>
</file>

<file path=ppt/ink/ink17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9049.756 3975.549 874.14984, 9128.781 3965.0176 864.59357, 9221.468 3988.2952 862.9596, 9269.663 4076.3396 862.8417, 9246.718 4146.2764 859.8167, 9166.682 4239.388 855.1284, 9106.153 4308.759 858.2495, 9097.753 4376.531 860.1865, 9183.985 4430.343 856.70355, 9270.846 4450.525 847.71674, 9344.384 4471.6343 829.5066, 9429.919 4483.4883 789.1542</trace>
</ink>
</file>

<file path=ppt/ink/ink17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7969.3457 5377.9253 874.14984, 8044.507 5376.396 860.8338, 8121.262 5371.648 845.98035, 8221.668 5363.8887 831.44867, 8337.932 5354.6113 819.30646, 8436.505 5346.6733 810.07324, 8524.165 5341.746 802.89294, 8617.576 5338.6367 773.84906, 8691.979 5336.6523 740.52216, 8792.39 5338.546 694.2346, 8902.088 5344.835 641.5514, 9012.928 5355.1196 584.1841, 9093.999 5363.434 522.9145, 9171.653 5373.126 458.03384, 9247.368 5386.228 390.1081, 9341.353 5413.3135 257.70633</trace>
</ink>
</file>

<file path=ppt/ink/ink17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8502.511 5746.999 874.14984, 8502.51 5813.6206 863.79846, 8507.194 5945.7256 852.4984, 8511.817 6025.401 849.6409, 8517.374 6108.3257 848.1445, 8522.333 6182.7163 847.5196, 8528.009 6298.333 848.577, 8529.319 6395.7856 850.16815, 8518.149 6466.3794 856.27203, 8501.22 6532.9385 241.59178</trace>
</ink>
</file>

<file path=ppt/ink/ink17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8395.503 5885.864 874.14984, 8474.035 5813.534 857.4288, 8611.444 5757.8154 845.6492, 8726.857 5738.01 840.7373, 8815.612 5749.3833 843.172, 8882.321 5834.745 846.8959, 8836.608 5933.429 847.5881, 8758.245 6006.7524 845.1526, 8639.451 6064.1 848.8765, 8559.173 6093.9146 852.998, 8651.346 6158.9575 858.72656, 8751.021 6232.7676 853.6647, 8823.265 6308.9766 838.6635, 8870.253 6394.411 812.2817, 8892.844 6464.4155 768.81146, 8904.547 6529.6675 535.13086</trace>
</ink>
</file>

<file path=ppt/ink/ink17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8943.687 5562.726 874.14984, 9018.6875 5576.141 869.7824, 9083.95 5596.834 869.2132, 9113.161 5692.2383 868.2588, 9069.561 5771.8076 867.0506, 9160.635 5810.176 860.177, 9233.716 5831.1694 856.95496, 9303.208 5891.9673 860.53906, 9224.302 5974.1274 861.5327, 9159.782 6010.8013 839.31616</trace>
</ink>
</file>

<file path=ppt/ink/ink17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9734.049 5238.5317 874.14984, 9848.971 5242.3804 861.1413, 9976.71 5240.627 853.6344, 10051.147 5239.4395 842.671, 10115.577 5241.642 414.05865</trace>
</ink>
</file>

<file path=ppt/ink/ink17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9719.03 5515.2056 874.14984, 9837.06 5526.113 853.0803, 9934.902 5515.94 837.72473, 10023.589 5508.818 805.7422, 10087.832 5500.3135 778.49603</trace>
</ink>
</file>

<file path=ppt/ink/ink17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10556.325 4607.569 874.14984, 10532.766 4719.6753 861.23505, 10518.895 4850.5474 859.0358, 10528.525 4920.857 859.5577, 10560.7705 5024.714 860.6903, 10653.233 5079.4805 860.5343, 10719.331 5107.9272 862.89087, 10784.777 5092.5933 424.70184</trace>
</ink>
</file>

<file path=ppt/ink/ink17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10769.403 4699.441 874.14984, 10744.245 4804.3677 861.76666, 10719.468 4926.0537 856.374, 10711.246 4991.699 851.3395, 10706.141 5056.4976 844.9453, 10700.865 5138.921 828.6698, 10692.973 5207.641 792.26324, 10681.825 5272.1787 620.293</trace>
</ink>
</file>

<file path=ppt/ink/ink17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11027.538 4652.9766 874.14984, 11027.538 4767.196 861.5726, 11027.538 4876.831 855.6064, 11024.263 4960.201 859.23157, 11001.1875 5026.04 758.3795</trace>
</ink>
</file>

<file path=ppt/ink/ink17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11179.604 4622.881 874.14984, 11187.678 4722.624 864.1411, 11189.314 4840.541 858.4776, 11185.286 4911.153 847.29, 11177.764 4976.14 410.15073</trace>
</ink>
</file>

<file path=ppt/ink/ink17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10875.475 4607.569 874.14984, 10979.373 4607.5684 866.4333, 11054.283 4607.5684 858.1842, 11128.131 4603.8955 848.4525, 11239.864 4586.372 828.2528, 11318.903 4571.823 795.9576, 11383.565 4552.8926 7.846883</trace>
</ink>
</file>

<file path=ppt/ink/ink17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11369.215 4165.1025 874.14984, 11455.541 4145.956 862.6071, 11570.145 4144.039 862.13745, 11652.559 4196.6963 863.5351, 11677.003 4261.9556 862.4401, 11641.461 4355.692 857.91003, 11583.939 4436.0874 852.91925, 11507.476 4527.446 856.4225, 11499.913 4600.9844 858.3892, 11595.501 4652.8447 856.1037, 11706.105 4666.394 849.29724, 11804.92 4679.1147 832.9562, 11872.688 4687.302 796.9167</trace>
</ink>
</file>

<file path=ppt/ink/ink17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10312.271 5377.9253 874.14984, 10378.85 5374.613 866.07043, 10522.632 5360.1035 848.4765, 10622.799 5351.659 838.79755, 10737.558 5342.8647 829.76025, 10832.428 5335.7964 823.5768, 10922.624 5330.2847 818.2178, 11019.119 5325.8433 813.3591, 11101.077 5322.3413 805.5452, 11210.784 5318.3813 799.66766, 11338.678 5312.4683 796.059, 11477.282 5305.307 794.2715, 11576.859 5300.3574 794.8367, 11684.796 5295.6665 795.7699, 11804.87 5291.352 791.88495, 11926.2295 5288.57 779.63824, 12035.466 5286.7754 759.09143, 12112.484 5285.623 730.5449, 12190.636 5284.6895 694.2441, 12294.41 5280.3726 610.03864, 12358.575 5277.6045 439.9965</trace>
</ink>
</file>

<file path=ppt/ink/ink17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10921.469 5609.1904 874.14984, 10835.089 5702.138 863.186, 10762.436 5791.8594 860.05457, 10716.188 5864.779 858.8459, 10684.584 5935.8506 857.7232, 10679.658 6038.0415 857.1309, 10711.955 6119.957 857.4073, 10804.117 6182.743 856.04504, 10875.888 6201.955 852.7642, 10993.441 6217.285 845.861, 11059.418 6212.916 842.4944, 11150.338 6187.4473 847.20575, 11091.09 6107.7583 851.6129, 11009.862 6077.939 852.5073, 10935.537 6039.7856 858.1219, 11008.431 5981.5366 854.4145, 11095.78 6000.6357 857.7144, 11131.541 6090.303 859.37866, 11103.542 6196.2524 856.8721, 11084.832 6280.665 849.31696, 11067.422 6348.056 808.5157</trace>
</ink>
</file>

<file path=ppt/ink/ink17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11407.7 5669.9106 874.14984, 11419.869 5787.2793 859.8467, 11418.768 5856.6265 853.3051, 11415.576 5926.8574 847.8158, 11409.764 6040.1978 841.29614, 11406.358 6133.721 827.56433, 11407.097 6227.027 805.4549, 11404.976 6293.5713 677.2733</trace>
</ink>
</file>

<file path=ppt/ink/ink17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11286.612 5716.375 874.14984, 11351.72 5676.975 861.7675, 11418.762 5644.0454 847.03534, 11498.749 5608.5024 835.9506, 11566.085 5579.381 827.60205, 11673.029 5541.5205 817.3373, 11737.916 5558.7466 834.14655, 11715.542 5644.134 842.4722, 11678.849 5767.235 848.92535, 11655.22 5875.6704 853.37463, 11646.45 5950.192 850.9235, 11642.073 6031.3647 845.9936, 11641.879 6101.2627 839.61615, 11651.284 6210.595 821.25336, 11658.692 6275.644 792.10443</trace>
</ink>
</file>

<file path=ppt/ink/ink17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12107.95 5947.64 874.14984, 12038.651 5974.4736 865.45825, 11963.655 6020.3965 865.6122, 11913.564 6084.7134 865.2561, 11944.552 6156.6885 862.72076, 12040.743 6206.0254 860.4517, 12121.791 6240.876 860.38306, 12123.034 6322.6533 862.2634, 12020.7 6358.961 854.3196, 11948.874 6366.7104 847.2127, 11882.23 6377.1636 827.2534, 11815.136 6378.3774 799.21533</trace>
</ink>
</file>

<file path=ppt/ink/ink17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12731.229 6548.5073 874.14984, 12733.492 6443.327 864.59, 12736.926 6355.864 851.4667, 12740.245 6249.005 838.9316, 12742.669 6166.706 830.28314, 12745.713 6080.4443 823.04865, 12748.948 5996.327 817.9294, 12752.01 5920.049 813.43335, 12755.291 5817.818 809.7422, 12759.52 5689.3647 803.3038, 12762.271 5606.0034 797.57025, 12766.37 5488.0703 793.87305, 12771.672 5344.2573 791.18243, 12779.095 5185.0054 788.5038, 12785.914 5022.5566 786.1387, 12791.279 4884.109 785.7587, 12795.125 4781.3965 786.30804, 12797.945 4678.7886 792.50085, 12798.761 4581.721 802.22266, 12799.054 4516.855 811.34174, 12797.125 4448.7866 820.33435, 12792.841 4380.3066 828.8001, 12785.692 4313.4785 836.69507, 12767.334 4216.406 850.7155, 12722.137 4125.34 860.4605, 12648.082 4052.3237 861.7864, 12531.799 3992.308 857.977, 12443.49 3964.0706 852.1329, 12349.98 3941.039 845.19885, 12273.812 3924.0989 838.3094, 12164.732 3908.7021 829.7449, 12026.716 3895.9421 819.7572, 11864.297 3885.8054 806.61694, 11740.632 3878.8137 793.00256, 11603.463 3872.4514 776.81055, 11438.071 3866.588 760.0564, 11251.82 3857.4924 745.205, 11052.085 3844.9587 732.7761, 10844.496 3831.145 724.95483, 10708.761 3822.1218 718.295, 10541.41 3812.0085 713.5826, 10352.616 3803.4146 710.118, 10148.625 3798.605 708.166, 9970.469 3796.7104 707.70386, 9816.987 3796.5278 707.50653, 9633.671 3798.496 705.54913, 9433.66 3800.784 703.45245, 9228.457 3803.1123 704.2125, 9028.862 3804.7024 711.7327, 8882.192 3805.296 721.8391, 8747.265 3804.683 732.7983, 8610.034 3802.438 747.1181, 8479.647 3798.3462 764.0342, 8360.212 3792.4863 780.6455, 8253.126 3788.2878 796.73035, 8183.7124 3785.52 812.0801, 8116.332 3785.4065 827.6807, 8013.931 3793.483 850.3592, 7929.0864 3837.2388 861.7193, 7878.322 3916.5754 863.18207, 7850.5366 4045.5085 856.4462, 7841.0137 4147.834 848.33344, 7833.08 4253.6294 838.8736, 7827.2114 4340.353 829.6148, 7819.1313 4457.964 819.4729, 7808.786 4598.6836 809.35266, 7795.2173 4755.8286 799.85535, 7784.307 4873.0645 791.9264, 7770.0635 5000.258 784.4082, 7750.5244 5149.0337 778.62823, 7728.199 5312.404 774.7835, 7707.1177 5471.735 773.0299, 7691.7075 5588.9263 771.9846, 7675.377 5732.1055 771.3547, 7658.494 5888.038 771.9682, 7641.5967 6044.911 774.44977, 7629.2124 6162.426 778.2868, 7618.358 6269.747 783.0037, 7609.7344 6378.5317 792.4163, 7605.931 6479.6284 803.4599, 7609.586 6567.852 814.0843, 7623.704 6641.893 824.07837, 7657.27 6734.5386 840.9056, 7752.7515 6800.1553 851.5536, 7868.039 6832.2856 854.72186, 7948.5728 6839.86 850.73816, 8051.516 6841.739 843.58057, 8171.966 6838.7114 834.968, 8261.852 6835.645 826.9757, 8366.124 6830.3745 818.5362, 8495.952 6822.854 810.24634, 8642.959 6813.336 802.59186, 8788.397 6804.1934 795.77075, 8897.571 6797.377 789.79663, 9035.617 6789.5664 784.61487, 9194.336 6780.371 780.80896, 9368.753 6771.2456 777.40656, 9503.569 6764.7354 775.0516, 9641.474 6759.0845 772.0209, 9805.423 6753.396 767.9809, 9986.746 6746.3794 762.9282, 10169.117 6739.2993 758.3119, 10297.553 6734.3184 754.00214, 10458.092 6729.032 749.73303, 10639.464 6723.579 745.3503, 10836.012 6717.845 740.3682, 10993.24 6713.801 737.3091, 11143.957 6710.6025 733.6131, 11317.837 6707.6064 730.5658, 11503.117 6705.6885 732.0165, 11688.606 6704.4844 737.17316, 11810.82 6703.7393 741.8551, 11950.395 6702.3223 723.394, 12091.692 6699.3696 696.4318, 12224.116 6696.165 661.4155, 12324.818 6693.8257 619.0002, 12404.804 6692.036 568.99976, 12478.117 6689.193 512.9712, 12589.875 6677.784 385.0744, 12667.934 6651.8325 246.21913, 12735.439 6612.1055 100.2147</trace>
</ink>
</file>

<file path=ppt/ink/ink17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6843.8784 7118.751 874.14984, 6933.057 7120.788 867.6521, 7018.083 7127.535 862.354, 7095.3735 7139.818 860.8497, 7177.725 7173.556 863.3693, 7138.411 7257.651 861.45337, 7095.483 7334.0283 862.68115, 7102.476 7414.8696 862.9747, 7189.9883 7535.58 851.90765, 7271.9165 7631.804 840.3961, 7333.59 7736.5215 846.3627, 7346.2925 7815.3193 850.22424, 7278.7163 7895.581 850.06036, 7200.3877 7922.1694 847.2309, 7134.862 7950.211 844.8822, 7056.9556 7966.1953 823.91327</trace>
</ink>
</file>

<file path=ppt/ink/ink17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7437.119 7380.6396 874.14984, 7503.3315 7325.992 869.57996, 7474.69 7420.6553 860.5085, 7570.279 7468.8677 861.283, 7637.0444 7427.4336 859.7263, 7697.0312 7343.332 859.70746, 7769.533 7407.16 858.2793, 7786.8926 7484.7 861.73364, 7821.7383 7404.7485 860.87354, 7860.1978 7303.289 858.4839, 7926.1445 7224.4673 859.4461, 7993.3037 7293.4917 857.5021, 8013.5034 7380.3564 860.0702, 8048.811 7298.5146 860.74054, 8112.972 7259.4634 861.77686, 8178.7065 7298.194 860.4431, 8236.635 7363.1514 860.4754, 8316.297 7422.511 861.3675, 8405.338 7442.6597 860.37854, 8520.515 7414.1206 857.7475, 8596.417 7374.8135 857.67004, 8646.48 7307.8174 859.5916, 8570.055 7296.9556 861.5891, 8541.692 7369.686 863.22675, 8563.745 7448.294 862.17694, 8642.438 7491.89 858.84564, 8707.591 7521.005 846.65</trace>
</ink>
</file>

<file path=ppt/ink/ink17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7361.086 7350.544 874.14984, 7441.9165 7351.467 865.51013, 7534.8013 7327.308 862.43335, 7604.8057 7293.266 864.5848, 7650.079 7204.71 864.54095, 7577.7944 7144.1177 863.4377, 7498.894 7190.5513 863.2528, 7515.2246 7265.456 861.10126, 7543.646 7334.1826 857.5611</trace>
</ink>
</file>

<file path=ppt/ink/ink17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7117.97 6872.7007 874.14984, 7222.25 6895.8403 858.0025, 7331.4834 6904.6577 837.9836, 7407.275 6911.4517 803.24786, 7498.132 6918.11 745.00745</trace>
</ink>
</file>

<file path=ppt/ink/ink17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9080.734 7026.8774 874.14984, 9097.282 7144.985 859.00934, 9099.649 7218.8457 850.9878, 9098.528 7304.6787 844.2482, 9095.698 7389.3867 838.2237, 9089.939 7528.188 832.7545, 9086.575 7653.974 829.4292, 9090.157 7738.1704 828.91656, 9100.421 7821.409 831.27966, 9126.175 7933.9307 839.84644, 9200.972 7998.2676 849.4204, 9300.184 7964.8184 853.6966, 9368.905 7936.099 854.0266</trace>
</ink>
</file>

<file path=ppt/ink/ink17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9457.141 7801.459 874.14984, 9474.343 7873.9565 867.2597, 9517.666 7959.4546 862.85846, 9610.681 8015.106 859.6323, 9678.952 8024.532 856.7731, 9757.704 7988.91 856.6387, 9789.343 7888.3755 857.9595, 9712.834 7795.826 854.67285, 9625.338 7741.8975 848.5884, 9505.578 7732.1294 851.936, 9441.208 7772.621 854.91174, 9384.699 7837.382 240.78166</trace>
</ink>
</file>

<file path=ppt/ink/ink17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9902.071 7673.1533 874.14984, 9891.245 7773.7495 863.42175, 9899.836 7872.0215 858.57715, 9930.045 7940.1035 843.8012</trace>
</ink>
</file>

<file path=ppt/ink/ink17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9841.058 7473.0405 874.14984, 9832.927 7542.2593 859.08716, 9823.033 7607.949 811.18243</trace>
</ink>
</file>

<file path=ppt/ink/ink17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10647.376 7704.8335 874.14984, 10532.531 7742.069 860.14374, 10443.574 7782.7905 860.0476, 10384.628 7854.6177 862.2959, 10413.184 7937.3506 860.9398, 10515.214 7929.851 855.76807, 10611.631 7857.3726 846.54407, 10684.962 7728.6353 833.4615, 10713.547 7638.8823 827.4002, 10733.353 7547.113 824.4848, 10746.252 7475.2935 826.8784, 10760.415 7355.148 834.85846, 10709.471 7447.0454 847.4246, 10689.684 7562.318 853.9966, 10687.636 7633.209 856.00793, 10694.311 7702.5186 856.38464, 10715.298 7795.9834 857.20056, 10784.875 7855.3276 858.9084, 10867.517 7861.723 858.98346, 10956.968 7805.233 856.87683, 11010.006 7733.2573 858.83905, 11010.707 7667.33 861.02594, 10917.919 7642.3633 861.20337, 10836.332 7710.764 859.4809, 10834.563 7815.7637 856.7569, 10892.385 7882.371 849.512, 10982.482 7936.099 815.2382</trace>
</ink>
</file>

<file path=ppt/ink/ink17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11347.626 7257.087 874.14984, 11344.003 7333.02 861.3372, 11336.348 7404.598 848.66925, 11324.089 7490.651 840.83044, 11308.125 7583.1235 836.00494, 11290.188 7673.001 834.5972, 11264.905 7793.3633 839.0482, 11248.128 7874.663 845.31366, 11294.269 7799.721 845.4522, 11336.011 7727.337 838.1536, 11396.133 7642.9185 829.89667, 11465.206 7562.791 805.6115, 11581.17 7451.115 734.1157, 11657.424 7402.976 688.13525, 11723.461 7365.717 634.99207, 11809.646 7334.8 525.5842, 11874.912 7326.0938 162.73358</trace>
</ink>
</file>

<file path=ppt/ink/ink17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11370.153 7572.8335 874.14984, 11439.377 7671.612 862.16016, 11524.201 7726.0913 859.8908, 11600.077 7740.7544 860.83124, 11675.1455 7731.1245 860.91833, 11746.455 7699.338 860.06226, 11805.897 7618.395 860.8342, 11735.54 7616.2114 856.9514, 11711.076 7694.3066 857.51074, 11744.219 7778.7734 858.81213, 11808.856 7824.195 858.1305, 11902.609 7802.7246 856.6119, 11982.565 7737.787 853.49976, 12041.868 7660.848 851.66406, 12082.359 7741.359 844.97284, 12075.2295 7829.461 837.639, 12067.478 7923.3384 830.78143, 12061.996 7989.6846 824.9853, 12055.286 8066.4434 820.65753, 12049.341 8133.1675 823.911, 12049.524 8197.974 831.02527, 12106.454 8110.9043 826.0582, 12151.825 8014.623 818.9736, 12203.335 7899.4746 808.51355, 12250.112 7791.1235 799.693, 12285.584 7707.599 792.8675, 12321.984 7615.2466 792.1311, 12352.658 7523.852 794.92126, 12374.465 7439.005 800.48944, 12396.838 7320.7686 814.60065, 12390.232 7214.294 834.31647, 12307.438 7213.6895 857.2827, 12252.947 7302.206 853.31274, 12234.39 7375.9663 846.93726, 12226.659 7456.9717 842.6976, 12230.536 7573.547 836.47626, 12255.636 7638.7153 836.61633, 12333.379 7740.531 838.79724, 12420.106 7793.085 842.1064, 12513.321 7800.301 850.6593, 12589.262 7749.0347 855.62555, 12636.113 7646.361 856.1295, 12649.063 7548.455 856.5105, 12607.178 7456.1567 859.8267, 12542.426 7430.631 860.6925, 12480.696 7495.6084 858.82404, 12466.178 7608.1895 851.1068, 12501.591 7720.8926 843.3609, 12572.518 7803.931 844.8167, 12666.675 7821.2188 846.8074, 12752.371 7774.6025 848.201, 12814.828 7689.957 849.45233, 12859.403 7603.075 851.2492, 12932.911 7591.0405 852.21466, 12964.776 7657.512 844.1101, 13004.228 7730.588 817.80255, 13022.754 7796.083 741.9183</trace>
</ink>
</file>

<file path=ppt/ink/ink17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11815.085 8178.452 874.14984, 11711.547 8173.333 830.56866, 11570.825 8165.357 772.97656, 11396.145 8158.1123 725.7824, 11193.707 8154.877 689.23157, 10969.838 8158.6045 665.69727, 10729.554 8171.3506 647.0587, 10473.158 8192.624 628.4752, 10277.778 8210.233 616.6403, 10074.22 8232.114 605.1747, 9879.79 8253.712 580.41656, 9683.453 8274.241 560.24243, 9407.047 8296.641 538.4412, 9228.62 8311.24 493.3252, 9156.264 8318.776 465.5118, 9076.529 8326.141 435.3932, 8927.7295 8335.796 358.97498</trace>
</ink>
</file>

<file path=ppt/ink/ink17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18056.312 10262.48 874.14984, 18125.088 10288.822 871.4195, 18249.428 10312.829 866.05884, 18352.639 10321.444 861.69745, 18481.371 10312.961 858.6518, 18545.703 10304.044 858.01044, 18611.857 10294.366 857.5903, 18704.363 10280.123 857.4509, 18814.812 10265.026 858.6649, 18908.098 10255.348 859.81256, 19013.836 10256.314 860.71216, 19105.848 10269.0 861.4661, 19221.262 10301.586 862.3885, 19313.99 10336.185 863.1804, 19395.0 10384.225 864.99347, 19466.139 10479.924 864.9704, 19490.324 10545.748 863.68884, 19516.625 10643.242 860.65546, 19524.488 10767.762 858.21545, 19525.344 10867.817 858.11725, 19523.893 10973.416 860.09296, 19515.656 11073.483 862.74384, 19496.99 11168.165 864.9785, 19452.516 11245.578 867.08057, 19387.242 11285.363 867.5771, 19270.266 11289.982 865.64923, 19155.791 11281.208 861.0183, 19082.514 11272.404 857.0303, 19001.926 11265.714 852.5315, 18924.113 11262.231 849.4842, 18802.99 11261.26 847.5042, 18731.012 11266.535 847.977, 18654.002 11274.135 848.5465, 18531.11 11285.23 850.01294, 18459.1 11288.681 850.955, 18379.775 11287.608 852.09717, 18298.033 11282.532 853.3791, 18177.38 11271.904 856.14716, 18109.006 11265.238 858.4352, 18043.64 11260.284 860.4625, 17959.6 11263.026 862.97705, 17892.629 11269.958 813.2112</trace>
</ink>
</file>

<file path=ppt/ink/ink17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14070.713 10277.792 874.14984, 13982.726 10249.454 864.2118, 13876.127 10216.212 859.5146, 13804.098 10195.1455 857.2008, 13714.136 10173.42 859.122, 13643.788 10156.001 858.66156, 13576.754 10140.1455 857.6036, 13451.723 10113.252 854.35925, 13378.6875 10100.746 851.5652, 13267.3 10087.638 852.80176, 13170.055 10115.486 856.8746, 13098.338 10206.0625 860.1629, 13093.369 10313.644 860.79193, 13105.914 10416.756 859.4126, 13121.143 10490.81 855.6097, 13138.628 10572.162 852.1269, 13166.293 10693.855 848.4224, 13192.5 10815.057 849.5678, 13215.258 10907.149 853.0037, 13246.096 10997.777 856.9359, 13286.197 11089.231 860.4257, 13332.276 11154.905 864.3689, 13398.74 11196.616 866.16504, 13538.619 11194.23 864.94293, 13624.198 11173.388 863.4838, 13690.492 11154.932 861.2549, 13811.687 11113.55 862.096, 13901.458 11093.178 863.682, 14005.539 11121.384 865.1158, 14086.72 11159.577 858.4546, 14151.073 11198.011 787.6555</trace>
</ink>
</file>

<file path=ppt/ink/ink17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16291.611 14238.869 874.14984, 16259.478 14174.272 241.96483</trace>
</ink>
</file>

<file path=ppt/ink/ink17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17372.021 4175.1343 874.14984, 17358.162 4265.41 867.11847, 17327.492 4357.165 859.17914, 17280.775 4472.635 856.6739, 17248.47 4560.8384 858.4223, 17229.127 4647.751 860.82855, 17267.129 4580.361 851.9269, 17286.354 4510.593 846.1856, 17299.988 4433.22 841.0509, 17309.37 4367.059 837.5375, 17303.523 4254.4307 842.8087, 17297.428 4172.285 847.89343, 17388.01 4227.05 853.3422, 17517.355 4274.4204 852.2487, 17636.248 4278.5327 844.9006, 17715.04 4249.7676 839.4979, 17791.318 4210.2773 841.60376, 17892.852 4146.42 846.9973, 17957.07 4091.6646 853.4663, 17928.803 4214.664 852.832, 17903.463 4288.49 844.42426, 17884.52 4353.913 834.10535, 17858.908 4467.997 800.5106, 17839.855 4561.878 746.19257, 17826.143 4628.506 633.04407</trace>
</ink>
</file>

<file path=ppt/ink/ink17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18068.516 4683.601 874.14984, 18046.12 4789.3413 855.5627, 18024.066 4866.2173 848.75476, 17999.295 4954.0503 841.5602, 17975.398 5047.3496 830.823, 17956.295 5124.417 819.7353, 17934.324 5243.136 780.35114, 17934.213 5315.439 721.8098, 17930.762 5381.701 304.09686</trace>
</ink>
</file>

<file path=ppt/ink/ink17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17935.225 4792.37 874.14984, 17992.545 4698.258 859.44336, 18110.584 4612.871 847.66797, 18207.406 4574.247 846.7449, 18280.242 4605.1045 850.7845, 18241.404 4694.2476 844.34216, 18167.512 4763.9893 834.8738, 18074.898 4809.1445 809.6977, 18004.83 4837.0737 752.89655</trace>
</ink>
</file>

<file path=ppt/ink/ink17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18604.498 4421.7114 874.14984, 18720.734 4402.3735 856.94507, 18790.299 4388.079 851.1468, 18863.875 4371.6294 842.64294, 18930.021 4357.261 827.2536, 18996.027 4343.39 789.6152</trace>
</ink>
</file>

<file path=ppt/ink/ink17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18589.479 4561.104 874.14984, 18656.396 4555.7534 862.6386, 18744.266 4538.012 841.10645, 18830.87 4521.431 797.8976, 18895.357 4511.03 216.33607</trace>
</ink>
</file>

<file path=ppt/ink/ink17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19379.84 4236.9106 874.14984, 19385.275 4360.927 858.0735, 19384.982 4436.6313 849.7305, 19380.19 4519.3286 843.31757, 19369.838 4629.772 835.70483, 19389.45 4554.9907 833.46606, 19429.033 4456.0103 832.8451, 19473.943 4375.691 842.57495, 19574.898 4321.982 855.8563, 19643.611 4386.5747 857.1264, 19668.135 4461.8936 858.5311, 19636.338 4559.978 858.488, 19563.092 4594.717 858.6428, 19555.459 4497.435 849.9979, 19592.363 4390.478 838.9164, 19685.762 4301.7476 837.99725, 19782.281 4293.847 841.36914, 19839.893 4389.0493 844.4428, 19830.143 4481.139 845.0137, 19805.998 4561.104 829.4645</trace>
</ink>
</file>

<file path=ppt/ink/ink17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20354.182 4313.999 874.14984, 20274.014 4331.0938 868.54266, 20207.48 4355.303 862.4334, 20136.146 4391.5454 858.8602, 20065.357 4441.0244 858.2695, 20016.227 4521.563 860.84705, 20113.01 4517.691 859.29297, 20237.736 4444.398 847.1008, 20338.578 4369.343 834.6899, 20356.1 4438.788 843.75006, 20345.262 4514.3184 854.2199, 20420.127 4546.917 862.1527, 20504.775 4450.7773 857.7959, 20550.324 4358.8115 857.9231, 20583.203 4282.5835 858.73083, 20657.705 4236.8813 861.8303, 20706.613 4345.5566 858.36707, 20731.053 4467.515 853.2153, 20742.137 4558.9453 854.51654, 20736.613 4635.259 858.1475, 20665.553 4657.827 863.4569, 20666.184 4563.4087 861.8153, 20701.07 4460.6553 852.9538, 20758.416 4358.987 853.5755, 20809.303 4270.6387 856.55304, 20866.168 4199.355 861.12146, 20913.545 4315.8447 860.4353, 20934.186 4380.19 857.5689, 20963.23 4476.561 851.8861, 20969.898 4589.555 854.8669, 20896.67 4671.314 855.5542, 20823.205 4689.4956 857.1785, 20822.357 4583.904 856.8151, 20880.809 4516.3228 849.4546, 21000.205 4448.8296 839.5581, 21098.418 4403.542 839.4879, 21195.451 4357.3667 844.7912, 21262.361 4302.453 851.52814, 21190.842 4308.292 861.92316, 21151.375 4379.199 860.0085, 21155.57 4479.1753 857.5821, 21213.953 4560.678 855.01587, 21280.777 4604.5063 421.32977</trace>
</ink>
</file>

<file path=ppt/ink/ink17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21662.69 4468.176 874.14984, 21712.828 4366.999 858.71045, 21787.223 4254.8145 844.16455, 21853.174 4192.014 852.91583, 21887.281 4274.015 852.36755, 21876.268 4376.1753 842.14136, 21855.361 4496.2666 830.1892, 21833.47 4620.818 819.0509, 21820.459 4698.1816 816.67975, 21808.959 4766.7144 817.30414, 21797.434 4867.575 829.19135, 21837.867 4802.116 857.42303, 21853.88 4682.677 860.78644, 21885.129 4564.5605 858.3381, 21917.549 4492.7065 854.24066, 21965.172 4409.177 847.008, 22021.012 4319.9414 840.6847, 22104.967 4186.662 832.02563, 22149.76 4107.2856 830.898, 22189.508 4021.4216 831.79626, 22218.188 3943.0947 833.6921, 22246.102 3822.7117 838.98645, 22225.08 3744.3582 848.1123, 22122.045 3780.7637 853.29376, 22048.959 3884.4102 843.6221, 22019.115 3956.4468 836.2146, 21997.037 4046.6543 829.44855, 21987.074 4147.3755 824.278, 21984.146 4226.45 821.4478, 21988.283 4301.811 818.896, 22006.824 4379.9595 812.50616, 22019.596 4448.869 803.6095, 22042.852 4514.1123 791.879</trace>
</ink>
</file>

<file path=ppt/ink/ink17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22514.066 4221.5986 874.14984, 22438.127 4262.0986 864.3324, 22352.303 4324.4077 856.122, 22271.922 4392.4287 847.77014, 22207.18 4459.698 845.5199, 22179.477 4528.325 849.9136, 22269.705 4486.1704 851.21063, 22352.13 4416.3027 844.51953, 22426.535 4328.948 845.6639, 22488.047 4247.3354 854.0686, 22477.969 4312.9053 857.31, 22458.566 4394.803 860.6839, 22465.305 4480.7773 863.99945, 22542.252 4426.173 854.4283, 22595.195 4325.789 846.3442, 22650.69 4247.5967 851.6716, 22721.738 4274.83 855.77734, 22728.613 4343.5513 856.9452, 22714.197 4442.555 858.4956, 22683.066 4524.109 859.9123, 22685.328 4451.352 855.5766, 22712.955 4366.1733 850.4776, 22751.83 4292.61 848.2821, 22816.484 4238.5566 848.33014, 22866.646 4328.755 850.45465, 22871.758 4418.668 855.8837, 22881.545 4482.878 861.1341, 22973.93 4483.987 862.37756, 23063.63 4422.278 859.4224, 23141.533 4329.15 862.25555, 23131.518 4257.6963 862.45044, 23045.018 4289.3354 862.5717, 23026.72 4385.349 864.35144, 23126.299 4430.351 859.71747, 23221.34 4423.5913 851.2866, 23295.902 4410.1807 829.38696</trace>
</ink>
</file>

<file path=ppt/ink/ink17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22773.14 3990.333 874.14984, 22920.098 3983.303 834.8753, 22985.04 3979.464 777.7887, 23049.605 3975.76 706.09766</trace>
</ink>
</file>

<file path=ppt/ink/ink17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23320.387 3728.972 874.14984, 23312.256 3810.6492 855.2488, 23302.92 3885.1797 842.2486, 23290.88 3974.0615 832.15375, 23277.143 4062.2275 825.40247, 23258.059 4191.903 819.9026, 23247.621 4302.245 829.8001, 23248.777 4367.9727 833.045, 23260.574 4455.6675 842.06366, 23292.182 4369.809 850.1197, 23318.553 4281.1562 843.32947, 23361.691 4186.9077 824.3784, 23423.021 4108.549 784.25006, 23488.76 4059.7725 725.6315, 23553.16 4026.1064 401.0679</trace>
</ink>
</file>

<file path=ppt/ink/ink17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23411.438 4313.999 874.14984, 23494.613 4315.148 865.6784, 23563.11 4303.4795 861.18585, 23628.734 4248.462 862.0277, 23632.98 4177.355 859.99506, 23548.11 4140.77 857.5509, 23470.855 4158.7793 859.08356, 23417.58 4239.141 858.5147, 23444.549 4346.574 854.93933, 23537.488 4411.2075 845.4122, 23612.488 4450.9434 821.8525, 23678.227 4455.3237 637.82855</trace>
</ink>
</file>

<file path=ppt/ink/ink17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23564.441 4699.441 874.14984, 23430.125 4707.7036 850.61127, 23325.723 4707.568 832.10736, 23191.873 4704.491 810.2566, 23035.344 4699.523 784.4126, 22887.445 4694.5107 760.9029, 22769.768 4690.424 742.1832, 22632.299 4686.241 728.94543, 22527.29 4683.181 710.9956, 22381.244 4681.5464 698.856, 22200.777 4682.517 689.8322, 21989.82 4685.764 681.3556, 21822.025 4688.7666 675.3983, 21644.78 4693.2515 667.9389, 21426.979 4702.015 655.4094, 21183.848 4714.8545 640.42664, 20934.387 4730.963 627.18256, 20767.252 4741.9473 615.51904, 20568.523 4759.017 608.888, 20360.146 4780.9746 613.44916, 20157.588 4804.958 631.5818, 19998.793 4824.647 652.24554, 19867.787 4841.541 672.83563, 19737.94 4858.671 698.2475, 19620.299 4875.1587 728.24664, 19518.566 4889.713 758.08325, 19452.203 4899.2876 785.03174, 19344.39 4906.477 831.56067, 19310.355 4841.175 572.70795</trace>
</ink>
</file>

<file path=ppt/ink/ink17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24005.615 4483.4883 874.14984, 23937.059 4541.473 844.8256</trace>
</ink>
</file>

<file path=ppt/ink/ink17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24233.713 10878.659 874.14984, 24182.771 10962.323 856.807, 24135.975 11026.899 854.22925, 24084.754 11094.624 853.6586, 24005.033 11199.031 852.67773, 23943.469 11280.808 856.2596, 23891.31 11346.255 865.4428</trace>
</ink>
</file>

<file path=ppt/ink/ink17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24141.723 10816.883 874.14984, 24218.627 10915.532 863.48004, 24260.959 10994.971 860.0717, 24294.344 11076.494 857.93933, 24323.52 11164.939 855.76556, 24350.186 11264.69 855.57153, 24364.787 11341.501 860.00995, 24372.14 11405.897 817.6639</trace>
</ink>
</file>

<file path=ppt/ink/ink17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23974.64 11110.452 874.14984, 24061.24 11144.632 863.61365, 24126.93 11159.115 856.43304, 24213.191 11169.874 847.5502, 24286.48 11180.84 829.538, 24354.803 11187.541 808.1996</trace>
</ink>
</file>

<file path=ppt/ink/ink17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24599.795 11021.748 874.14984, 24534.86 11120.247 863.13586, 24491.504 11219.304 861.05725, 24463.238 11293.198 862.6457, 24426.96 11361.301 873.7742</trace>
</ink>
</file>

<file path=ppt/ink/ink17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24354.803 10940.964 874.14984, 24413.443 11031.853 862.062, 24485.127 11121.01 853.0513, 24553.004 11186.209 849.0828, 24628.629 11242.67 850.51984, 24705.89 11277.441 853.78534, 24803.389 11250.58 856.2235, 24878.406 11187.721 857.07874, 24921.129 11089.065 857.86816, 24898.35 11002.305 860.59564, 24816.094 11018.517 859.2499, 24783.504 11149.416 849.843, 24777.725 11216.128 843.82715, 24789.701 11321.334 819.5391, 24799.105 11386.485 777.2732</trace>
</ink>
</file>

<file path=ppt/ink/ink17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23918.32 11545.527 874.14984, 23951.521 11636.952 864.67523, 24049.398 11674.227 858.6008, 24140.357 11680.579 852.7474, 24218.4 11665.625 851.9031, 24287.47 11588.488 855.3604, 24232.746 11518.925 857.37146, 24132.717 11532.972 857.84357, 24070.607 11604.505 854.64703, 24054.746 11753.92 841.5578, 24067.354 11856.487 832.3971, 24079.363 11935.589 825.0101, 24097.395 12019.69 817.4747, 24120.484 12113.171 813.31384, 24137.04 12200.426 818.1622, 24143.762 12313.032 828.9025, 24064.12 12363.545 842.9331, 23990.14 12300.803 848.98114, 23947.531 12213.398 851.90015, 23952.346 12106.235 851.17584, 23982.879 12019.665 850.4718, 24052.041 11932.461 851.84357, 24116.297 11875.108 856.7851, 24190.613 11830.231 862.147, 24231.46 11903.979 862.7369, 24245.904 11991.36 860.31744, 24294.639 12088.442 861.1104, 24371.992 12123.08 860.6042, 24449.326 12063.952 860.0472, 24456.477 11957.802 858.8943, 24425.826 11868.312 857.93256, 24344.445 11803.753 859.79004, 24277.691 11855.479 863.54816, 24258.639 11920.523 680.97644</trace>
</ink>
</file>

<file path=ppt/ink/ink17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24598.857 11742.473 874.14984, 24528.008 11783.398 868.3656, 24493.28 11854.676 863.9448, 24487.625 11932.188 860.3046, 24510.898 12010.331 855.6965, 24561.898 12082.404 853.0077, 24627.719 12113.755 854.66504, 24716.188 12074.443 856.94727, 24772.926 12009.732 839.03204</trace>
</ink>
</file>

<file path=ppt/ink/ink17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24872.01 11926.745 874.14984, 24805.498 11914.949 861.7034, 24729.629 11922.829 859.8037, 24652.373 11977.859 860.9262, 24660.676 12042.838 862.05927, 24753.043 12072.991 861.8949, 24835.906 12002.643 863.2468, 24875.287 12080.246 860.65356, 24921.652 12167.469 862.3037, 25015.373 12190.6045 863.5363, 25091.12 12137.172 861.4054, 25171.488 11999.294 849.559, 25219.531 11878.095 837.5448, 25234.695 11805.714 838.2981, 25241.117 11731.634 839.27106, 25238.314 11623.215 843.42725, 25193.262 11547.143 848.2102, 25114.895 11577.281 854.69354, 25084.916 11709.845 848.5008, 25080.613 11776.495 843.0416, 25081.43 11844.418 836.97064, 25091.012 11929.427 830.73755, 25108.084 12021.4 819.9499, 25124.88 12094.747 802.96216, 25165.41 12215.354 746.0872, 25191.178 12285.196 659.7167</trace>
</ink>
</file>

<file path=ppt/ink/ink17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2188.0657 1170.2695 874.14984, 2109.0496 1163.3137 868.20245, 2030.6342 1182.5695 863.47736, 1948.8568 1232.0681 856.7032, 1839.0878 1346.7533 843.2722, 1786.7286 1420.9802 836.682, 1720.7482 1536.6442 828.5887, 1699.8057 1601.5604 829.9737, 1689.3671 1669.5795 832.5375, 1691.4803 1735.5366 835.4486, 1711.101 1830.743 842.27295, 1787.4192 1885.2118 852.3146, 1901.039 1838.3429 855.8337, 1980.4238 1758.3839 850.02484, 2015.2555 1690.4628 844.5077, 2045.4391 1610.8022 839.5823, 2069.9692 1533.5776 838.9593, 2102.5723 1401.4288 837.52026, 2115.357 1319.0354 838.3725, 2124.9822 1248.341 839.5344, 2136.8867 1151.0359 846.1665, 2140.812 1281.2098 845.40814, 2137.2876 1369.3585 838.26843, 2132.794 1469.1194 830.754, 2129.7134 1537.0018 814.5646, 2126.699 1622.6199 789.57495, 2126.737 1710.3042 756.85876, 2132.4192 1783.9789 717.4312, 2136.1382 1859.3383 629.293, 2145.885 1924.8396 421.53864</trace>
</ink>
</file>

<file path=ppt/ink/ink17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2599.2039 1524.5596 874.14984, 2686.2744 1516.3457 864.81415, 2786.7617 1514.4205 859.7614, 2870.7202 1522.6543 849.86115, 2949.3286 1533.0073 823.19916</trace>
</ink>
</file>

<file path=ppt/ink/ink17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2675.2363 1771.1368 874.14984, 2777.016 1776.031 863.2155, 2899.856 1768.1609 856.32336, 2987.48 1750.1696 843.60236, 3051.565 1735.1613 821.4428</trace>
</ink>
</file>

<file path=ppt/ink/ink17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3542.5688 1000.78064 874.14984, 3563.1216 1097.7299 861.32587, 3577.2834 1166.7993 853.6575, 3591.1475 1249.8622 846.40216, 3608.597 1378.9302 836.6625, 3613.8506 1452.4913 834.38983, 3618.6035 1562.7739 834.377, 3601.9436 1490.8737 837.4503, 3605.512 1403.8151 837.1868, 3616.075 1334.016 836.35504, 3643.7327 1221.6704 823.00415, 3705.556 1100.6715 789.3758, 3805.764 1007.4684 725.4339, 3889.208 963.67694 633.5564, 3968.7263 939.0043 412.87784</trace>
</ink>
</file>

<file path=ppt/ink/ink17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3968.7263 1262.67 874.14984, 3986.4746 1367.511 861.61206, 3993.3335 1485.6616 851.8286, 3987.614 1564.2972 839.69165, 3978.429 1631.8599 763.78064</trace>
</ink>
</file>

<file path=ppt/ink/ink17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3983.7446 1524.5596 874.14984, 4016.77 1426.3074 861.8717, 4074.0674 1326.897 862.62744, 4146.529 1293.6436 863.76917, 4214.1567 1386.7585 859.08276, 4228.056 1471.3672 855.2316, 4209.415 1546.627 858.88885, 4175.3438 1612.362 762.7418</trace>
</ink>
</file>

<file path=ppt/ink/ink17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4181.8047 1447.4712 874.14984, 4220.813 1361.3442 864.6142, 4267.746 1285.6904 862.8684, 4340.4746 1243.1227 864.17255, 4404.3335 1346.4209 857.26117, 4389.894 1435.7886 851.17456, 4363.907 1509.2472 828.39514</trace>
</ink>
</file>

<file path=ppt/ink/ink17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4546.948 1216.7339 874.14984, 4532.2637 1326.027 862.5208, 4517.5923 1402.3215 862.47925, 4489.8545 1479.3508 866.79694</trace>
</ink>
</file>

<file path=ppt/ink/ink17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4726.2344 1257.9181 874.14984, 4713.1675 1341.2522 863.92303, 4689.5005 1452.9585 863.17206, 4656.67 1560.9368 865.89795, 4642.912 1465.9401 857.60223, 4658.8574 1390.8079 846.8998, 4693.7876 1270.1377 839.8451, 4753.5034 1184.1836 843.6938, 4819.8555 1208.8044 843.95685, 4854.1187 1279.2792 842.16724, 4857.7544 1388.0559 850.00653, 4841.204 1474.4982 853.23694, 4823.391 1539.8262 846.6785</trace>
</ink>
</file>

<file path=ppt/ink/ink17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4561.967 955.3724 874.14984, 4595.987 1031.1218 869.8739</trace>
</ink>
</file>

<file path=ppt/ink/ink17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5094.194 1200.3658 874.14984, 5187.9023 1192.7478 862.76483, 5318.6045 1188.5316 855.22766, 5424.067 1187.9841 854.3197, 5518.6597 1169.0634 859.3732, 5596.383 1139.6455 873.9379</trace>
</ink>
</file>

<file path=ppt/ink/ink17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5398.3237 1031.4049 874.14984, 5365.7505 1134.6708 861.0865, 5336.75 1256.2489 851.69354, 5326.361 1326.707 836.6259, 5316.3857 1391.9209 758.0349</trace>
</ink>
</file>

<file path=ppt/ink/ink17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5854.518 908.3802 874.14984, 5872.3853 990.47845 858.5859, 5880.769 1063.9296 848.29663, 5885.985 1146.8003 841.9948, 5887.575 1229.8385 845.87256, 5886.1177 1305.4669 848.6121, 5877.749 1374.0269 853.6719, 5869.9565 1304.8418 845.5808, 5877.223 1205.8174 837.52515, 5897.727 1130.3181 833.5271, 5932.3853 1057.1968 822.73413, 6001.051 959.7675 780.0142, 6119.503 901.0906 707.66406, 6187.6855 869.3519 595.4282, 6252.8906 862.62604 347.1643</trace>
</ink>
</file>

<file path=ppt/ink/ink17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6143.629 1078.3971 874.14984, 6142.4287 1181.8392 861.8562, 6138.4443 1246.2473 856.07556, 6130.287 1343.2744 848.1719, 6141.448 1256.9625 850.2815, 6180.885 1144.7123 849.6151, 6285.9634 1086.4017 852.8483, 6344.96 1165.3787 852.6597, 6367.4995 1247.0981 849.40405, 6359.595 1318.8011 851.1057, 6359.4727 1213.4487 849.08905, 6403.6963 1100.4716 840.3597, 6475.444 1019.62427 846.745, 6555.19 1018.1096 850.4009, 6611.554 1111.703 852.37494, 6602.592 1195.9263 855.3246, 6588.636 1261.8422 847.3111</trace>
</ink>
</file>

<file path=ppt/ink/ink17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7056.9565 985.46857 874.14984, 6957.4355 1058.2557 857.8303, 6848.052 1155.6515 845.7103, 6777.692 1225.6068 839.45184, 6734.8804 1290.4529 847.3268, 6811.9287 1273.8037 849.56744, 6902.115 1186.9397 840.5686, 6959.9595 1110.5845 833.8063, 6968.2075 1204.702 846.0544, 7046.9395 1209.2279 859.91547, 7105.999 1144.3977 421.19943</trace>
</ink>
</file>

<file path=ppt/ink/ink17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7407.081 908.3802 874.14984, 7382.558 996.73584 863.5467, 7321.106 1119.5771 854.13696, 7253.4795 1228.7635 846.3954, 7196.591 1300.6687 838.118, 7128.126 1329.1781 810.0753</trace>
</ink>
</file>

<file path=ppt/ink/ink17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7255.016 985.46857 874.14984, 7270.529 1083.2821 863.9133, 7299.535 1181.8077 863.3858, 7357.987 1264.1659 861.6553</trace>
</ink>
</file>

<file path=ppt/ink/ink17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3785.685 1802.2891 874.14984, 3854.0757 1795.6014 864.7975, 3919.3196 1787.6523 854.3549, 4002.8074 1778.3954 843.80035, 4092.4026 1769.7473 834.63855, 4245.688 1755.8868 821.77747, 4396.215 1743.7584 814.11646, 4517.213 1737.0828 806.98975, 4657.957 1730.5073 799.9858, 4787.1616 1725.955 794.137, 4898.4814 1722.821 789.6041, 5039.1885 1721.7815 785.3609, 5201.7246 1720.7727 780.2314, 5381.859 1718.8145 773.3045, 5509.8613 1717.4547 767.70856, 5657.376 1715.7795 760.63605, 5828.7827 1713.9916 753.3071, 6015.67 1712.6672 745.4512, 6191.0454 1711.8363 712.3026, 6324.3857 1711.3007 671.63947, 6480.6147 1712.2676 623.9152, 6641.512 1716.0676 569.9107, 6789.0894 1724.7242 510.63477, 6884.0117 1730.3688 458.0854, 6954.566 1732.6003 325.7241, 7041.937 1740.5126 249.19283</trace>
</ink>
</file>

<file path=ppt/ink/ink17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5398.3237 2233.6675 874.14984, 5433.7524 2156.7688 864.8969, 5505.9985 2091.382 860.7779, 5577.83 2055.8264 858.4492, 5649.3667 2043.8193 857.4208, 5733.8223 2074.241 855.74725, 5769.3604 2178.4539 855.6493, 5745.5845 2243.2666 851.7527, 5702.0586 2318.404 844.9502, 5626.744 2429.9495 832.73505, 5574.8696 2494.051 829.23773, 5506.5767 2591.9634 836.49756, 5523.3115 2658.81 842.3817, 5631.8877 2673.7217 837.07855, 5712.9214 2661.7727 831.127, 5827.553 2631.5083 817.33923, 5968.018 2578.2969 793.7578, 6059.617 2543.3809 753.0831, 6144.309 2515.4155 668.57, 6219.6606 2480.2449 594.7898</trace>
</ink>
</file>

<file path=ppt/ink/ink17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7604.2026 1632.8002 874.14984, 7698.4795 1632.7997 863.97015, 7810.901 1632.7999 855.3037, 7887.4966 1632.7999 844.11395, 7953.5264 1635.8817 650.42377</trace>
</ink>
</file>

<file path=ppt/ink/ink17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7650.197 1895.2177 874.14984, 7760.1353 1890.5159 860.45233, 7878.95 1884.5333 847.14557, 7952.7505 1880.8932 827.5613, 8019.768 1882.4156 227.71973</trace>
</ink>
</file>

<file path=ppt/ink/ink17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9475.914 600.0264 874.14984, 9479.809 668.43115 862.99805, 9469.105 808.37177 848.25104, 9455.693 898.19727 841.8741, 9438.606 996.971 837.1525, 9425.829 1069.0435 833.9698, 9411.1875 1139.3785 831.4428, 9382.996 1248.2202 814.2765, 9340.921 1318.1995 747.9965</trace>
</ink>
</file>

<file path=ppt/ink/ink17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9308.83 600.0264 874.14984, 9388.981 503.8155 863.0009, 9481.57 439.13492 860.21405, 9561.28 399.15262 858.724, 9636.139 377.8971 858.56903, 9723.257 398.05945 860.58, 9783.378 500.53723 862.5813, 9737.424 610.36993 860.0198, 9676.968 683.204 852.66284, 9598.948 709.54083 838.6265, 9533.292 721.66925 787.8222</trace>
</ink>
</file>

<file path=ppt/ink/ink17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8760.646 1262.67 874.14984, 8865.398 1257.0686 860.5495, 8937.65 1249.4607 852.63025, 9025.926 1238.8708 844.5251, 9118.599 1227.4147 837.5443, 9184.996 1219.163 832.42444, 9276.893 1207.9159 827.1741, 9429.269 1189.981 817.08154, 9546.793 1177.5831 811.07983, 9681.499 1164.2946 805.5435, 9802.673 1153.3143 800.8893, 9905.815 1144.5021 797.16345, 10031.879 1133.9823 793.8762, 10171.283 1122.5508 775.4382, 10262.085 1115.1113 748.7933, 10375.386 1107.5465 714.6929, 10493.984 1101.3182 672.8513, 10596.009 1098.0972 624.0954, 10661.558 1096.0762 580.3977, 10733.108 1092.9861 447.53583</trace>
</ink>
</file>

<file path=ppt/ink/ink17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9247.816 1740.5127 874.14984, 9299.795 1637.9865 857.849, 9333.476 1573.8428 850.8075, 9368.918 1507.2169 846.29333, 9417.948 1418.5803 841.3486, 9477.74 1523.9443 841.79987, 9485.842 1617.2936 828.2295, 9492.585 1689.0673 793.93677</trace>
</ink>
</file>

<file path=ppt/ink/ink17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9704.012 1571.0238 874.14984, 9812.898 1551.2357 860.0557, 9918.564 1529.0372 839.8867, 9982.719 1515.2826 814.04706</trace>
</ink>
</file>

<file path=ppt/ink/ink17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10236.237 1540.9276 874.14984, 10302.153 1509.4349 866.3617, 10380.784 1455.2513 866.36145, 10443.264 1373.2648 867.2212, 10408.237 1300.1835 862.97107, 10313.809 1321.9374 857.41547, 10224.419 1370.2571 851.3461, 10161.427 1441.9338 853.421, 10139.137 1517.6334 855.9079, 10187.472 1607.8282 856.18964, 10256.333 1650.155 856.3721, 10398.785 1622.0697 849.624, 10470.768 1605.1925 832.81726, 10541.306 1571.0237 807.41595</trace>
</ink>
</file>

<file path=ppt/ink/ink17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11073.534 1139.6455 874.14984, 11173.317 1130.0817 863.22534, 11288.902 1119.1444 857.0421, 11368.81 1112.8768 845.22284, 11449.153 1100.9166 828.69525, 11529.729 1085.7892 780.14825</trace>
</ink>
</file>

<file path=ppt/ink/ink17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11286.612 955.3724 874.14984, 11277.94 1049.078 866.91754, 11262.678 1139.6685 858.11505, 11245.24 1221.5457 849.25977, 11230.355 1285.8025 822.99445</trace>
</ink>
</file>

<file path=ppt/ink/ink17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9780.044 1386.2229 874.14984, 9781.421 1504.6871 857.0826, 9777.629 1619.7866 842.70135, 9771.532 1726.2375 808.88275, 9766.747 1796.2883 747.3045</trace>
</ink>
</file>

<file path=ppt/ink/ink17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12443.056 600.0264 874.14984, 12446.495 717.4467 859.7911, 12446.62 785.1007 853.80786, 12443.139 857.55237 849.6226, 12436.251 964.4396 850.1916, 12437.97 1031.4011 856.399, 12440.086 935.73486 853.77625, 12427.386 834.2531 852.9029, 12413.506 736.2905 854.07965, 12405.837 633.82965 852.96204, 12410.534 568.44775 852.6445, 12429.728 473.07742 854.17865, 12503.37 368.52502 855.2019, 12583.98 303.57895 855.66144, 12680.737 271.69833 858.49365, 12763.108 278.5675 861.2578, 12797.614 370.3806 861.98517, 12714.247 489.62613 851.7827, 12633.281 584.37384 838.6751, 12574.074 686.35345 816.0786, 12534.106 754.20325 771.1085</trace>
</ink>
</file>

<file path=ppt/ink/ink17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11727.788 1047.2449 874.14984, 11798.601 1040.2261 862.7409, 11870.409 1032.4186 850.7156, 11963.72 1023.237 838.66425, 12075.17 1015.53516 827.9922, 12201.931 1008.55035 818.7869, 12301.704 1003.38696 811.8381, 12403.554 998.3037 805.67206, 12501.569 994.5617 801.6249, 12597.399 991.4587 793.8636, 12721.787 987.77344 787.59686, 12866.503 983.54504 782.7306, 13026.948 978.0502 779.65875, 13137.194 974.2434 778.2986, 13264.444 969.28455 777.6239, 13398.007 964.2187 759.48883, 13484.542 960.9367 743.2078, 13549.294 958.53357 723.08356, 13629.536 955.3724 660.32355</trace>
</ink>
</file>

<file path=ppt/ink/ink17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11818.839 1648.1123 874.14984, 11866.4375 1562.2631 862.50104, 11933.5 1449.7784 856.60504, 11999.67 1343.0167 855.2585, 12076.286 1266.2148 857.5802, 12120.076 1343.0635 855.35864, 12120.239 1430.1995 850.49384, 12108.159 1553.967 837.31573, 12098.379 1636.3319 810.1874</trace>
</ink>
</file>

<file path=ppt/ink/ink17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12366.085 1540.9276 874.14984, 12451.724 1534.5046 864.72156, 12553.053 1519.4285 859.4251, 12632.46 1504.2217 851.681, 12698.334 1495.2373 660.7304</trace>
</ink>
</file>

<file path=ppt/ink/ink17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12914.27 1416.8469 874.14984, 13003.759 1335.188 863.75964, 13076.793 1251.6066 861.8961, 13080.53 1185.2668 862.6862, 12977.526 1147.5781 856.8328, 12902.112 1172.6146 851.6441, 12811.335 1246.1133 848.1046, 12759.191 1323.129 848.1352, 12759.772 1412.973 849.95746, 12827.343 1505.61 851.0415, 12908.64 1564.1725 851.3823, 13022.981 1570.6874 843.69946, 13098.994 1568.4045 825.10474</trace>
</ink>
</file>

<file path=ppt/ink/ink17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9186.803 1925.3137 874.14984, 9253.087 1924.0398 865.2376, 9387.566 1916.2167 849.8342, 9470.081 1911.1306 842.1908, 9604.376 1902.7859 831.4672, 9745.856 1892.9984 827.85974, 9860.226 1885.2019 820.9368, 9994.671 1876.5746 813.15826, 10145.63 1867.9832 805.54517, 10292.664 1860.3333 798.4485, 10404.633 1854.6819 792.667, 10547.52 1848.4146 784.6323, 10714.226 1843.036 778.29694, 10896.639 1839.2 768.17505, 11042.097 1836.7119 758.85394, 11184.903 1835.1506 750.7965, 11355.235 1834.1831 718.5499, 11542.733 1833.6028 679.2201, 11732.473 1833.2653 633.0921, 11862.007 1833.0747 580.4829, 12019.905 1832.9598 521.83246, 12192.192 1832.9209 459.2475, 12367.784 1834.2244 392.4473, 12506.849 1836.0203 325.15988, 12627.559 1838.3046 257.62335, 12754.98 1842.5989 194.61815, 12877.38 1848.0133 146.87943, 12976.208 1852.8436 107.72193, 13044.852 1856.7322 76.406044, 13110.055 1860.179 17.995512</trace>
</ink>
</file>

<file path=ppt/ink/ink17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10677.414 2356.6921 874.14984, 10732.499 2287.6475 869.1837, 10831.449 2247.5051 867.54834, 10904.048 2302.4998 864.6299, 10914.548 2381.4385 859.3561, 10881.287 2477.301 843.59247, 10816.838 2575.6333 827.5817, 10723.648 2673.089 822.5852, 10650.887 2740.1152 831.27795, 10737.981 2799.2231 849.91876, 10802.357 2794.0566 848.6137, 10883.862 2785.1335 844.5798, 10972.586 2777.3813 835.05457, 11058.74 2775.776 819.5008, 11132.017 2773.3472 789.9584, 11210.58 2772.7583 742.5781</trace>
</ink>
</file>

<file path=ppt/ink/ink18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2888.315 3928.5566 874.14984, 2971.9458 3922.9546 864.9525, 3088.7598 3901.8494 858.7802, 3184.0325 3883.6628 853.75946, 3286.7644 3864.8167 844.6596, 3359.5286 3851.4685 822.5654</trace>
</ink>
</file>

<file path=ppt/ink/ink18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2888.315 4298.6865 874.14984, 2993.1567 4291.798 861.00464, 3096.3418 4284.9233 846.7987, 3176.623 4284.3535 840.26483, 3241.9048 4283.3223 824.2515, 3314.4722 4283.375 805.7306</trace>
</ink>
</file>

<file path=ppt/ink/ink18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4805.083 3435.402 874.14984, 4803.724 3521.78 868.1035, 4797.1387 3611.3457 862.3269, 4786.05 3696.398 859.7618, 4771.659 3799.4133 861.5467, 4763.2036 3864.5244 861.83453, 4756.248 3933.2544 860.8752, 4745.7505 4027.7405 859.9591, 4726.8057 4099.3105 859.48584, 4707.6353 4164.4175 566.3791</trace>
</ink>
</file>

<file path=ppt/ink/ink18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4637.999 3420.09 874.14984, 4703.91 3366.2432 869.22296, 4821.9844 3326.8115 866.85693, 4892.5146 3317.1636 866.2804, 4992.66 3314.4734 866.0554, 5082.846 3355.63 866.23755, 5094.507 3431.9675 864.77637, 5026.048 3522.0247 860.993, 4922.328 3571.3406 856.9342, 4833.9673 3593.6394 845.47003, 4766.969 3605.9294 823.9541</trace>
</ink>
</file>

<file path=ppt/ink/ink18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3816.6611 4313.999 874.14984, 3921.8965 4309.094 866.57306, 3996.238 4306.0093 861.16174, 4083.4634 4303.529 852.4062, 4213.635 4300.8047 840.6927, 4278.289 4299.899 835.56976, 4350.4897 4300.787 831.4331, 4446.83 4303.601 827.7804, 4565.9497 4306.678 821.49255, 4693.4165 4308.3525 815.616, 4781.3667 4309.4326 811.11914, 4896.621 4309.7773 806.43787, 5032.904 4310.7603 802.2378, 5185.72 4311.7764 797.0627, 5316.54 4313.177 793.5317, 5434.555 4314.85 790.0188, 5577.782 4319.2905 786.68774, 5739.1377 4328.3286 783.2416, 5914.2246 4341.8657 780.3253, 6029.999 4350.956 756.60754, 6171.4663 4362.761 724.96185, 6323.24 4373.248 685.9347, 6421.0605 4380.055 651.2287, 6491.5254 4385.8315 577.63477, 6584.804 4391.615 494.6589</trace>
</ink>
</file>

<file path=ppt/ink/ink18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4135.81 5130.8193 874.14984, 4190.909 5041.331 860.7995, 4266.8447 4927.137 855.7423, 4316.9385 4854.4023 854.91705, 4363.5645 4788.998 859.1787, 4428.194 4773.0986 862.36566, 4422.627 4891.174 857.5944, 4415.0913 4966.194 851.2575, 4404.0327 5080.8535 832.1585, 4399.4272 5150.108 817.2887, 4396.654 5219.1685 794.5299, 4394.408 5320.0996 726.6917, 4393.6577 5389.038 575.8426</trace>
</ink>
</file>

<file path=ppt/ink/ink18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4729.0503 5238.5317 874.14984, 4817.72 5241.2554 864.1485, 4940.661 5219.117 855.85864, 5013.053 5204.3574 843.3337, 5078.8247 5186.017 412.50638</trace>
</ink>
</file>

<file path=ppt/ink/ink18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5292.2534 5176.756 874.14984, 5360.6885 5117.3755 863.33105, 5439.4067 5048.0947 859.0197, 5505.2344 4971.2007 863.04736, 5520.4497 4900.035 864.112, 5452.6084 4844.488 860.8787, 5381.4434 4848.3125 857.7813, 5281.447 4904.4976 850.83075, 5208.322 4967.2407 845.3404, 5161.2705 5066.8535 846.19727, 5154.8125 5153.406 848.5898, 5204.423 5256.5513 850.4157, 5280.787 5336.972 851.5312, 5383.111 5384.213 849.94965, 5483.0127 5373.2183 840.63495, 5550.388 5362.0854 819.73114</trace>
</ink>
</file>

<file path=ppt/ink/ink18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5642.3784 4699.441 874.14984, 5732.084 4645.772 863.17194, 5802.952 4622.9194 861.01373, 5870.362 4644.094 861.76184, 5863.493 4715.253 858.63464, 5785.7046 4777.487 854.26416, 5710.804 4829.789 857.75934, 5694.1094 4905.876 861.1032, 5785.7856 4945.597 856.72845, 5858.6147 4957.6313 850.7656, 5922.8066 4971.0337 839.08545, 5991.5635 4977.1704 816.5188</trace>
</ink>
</file>

<file path=ppt/ink/ink18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2356.088 3960.2373 874.14984, 2254.7258 3911.5698 861.2016, 2167.687 3927.3447 851.4312, 2078.7913 3978.5396 842.9518, 1975.9072 4103.0566 833.5368, 1917.3557 4212.808 827.5058, 1913.2069 4334.688 835.5658, 1996.9137 4415.743 843.3724, 2091.9382 4422.8955 847.96704, 2188.4102 4337.6724 845.7322, 2230.3618 4260.353 841.3764, 2284.3396 4129.714 832.3209, 2305.4885 4049.3694 831.15466, 2321.4792 3979.9692 831.6794, 2338.3235 3906.2766 837.1318, 2331.6963 3974.6108 832.07587, 2323.5383 4081.0054 824.97656, 2325.502 4169.81 820.5168, 2339.357 4264.084 806.1847, 2357.7222 4336.1724 782.17633, 2425.5034 4428.6943 710.05884, 2490.1653 4485.6406 545.0677</trace>
</ink>
</file>

<file path=ppt/ink/ink18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6691.813 3065.8 874.14984, 6612.393 3045.4185 850.517, 6515.0557 3025.7568 826.67834, 6376.5405 3004.6084 786.3996, 6199.894 2986.7983 743.49603, 5989.8677 2973.705 703.00275, 5779.191 2965.5774 667.85547, 5618.2417 2960.447 639.884, 5417.19 2959.1687 617.1197, 5268.871 2958.0884 584.9654, 5057.746 2963.0566 555.90265, 4802.791 2974.0845 531.3481, 4516.9824 2991.3293 510.46118, 4271.3003 3008.8667 497.8757, 4052.2256 3026.5005 489.72833, 3791.2815 3051.6672 485.6011, 3509.836 3082.0747 484.63663, 3225.3657 3114.7654 490.78027, 2953.5347 3146.6643 508.7319, 2747.6035 3170.9548 533.5202, 2572.7727 3189.664 564.12854, 2403.4448 3205.4692 605.12317, 2250.7178 3218.9805 649.25336, 2121.426 3232.3374 690.68335, 2033.0757 3241.7104 728.34875, 1948.9557 3256.9856 762.87665, 1871.4873 3283.0215 793.5507, 1802.5234 3323.7495 818.1781, 1710.8807 3409.346 847.67413, 1673.6444 3480.3699 852.88116, 1643.2181 3575.1877 849.23816, 1619.4045 3693.37 840.6359, 1604.3118 3770.4766 832.234, 1592.9054 3883.7134 822.06573, 1585.8177 3968.4702 812.5742, 1581.2598 4081.3735 801.81323, 1577.8998 4228.6177 788.324, 1574.4747 4399.8125 772.0844, 1571.6465 4562.794 757.94257, 1569.679 4688.144 745.93524, 1569.16 4835.28 739.0537, 1574.5464 4989.536 740.77313, 1589.3707 5139.815 746.858, 1603.9624 5248.745 756.39105, 1625.1656 5348.1353 766.4755, 1662.262 5444.1763 779.56195, 1718.0206 5530.143 792.54376, 1787.7892 5599.38 804.4797, 1919.476 5685.8633 821.18774, 2029.4286 5714.5186 822.8605, 2169.4243 5731.2217 818.29944, 2337.8618 5736.909 804.4029, 2498.3994 5737.523 784.25006, 2636.724 5735.585 762.38916, 2817.9016 5730.7085 734.5328, 3031.817 5725.5215 705.06726, 3268.984 5723.08 678.14465, 3440.8438 5721.6616 655.41486, 3633.0435 5722.2827 634.13605, 3855.4377 5726.757 617.78534, 4098.31 5737.923 606.47266, 4328.405 5751.7695 600.57306, 4504.91 5763.2715 597.0933, 4719.7515 5778.8296 595.06793, 4957.4043 5795.729 597.3561, 5204.49 5812.543 601.5302, 5387.896 5825.4023 607.7401, 5566.33 5838.557 614.9907, 5752.154 5852.8906 632.7008, 5930.227 5864.214 658.41626, 6085.0415 5869.664 686.29346, 6190.5713 5872.857 711.6076, 6295.0923 5867.5933 739.686, 6388.9854 5849.825 765.6088, 6467.6616 5817.207 788.2412, 6565.81 5745.6675 824.8508, 6628.8906 5593.7666 841.4783, 6650.104 5475.1587 837.4496, 6666.346 5332.152 828.1039, 6677.0435 5227.5625 818.6499, 6684.6206 5100.508 801.9622, 6688.179 4942.81 781.42303, 6686.574 4764.5347 761.24866, 6681.757 4593.7246 746.8464, 6677.2324 4463.6465 733.9041, 6667.854 4308.042 695.62103, 6655.687 4140.6855 651.467, 6642.0615 3971.4614 601.7076, 6631.2183 3846.187 546.8164, 6619.455 3725.8215 486.4564, 6604.1333 3601.5496 423.69522, 6587.5283 3484.3223 359.45227, 6570.79 3381.9868 294.33777, 6556.9624 3302.629 229.11433, 6537.3013 3220.6094 126.7626</trace>
</ink>
</file>

<file path=ppt/ink/ink18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7741.2485 5315.6206 874.14984, 7834.711 5310.107 859.36676, 7905.1646 5306.4873 857.3664, 7987.066 5303.713 855.8532, 8127.4585 5301.6636 852.4451, 8207.783 5301.1187 850.04694, 8347.017 5300.5615 847.52814, 8440.297 5300.4443 845.09204, 8545.547 5299.434 841.963, 8629.657 5298.4526 838.87683, 8716.44 5297.406 835.33887, 8823.11 5296.1685 831.623, 8945.295 5294.0586 826.99115, 9073.739 5291.8477 822.21564, 9162.6045 5290.313 817.97455, 9277.202 5288.7544 813.5208, 9409.763 5287.3657 809.16406, 9554.637 5286.4634 805.20013, 9674.974 5285.89 801.9666, 9788.812 5285.5215 798.6878, 9926.313 5286.785 795.4741, 10080.28 5289.676 791.86707, 10245.86 5292.8823 788.89404, 10352.874 5294.978 786.42554, 10489.955 5296.905 784.6495, 10647.228 5298.5386 782.56354, 10818.268 5299.9805 780.1832, 10968.198 5300.9185 778.0365, 11097.672 5301.526 775.3675, 11253.942 5301.924 772.2572, 11426.592 5302.1606 769.6775, 11608.868 5303.2227 768.57074, 11733.656 5304.1206 768.3112, 11879.499 5306.7275 768.41724, 12044.321 5309.352 768.049, 12221.126 5312.9253 768.03766, 12383.31 5316.868 768.2104, 12512.263 5320.241 768.31744, 12668.582 5323.9316 768.5159, 12842.803 5326.893 768.4917, 13028.348 5329.193 767.5567, 13164.132 5330.6753 766.60547, 13308.089 5331.6333 765.3017, 13472.725 5333.168 765.1166, 13651.042 5336.213 765.30133, 13823.194 5340.2603 765.8298, 13948.849 5343.4 766.2371, 14101.136 5348.237 766.76324, 14270.405 5353.236 767.8328, 14451.704 5358.5376 769.1104, 14640.16 5364.226 769.95825, 14799.593 5369.297 770.5233, 14936.254 5373.842 771.1796, 15095.713 5380.9043 771.1564, 15267.66 5388.654 749.02155, 15446.256 5397.22 718.5033, 15567.488 5403.0625 680.1491, 15706.266 5410.851 634.328, 15859.783 5420.9443 581.46814, 16021.206 5432.909 522.4747, 16164.088 5443.364 458.60278, 16279.479 5451.743 390.97687, 16414.309 5459.4194 321.274, 16560.258 5465.2905 251.91838, 16711.807 5468.5015 194.78932, 16821.557 5470.4224 147.02122, 16936.613 5472.722 107.83687, 17059.87 5475.475 76.49652, 17175.088 5479.07 52.276184, 17249.13 5481.333 34.44288, 17325.656 5483.1084 10.23</trace>
</ink>
</file>

<file path=ppt/ink/ink18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16884.852 5315.6206 874.14984, 16978.61 5347.803 866.2552, 17097.467 5387.785 855.6494, 17184.004 5436.123 858.3649, 17201.082 5515.5913 859.4896, 17146.998 5591.34 853.4292, 17078.19 5634.264 844.3811, 16997.098 5673.46 835.98584, 16913.633 5700.844 819.4269, 16844.836 5726.481 790.2285, 16763.762 5746.999 731.18915</trace>
</ink>
</file>

<file path=ppt/ink/ink18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16778.781 6055.353 874.14984, 16889.977 6040.0845 858.68634, 16956.332 6042.3667 854.09985, 17024.5 6053.879 852.1982, 17119.19 6083.0127 853.1713, 17170.938 6162.2046 856.3202, 17098.633 6238.2607 852.7065, 17000.787 6285.944 845.9772, 16921.373 6298.0654 839.7999, 16857.26 6311.675 823.62726, 16778.781 6317.242 797.21783</trace>
</ink>
</file>

<file path=ppt/ink/ink18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17280.97 6008.888 874.14984, 17197.361 6031.553 864.45917, 17105.621 6075.1807 861.3633, 17030.975 6132.4995 860.46826, 16997.557 6201.251 862.0643, 17004.578 6273.0312 861.7769, 17113.48 6359.5913 857.26196, 17200.277 6362.217 849.01605, 17275.354 6370.6504 829.0681, 17357.004 6363.7065 794.8608</trace>
</ink>
</file>

<file path=ppt/ink/ink18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11727.788 2418.4685 874.14984, 11726.587 2533.71 858.3692, 11722.603 2611.4253 849.4678, 11714.973 2705.6768 840.6688, 11704.487 2813.1494 833.4305, 11694.806 2909.1643 827.2535, 11686.13 2993.453 821.9945, 11677.202 3089.4658 817.8191, 11669.931 3170.443 810.9128, 11662.872 3287.374 803.6437, 11656.286 3433.8562 795.86646, 11650.355 3604.8623 784.14, 11645.208 3797.4976 768.4873, 11641.778 3962.1514 752.89014, 11639.443 4116.3115 737.2063, 11637.967 4307.73 718.3643, 11634.71 4525.6836 698.08386, 11626.3125 4762.3193 677.8195, 11620.372 4923.467 660.08014, 11611.381 5118.892 643.06775, 11601.897 5345.557 628.048, 11593.095 5593.5806 617.10565, 11586.757 5819.613 610.12366, 11582.272 6004.411 603.63324, 11578.028 6228.599 595.7583, 11571.938 6476.3027 556.05273, 11562.352 6735.8926 510.13574, 11555.075 6920.195 458.43555, 11545.486 7112.5737 401.42206, 11533.997 7315.2495 341.5595, 11521.582 7516.6294 280.70486, 11510.574 7687.1377 222.39102, 11502.405 7811.175 169.66014, 11495.435 7917.3184 122.546974, 11490.924 7984.902 81.08909, 11486.47 8049.5396 13.68111</trace>
</ink>
</file>

<file path=ppt/ink/ink18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11423.658 2849.847 874.14984, 11465.16 2770.5906 863.1614, 11528.055 2636.3892 849.0691, 11563.5625 2553.853 843.11584, 11617.323 2436.8994 844.3319, 11678.931 2370.985 849.4943, 11729.315 2459.2903 842.8296, 11731.468 2526.4094 840.0069, 11735.335 2607.61 833.22046, 11739.132 2679.0554 824.1921, 11750.455 2772.925 787.489, 11758.35 2837.8523 714.27167</trace>
</ink>
</file>

<file path=ppt/ink/ink18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12000.94 2248.9795 874.14984, 12010.156 2357.371 862.71454, 12019.467 2422.5159 863.4843, 12041.866 2504.9597 865.21216, 12108.699 2536.1472 864.9303, 12204.125 2460.3835 856.52924, 12241.871 2388.029 849.2958, 12274.193 2319.7288 842.4298, 12315.64 2207.5356 847.04175, 12327.929 2313.5002 848.36316, 12330.237 2413.2122 843.17755, 12333.747 2523.3079 837.53937, 12336.205 2599.7273 829.2974, 12339.11 2693.7605 824.1764, 12338.984 2790.7778 821.1423, 12338.544 2861.1611 821.1944, 12321.131 2970.608 830.2588, 12243.756 2986.0334 851.619, 12259.935 2833.1326 846.6065, 12274.174 2754.96 825.8418, 12306.01 2665.046 775.8107</trace>
</ink>
</file>

<file path=ppt/ink/ink18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17372.021 5330.9326 874.14984, 17356.959 5429.453 863.2905, 17361.5 5534.513 860.7288, 17379.281 5616.061 860.7866, 17442.926 5685.623 862.7278, 17508.96 5713.1206 862.57764, 17596.994 5659.543 860.9493, 17658.332 5543.785 853.8319, 17684.92 5440.585 848.80414, 17675.863 5314.883 849.2565, 17633.373 5212.7817 853.3585, 17564.568 5164.005 857.0251, 17474.223 5204.2607 861.30566, 17448.107 5287.0835 862.9618, 17523.516 5361.5703 857.77637, 17604.129 5418.2734 837.0603</trace>
</ink>
</file>

<file path=ppt/ink/ink18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17722.146 5592.8223 874.14984, 17837.84 5596.062 860.24475, 17912.451 5588.717 852.6018, 17982.328 5583.1455 837.0158, 18049.523 5577.1587 648.4357</trace>
</ink>
</file>

<file path=ppt/ink/ink18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18254.373 5362.0854 874.14984, 18220.879 5459.053 868.291, 18206.732 5569.913 864.62024, 18219.268 5657.051 863.4509, 18286.135 5726.931 863.77655, 18356.908 5721.468 863.06384, 18445.963 5632.495 858.87616, 18493.973 5521.6255 854.8812, 18501.021 5410.329 852.35785, 18465.885 5284.1475 851.67694, 18409.906 5185.2295 851.9032, 18327.754 5112.3867 854.6445, 18240.451 5079.35 859.31866, 18171.674 5114.6353 861.93567, 18180.188 5224.8086 860.256, 18249.305 5300.528 851.814, 18350.396 5347.74 838.795, 18421.457 5377.9253 811.8913</trace>
</ink>
</file>

<file path=ppt/ink/ink18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18497.49 5746.999 874.14984, 18507.205 5824.2344 869.9143, 18607.967 5874.5576 868.27075, 18642.225 5773.277 867.0185, 18575.59 5742.274 865.7507, 18504.998 5739.079 864.38696</trace>
</ink>
</file>

<file path=ppt/ink/ink18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18771.582 5500.4214 874.14984, 18858.648 5503.019 868.927, 18956.12 5496.4497 865.6525, 19022.787 5492.6064 854.034</trace>
</ink>
</file>

<file path=ppt/ink/ink18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18801.62 5686.279 874.14984, 18892.588 5684.24 867.72833, 18964.209 5678.135 855.5001, 19037.727 5672.3857 831.6631</trace>
</ink>
</file>

<file path=ppt/ink/ink18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19364.822 5408.021 874.14984, 19334.88 5488.907 868.0782, 19310.639 5560.335 865.87524, 19312.941 5652.0015 866.1606, 19381.709 5733.3774 865.336, 19461.346 5767.7607 862.89655, 19548.428 5733.1484 862.90015, 19615.34 5653.7607 861.22656, 19643.648 5531.6514 857.11786, 19639.102 5447.855 855.5697, 19585.229 5375.64 856.5377, 19520.629 5346.8716 857.4599, 19428.629 5391.289 857.2066, 19357.838 5440.0513 855.89044</trace>
</ink>
</file>

<file path=ppt/ink/ink18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13081.353 5330.9326 874.14984, 13076.981 5256.0186 874.14984, 13054.973 5143.1494 872.0177, 13015.023 5025.6626 870.5043, 12960.121 4921.054 869.35077, 12908.881 4846.923 867.65137, 12838.338 4773.2534 867.4279, 12742.625 4696.089 866.3873, 12656.502 4637.3745 864.99066, 12532.693 4566.8735 865.0334, 12457.236 4529.022 864.9234, 12373.666 4491.01 863.91943, 12285.918 4455.81 861.1831, 12200.149 4423.7695 858.15, 12128.431 4397.904 855.7438, 12015.309 4359.6587 854.08704, 11899.802 4325.7974 856.00116, 11789.986 4298.3184 857.13354, 11683.929 4275.245 858.32916, 11618.48 4263.257 858.76556, 11549.932 4252.339 859.01025, 11447.264 4236.3647 858.7355, 11335.381 4221.228 857.96, 11222.755 4210.69 857.53107, 11115.792 4201.967 857.25415, 10986.941 4194.6167 857.00104, 10912.327 4190.892 856.83374, 10833.226 4189.2764 856.68054, 10709.959 4187.446 856.22546, 10642.473 4185.228 855.99695, 10569.682 4183.817 855.8683, 10493.66 4184.417 855.88025, 10415.067 4185.7534 855.966, 10299.557 4189.914 856.33966, 10231.162 4194.062 856.493, 10158.814 4199.5566 856.59766, 10093.635 4205.865 856.7333, 9985.043 4219.8804 857.13684, 9852.975 4243.976 857.62585, 9782.4375 4257.8438 857.78687, 9672.531 4281.8384 857.8322, 9551.911 4318.165 857.9509, 9447.572 4354.5137 858.2406, 9342.814 4396.242 858.56165, 9235.852 4444.681 858.80896, 9142.707 4489.572 858.9612, 9028.774 4551.7173 858.841, 8945.447 4601.558 858.7486, 8848.449 4668.318 858.9812, 8773.762 4728.802 859.4219, 8700.65 4801.1465 860.0694, 8624.739 4886.0215 860.68835, 8567.329 4952.63 861.106, 8508.678 5029.997 861.48016, 8466.277 5099.4077 862.13043, 8434.315 5176.9443 862.64594, 8412.265 5250.435 863.76483, 8396.127 5351.69 865.13544, 8391.464 5449.2153 864.50085, 8409.096 5570.0967 865.08234, 8437.613 5666.416 865.33905, 8487.666 5763.0186 865.0121, 8573.884 5864.1587 863.462, 8676.18 5951.875 862.36383, 8779.526 6019.265 861.27954, 8881.933 6073.6562 861.2078, 9012.794 6129.6646 861.15155, 9092.187 6159.479 860.1738, 9159.46 6183.811 858.1158, 9280.21 6225.24 854.834, 9347.907 6247.14 854.1606, 9417.882 6268.144 854.531, 9520.979 6296.6567 855.1905, 9650.951 6325.6123 855.46387, 9723.732 6339.676 855.76135, 9794.751 6353.3403 856.3718, 9906.456 6374.7876 857.32434, 9975.279 6386.2744 857.5016, 10049.634 6397.017 857.2186, 10165.936 6413.361 856.699, 10231.119 6423.278 856.4771, 10302.08 6433.588 856.3442, 10378.119 6443.785 856.2656, 10457.528 6452.9717 856.2314, 10575.021 6464.2617 856.14435, 10645.281 6467.642 856.10406, 10721.515 6469.792 855.98865, 10802.221 6471.172 855.8263, 10879.596 6473.149 855.77277, 10998.575 6475.995 855.72394, 11069.462 6476.315 855.81036, 11145.102 6474.613 855.9491, 11223.52 6470.8804 856.1007, 11290.588 6466.7 856.2464, 11409.629 6456.956 856.4981, 11478.78 6448.899 856.655, 11549.697 6438.963 856.83215, 11653.815 6423.351 857.2961, 11779.514 6401.528 857.84937, 11844.761 6388.561 858.12134, 11949.582 6364.0195 858.7727, 12056.207 6332.6914 860.1964, 12150.073 6302.712 862.3006, 12267.083 6255.9814 863.0013, 12376.503 6202.8477 861.8438, 12479.694 6149.914 863.3779, 12568.995 6099.9175 864.626, 12678.808 6025.8154 863.93146, 12762.427 5958.6978 864.8402, 12848.749 5864.6416 866.22363, 12925.307 5758.489 866.5459, 12995.372 5643.356 864.39526, 13043.287 5553.1475 861.9717, 13076.893 5479.5605 854.96844, 13105.18 5401.227 840.53577, 13117.164 5330.3853 818.1778, 13124.08 5262.992 674.2674</trace>
</ink>
</file>

<file path=ppt/ink/ink18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11955.885 4961.8584 874.14984, 11970.877 5028.658 871.68317, 11985.891 5132.739 869.72614, 11993.526 5201.54 868.90265, 12003.804 5130.096 864.9072, 12024.057 5045.1636 863.0544, 12073.722 4953.3823 862.2998, 12181.352 4893.9526 863.48096, 12273.298 4904.4023 864.0444, 12339.474 4917.0474 863.8089</trace>
</ink>
</file>

<file path=ppt/ink/ink18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12107.95 5053.731 874.14984, 12140.312 5161.6343 870.501, 12150.106 5239.0063 870.3412, 12178.513 5155.025 867.4, 12254.242 5074.7314 866.4063, 12318.645 5130.381 866.2605, 12350.124 5063.0537 867.20874, 12416.527 5069.0977 865.1505, 12437.019 5149.3794 865.9355, 12449.405 5216.511 861.3829</trace>
</ink>
</file>

<file path=ppt/ink/ink18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12519.088 5053.731 874.14984, 12519.676 5118.9893 872.04364, 12519.292 5197.0864 872.4412, 12515.836 5262.9214 686.23944</trace>
</ink>
</file>

<file path=ppt/ink/ink18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12640.176 5099.6675 874.14984, 12639.776 5185.465 869.88324, 12688.28 5090.13 867.30206, 12756.229 5052.135 866.2994, 12815.931 5130.453 862.5683, 12821.618 5206.91 859.29785, 12819.667 5273.7856 830.7132</trace>
</ink>
</file>

<file path=ppt/ink/ink18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9826.039 4899.554 874.14984, 9846.591 4983.5645 867.5805, 9868.134 5089.313 866.2745, 9886.882 4971.7334 865.43304, 9976.143 4862.0996 863.80804, 10040.589 4787.5234 863.77954, 10108.353 4762.64 425.86627</trace>
</ink>
</file>

<file path=ppt/ink/ink18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10054.136 4991.9546 874.14984, 10061.81 5092.9272 868.87646, 10085.431 5006.4673 862.3009, 10154.372 5065.4756 864.6266, 10158.021 5130.3174 867.11035, 10173.05 5017.748 864.42084, 10207.731 4950.404 865.07623, 10274.399 5054.563 863.627, 10283.382 5142.273 863.11566</trace>
</ink>
</file>

<file path=ppt/ink/ink18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10434.298 4946.0186 874.14984, 10365.228 5039.8237 870.56616, 10448.429 5015.3584 868.0733, 10483.761 5100.5186 863.6029, 10476.664 5165.566 833.6484</trace>
</ink>
</file>

<file path=ppt/ink/ink18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10753.446 4914.8667 874.14984, 10722.308 4999.393 864.2206, 10664.994 5082.4116 860.61664, 10597.435 5143.7886 849.769, 10529.827 5178.3535 231.52625</trace>
</ink>
</file>

<file path=ppt/ink/ink18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10601.382 4991.9546 874.14984, 10631.228 5058.6895 865.87085, 10679.424 5123.201 863.42426, 10726.936 5188.436 424.00284</trace>
</ink>
</file>

<file path=ppt/ink/ink18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13081.353 5562.726 874.14984, 13085.708 5648.0225 867.5631, 13083.675 5724.4897 866.2026, 13086.77 5793.664 865.8922, 13084.678 5859.386 426.56046</trace>
</ink>
</file>

<file path=ppt/ink/ink18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13157.385 6194.7456 874.14984, 13152.658 6297.3223 868.6374, 13155.61 6396.83 865.7754, 13156.801 6464.71 854.75574</trace>
</ink>
</file>

<file path=ppt/ink/ink18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13169.588 6964.0454 874.14984, 13164.651 7052.526 863.14233, 13164.81 7170.894 864.456, 13164.895 7249.066 866.94946</trace>
</ink>
</file>

<file path=ppt/ink/ink18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13157.385 7766.6104 874.14984, 13147.172 7835.0146 862.7436, 13142.341 7965.945 852.9191, 13140.962 8034.1465 841.878, 13140.567 8101.406 553.40936</trace>
</ink>
</file>

<file path=ppt/ink/ink18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13036.296 8628.839 874.14984, 13031.516 8743.204 861.3099, 13027.092 8807.678 857.17737, 13021.677 8887.418 846.008</trace>
</ink>
</file>

<file path=ppt/ink/ink18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8319.47 5330.9326 874.14984, 8318.409 5430.7 866.4603, 8318.443 5521.568 864.92883, 8319.056 5606.275 864.6022, 8318.49 5671.6333 857.10693</trace>
</ink>
</file>

<file path=ppt/ink/ink18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8304.451 6078.057 874.14984, 8306.264 6150.512 864.27826, 8320.3545 6259.542 859.00006, 8331.045 6332.356 852.1599</trace>
</ink>
</file>

<file path=ppt/ink/ink18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8319.47 6820.9565 874.14984, 8326.988 6905.5645 863.21686, 8347.052 7024.1836 858.8878, 8361.446 7102.3887 853.5157</trace>
</ink>
</file>

<file path=ppt/ink/ink18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8350.446 7520.0327 874.14984, 8350.446 7628.9985 864.2701, 8350.446 7704.8335 858.9102</trace>
</ink>
</file>

<file path=ppt/ink/ink18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8578.543 7719.6177 874.14984, 8655.562 7737.426 868.4579, 8766.397 7754.5884 861.94727, 8861.657 7765.2046 857.8581, 8977.868 7771.581 854.33203, 9068.311 7774.5015 848.95526, 9178.293 7775.8965 841.1627, 9272.911 7776.5747 832.8071, 9363.637 7776.738 825.7677, 9477.809 7778.8447 818.56506, 9610.354 7782.62 811.94495, 9755.179 7789.235 807.5548, 9850.775 7793.65 803.21906, 9976.659 7801.7534 797.39813, 10125.201 7811.6963 791.5169, 10290.741 7823.203 786.46967, 10442.323 7834.0474 781.9686, 10568.159 7843.1743 777.16754, 10723.815 7853.232 769.7855, 10899.838 7864.237 764.6293, 11089.727 7877.5386 759.34106, 11288.288 7892.3125 752.37897, 11445.728 7904.222 720.5208, 11593.402 7915.577 681.59186, 11761.082 7930.0137 635.8199, 11938.738 7947.1953 583.4796, 12108.167 7964.1416 525.2116, 12228.309 7976.2373 462.1855, 12364.679 7990.0376 396.35345, 12500.591 8002.1313 327.84454, 12613.117 8007.391 259.66666, 12695.658 8009.6875 196.36804, 12764.248 7997.284 148.3297, 12839.344 7989.283 36.265614</trace>
</ink>
</file>

<file path=ppt/ink/ink18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12443.056 7781.3945 874.14984, 12563.788 7806.6523 857.60077, 12637.146 7821.5303 849.9129, 12753.532 7847.421 839.25665, 12853.115 7875.3506 834.443, 12940.679 7908.1797 840.7654, 12979.715 7990.023 849.3817, 12872.626 8066.2163 852.3185, 12802.016 8093.9814 848.6781, 12685.932 8139.5156 841.4239, 12606.259 8173.994 837.0983, 12519.364 8211.412 828.70013, 12430.326 8245.645 818.54626, 12355.551 8274.29 800.39136, 12275.033 8305.174 775.76685</trace>
</ink>
</file>

<file path=ppt/ink/ink18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8912.71 7520.0327 874.14984, 8842.576 7565.7886 867.8965, 8723.1 7623.303 858.6663, 8629.948 7662.1934 857.29596, 8555.408 7691.232 856.8224, 8543.779 7759.63 857.6741, 8634.986 7811.4736 856.7163, 8713.555 7855.1807 848.1125, 8804.9 7920.2783 831.6589, 8874.444 7972.6807 791.34814</trace>
</ink>
</file>

<file path=ppt/ink/ink18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10236.237 8197.461 874.14984, 10148.509 8243.566 866.11957, 10060.806 8241.9375 862.3251, 9989.224 8196.461 863.19183, 9975.906 8109.6826 861.11774, 10077.412 8020.578 849.52954, 10153.376 8006.9033 843.5027, 10220.467 8004.5566 838.6706, 10329.686 8024.629 832.31177, 10402.187 8096.3115 836.0708, 10420.085 8163.508 840.0433, 10354.853 8255.797 842.7756, 10288.097 8306.452 841.0372, 10212.259 8353.154 838.11707, 10083.419 8420.939 832.2169, 10001.016 8450.649 829.67725, 9916.824 8471.367 830.13776, 9849.057 8485.508 832.3738, 9740.991 8485.407 838.7421, 9676.25 8449.532 846.4664, 9784.121 8413.67 860.0898, 9856.849 8440.294 855.1988, 9934.246 8476.949 848.6477, 10003.24 8511.857 837.4135, 10123.357 8572.76 801.33044, 10192.665 8599.096 771.19867, 10269.005 8631.499 688.44324, 10334.588 8652.461 310.10623</trace>
</ink>
</file>

<file path=ppt/ink/ink18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11164.584 8382.262 874.14984, 11088.646 8316.727 862.5749, 10980.531 8275.581 859.07245, 10861.559 8269.666 857.3783, 10773.0205 8285.657 856.6316, 10703.481 8318.536 855.15826, 10651.651 8400.265 855.9649, 10635.932 8478.532 856.5652, 10664.515 8578.351 856.43726, 10718.745 8652.702 857.26807, 10824.646 8699.758 857.9704, 10919.541 8702.592 857.2351, 11013.8955 8647.118 856.0932, 11083.942 8560.951 854.69574, 11135.434 8455.986 854.9574, 11163.607 8375.832 858.6608, 11170.33 8483.757 856.37805, 11171.162 8597.383 846.7469, 11174.796 8665.177 837.489, 11182.019 8770.851 810.13354, 11188.352 8850.666 754.6364, 11192.152 8916.034 550.4734</trace>
</ink>
</file>

<file path=ppt/ink/ink18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11620.779 5315.6206 874.14984, 11545.945 5286.6646 868.72076, 11518.718 5360.552 868.0595, 11603.14 5431.7236 866.85406, 11640.82 5359.143 865.7303, 11573.586 5339.8745 866.8216, 11642.546 5318.753 867.0241, 11576.804 5276.166 868.2414, 11580.937 5341.816 833.3167</trace>
</ink>
</file>

<file path=ppt/ink/ink18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11255.636 5439.701 874.14984, 11189.119 5481.874 868.1253, 11115.994 5582.5234 866.19135, 11128.401 5707.901 864.4819, 11185.128 5790.782 862.74133, 11284.523 5821.077 861.9935, 11360.293 5802.2285 862.78235, 11422.474 5691.713 862.1476, 11416.079 5595.7065 861.8784, 11366.86 5503.1724 861.33545, 11269.226 5430.184 861.6568, 11202.207 5437.9424 862.02686, 11135.191 5457.732 678.63635</trace>
</ink>
</file>

<file path=ppt/ink/ink18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11620.779 5315.6206 874.14984, 11591.877 5380.1357 582.0808</trace>
</ink>
</file>

<file path=ppt/ink/ink18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5246.259 5099.6675 874.14984, 5185.634 5165.613 880.49384</trace>
</ink>
</file>

<file path=ppt/ink/ink18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5368.286 5146.1313 874.14984, 5266.2534 5176.0337 874.14984, 5194.649 5169.067 862.1223</trace>
</ink>
</file>

<file path=ppt/ink/ink18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8934.3 8555.446 874.14984, 8844.214 8618.869 855.95026, 8777.017 8665.409 846.4698, 8696.574 8719.292 838.1926, 8605.701 8779.993 831.28644, 8507.955 8846.786 826.52325, 8426.24 8903.045 822.7336, 8355.874 8952.802 814.23206, 8285.345 9004.119 799.4954, 8151.908 9104.293 740.49225, 8073.4463 9166.463 701.10004, 7996.9546 9229.208 655.42566, 7930.455 9286.126 603.5164, 7865.4634 9341.082 473.72</trace>
</ink>
</file>

<file path=ppt/ink/ink18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8137.3677 8567.0625 874.14984, 8188.253 8638.027 867.5209, 8239.067 8733.204 856.643, 8295.115 8863.464 852.16034, 8338.757 8982.795 850.9263, 8364.217 9069.08 846.10754, 8391.719 9168.366 839.1348, 8420.411 9272.019 832.6569, 8440.784 9346.0 822.80426, 8463.204 9421.921 808.5532, 8488.734 9498.929 786.29034, 8510.4 9567.164 746.1335, 8533.318 9633.54 675.092</trace>
</ink>
</file>

<file path=ppt/ink/ink18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8304.451 8713.848 874.14984, 8298.133 8792.99 863.3972, 8268.532 8926.511 853.609, 8248.019 9007.708 849.1541, 8226.986 9096.796 845.5311, 8210.84 9166.43 842.9539, 8198.67 9233.768 840.8764, 8192.906 9308.944 835.67645, 8185.07 9378.536 822.81866, 8182.424 9445.661 807.0078</trace>
</ink>
</file>

<file path=ppt/ink/ink18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7957.143 8941.417 874.14984, 8104.205 8963.3 829.6995, 8231.112 8981.869 802.65967, 8391.346 8999.094 762.47723, 8588.707 9004.844 719.5305, 8707.955 9008.316 659.6878, 8803.117 9015.412 571.78827, 8912.71 9014.281 480.23715</trace>
</ink>
</file>

<file path=ppt/ink/ink18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2873.2961 6795.0845 874.14984, 2960.0835 6803.9946 865.8, 3038.1487 6811.721 856.11597, 3124.9287 6819.032 849.9284, 3243.6965 6824.173 847.9687, 3359.9397 6827.1455 845.21545, 3435.05 6827.3184 845.1805, 3518.1106 6827.3887 846.1058, 3647.5142 6827.421 848.6, 3731.2754 6828.7163 849.63336, 3826.9797 6831.4097 848.98914, 3919.664 6833.806 847.2941, 3993.0945 6835.644 845.26227, 4086.2651 6837.5825 841.9983, 4193.028 6839.22 837.62714, 4311.2617 6841.6006 833.3442, 4405.146 6843.339 829.3912, 4500.5435 6844.842 825.0554, 4615.749 6845.257 820.79755, 4744.396 6846.07 816.7741, 4876.797 6846.9023 813.55066, 4969.0474 6847.481 810.79333, 5086.7744 6848.4146 807.265, 5221.628 6850.3203 804.4858, 5366.932 6852.1196 802.17035, 5487.4165 6854.2476 800.3122, 5595.0767 6856.7095 798.358, 5719.8726 6860.556 797.5549, 5854.217 6864.56 798.32947, 5993.0933 6869.217 799.77014, 6086.34 6872.3975 801.4831, 6194.839 6876.5537 803.7605, 6315.534 6880.559 806.8674, 6441.4814 6885.0176 810.1942, 6551.1255 6889.0796 813.4483, 6639.0957 6892.4097 816.41046, 6737.171 6897.18 822.33966, 6836.141 6903.063 827.92346, 6930.052 6908.5503 833.2245, 6996.3975 6912.425 837.9375, 7117.8887 6911.743 848.8789, 7206.1455 6861.994 856.69806, 7245.7764 6785.422 860.955, 7251.354 6715.7827 859.19495, 7250.832 6636.199 855.5856, 7248.086 6552.416 851.64984, 7246.363 6484.9355 848.6656, 7247.471 6355.5586 846.16223, 7253.779 6284.0903 846.85706, 7262.0737 6211.421 847.734, 7273.747 6106.2964 849.6739, 7282.53 5979.2227 854.5398, 7284.0874 5875.688 860.5997, 7267.924 5772.8994 863.9197, 7204.7 5692.039 865.37866, 7072.603 5651.714 862.3146, 6949.4814 5638.148 854.4886, 6832.6304 5635.4585 843.13055, 6717.012 5636.771 834.37213, 6634.824 5637.972 834.0723, 6537.772 5639.217 832.8122, 6436.8745 5640.9956 831.1186, 6364.393 5642.3193 829.796, 6268.0464 5645.9897 827.4694, 6153.989 5651.9126 824.69867, 6024.6074 5659.321 821.3473, 5917.6963 5665.4673 818.32605, 5813.3296 5671.486 814.65576, 5686.6094 5678.573 811.2541, 5543.5205 5687.1094 805.8159, 5390.1206 5695.8857 800.72064, 5288.3037 5701.717 796.40094, 5160.281 5708.5005 792.2385, 5017.786 5715.6826 789.4211, 4866.5864 5722.926 788.1777, 4710.44 5731.707 788.40405, 4567.4146 5739.846 790.0235, 4459.1504 5746.0303 791.66174, 4332.63 5753.5684 793.2438, 4195.936 5762.535 795.2865, 4055.9548 5772.255 797.9757, 3951.0964 5779.487 801.2532, 3849.3909 5786.414 804.89703, 3739.465 5793.503 810.01135, 3641.8425 5799.038 815.82745, 3564.1846 5803.1157 820.8338, 3476.973 5806.1084 826.5494, 3385.1978 5808.0405 832.0303, 3293.008 5809.2485 837.15857, 3226.9229 5809.6294 841.7534, 3161.9346 5808.6743 845.83795, 3092.9058 5805.4185 850.69836, 3024.8035 5799.755 855.79175, 2933.6714 5787.734 862.58105, 2863.653 5784.502 866.4867, 2836.326 5908.436 866.2326, 2842.5964 6015.1313 858.9099, 2846.8481 6086.676 853.73724, 2850.6191 6161.721 848.56067, 2855.6768 6297.315 841.5581, 2857.135 6387.479 839.1736, 2858.0386 6484.1147 833.887, 2857.235 6581.96 827.01544, 2856.002 6662.8 818.4594, 2853.8596 6728.204 806.46545, 2849.785 6794.7637 786.79755, 2840.4978 6890.8804 724.8061, 2827.8506 6965.599 587.94244</trace>
</ink>
</file>

<file path=ppt/ink/ink18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2857.3386 8567.0625 874.14984, 2857.3386 8667.287 863.52924, 2857.3389 8782.959 859.4752, 2857.3389 8874.761 857.06226, 2857.339 8967.457 856.51025, 2856.34 9038.804 855.0309, 2852.6936 9124.189 852.6093, 2846.993 9221.73 849.0107, 2839.6245 9328.4375 844.2846, 2834.6958 9399.089 840.0206, 2828.634 9486.266 835.8216, 2823.0286 9584.312 832.56665, 2817.3877 9688.288 831.5503, 2812.5579 9778.565 831.86346, 2808.5828 9853.262 832.48517, 2803.682 9937.111 834.3797, 2796.5398 10024.806 836.7993, 2786.9473 10112.522 839.9802, 2772.229 10236.569 848.21545, 2765.5994 10356.132 856.3872, 2803.533 10424.799 861.7874, 2921.2463 10445.005 862.85, 3052.1304 10433.952 860.70386, 3157.8452 10424.904 857.92804, 3279.2383 10416.644 856.7613, 3387.9949 10413.11 855.88916, 3456.6294 10413.438 855.6624, 3533.4883 10414.276 855.5673, 3653.812 10415.744 855.48694, 3729.764 10416.615 855.2285, 3815.8315 10417.189 854.4193, 3903.4373 10417.588 852.7907, 4048.5745 10418.023 848.4265, 4143.125 10418.131 845.92535, 4248.475 10418.187 842.9441, 4332.849 10417.736 840.21484, 4415.8794 10416.611 837.28925, 4513.452 10413.627 834.8965, 4621.36 10410.371 832.35956, 4734.326 10407.721 830.3733, 4809.6226 10405.971 828.74115, 4903.0977 10403.146 827.9067, 5008.271 10399.253 827.87054, 5123.024 10395.031 827.66284, 5244.9727 10391.542 827.3392, 5357.0894 10388.387 826.68, 5445.135 10385.927 825.7982, 5549.3936 10382.3 824.42334, 5664.8447 10378.646 823.2761, 5786.9272 10374.22 822.5736, 5878.826 10370.809 822.3722, 5974.0034 10367.087 822.02594, 6084.8823 10362.075 821.3846, 6205.942 10356.029 820.5966, 6333.273 10349.112 819.7514, 6462.522 10342.042 819.6752, 6547.017 10337.416 819.74475, 6647.919 10331.625 820.3202, 6719.495 10327.495 821.3777, 6804.0283 10322.601 822.69446, 6904.7627 10316.618 823.9565, 7014.0474 10310.124 825.2021, 7125.375 10303.319 826.766, 7231.788 10295.259 829.3671, 7304.5376 10289.613 832.0792, 7387.4927 10281.108 835.06177, 7474.0386 10271.644 838.7552, 7559.973 10261.787 842.3269, 7630.832 10253.517 845.432, 7755.893 10241.182 850.8409, 7823.608 10237.225 853.2851, 7890.3833 10233.56 855.4853, 7983.891 10228.0 859.54065, 8093.8877 10208.457 862.7911, 8175.5156 10144.972 862.45294, 8210.3955 10069.487 861.2693, 8218.572 9964.275 859.28925, 8217.077 9898.913 858.6043, 8211.493 9827.04 857.4208, 8198.713 9711.046 855.6943, 8188.8228 9642.024 855.252, 8176.687 9563.912 854.6989, 8161.9663 9481.67 854.24835, 8137.9644 9361.895 853.6853, 8122.0474 9291.623 853.7816, 8097.338 9187.666 854.5262, 8069.2114 9080.357 857.4644, 8041.661 8997.834 862.1962, 7989.513 8909.102 864.3846, 7921.5127 8835.858 863.5634, 7815.0825 8771.666 860.1363, 7742.422 8740.677 856.8491, 7661.641 8711.802 854.4314, 7588.574 8688.768 851.9577, 7457.913 8655.543 848.5685, 7381.3213 8642.609 848.51764, 7298.4985 8633.266 848.9396, 7166.072 8624.725 849.87305, 7075.155 8624.429 849.0135, 6965.5547 8625.503 845.7338, 6839.487 8626.884 839.54034, 6706.121 8628.184 831.8609, 6615.023 8629.098 824.91376, 6501.6206 8631.0625 817.6293, 6375.042 8634.066 811.5205, 6277.978 8636.46 807.4996, 6176.938 8639.086 803.90906, 6057.4116 8642.652 802.5038, 5922.0454 8647.389 801.44763, 5780.3555 8652.919 799.9428, 5681.4478 8656.85 799.17694, 5553.2495 8663.333 797.68274, 5404.71 8672.605 794.6771, 5242.958 8682.922 791.65314, 5110.872 8691.226 789.12573, 4988.945 8698.743 786.24774, 4848.264 8707.55 784.9377, 4697.609 8718.119 784.0695, 4540.191 8730.389 784.2108, 4437.788 8738.404 785.1122, 4311.1987 8748.968 786.92554, 4168.1772 8762.713 788.5109, 4014.1506 8779.261 789.6713, 3880.804 8793.901 790.8807, 3768.6748 8806.384 791.5293, 3640.9983 8819.524 780.13043, 3509.888 8831.762 759.67474, 3384.8462 8843.77 730.6488, 3298.7244 8852.075 693.4744, 3215.4426 8858.399 648.77484, 3137.8086 8861.499 596.8502, 3035.3184 8856.842 487.04483, 2970.6506 8852.087 288.9751</trace>
</ink>
</file>

<file path=ppt/ink/ink18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10039.117 10678.546 874.14984, 10119.759 10685.195 871.1266, 10186.581 10685.062 858.4178, 10300.411 10681.653 843.409, 10370.762 10677.788 839.1511, 10449.484 10673.931 836.8883, 10568.755 10667.212 834.52734, 10649.799 10662.187 835.17865, 10736.854 10657.574 835.82104, 10811.96 10654.146 836.96967, 10948.664 10649.971 843.1782, 11027.282 10648.922 846.3547, 11108.191 10649.583 849.2258, 11223.878 10651.526 853.6737, 11288.968 10653.0205 855.7364, 11355.121 10656.83 856.506, 11457.598 10665.26 858.0894, 11562.467 10675.305 860.4619, 11673.658 10694.432 863.82446, 11749.327 10720.319 866.0057, 11828.226 10803.353 866.5561, 11858.834 10908.776 865.29736, 11873.988 11005.047 861.93317, 11879.244 11071.738 859.4586, 11884.298 11146.92 856.6899, 11888.384 11229.347 855.65515, 11891.129 11305.469 854.7379, 11894.4795 11441.225 852.83466, 11895.392 11523.168 851.7759, 11895.946 11609.033 851.519, 11896.521 11737.187 851.8178, 11895.3125 11806.869 852.66705, 11892.508 11877.3955 853.9235, 11890.34 11945.824 854.8786, 11888.8955 12046.6455 858.0669, 11890.07 12125.573 863.3842, 11875.91 12199.886 866.0657, 11802.214 12264.476 865.10443, 11679.392 12282.943 861.00195, 11561.097 12288.927 853.1711, 11476.46 12289.836 847.45575, 11379.1875 12288.693 841.9249, 11285.069 12287.07 833.16705, 11215.12 12285.745 822.64075, 11135.092 12284.4795 806.59973, 11054.763 12283.22 782.76855, 10988.632 12282.198 751.4084, 10897.254 12283.6045 667.5852, 10831.688 12284.201 462.98013</trace>
</ink>
</file>

<file path=ppt/ink/ink18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6323.854 10764.61 874.14984, 6258.2256 10743.758 864.24274, 6144.391 10717.022 859.1534, 6078.72 10702.856 857.92694, 5977.89 10681.717 858.96686, 5864.4946 10662.07 862.31555, 5762.328 10650.262 862.35583, 5642.35 10651.484 863.15027, 5554.2935 10695.367 864.92523, 5511.332 10767.956 865.53766, 5500.092 10881.809 862.5926, 5501.4624 10953.194 859.6192, 5508.016 11068.97 854.25104, 5521.328 11204.375 852.7779, 5529.792 11284.882 852.429, 5542.5938 11410.142 851.52686, 5549.9336 11489.241 850.5277, 5556.667 11574.878 850.1393, 5562.2017 11654.822 850.41534, 5570.517 11786.223 851.5424, 5575.5854 11856.107 852.5519, 5584.675 11957.584 856.15796, 5603.1587 12039.252 858.90967, 5688.5996 12113.302 860.86664, 5788.4404 12141.018 857.3892, 5910.315 12165.565 851.27295, 5979.957 12179.453 850.6873, 6047.1587 12193.24 851.8597, 6148.028 12213.271 855.42194, 6239.7266 12225.362 860.1322, 6306.379 12226.338 762.014</trace>
</ink>
</file>

<file path=ppt/ink/ink18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11225.599 13113.168 874.14984, 11204.02 13032.763 867.80206, 11179.682 12959.592 866.09955, 11120.943 12872.544 865.8511, 10993.918 12791.76 864.32477, 10911.161 12763.388 860.2928, 10792.515 12736.359 852.2512, 10725.471 12739.253 851.15485, 10604.26 12780.307 851.5768, 10516.041 12867.077 851.9869, 10471.476 12950.522 852.4998, 10461.98 13086.785 853.5337, 10476.135 13206.605 852.45465, 10495.897 13275.325 850.8205, 10525.277 13349.17 849.2977, 10562.852 13422.183 848.4837, 10608.022 13492.18 848.8011, 10681.103 13590.164 849.6541, 10786.559 13684.104 851.3316, 10902.682 13756.738 853.4686, 11003.876 13781.808 857.76294, 11108.242 13752.588 859.1842, 11188.64 13689.554 857.9924, 11260.435 13564.793 853.91974, 11286.146 13487.7705 851.84894, 11315.424 13367.512 850.001, 11318.5625 13297.554 846.4615, 11313.31 13223.992 841.1144, 11301.712 13156.249 834.04254, 11271.677 13057.084 813.5811, 11197.154 12974.276 767.2007, 11132.176 12917.564 653.75</trace>
</ink>
</file>

<file path=ppt/ink/ink18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10723.408 13575.698 874.14984, 10702.366 13641.184 868.601, 10677.414 13706.643 857.62915</trace>
</ink>
</file>

<file path=ppt/ink/ink18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9704.012 11849.656 874.14984, 9773.036 11948.717 866.8177, 9839.887 12047.473 864.157, 9891.236 12115.346 864.1861, 9967.912 12192.135 864.3661, 10051.833 12256.818 863.2487, 10152.869 12322.386 862.17554, 10224.962 12365.544 862.51263, 10324.593 12400.339 864.51373, 10417.502 12412.424 865.7208, 10519.435 12395.393 866.6887, 10622.556 12344.178 868.10754, 10701.121 12270.376 868.5345, 10737.243 12179.549 852.79333, 10738.838 12072.648 841.5001, 10736.494 11976.915 847.1673, 10744.08 11871.174 850.781, 10759.023 11787.015 853.461, 10791.129 11692.785 859.68634, 10843.496 11619.055 866.5965, 10935.652 11582.543 866.2093, 11063.129 11572.45 865.8971, 11168.44 11571.71 865.5661, 11275.731 11576.287 865.8908, 11398.346 11577.159 865.67267, 11465.385 11573.704 865.76764, 11573.204 11557.403 866.1073, 11666.674 11507.268 865.592, 11746.605 11402.147 866.1659, 11768.971 11310.92 865.11646, 11766.449 11202.649 862.3307, 11738.337 11090.501 863.19727, 11683.207 10986.604 864.0073, 11615.619 10894.707 861.7679, 11548.465 10825.571 860.2627, 11459.131 10754.99 860.5951, 11388.392 10709.664 859.93787, 11301.641 10669.829 859.46344, 11206.049 10634.659 859.6189, 11139.152 10611.945 859.0996, 11065.8955 10587.246 858.24506, 10955.349 10551.868 856.4201, 10885.708 10533.741 855.64905, 10809.737 10518.707 855.2127, 10688.877 10501.065 854.7099, 10622.137 10496.366 854.5461, 10546.836 10492.686 854.45685, 10463.015 10489.117 854.3548, 10338.295 10485.523 854.31104, 10261.355 10486.035 854.18286, 10181.1045 10490.188 854.18146, 10103.332 10499.923 855.57465, 9985.744 10523.263 858.28876, 9918.933 10547.231 859.03375, 9807.55 10599.702 858.9081, 9719.492 10652.168 861.9472, 9645.68 10741.558 864.4131, 9604.127 10869.534 864.70154, 9596.303 10942.849 864.766, 9597.22 11020.1045 864.9719, 9603.202 11090.627 865.8243, 9621.59 11210.371 867.0454, 9638.402 11283.557 866.19867, 9659.482 11361.017 864.89777, 9681.272 11437.627 864.41895, 9699.4795 11511.407 864.8157, 9713.323 11584.452 865.1736, 9730.016 11696.804 864.75037, 9737.14 11816.901 863.8786, 9737.572 11910.365 862.82306, 9733.503 12003.034 860.9413, 9718.353 12070.39 852.1754</trace>
</ink>
</file>

<file path=ppt/ink/ink18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10769.403 1755.8247 874.14984, 10858.073 1747.611 864.22784, 10988.176 1738.8091 852.50446, 11122.419 1728.5154 840.5327, 11210.0205 1722.966 837.0087, 11361.144 1716.7646 829.53064, 11462.974 1716.9606 825.34644, 11572.864 1717.3037 822.3498, 11673.261 1717.8042 819.9781, 11751.355 1718.2717 818.777, 11844.354 1719.5464 818.9949, 11945.916 1722.6394 821.2774, 12048.622 1726.9429 826.7347, 12144.855 1732.7606 831.3311, 12221.241 1737.9402 835.5509, 12330.22 1756.0652 847.30396, 12413.792 1814.5913 860.42285, 12431.698 1880.7554 863.99304, 12417.168 1985.9879 862.39496, 12401.697 2051.772 860.75085, 12383.197 2123.8997 859.44495, 12355.339 2236.0293 856.78906, 12342.437 2309.8784 855.5889, 12330.353 2397.5137 853.9263, 12318.584 2484.101 851.1989, 12309.22 2553.3315 848.37695, 12297.897 2641.2578 844.5257, 12282.326 2741.8748 840.3769, 12262.658 2850.919 836.58813, 12239.992 2964.2986 833.2398, 12221.373 3057.315 831.3158, 12204.256 3142.6187 829.41595, 12187.185 3241.2368 827.9479, 12170.478 3346.3877 827.25616, 12155.343 3455.3582 827.7784, 12145.385 3527.3696 828.74567, 12135.462 3611.014 830.84717, 12125.13 3698.1353 834.5834, 12115.213 3781.3337 838.79675, 12107.234 3848.4163 842.7676, 12098.835 3955.8718 851.90875, 12072.847 4043.6921 858.3284, 11954.411 4084.196 854.3577, 11862.953 4079.3765 846.09326, 11763.143 4073.9844 836.74133, 11682.749 4069.5679 827.5819, 11571.549 4066.572 817.4069, 11439.993 4066.591 807.58014, 11297.916 4070.897 777.654, 11192.305 4074.6943 740.59, 11087.923 4080.0227 696.7043, 10980.111 4086.1287 646.4133, 10890.43 4091.4868 591.18005, 10824.649 4094.6782 531.2899, 10730.682 4089.582 398.86783</trace>
</ink>
</file>

<file path=ppt/ink/ink18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4196.8237 2094.8027 874.14984, 4108.8374 2120.5798 864.3915, 4002.1702 2142.2356 860.23895, 3912.663 2152.4136 858.10406, 3835.0115 2152.5 858.2652, 3739.6833 2137.7993 858.14606, 3632.2024 2100.782 861.70605, 3552.2292 2078.3918 864.6633, 3516.3997 2196.8557 860.22156, 3518.0916 2274.068 855.5807, 3519.071 2342.1902 850.0826, 3519.3896 2414.0898 843.47833, 3518.5293 2511.9202 835.68567, 3515.7952 2629.8994 827.7801, 3509.3018 2760.0884 819.88617, 3504.8325 2847.0708 813.289, 3493.599 2958.2644 807.2419, 3475.587 3081.1309 803.34955, 3451.1743 3204.735 801.9422, 3429.0664 3301.6973 803.3656, 3408.278 3382.1685 805.8228, 3385.4495 3459.3936 812.92566, 3366.2996 3526.512 822.38324, 3369.0168 3614.626 838.5132, 3458.9246 3645.8774 852.694, 3575.1855 3631.5674 852.57776, 3691.4119 3622.6277 841.30457, 3760.2034 3622.0684 831.0805, 3827.8188 3623.9507 818.6924, 3927.1562 3629.702 770.5657, 4036.7737 3648.2969 693.79065, 4116.3584 3667.525 590.4508</trace>
</ink>
</file>

<file path=ppt/ink/ink18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25177.078 14254.182 874.14984, 25111.951 14267.098 871.3061, 25043.762 14236.699 871.29425, 25000.625 14168.773 872.09515, 24939.84 14101.247 871.4823, 24874.318 14054.568 869.986, 24842.06 13988.92 873.0684, 24912.066 13946.373 872.31506, 24990.357 13919.896 871.8163, 25066.22 13869.168 871.5868, 25144.877 13815.684 872.57623, 25217.182 13781.252 871.9075, 25283.258 13773.561 873.014</trace>
</ink>
</file>

<file path=ppt/ink/ink18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12443.056 12296.347 874.14984, 12457.023 12375.301 868.7073, 12467.447 12445.026 862.08734, 12478.528 12527.751 853.57764, 12495.72 12656.899 837.7358, 12505.776 12762.281 811.8913, 12509.629 12856.194 756.4384, 12511.214 12926.706 629.3409</trace>
</ink>
</file>

<file path=ppt/ink/ink18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7787.2437 12420.428 874.14984, 7701.781 12414.316 870.7826, 7605.49 12422.967 859.5036, 7512.2144 12444.379 852.179, 7431.6567 12481.611 854.78845, 7414.798 12549.805 855.3033, 7521.742 12582.536 847.8276, 7595.0923 12589.511 843.02026, 7723.91 12589.3545 835.4001, 7797.2417 12576.186 837.7952, 7893.742 12526.351 843.91174, 7876.652 12454.671 850.6306, 7743.9404 12415.843 857.1795, 7662.6816 12411.728 860.3675, 7592.077 12421.128 863.2493, 7546.542 12489.823 861.03217, 7647.7964 12513.098 862.0328, 7562.649 12521.486 864.59784, 7629.9873 12540.219 851.20264, 7719.3843 12539.674 840.0038, 7836.4155 12507.29 844.1047, 7863.3994 12436.091 846.4666, 7792.9307 12374.079 847.3684, 7708.0825 12344.933 850.79315, 7609.51 12359.108 856.8896, 7589.185 12429.044 861.40356, 7522.5674 12502.39 868.61896, 7609.6543 12548.693 855.312, 7707.138 12562.054 842.41547, 7787.2993 12547.185 845.0259, 7751.7993 12481.188 849.13745, 7617.354 12472.307 853.5303, 7541.2646 12475.791 862.8724, 7469.384 12518.077 856.5037</trace>
</ink>
</file>

<file path=ppt/ink/ink187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13127.348 5423.333 874.14984, 13127.348 5356.006 848.0044, 13128.347 5283.736 851.43445, 13132.093 5197.0337 852.3295, 13136.9375 5095.684 854.0763, 13144.689 4966.131 853.2377, 13148.943 4886.1094 852.1065, 13152.958 4811.4805 854.7854, 13160.819 4670.066 852.6233, 13166.737 4576.8345 850.52374, 13173.219 4472.9995 848.1636, 13177.92 4397.6 845.34686, 13181.805 4311.014 841.25964, 13186.299 4208.516 837.4789, 13192.5205 4095.3057 833.7548, 13198.944 3988.2979 830.5618, 13204.036 3905.9082 827.6191, 13210.664 3807.021 825.51886, 13218.936 3699.0657 824.40735, 13228.937 3585.436 824.1479, 13236.604 3500.8257 824.676, 13244.705 3416.4429 825.92535, 13253.293 3324.0732 829.04395, 13261.842 3230.1943 833.08234, 13268.714 3145.9385 837.23834, 13278.19 3023.5027 846.36835, 13278.145 2933.0803 855.52496, 13213.769 3038.0635 848.58655, 13192.464 3106.5757 843.4223, 13171.484 3179.042 838.4775, 13136.765 3306.327 829.2687, 13108.197 3418.7295 825.28986, 13092.027 3489.152 828.1056, 13067.183 3593.0347 835.9612, 13045.994 3674.1257 844.7557, 13054.865 3581.1462 850.83954, 13078.554 3467.2593 848.6005, 13099.927 3386.3372 846.8493, 13125.166 3303.49 846.7422, 13146.11 3237.4924 847.1393, 13185.65 3128.2144 850.1588, 13215.664 3061.4353 855.4076, 13275.734 3153.9092 849.9587, 13295.19 3229.414 844.8963, 13315.771 3316.1165 835.6766, 13331.732 3384.6316 824.44073, 13346.341 3448.881 805.114, 13370.132 3553.1633 753.4418, 13385.482 3621.2593 650.49475</trace>
</ink>
</file>

<file path=ppt/ink/ink187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13602.316 3643.9634 874.14984, 13610.875 3721.323 863.8625, 13621.619 3840.4858 859.3935, 13626.746 3908.2039 858.28107, 13634.684 3975.547 857.88245, 13654.427 4080.6187 858.46155, 13695.771 4153.41 860.53827, 13793.708 4158.021 861.6557, 13869.521 4083.0146 858.5603, 13902.947 3980.0708 851.45074, 13901.088 3861.9934 849.40137, 13874.865 3771.428 852.2995, 13851.805 3692.8992 856.86945, 13870.601 3619.11 859.63495, 13975.901 3572.4778 855.7418, 14053.067 3546.7551 834.2493, 14119.63 3547.012 712.1661</trace>
</ink>
</file>

<file path=ppt/ink/ink187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14059.449 4004.5894 874.14984, 14064.384 4089.7832 863.70026, 14055.956 4204.6855 860.56335, 14040.614 4313.4507 862.62726, 14043.502 4245.66 853.666, 14058.019 4146.4595 856.3192, 14087.995 4056.321 859.14233, 14153.849 4175.2217 859.5324, 14160.687 4246.9995 859.66565, 14171.817 4165.8574 854.4411, 14205.9 4074.2178 857.32983, 14271.868 4028.3887 862.4406, 14301.933 4140.0254 863.5542, 14308.615 4233.33 863.81335, 14297.604 4300.329 8.642674</trace>
</ink>
</file>

<file path=ppt/ink/ink187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14663.953 4037.3254 874.14984, 14580.512 4112.161 862.4759, 14499.486 4186.3926 856.75494, 14427.367 4271.651 857.8366, 14518.388 4214.748 857.0399, 14566.942 4141.807 858.40936, 14600.905 4071.9692 860.6184, 14606.329 4156.232 859.3798, 14609.049 4237.8047 860.92505, 14641.161 4311.3574 863.5636, 14674.574 4378.4507 762.3612</trace>
</ink>
</file>

<file path=ppt/ink/ink187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14998.121 4037.3254 874.14984, 14975.856 4122.546 864.13934, 14926.764 4216.885 860.5388, 14873.0625 4295.239 853.9974, 14811.78 4367.0083 836.1166</trace>
</ink>
</file>

<file path=ppt/ink/ink187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14800.999 4206.8145 874.14984, 14850.571 4281.729 864.9131, 14899.062 4355.811 861.3578, 14949.427 4431.749 854.6272</trace>
</ink>
</file>

<file path=ppt/ink/ink187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13636.107 3355.6738 874.14984, 13722.457 3350.2854 862.34314, 13792.046 3349.4312 854.30365, 13877.481 3350.021 846.20044, 13976.568 3351.761 838.8676, 14085.492 3355.1443 832.77277, 14198.581 3358.5806 822.40155, 14310.558 3358.4854 806.9956, 14381.986 3358.4238 794.8714, 14463.436 3359.7622 755.54205, 14528.939 3359.627 637.9347</trace>
</ink>
</file>

<file path=ppt/ink/ink187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14342.928 3257.993 874.14984, 14432.99 3286.5396 861.9497, 14547.084 3334.4749 861.5612, 14614.472 3388.9639 864.008, 14613.812 3462.3376 863.46606, 14546.648 3546.7625 859.9494, 14482.594 3612.1968 799.3019</trace>
</ink>
</file>

<file path=ppt/ink/ink187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8350.446 5315.6206 874.14984, 8356.152 5381.9873 871.9172, 8361.382 5488.597 868.80383, 8361.15 5556.6343 866.988, 8360.666 5627.472 864.66693, 8360.052 5694.2627 862.7696, 8359.374 5788.467 860.56683, 8360.146 5869.4985 860.0088, 8362.366 5948.773 862.0571, 8364.544 6052.044 862.9942, 8367.888 6159.675 863.9653, 8373.926 6263.9624 863.6963, 8378.396 6332.1797 860.55615</trace>
</ink>
</file>

<file path=ppt/ink/ink187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8137.3677 6194.7456 874.14984, 8220.513 6278.468 868.02826, 8295.683 6364.8145 862.6963, 8349.937 6437.9805 862.1066, 8425.354 6437.476 862.5317, 8448.0 6367.357 862.3834, 8474.214 6270.9233 862.52454, 8509.039 6170.5156 861.1116, 8532.549 6102.3447 857.0359</trace>
</ink>
</file>

<file path=ppt/ink/ink188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7025.9805 6687.9004 874.14984, 7051.1963 6772.835 864.5882, 7079.97 6893.647 857.79236, 7097.41 6962.6978 854.6416, 7127.7295 7069.0728 854.518, 7156.096 7144.1177 855.38416, 7236.0796 7205.4688 859.5022, 7316.9023 7118.9204 860.63416, 7332.2866 7036.232 857.6508, 7309.721 6917.4453 853.974, 7277.4775 6819.026 852.4967, 7244.0645 6721.954 853.5417, 7235.635 6647.8716 857.76086, 7302.538 6580.3115 862.07184, 7381.5977 6586.9927 862.96545, 7447.74 6600.311 838.0195</trace>
</ink>
</file>

<file path=ppt/ink/ink188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7429.61 6999.422 874.14984, 7448.4326 7107.344 863.6635, 7459.434 7213.1265 864.81366, 7450.11 7118.057 860.5049, 7478.1655 7026.842 862.78375, 7542.7876 6995.069 861.66583, 7611.266 7064.9136 858.898, 7633.0806 7157.203 858.7135, 7637.773 7241.2017 859.72894, 7600.8413 7143.121 859.4578, 7612.3696 7063.516 863.06384, 7682.681 7017.5796 864.5944, 7727.522 7097.528 862.30896, 7757.794 7196.4805 854.4869, 7776.5396 7267.6274 834.88916, 7777.481 7334.8916 8.257919</trace>
</ink>
</file>

<file path=ppt/ink/ink188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7848.257 7011.0376 874.14984, 7862.1694 7115.707 863.49945, 7872.2407 7204.6743 859.214, 7877.8374 7270.156 830.13226</trace>
</ink>
</file>

<file path=ppt/ink/ink188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7969.3457 7056.974 874.14984, 7991.473 7152.897 869.26764, 8001.341 7088.5503 859.2298, 8025.118 7014.1895 860.02704, 8087.9414 6938.97 862.65375, 8158.46 7011.535 862.0646, 8180.7314 7107.8843 856.756, 8182.819 7205.9614 843.5742, 8182.424 7273.4556 814.80884</trace>
</ink>
</file>

<file path=ppt/ink/ink188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7832.3 6764.4604 874.14984, 7844.3613 6845.305 867.99384, 7848.6104 6913.3604 8.654565</trace>
</ink>
</file>

<file path=ppt/ink/ink188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6843.8784 6332.5547 874.14984, 6934.1475 6346.997 863.90283, 7075.5254 6359.5024 851.86676, 7163.351 6366.684 845.98364, 7235.3223 6372.6416 843.05225, 7301.0703 6378.3184 840.754, 7417.1704 6387.6543 825.9516, 7513.164 6392.232 805.46564, 7577.7476 6395.3364 768.71277</trace>
</ink>
</file>

<file path=ppt/ink/ink188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7407.081 6225.3696 874.14984, 7492.552 6279.9185 863.1173, 7584.0537 6327.4365 858.31946, 7651.4023 6378.926 860.8288, 7673.1567 6469.629 861.55664, 7651.0205 6542.4214 859.929, 7604.2017 6610.8115 859.91986</trace>
</ink>
</file>

<file path=ppt/ink/ink188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13157.385 5084.3555 874.14984, 13081.272 5085.374 874.14984, 12983.113 5093.7812 872.75073, 12915.032 5116.8853 871.67316, 12883.805 5212.6943 870.8676, 12886.118 5298.7964 868.6731, 12891.741 5370.533 861.0406</trace>
</ink>
</file>

<file path=ppt/ink/ink188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8350.446 5546.886 874.14984, 8425.064 5552.8975 871.4473, 8533.342 5565.695 868.84766, 8626.654 5561.8804 868.7036, 8671.042 5456.53 867.71204, 8692.893 5387.377 867.34973</trace>
</ink>
</file>

<file path=ppt/ink/ink188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1822.9224 8582.374 874.14984, 1838.3893 8667.135 868.32513, 1861.0807 8774.251 862.80273, 1885.7732 8872.365 859.75635, 1904.0818 8938.773 858.8003, 1931.2687 9041.962 857.2085, 1947.9623 9115.822 855.4884, 1964.7582 9195.38 854.0762, 1977.0552 9262.251 853.8113, 1993.0482 9377.695 854.0336, 2000.8867 9465.15 855.8555, 1971.4099 9348.744 855.3591, 1967.0098 9242.667 854.6194, 1969.4313 9112.979 854.9492, 1972.5278 9041.871 855.0809, 1982.3712 8937.569 855.4818, 2021.9698 8812.68 856.18933, 2095.468 8705.425 857.2455, 2173.3599 8644.693 858.22955, 2304.3062 8633.652 859.7474, 2369.8577 8631.3545 861.5138, 2435.6665 8646.643 861.926</trace>
</ink>
</file>

<file path=ppt/ink/ink189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2363.5972 9295.706 874.14984, 2391.9558 9403.869 863.5454, 2409.101 9514.817 860.93475, 2422.34 9630.327 859.4154, 2427.616 9722.7 860.57666, 2421.2068 9623.481 856.89545, 2431.2896 9501.492 857.3578, 2444.5815 9431.535 858.6408, 2474.2778 9328.369 860.78705, 2551.6814 9266.729 863.4364, 2636.613 9367.761 861.1482, 2664.6558 9457.665 855.17834, 2671.9514 9522.301 853.26794, 2676.8289 9631.736 853.93335, 2670.69 9717.561 856.653, 2657.5876 9617.81 853.7467, 2669.0042 9489.077 843.1901, 2681.829 9416.231 841.40985, 2701.1943 9348.191 842.08704, 2739.5903 9255.945 845.2446, 2807.9421 9227.478 849.8661, 2873.4844 9302.996 853.52325, 2891.7168 9369.565 853.2589, 2900.1628 9443.608 852.4047, 2903.5283 9556.218 848.76666, 2897.569 9660.659 853.3257, 2896.315 9725.936 810.0516</trace>
</ink>
</file>

<file path=ppt/ink/ink189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3070.4172 9322.106 874.14984, 3079.9514 9406.131 864.45746, 3085.74 9519.435 860.29205, 3090.5977 9645.619 853.3385, 3092.522 9744.924 843.02527, 3092.9229 9811.089 815.93854</trace>
</ink>
</file>

<file path=ppt/ink/ink189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3238.4395 9399.194 874.14984, 3251.153 9490.274 864.3316, 3256.2886 9583.871 860.3384, 3257.0603 9668.955 862.96985, 3256.5781 9589.697 863.2824, 3267.507 9489.654 861.33887, 3291.042 9405.902 860.0981, 3332.9607 9340.9795 860.2246, 3421.3853 9318.836 862.0291, 3472.2083 9401.601 861.6669, 3491.188 9492.508 860.2371, 3483.9707 9593.173 862.4921, 3447.4983 9676.109 863.4324, 3408.6519 9741.918 811.98376</trace>
</ink>
</file>

<file path=ppt/ink/ink189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2994.3848 9029.593 874.14984, 2993.8376 9096.0 880.49384</trace>
</ink>
</file>

<file path=ppt/ink/ink189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4044.7588 9107.21 874.14984, 4007.9224 9173.123 865.8804, 3945.0464 9256.236 861.3823, 3893.8528 9321.769 858.83765, 3821.8345 9415.898 845.7278, 3773.1528 9482.599 809.1249</trace>
</ink>
</file>

<file path=ppt/ink/ink189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3755.6477 9044.905 874.14984, 3817.4438 9121.862 860.7158, 3908.1692 9244.627 851.089, 3974.6072 9344.865 840.9729, 4022.636 9432.418 824.32135, 4058.1616 9500.961 780.72565</trace>
</ink>
</file>

<file path=ppt/ink/ink189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4333.8696 9060.745 874.14984, 4345.9434 9163.748 863.13794, 4373.438 9300.098 852.37213, 4398.936 9408.747 844.70575, 4427.1865 9506.313 844.78253, 4478.818 9616.003 844.88293, 4530.2046 9692.225 848.91327, 4621.088 9733.23 858.5643, 4685.19 9669.812 860.67175, 4718.6323 9581.7705 857.0989, 4723.2524 9509.675 852.25244, 4718.5366 9427.52 847.2781, 4710.7944 9361.814 843.386, 4676.405 9228.706 838.9948, 4648.7793 9160.174 839.979, 4603.4473 9061.416 844.52106, 4578.8003 8982.755 852.6569, 4643.109 8918.089 861.19775, 4747.5186 8919.634 856.8905, 4871.445 8948.443 843.55835, 4954.77 8970.384 812.7525, 5020.5605 9001.966 7.983651</trace>
</ink>
</file>

<file path=ppt/ink/ink189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4869.851 9552.316 874.14984, 4876.1465 9637.51 863.2327, 4879.7637 9752.549 860.12787, 4879.043 9856.017 859.7904, 4884.05 9745.404 851.87964, 4902.432 9660.507 850.7992, 4948.2036 9578.847 854.0061, 5024.702 9613.425 851.3658, 5054.411 9718.274 846.18097, 5065.4673 9812.416 842.8021, 5063.74 9884.909 839.793, 5021.36 9768.155 852.7497, 5024.8735 9673.061 857.3568, 5066.484 9592.883 860.1875, 5141.3574 9596.359 859.30115, 5170.003 9683.562 858.9509, 5178.5947 9767.617 852.6925, 5174.6763 9851.88 839.77954, 5168.09 9916.062 807.59534</trace>
</ink>
</file>

<file path=ppt/ink/ink189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5505.332 9708.077 874.14984, 5437.0005 9701.748 868.90424, 5336.249 9742.406 867.43787, 5312.16 9849.01 866.06067, 5344.095 9927.891 864.6592, 5412.932 9938.964 861.6656, 5489.051 9851.937 859.20154, 5514.15 9767.976 859.0402, 5516.14 9863.741 848.8518, 5523.22 9973.302 837.13104, 5529.614 10050.359 812.44403, 5538.3403 10114.652 8.007005</trace>
</ink>
</file>

<file path=ppt/ink/ink18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5839.499 9799.949 874.14984, 5771.974 9890.934 860.3741, 5703.3223 9992.976 845.0486, 5653.614 10077.504 826.5821, 5611.842 10155.497 775.4361</trace>
</ink>
</file>

<file path=ppt/ink/ink19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5611.402 9815.262 874.14984, 5663.062 9912.117 858.0649, 5701.4976 9984.189 850.5864, 5757.1113 10087.688 836.90173, 5807.1685 10178.3545 816.5116, 5848.037 10251.588 767.0179</trace>
</ink>
</file>

<file path=ppt/ink/ink19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6083.5537 9430.347 874.14984, 6172.223 9435.791 863.87396, 6305.7524 9446.272 855.49524, 6380.4717 9451.876 852.20306, 6472.3086 9458.847 839.1343, 6539.5566 9467.753 412.16534</trace>
</ink>
</file>

<file path=ppt/ink/ink19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6159.5864 9722.86 874.14984, 6266.889 9729.994 856.07587, 6347.051 9732.816 847.4638, 6437.0522 9734.844 841.26636, 6515.896 9736.997 823.9059, 6584.804 9738.172 812.44684</trace>
</ink>
</file>

<file path=ppt/ink/ink19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6752.8267 9399.194 874.14984, 6828.6646 9475.226 848.4663, 6876.419 9550.008 844.62256, 6917.7266 9637.173 845.1317, 6961.6313 9752.905 847.46405, 6988.455 9821.112 849.5102, 7032.7437 9914.933 857.5559, 7113.4517 9923.542 862.39276, 7162.6636 9809.233 859.1051, 7168.495 9698.896 853.869, 7158.255 9598.83 855.80286, 7146.771 9513.768 858.65045, 7138.589 9417.2705 860.52277, 7133.4263 9349.743 864.5461</trace>
</ink>
</file>

<file path=ppt/ink/ink19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6782.8647 9399.194 874.14984, 6862.2437 9488.192 862.31476, 6912.6943 9560.928 856.8374, 6960.6807 9654.61 854.1131, 6986.8438 9720.41 852.9663, 7012.693 9792.498 851.26697, 7048.005 9895.147 850.3608, 7083.5947 9999.239 852.83765, 7094.467 9904.981 850.2388, 7082.3325 9832.421 850.57697, 7065.3506 9724.324 851.1068, 7058.9824 9596.353 852.1869, 7072.6807 9495.536 856.6928, 7131.5166 9402.333 857.8347, 7225.789 9337.314 857.4084, 7345.0273 9306.118 854.04004, 7419.0728 9306.686 851.8368, 7533.259 9325.629 839.9485, 7607.0215 9342.983 817.52606</trace>
</ink>
</file>

<file path=ppt/ink/ink19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7346.0674 9815.262 874.14984, 7373.0903 9922.746 862.1501, 7386.238 10051.289 856.2332, 7391.613 10150.083 854.3161, 7387.378 10067.467 846.46655, 7404.0693 9985.2295 841.67114, 7425.236 9915.785 838.0754, 7496.0737 9882.037 845.25256, 7560.04 9953.888 845.22424, 7599.604 10038.255 842.65955, 7621.1978 10154.065 843.0557, 7624.168 10225.386 846.91235, 7583.184 10146.354 850.60565, 7586.045 10044.36 853.3669, 7619.606 9948.545 858.17834, 7694.2754 9906.282 860.47815, 7776.8364 10012.5625 860.2328, 7795.583 10098.041 856.96277, 7805.1084 10162.165 845.8314</trace>
</ink>
</file>

<file path=ppt/ink/ink19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8152.3867 10001.118 874.14984, 8054.466 10009.566 863.6733, 7961.3955 10048.452 864.5014, 7929.165 10127.8 864.9662, 7984.687 10198.068 863.0052, 8054.429 10174.173 860.7354, 8106.4434 10104.318 860.21716, 8145.838 10017.843 862.02106, 8147.842 10112.295 857.4667, 8148.1025 10230.894 850.1532, 8149.15 10311.544 831.07825, 8154.0093 10378.69 8.222004</trace>
</ink>
</file>

<file path=ppt/ink/ink19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8471.535 10001.118 874.14984, 8418.41 10098.43 861.2807, 8352.935 10222.645 852.3738, 8319.888 10288.607 845.6334, 8275.458 10385.507 828.91266, 8244.012 10457.587 788.6584</trace>
</ink>
</file>

<file path=ppt/ink/ink19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8274.414 10077.151 874.14984, 8320.153 10151.512 863.88055, 8377.326 10259.119 857.4989, 8418.825 10339.047 846.451</trace>
</ink>
</file>

<file path=ppt/ink/ink19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8745.628 9954.654 874.14984, 8740.048 10054.946 861.343, 8724.771 10155.551 850.8924, 8714.318 10219.7295 834.74365</trace>
</ink>
</file>

<file path=ppt/ink/ink19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8988.742 9738.173 874.14984, 9006.255 9847.459 861.00586, 9021.249 9913.732 855.7029, 9043.056 9989.587 850.77466, 9071.433 10070.201 847.5402, 9101.8 10139.122 845.12866, 9161.337 10244.263 843.75885, 9224.159 10323.134 844.9847, 9308.393 10346.156 850.0311, 9381.462 10229.091 850.4403, 9387.412 10143.188 843.0637, 9381.536 10043.392 835.18097, 9373.793 9966.317 830.0768, 9360.745 9890.292 825.3863, 9340.008 9810.346 822.69073, 9317.511 9735.305 826.5573, 9293.3955 9633.692 835.5011, 9328.628 9557.276 843.64795, 9423.978 9524.458 850.3403, 9512.987 9528.012 845.04895, 9590.447 9526.832 829.7876, 9673.975 9538.589 791.14484</trace>
</ink>
</file>

<file path=ppt/ink/ink19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9551.946 10145.791 874.14984, 9550.587 10256.131 856.9584, 9547.565 10323.174 856.1926, 9542.982 10389.037 856.4259, 9520.839 10463.622 858.882, 9496.157 10345.193 852.5773, 9497.7 10276.339 848.7872, 9508.327 10168.188 849.469, 9561.409 10093.614 854.25977, 9665.288 10104.026 856.06213, 9735.693 10208.605 852.1823, 9772.482 10301.663 849.1562, 9783.475 10417.683 851.2471, 9776.587 10486.246 853.5321, 9749.08 10395.267 854.672, 9754.971 10292.959 857.8768, 9781.408 10203.725 860.15497, 9861.058 10138.236 862.22876, 9929.276 10183.1875 862.3195, 9972.494 10250.921 861.1948, 10002.458 10356.043 856.295, 10020.878 10443.157 846.026, 10031.716 10509.418 818.5545</trace>
</ink>
</file>

<file path=ppt/ink/ink19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10160.205 10077.151 874.14984, 10150.56 10161.271 864.4915, 10141.572 10280.423 859.6194, 10140.829 10349.994 857.76556, 10142.526 10455.358 848.47266, 10144.42 10534.235 825.2303</trace>
</ink>
</file>

<file path=ppt/ink/ink19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10312.271 10262.48 874.14984, 10329.479 10362.11 862.99243, 10331.61 10471.554 861.91943, 10308.935 10405.234 846.4762, 10327.357 10296.165 842.9895, 10354.4375 10206.513 845.04266, 10401.716 10135.267 850.90454, 10475.645 10105.213 855.72266, 10565.382 10135.944 858.4525, 10641.574 10241.339 858.66486, 10649.056 10356.739 854.7058, 10636.242 10444.302 843.208, 10618.904 10511.177 800.5776</trace>
</ink>
</file>

<file path=ppt/ink/ink19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10221.219 9754.54 874.14984, 10221.218 9853.978 860.78204, 10221.219 9924.029 844.9783</trace>
</ink>
</file>

<file path=ppt/ink/ink19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10417.402 8980.489 874.14984, 10293.8 8965.445 846.4032, 10191.291 8949.807 825.8615, 10061.167 8929.552 803.1513, 9903.578 8904.0625 780.58203, 9720.615 8872.921 755.93677, 9514.396 8838.509 730.6079, 9342.703 8810.029 710.39014, 9179.161 8783.586 691.4085, 9003.288 8754.782 663.36554, 8853.226 8730.046 637.7898, 8648.372 8697.186 613.36395, 8399.761 8659.094 590.076, 8237.654 8634.2705 572.0058, 8012.86 8600.721 555.1829, 7741.335 8561.322 539.0243, 7435.191 8520.178 522.82904, 7103.8784 8480.224 505.83328, 6794.1274 8447.015 490.74173, 6557.906 8422.808 477.90958, 6278.3003 8400.037 468.4596, 5974.793 8380.033 464.73672, 5655.1973 8361.449 467.2847, 5410.9536 8347.661 471.84106, 5165.4585 8335.027 476.9386, 4883.0425 8322.746 482.07568, 4575.3516 8312.915 486.24084, 4269.775 8307.025 490.3186, 4054.583 8303.348 493.79153, 3795.3025 8303.244 497.26978, 3516.58 8305.145 503.61853, 3235.1658 8306.456 514.8852, 3016.0176 8306.614 528.8303, 2819.7136 8305.637 545.4765, 2609.7173 8302.808 572.413, 2398.6357 8296.904 605.86383, 2199.1392 8286.884 639.9116, 2069.2952 8280.209 670.63855, 1931.1879 8269.124 701.6301, 1799.7396 8255.5205 733.4458, 1683.8351 8239.537 763.6487, 1597.4061 8225.835 789.17444, 1530.223 8213.881 810.66376, 1408.5508 8202.717 842.39514, 1306.982 8262.597 854.4088, 1251.3958 8358.84 856.9768, 1238.46 8430.699 851.9488, 1234.146 8524.708 844.53784, 1234.8394 8637.187 836.89496, 1235.5935 8722.7295 829.6172, 1236.8707 8821.607 821.26355, 1235.625 8947.432 813.11145, 1230.7239 9096.212 804.04877, 1224.2078 9248.58 794.6541, 1219.1733 9360.735 785.7008, 1214.2551 9501.285 775.4807, 1214.3756 9655.014 770.348, 1220.7319 9809.56 770.52814, 1228.0183 9925.66 772.8243, 1238.5443 10030.518 777.1701, 1256.7018 10134.246 786.21423, 1284.5203 10228.377 796.90173, 1323.1646 10308.228 807.609, 1397.1053 10408.628 827.19653, 1465.5037 10445.558 835.5566, 1556.5405 10471.338 838.2613, 1641.3079 10487.988 837.3641, 1723.3016 10499.263 834.26514, 1831.8008 10506.192 828.3192, 1958.1198 10511.15 820.56525, 2095.626 10516.623 812.7784, 2187.8503 10520.147 806.3653, 2302.6006 10526.497 801.14606, 2437.727 10535.869 796.65717, 2588.6587 10548.99 792.3529, 2726.3977 10562.352 789.42285, 2841.9258 10574.213 786.88336, 2986.9224 10591.844 783.5091, 3155.356 10613.604 778.988, 3341.677 10639.352 770.5859, 3475.4714 10658.148 762.31213, 3628.2197 10680.628 751.5637, 3806.027 10707.362 741.2493, 4002.3713 10736.095 730.5548, 4189.5557 10762.765 721.9588, 4334.1865 10783.18 714.19824, 4512.4287 10808.59 707.5757, 4713.592 10837.705 700.8274, 4932.2554 10870.356 691.53925, 5101.577 10895.618 684.47736, 5276.465 10921.676 676.56744, 5484.1665 10952.337 668.68225, 5715.3467 10985.964 659.43805, 5949.013 11019.671 650.38727, 6113.16 11043.332 641.6831, 6314.4487 11073.653 633.398, 6539.0566 11107.623 627.4358, 6776.8047 11143.767 624.70416, 6967.4473 11172.706 626.4164, 7144.262 11199.505 628.52545, 7348.8975 11230.655 633.39294, 7569.8813 11262.89 638.93115, 7798.666 11295.079 646.3042, 7947.7017 11316.031 652.99, 8130.3164 11340.306 659.94977, 8329.33 11365.433 668.6664, 8534.003 11390.003 680.05426, 8704.391 11409.384 694.41486, 8848.305 11425.045 707.5878, 9010.733 11439.613 721.9312, 9182.694 11450.771 734.88153, 9359.205 11459.546 746.82336, 9478.77 11465.236 757.1853, 9612.414 11470.29 766.7581, 9755.736 11473.992 776.4471, 9903.745 11477.957 785.69006, 10054.2 11482.8545 793.457, 10194.051 11487.068 799.5428, 10293.545 11489.998 804.55566, 10404.567 11492.591 808.84534, 10516.118 11495.561 813.7935, 10620.04 11499.531 820.57794, 10699.659 11502.88 827.6119, 10764.15 11506.141 835.7919, 10885.191 11498.768 849.53265, 10961.256 11469.119 858.0138, 11003.373 11385.056 861.4776, 11028.977 11317.951 850.61194</trace>
</ink>
</file>

<file path=ppt/ink/ink19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10700.881 8836.872 874.14984, 10720.99 8923.543 862.7389, 10733.618 8993.921 854.2788, 10747.415 9082.054 843.6244, 10761.424 9186.916 833.8941, 10778.181 9309.351 825.45703, 10794.802 9433.908 817.7044, 10807.196 9527.367 811.37445, 10822.131 9647.28 805.51996, 10833.309 9736.785 796.82117, 10848.162 9868.31 785.5683, 10864.065 10030.193 770.39856, 10880.309 10214.131 754.20416, 10893.606 10374.785 740.25635, 10904.681 10515.504 727.92633, 10916.764 10680.567 718.4865, 10928.532 10854.094 716.4111, 10937.823 11025.132 722.53864, 10943.861 11142.392 729.6815, 10948.346 11259.374 739.48724, 10951.155 11334.414 759.517, 10951.566 11412.881 778.3454, 10952.343 11476.998 813.82263, 10951.507 11541.83 867.33057</trace>
</ink>
</file>

<file path=ppt/ink/ink19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11149.566 10216.016 874.14984, 11247.769 10232.18 861.3963, 11317.782 10241.668 855.39075, 11433.578 10254.306 844.61084, 11507.71 10261.737 825.3137</trace>
</ink>
</file>

<file path=ppt/ink/ink19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11073.534 10509.586 874.14984, 11177.716 10509.585 862.5072, 11248.707 10508.121 855.05884, 11364.584 10500.323 843.2453, 11461.972 10478.072 827.9678, 11529.729 10462.592 793.9889</trace>
</ink>
</file>

<file path=ppt/ink/ink191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12321.028 9784.638 874.14984, 12242.083 9749.58 864.70135, 12132.559 9739.867 860.6825, 12068.226 9751.486 859.2881, 12001.822 9776.26 857.66266, 11937.431 9814.731 855.96643, 11838.625 9895.995 851.6688, 11771.279 9983.083 848.183, 11725.813 10111.489 845.90436, 11708.586 10235.791 843.57526, 11713.225 10312.247 841.99255, 11729.862 10395.73 840.8026, 11759.077 10479.139 839.91864, 11814.956 10594.937 839.9786, 11919.81 10705.852 842.6494, 12012.935 10774.535 846.00214, 12130.395 10814.97 850.1992, 12197.457 10819.575 852.01794, 12294.109 10812.649 854.83795, 12374.883 10770.6455 855.7133, 12441.84 10726.161 749.0422</trace>
</ink>
</file>

<file path=ppt/ink/ink192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10328.229 8844.792 874.14984, 10397.682 8844.791 863.38544, 10469.671 8846.366 851.4543, 10565.677 8851.179 838.0613, 10662.867 8856.415 826.5288, 10740.424 8860.687 817.6101, 10822.203 8866.028 811.0571, 10904.313 8871.838 811.6265, 11026.29 8881.912 807.6307, 11184.921 8896.457 794.1475, 11372.109 8915.651 768.62775, 11580.968 8939.93 735.32825, 11775.487 8965.741 700.55457, 11928.155 8987.033 671.6473, 12105.787 9015.641 650.8619, 12288.606 9048.082 653.9388, 12462.606 9081.499 666.9225, 12586.488 9105.808 678.9198, 12698.844 9129.203 697.2104, 12807.1455 9151.8 718.844, 12910.374 9171.785 744.135, 13001.09 9188.296 771.22797, 13129.4375 9214.0 822.22235, 13218.608 9245.219 854.2922, 13268.979 9318.174 863.82874, 13285.959 9415.858 863.2724, 13286.126 9565.794 852.4421, 13285.635 9673.193 844.69653, 13285.792 9769.083 836.5357, 13286.627 9860.0205 828.27924, 13289.765 9976.588 819.4758, 13296.039 10111.8545 810.95996, 13305.779 10260.493 803.24835, 13312.293 10358.553 797.2106, 13321.702 10481.121 792.2182, 13333.506 10619.656 789.1486, 13346.861 10766.236 788.3149, 13357.817 10890.824 789.2816, 13366.646 10994.09 790.81616, 13374.373 11105.782 794.811, 13378.691 11212.824 802.5548, 13376.777 11307.823 811.9831, 13373.129 11381.863 821.21796, 13336.301 11486.671 838.4813, 13232.152 11560.293 848.86664, 13124.413 11600.61 851.5573, 13037.28 11619.052 847.5212, 12928.039 11635.0625 842.00854, 12835.916 11646.921 835.61676, 12734.969 11652.273 828.69, 12592.868 11648.351 817.5651, 12408.852 11632.491 790.5911, 12182.261 11602.906 751.92883, 12034.496 11583.443 716.59143, 11812.619 11548.491 670.29816, 11522.057 11507.525 619.5596, 11162.618 11470.881 566.2217, 10819.405 11449.471 513.83777, 10506.077 11437.558 463.6261, 10055.201 11457.005 414.92606, 9763.164 11469.74 333.771, 9685.451 11466.388 270.1964, 9572.709 11467.307 227.07372, 9500.114 11471.957 205.55702, 9405.205 11479.758 177.4764, 9262.836 11495.366 130.16328</trace>
</ink>
</file>

<file path=ppt/ink/ink192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23016.254 9568.685 874.14984, 22935.832 9569.582 869.3536, 22801.434 9576.776 865.5156, 22675.95 9586.164 857.16046, 22557.51 9595.702 848.40857, 22481.96 9601.793 843.4668, 22397.324 9607.439 839.9705, 22304.895 9611.669 840.26215, 22239.09 9614.411 840.69165, 22161.521 9616.171 840.7834, 22067.338 9617.081 839.7368, 21958.72 9617.276 837.89606, 21854.426 9617.379 835.67175, 21769.656 9617.42 833.16785, 21661.166 9617.429 829.1853, 21535.195 9618.329 824.36884, 21395.52 9622.076 819.22754, 21292.81 9625.4795 813.7213, 21178.941 9631.399 808.18866, 21043.129 9639.556 803.02783, 20889.846 9647.295 798.1549, 20738.303 9653.214 793.26465, 20625.871 9657.302 789.0544, 20483.42 9660.334 784.70044, 20320.95 9661.931 780.64575, 20146.828 9663.892 778.11993, 20014.586 9665.974 776.41547, 19878.707 9669.462 774.8355, 19718.756 9677.86 774.09906, 19541.367 9690.565 772.4904, 19351.354 9707.598 768.4271, 19152.955 9727.459 762.205, 19023.807 9740.411 757.12823, 18865.25 9757.584 754.68396, 18686.879 9778.493 751.98346, 18495.941 9801.248 749.99963, 18296.504 9824.6455 747.6168, 18111.904 9845.924 744.22327, 17971.6 9862.002 740.877, 17803.809 9882.282 737.4763, 17618.834 9904.15 735.8712, 17422.027 9924.429 737.3014, 17271.656 9939.011 737.58984, 17119.457 9951.84 736.64984, 16944.625 9965.1045 737.1242, 16782.863 9976.926 738.9314, 16650.29 9986.417 739.47797, 16488.598 9996.0625 715.82837, 16310.191 10007.171 683.82806, 16123.674 10018.939 644.1447, 15989.895 10027.25 596.88116, 15848.959 10035.724 542.2703, 15692.713 10047.021 482.23636, 15533.292 10060.125 417.85703, 15378.083 10074.754 350.14673, 15234.945 10090.787 281.05154, 15139.913 10101.545 214.70761, 15043.538 10114.859 163.56479, 14953.91 10129.629 121.28771, 14882.627 10142.26 87.125336, 14789.338 10156.45 40.237736</trace>
</ink>
</file>

<file path=ppt/ink/ink19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18714.324 9623.067 874.14984, 18797.094 9675.711 869.75195, 18788.686 9765.609 869.04407, 18696.424 9784.1045 863.10834, 18608.176 9734.081 855.4945, 18563.947 9667.954 850.8602, 18553.744 9602.586 849.28455, 18652.078 9542.087 850.5834, 18763.562 9564.4375 853.82605, 18848.92 9617.589 855.23016, 18914.549 9709.899 858.47577, 18930.98 9784.031 861.31165, 18839.588 9843.061 861.3637, 18742.68 9815.076 857.73047, 18634.152 9730.678 854.6573, 18577.2 9665.988 855.10986, 18673.266 9627.528 851.81146, 18754.25 9683.34 856.1038, 18758.814 9761.607 859.2955, 18686.592 9819.14 862.1462, 18597.428 9745.099 861.1107, 18567.93 9655.275 862.82477, 18585.797 9583.953 788.94165, 18653.629 9595.805 579.72394</trace>
</ink>
</file>

<file path=ppt/ink/ink19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18862.63 10247.696 874.14984, 18781.855 10212.576 870.9909, 18669.035 10191.063 868.8634, 18604.695 10239.757 865.26794, 18616.965 10331.081 856.95984, 18685.271 10439.719 843.6047, 18789.56 10556.685 833.3154, 18845.062 10638.739 833.621, 18790.947 10719.763 839.6548, 18684.36 10733.443 837.7847, 18577.422 10710.236 827.8061, 18509.088 10691.114 797.68396</trace>
</ink>
</file>

<file path=ppt/ink/ink19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22133.904 9122.522 874.14984, 22025.844 9049.343 868.58844, 21959.793 9031.273 866.2073, 21855.57 9019.692 862.3992, 21757.479 9036.747 855.1627, 21637.744 9097.218 848.8097, 21543.139 9173.997 848.643, 21470.492 9282.62 848.9654, 21439.045 9356.985 848.9054, 21416.182 9425.328 848.46436, 21388.219 9562.416 847.6791, 21384.697 9652.045 846.2952, 21388.037 9748.438 844.7776, 21399.441 9848.066 843.1147, 21410.797 9922.949 842.049, 21427.742 9995.411 841.15216, 21455.56 10072.999 841.5851, 21494.078 10151.257 842.5302, 21541.125 10227.518 843.8349, 21595.717 10299.912 845.1932, 21680.46 10396.98 848.27435, 21808.082 10488.992 851.04297, 21882.514 10527.053 852.1188, 21954.744 10555.583 853.09546, 22073.842 10588.971 853.79694, 22142.584 10596.375 854.1494, 22210.918 10593.762 854.6463, 22307.248 10577.068 855.97705, 22394.25 10529.827 857.42065, 22463.174 10470.558 858.20496, 22545.898 10361.04 857.6355, 22584.25 10291.369 856.6762, 22635.723 10178.971 855.318, 22654.709 10114.452 854.893, 22668.154 10045.914 854.7005, 22675.143 9975.984 854.73553, 22677.852 9869.12 854.9721, 22668.525 9797.214 855.08844, 22648.607 9713.958 854.8062, 22625.453 9640.701 853.466, 22600.078 9573.268 850.8043, 22558.227 9491.093 845.5698, 22504.314 9404.348 839.7812, 22443.951 9320.976 835.092, 22382.422 9245.209 834.2514, 22293.05 9144.693 838.0613, 22191.883 9067.629 843.3934, 22092.902 9023.882 849.6823, 22027.834 8998.44 863.6368</trace>
</ink>
</file>

<file path=ppt/ink/ink19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21205.557 11048.148 874.14984, 21290.666 10957.839 857.7486, 21349.469 10878.647 857.2598, 21403.412 10795.082 857.3168, 21458.96 10708.828 855.24695, 21534.197 10586.915 855.42883, 21580.096 10512.604 853.70056, 21650.508 10398.079 850.1817, 21697.738 10319.981 848.0336, 21751.928 10230.333 844.83405, 21811.25 10130.245 840.16144, 21870.412 10026.319 834.81274, 21912.68 9951.53 829.7261, 21964.574 9854.784 824.1793, 22022.367 9743.595 818.993, 22086.645 9623.607 813.9355, 22140.393 9523.5 809.7249, 22190.057 9431.173 805.979, 22249.688 9322.01 803.21124, 22315.436 9203.065 801.4838, 22382.709 9079.7 801.0221, 22427.268 8997.952 801.0563, 22482.488 8897.71 801.80804, 22543.027 8785.999 803.04694, 22605.693 8669.274 804.5512, 22667.041 8550.967 806.96906, 22719.436 8447.591 810.74585, 22759.596 8367.456 814.4417, 22803.977 8278.573 819.14044, 22849.438 8188.2954 824.82825, 22893.309 8104.9536 830.6782, 22930.508 8038.507 837.4603, 22983.457 7950.554 849.58417, 23049.727 7893.275 863.74457</trace>
</ink>
</file>

<file path=ppt/ink/ink19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22346.98 8105.5884 874.14984, 22341.525 8187.6147 874.14984, 22349.215 8252.718 865.78436, 22371.45 8323.118 861.8596, 22412.062 8394.434 860.1955, 22511.613 8495.595 855.25244, 22580.912 8549.68 850.4146, 22658.914 8600.993 845.61206, 22776.732 8667.712 839.8341, 22851.363 8696.76 839.07056, 22929.0 8719.432 840.80896, 22995.807 8733.88 842.40784, 23110.936 8744.633 845.4523, 23226.955 8720.883 852.4816, 23293.791 8623.655 835.2955, 23258.127 8544.389 812.7959, 23219.904 8479.178 714.43134</trace>
</ink>
</file>

<file path=ppt/ink/ink192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22894.229 8352.166 874.14984, 23009.693 8382.178 857.9464, 23078.818 8400.607 850.6879, 23146.12 8418.795 845.0838, 23236.191 8443.016 841.1974, 23312.285 8461.241 848.13165, 23244.53 8392.717 855.7177, 23167.28 8367.509 858.3545, 23086.822 8396.185 861.0797, 23014.09 8472.623 861.9199, 22947.55 8545.609 862.86896</trace>
</ink>
</file>

<file path=ppt/ink/ink19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22742.164 7966.1953 874.14984, 22815.94 7933.4272 874.14984, 22885.982 7906.8965 867.8862, 22955.973 7903.9478 867.67926, 22988.098 7984.342 865.4394, 23006.21 8061.3555 860.0186</trace>
</ink>
</file>

<file path=ppt/ink/ink19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21327.586 9245.019 874.14984, 21391.893 9275.136 871.0884, 21495.566 9329.059 867.32043, 21624.408 9406.85 861.3486, 21717.723 9466.251 856.3075, 21804.201 9522.558 851.8254, 21887.508 9576.133 851.3756, 22010.48 9655.941 850.97925, 22086.873 9705.112 849.7778, 22203.162 9781.764 847.5684, 22276.387 9832.339 845.8267, 22351.834 9886.485 840.8254, 22464.799 9973.165 824.10944, 22563.572 10057.591 788.4963, 22633.799 10117.294 722.4356, 22703.367 10169.3545 582.82825</trace>
</ink>
</file>

<file path=ppt/ink/ink19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21312.568 8012.6597 874.14984, 21329.92 8098.792 863.96173, 21336.055 8163.156 858.58417, 21338.89 8238.901 854.10266, 21338.709 8314.329 850.5059, 21335.256 8430.455 842.35516, 21329.756 8534.822 824.92566, 21328.533 8630.084 798.1359, 21324.145 8697.438 664.0022</trace>
</ink>
</file>

<file path=ppt/ink/ink19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21509.688 8073.908 874.14984, 21515.385 8159.507 864.20984, 21521.332 8276.055 859.83026, 21521.88 8342.932 856.53613, 21519.17 8411.553 851.6194, 21510.63 8502.836 837.871, 21485.781 8584.46 802.23535</trace>
</ink>
</file>

<file path=ppt/ink/ink19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21327.586 8428.726 874.14984, 21426.65 8421.107 860.61554, 21527.465 8418.886 850.0465, 21621.12 8424.63 848.22034, 21712.605 8454.236 851.054, 21774.582 8548.095 854.2324, 21771.67 8638.362 858.1523, 21761.25 8713.847 860.6108</trace>
</ink>
</file>

<file path=ppt/ink/ink193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21646.732 8259.765 874.14984, 21713.355 8311.782 582.0808</trace>
</ink>
</file>

<file path=ppt/ink/ink193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21829.773 8613.526 874.14984, 21921.148 8693.864 866.80255, 22018.355 8687.228 866.0041, 22052.81 8603.328 865.3305, 22034.086 8530.115 865.44305, 21951.518 8488.519 864.88885, 21909.883 8568.928 863.0002, 21950.44 8680.597 854.73395, 22006.186 8755.74 854.0372, 22082.268 8765.761 856.33276, 22150.715 8728.157 856.4895, 22219.932 8659.946 858.3076, 22297.684 8607.485 864.3395, 22324.656 8672.94 859.9621, 22322.408 8744.583 854.5725, 22324.219 8814.163 841.84814, 22314.762 8879.622 825.6931</trace>
</ink>
</file>

<file path=ppt/ink/ink19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21114.506 9939.342 874.14984, 21044.406 9916.097 866.8258, 20969.068 9930.597 864.6561, 20905.97 10045.855 865.08264, 20912.354 10115.963 863.84326, 20930.334 10186.19 860.2489, 20966.307 10288.288 852.73914, 21001.158 10367.792 856.169, 20987.307 10446.731 859.5602, 20903.148 10459.093 862.0684, 20865.457 10393.8545 862.86694</trace>
</ink>
</file>

<file path=ppt/ink/ink19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21084.469 10216.016 874.14984, 21091.424 10307.548 864.99945, 21097.18 10389.895 860.81067, 21105.08 10461.634 859.19116, 21174.883 10444.742 861.9712, 21207.555 10359.03 865.09564, 21247.059 10430.228 859.65045, 21280.848 10507.375 848.35516, 21313.113 10574.238 819.4354</trace>
</ink>
</file>

<file path=ppt/ink/ink19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21509.688 10524.897 874.14984, 21422.078 10536.844 870.9463, 21406.816 10609.271 868.9506, 21500.121 10654.529 866.14545, 21565.217 10570.542 859.908, 21586.72 10479.043 849.2533, 21594.512 10369.62 838.77155, 21593.65 10238.912 831.30054, 21591.201 10130.398 833.9259, 21608.387 10247.181 837.9644, 21608.738 10330.734 833.7114, 21607.652 10425.189 829.4363, 21605.623 10520.891 818.793, 21601.637 10606.601 800.028, 21598.754 10680.674 765.9105, 21594.166 10756.161 707.45337</trace>
</ink>
</file>

<file path=ppt/ink/ink19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20962.441 10663.762 874.14984, 21031.625 10686.348 859.0682, 21117.725 10712.94 838.0419, 21242.07 10749.498 806.01605, 21412.664 10798.391 759.4229, 21515.742 10827.933 698.69434, 21592.049 10850.25 615.77783, 21692.727 10878.659 511.33133</trace>
</ink>
</file>

<file path=ppt/ink/ink19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15698.37 10031.215 874.14984, 15616.413 10039.712 868.19946, 15543.578 10039.716 863.3954, 15440.282 10036.273 861.50336, 15354.1875 10034.157 860.32184, 15220.054 10038.172 858.4476, 15154.188 10042.19 857.02966, 15019.074 10051.687 855.0795, 14932.463 10056.096 852.8562, 14836.2295 10060.671 850.0275, 14770.674 10063.788 847.5829, 14690.131 10067.363 845.0095, 14595.843 10070.628 842.34186, 14489.322 10074.798 839.71375, 14371.566 10079.8955 836.26886, 14252.706 10084.284 832.17596, 14167.3 10087.33 828.21533, 14062.651 10091.149 824.00244, 13949.853 10096.239 815.507, 13837.443 10100.839 801.4453, 13751.107 10104.42 779.1953, 13675.183 10107.633 749.189, 13598.76 10111.767 711.6825, 13526.722 10115.926 666.9659, 13423.005 10121.555 558.63904, 13337.111 10126.504 429.26605</trace>
</ink>
</file>

<file path=ppt/ink/ink19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13746.871 8900.232 874.14984, 13653.208 8887.863 862.16156, 13530.984 8918.408 857.9868, 13416.109 9013.317 852.6321, 13370.084 9084.674 848.817, 13313.006 9206.007 842.28394, 13294.17 9271.731 837.40045, 13281.1 9336.404 833.0102, 13274.331 9423.595 828.57745, 13273.666 9526.99 824.8067, 13281.257 9643.432 820.93353, 13287.496 9722.953 817.95, 13303.442 9822.884 815.157, 13330.618 9942.614 812.05023, 13369.984 10079.106 807.553, 13421.255 10226.258 802.31976, 13479.65 10367.135 796.9362, 13522.876 10467.952 792.17944, 13583.587 10583.455 788.72003, 13655.311 10702.482 787.12866, 13734.127 10817.025 788.52924, 13797.653 10903.197 792.03784, 13858.784 10977.687 796.22955, 13932.262 11049.898 802.49, 14014.035 11116.462 810.03235, 14100.474 11171.492 818.05774, 14186.959 11210.953 825.92725, 14307.714 11247.124 839.7181, 14430.495 11211.165 848.7716, 14525.042 11139.849 850.6055, 14615.993 11009.865 844.50665, 14659.726 10920.896 840.52124, 14700.732 10818.427 836.2693, 14731.236 10732.431 832.44244, 14756.187 10649.7295 828.46204, 14777.42 10547.461 824.5214, 14792.61 10430.517 820.6286, 14799.696 10306.623 817.4742, 14804.144 10224.899 814.9586, 14800.448 10123.905 813.50385, 14786.839 10010.621 812.93835, 14760.808 9887.706 812.8089, 14731.281 9784.122 812.79443, 14699.825 9693.2 812.22845, 14647.34 9590.442 810.58484, 14576.85 9486.654 808.7898, 14494.713 9389.527 807.3516, 14438.318 9324.957 806.6707, 14371.733 9262.425 807.87854, 14299.23 9205.946 812.5799, 14226.28 9159.578 819.13354, 14162.051 9125.144 825.3962, 14047.237 9077.919 836.63, 13972.226 9059.165 841.65735, 13893.2705 9038.15 858.7459, 13827.088 9025.236 803.9351</trace>
</ink>
</file>

<file path=ppt/ink/ink19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13157.385 11541.831 874.14984, 13208.588 11466.573 867.28143, 13285.394 11348.693 854.62305, 13353.218 11236.07 841.5942, 13421.309 11114.268 831.8331, 13475.534 11015.318 826.03436, 13543.681 10892.018 816.60535, 13603.726 10785.905 807.44586, 13662.901 10683.7295 799.0704, 13738.723 10556.29 787.3641, 13825.423 10412.366 774.64667, 13918.65 10257.712 764.21027, 13979.81 10156.237 756.78754, 14054.328 10030.164 752.0308, 14137.74 9883.825 750.3465, 14226.548 9723.643 749.8162, 14304.507 9580.515 749.3609, 14368.94 9460.922 748.6284, 14444.516 9317.514 747.5988, 14524.437 9161.812 750.95416, 14604.849 9001.112 755.7786, 14660.407 8889.981 760.95386, 14720.032 8771.131 765.7694, 14784.957 8649.546 772.36127, 14850.333 8535.234 782.1637, 14898.07 8454.167 794.3015, 14942.422 8383.81 807.3973, 15012.429 8273.359 829.8454, 15057.794 8201.551 865.5416</trace>
</ink>
</file>

<file path=ppt/ink/ink19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14724.967 8382.262 874.14984, 14804.534 8321.19 864.0946, 14892.566 8254.391 853.1019, 14992.503 8184.201 856.6977, 15082.576 8160.925 858.8766, 15153.957 8236.671 855.75116, 15152.244 8323.301 850.91724, 15133.25 8441.876 835.1717, 15118.8545 8519.932 804.3166</trace>
</ink>
</file>

<file path=ppt/ink/ink19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13507.51 9399.194 874.14984, 13588.601 9473.326 852.8058, 13651.326 9549.691 850.3873, 13726.023 9634.102 845.0657, 13820.954 9739.956 840.0927, 13884.86 9811.244 839.4933, 13957.002 9891.827 835.9843, 14065.999 10014.314 829.39087, 14141.406 10099.115 825.2193, 14226.997 10193.693 820.78033, 14317.969 10292.88 811.7136, 14401.705 10383.629 794.6863, 14464.135 10451.158 769.55237, 14532.984 10525.73 737.0473, 14600.323 10599.431 697.43164, 14689.812 10699.12 597.59784, 14754.027 10771.566 474.7024</trace>
</ink>
</file>

<file path=ppt/ink/ink19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18056.312 9538.588 874.14984, 17954.559 9527.8125 859.5922, 17875.543 9521.418 849.84644, 17778.387 9516.325 840.79504, 17674.488 9512.935 832.72437, 17599.078 9510.756 826.27057, 17489.074 9509.383 818.8468, 17416.816 9508.504 813.0179, 17301.295 9506.858 802.68066, 17152.686 9503.73 788.4528, 17022.69 9501.105 774.0916, 16892.45 9498.581 758.6072, 16725.12 9497.913 741.8712, 16533.086 9500.307 726.6102, 16327.268 9508.022 713.20264, 16193.29 9513.064 701.2713, 16028.109 9524.022 693.6151, 15847.843 9539.949 693.0246, 15667.282 9559.118 701.10706, 15522.451 9574.944 712.2239, 15402.939 9588.27 724.4245, 15282.254 9601.438 741.70624, 15174.292 9615.981 764.75476, 15104.6 9626.24 786.26324, 15074.153 9692.767 858.9046</trace>
</ink>
</file>

<file path=ppt/ink/ink19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17646.113 10400.817 874.14984, 17527.078 10415.406 855.67316, 17443.014 10421.545 844.69977, 17336.898 10426.491 833.385, 17209.91 10431.033 823.7285, 17063.549 10435.571 812.6219, 16907.531 10439.462 800.1384, 16801.58 10442.05 789.9073, 16659.246 10443.164 773.71655, 16561.496 10443.817 733.08026, 16436.734 10441.253 686.23755, 16295.518 10436.164 633.86694, 16180.003 10431.694 576.5159, 16077.701 10427.47 514.60297, 15971.061 10422.455 448.4941, 15880.988 10414.677 380.27194, 15810.631 10408.927 262.3045, 15740.845 10403.399 132.26097</trace>
</ink>
</file>

<file path=ppt/ink/ink19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16747.805 10154.24 874.14984, 16672.268 10197.756 864.4014, 16567.047 10255.832 857.4671, 16486.16 10303.549 852.89294, 16418.773 10349.604 854.72534, 16337.812 10448.629 858.8835, 16362.658 10559.463 859.0656, 16431.729 10653.089 851.10394, 16501.035 10696.521 846.1169, 16589.055 10713.504 839.6867, 16658.998 10733.393 821.75385, 16723.121 10746.252 804.429</trace>
</ink>
</file>

<file path=ppt/ink/ink19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16428.656 9260.858 874.14984, 16351.118 9306.0 864.02814, 16231.886 9355.166 855.08856, 16127.155 9395.976 848.3705, 16033.807 9433.011 849.64435, 15937.474 9489.839 852.5941, 15887.903 9556.662 856.5939, 15921.916 9634.579 858.8334, 16043.976 9707.397 849.7762, 16114.177 9736.003 840.9835, 16215.8125 9765.433 830.3482, 16282.187 9784.386 811.024, 16366.471 9809.018 759.2145, 16431.775 9826.412 7.4459076</trace>
</ink>
</file>

<file path=ppt/ink/ink194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21981.84 8922.408 874.14984, 21900.992 8959.158 866.4993, 21833.158 8986.186 830.7619</trace>
</ink>
</file>

<file path=ppt/ink/ink194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19364.822 8967.816 874.14984, 19489.58 8953.697 855.77167, 19571.75 8941.726 845.86816, 19675.707 8926.019 835.1744, 19801.385 8910.311 824.3461, 19947.275 8897.122 812.83264, 20109.818 8889.177 800.48206, 20246.148 8884.282 790.8006, 20374.936 8884.11 775.96063, 20503.824 8887.882 737.17145, 20605.521 8891.936 692.0203, 20725.754 8899.879 641.1193, 20841.613 8907.76 584.94006, 20916.21 8912.994 535.4201, 20988.4 8918.483 384.80167, 21053.938 8925.558 3.3590517</trace>
</ink>
</file>

<file path=ppt/ink/ink19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19577.9 9476.812 874.14984, 19661.234 9516.136 859.44855, 19744.566 9521.89 845.37714, 19861.627 9520.615 828.80035, 20007.672 9514.793 803.40063, 20171.29 9509.271 778.3761, 20319.01 9505.221 727.77734, 20428.398 9502.449 676.637, 20541.002 9498.721 611.3333, 20614.143 9496.207 552.8092, 20680.791 9493.816 415.88678, 20746.34 9492.538 157.88152</trace>
</ink>
</file>

<file path=ppt/ink/ink195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19913.006 8551.751 874.14984, 20020.627 8617.338 854.33325, 20090.256 8664.957 843.1161, 20163.518 8721.642 834.6, 20276.842 8833.373 832.5018, 20307.941 8922.184 839.06396, 20282.434 9003.145 839.95337, 20192.953 9081.69 833.00494, 20099.516 9125.554 821.57074, 20034.094 9152.618 784.2769</trace>
</ink>
</file>

<file path=ppt/ink/ink195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20095.11 9306.795 874.14984, 20134.693 9387.599 864.8078, 20188.621 9504.482 859.3702, 20172.309 9600.359 859.56573, 20095.73 9616.59 857.23004, 20018.416 9651.545 851.1334, 19954.26 9644.6455 843.15137</trace>
</ink>
</file>

<file path=ppt/ink/ink195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22118.887 10971.06 874.14984, 22205.957 10979.009 867.8438, 22330.424 11004.548 862.0319, 22423.33 11034.698 862.8319, 22442.426 11104.278 863.7189, 22353.236 11148.059 861.5144, 22355.273 11223.439 860.35583, 22447.41 11271.765 855.2741, 22520.84 11320.383 855.564, 22539.799 11392.107 857.7927, 22483.53 11458.613 856.25055, 22406.912 11501.274 855.7487, 22318.8 11522.855 860.28796, 22231.098 11508.103 862.4708, 22165.54 11490.958 860.16895</trace>
</ink>
</file>

<file path=ppt/ink/ink195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22803.178 11202.325 874.14984, 22856.846 11286.444 863.57715, 22910.223 11413.231 853.44305, 22937.5 11497.094 847.3617, 22961.898 11593.247 842.82166, 22981.086 11691.801 838.58276, 22993.9 11760.3545 835.29456, 23003.74 11847.529 831.19824, 23010.674 11975.532 828.13477, 23004.256 12046.481 830.71136, 22979.22 12145.6045 840.3875, 22892.426 12182.312 852.85706, 22834.943 12105.101 855.3145, 22822.797 12020.399 849.4477, 22806.379 11948.497 832.4802, 22803.178 11864.968 799.05835</trace>
</ink>
</file>

<file path=ppt/ink/ink195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22970.26 10863.348 874.14984, 22913.6 10943.725 865.7596</trace>
</ink>
</file>

<file path=ppt/ink/ink195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23290.35 11310.565 874.14984, 23215.783 11293.249 869.7103, 23141.887 11296.621 866.8224, 23067.004 11347.623 865.0044, 23076.193 11433.086 862.82385, 23154.004 11502.701 861.9418, 23220.523 11479.999 861.46063, 23285.84 11377.557 858.5317, 23302.445 11307.978 858.9903, 23313.994 11424.248 856.0165, 23336.766 11535.657 846.84155, 23374.537 11616.538 851.9347, 23446.648 11640.535 855.02734, 23496.285 11526.248 855.0623, 23515.564 11430.974 858.28265, 23535.277 11364.048 861.4183, 23605.732 11455.244 860.03937, 23628.004 11570.312 857.4469, 23634.436 11645.05 856.9093, 23628.828 11565.573 849.87286, 23635.688 11497.494 844.98303, 23652.387 11392.114 837.81445, 23733.344 11369.303 840.39014, 23772.436 11470.051 841.3203, 23794.816 11566.342 848.56903, 23811.928 11637.401 855.9448, 23832.457 11531.824 851.8461, 23832.773 11422.352 845.1283, 23830.613 11354.268 843.5334, 23826.688 11248.812 842.6484, 23843.467 11320.034 842.8399, 23870.398 11442.922 839.494, 23890.918 11516.441 838.6736, 23926.318 11628.409 844.1503, 24000.637 11664.53 851.874, 24019.537 11550.535 856.59717, 24017.398 11460.987 859.06134, 24003.47 11365.075 860.69507, 24056.783 11443.552 860.54596, 24106.65 11510.119 861.6772, 24146.44 11432.698 864.10455, 24164.527 11338.423 865.85077, 24268.05 11342.102 866.96655, 24376.52 11385.089 866.3843, 24449.697 11348.502 866.3579, 24435.836 11277.775 866.074, 24360.56 11285.223 863.72125, 24343.916 11398.885 856.27765, 24362.334 11464.552 855.7631, 24397.955 11551.065 855.4626, 24477.47 11599.027 857.01917, 24565.81 11524.648 857.2938, 24639.125 11457.959 861.3364, 24701.605 11551.305 857.5562, 24736.555 11645.756 854.907, 24769.492 11714.482 857.976, 24795.977 11649.017 862.6661</trace>
</ink>
</file>

<file path=ppt/ink/ink195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24035.652 10956.275 874.14984, 24043.09 11048.0205 863.37115, 24050.727 11114.467 853.5608</trace>
</ink>
</file>

<file path=ppt/ink/ink195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14176.782 10062.366 874.14984, 14088.165 10106.498 864.28217, 13996.354 10141.924 860.3047, 13929.37 10165.588 831.6333</trace>
</ink>
</file>

<file path=ppt/ink/ink195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13963.704 9892.878 874.14984, 14005.862 9971.457 864.7688, 14058.002 10064.202 857.18866, 14108.338 10156.806 849.09766, 14164.073 10255.043 839.4444, 14212.826 10339.478 811.8219</trace>
</ink>
</file>

<file path=ppt/ink/ink196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13724.344 11472.662 874.14984, 13832.344 11464.062 866.47125, 13934.416 11503.073 866.5077, 13980.203 11594.911 865.58466, 13922.574 11692.13 863.8798, 13864.419 11775.416 863.8564, 13881.338 11851.251 860.8207, 13960.282 11901.354 860.7639, 14015.436 11979.207 862.81, 14017.544 12048.519 861.6417, 13984.331 12112.746 859.39124, 13901.581 12161.374 848.23083, 13837.499 12159.285 769.56287</trace>
</ink>
</file>

<file path=ppt/ink/ink196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14260.325 11668.024 874.14984, 14288.698 11746.503 862.7505, 14330.871 11891.225 847.61957, 14355.334 11990.617 838.7346, 14377.713 12106.637 830.1442, 14395.341 12234.203 822.57416, 14408.311 12342.182 817.03375, 14414.421 12434.569 812.7129, 14415.14 12531.667 807.8261, 14414.142 12606.228 804.55963, 14404.711 12691.411 805.274, 14387.454 12772.911 810.7013, 14354.457 12877.288 825.22845, 14273.904 12912.275 845.8952, 14240.973 12808.326 849.5421, 14238.367 12718.285 843.17065, 14240.395 12639.79 835.8351, 14246.917 12561.048 826.9824, 14262.164 12464.117 822.3824, 14283.89 12357.469 817.765, 14309.849 12247.455 815.21704, 14327.236 12174.891 813.5288, 14349.885 12089.171 813.73096, 14377.348 12000.213 816.0607, 14399.55 11933.819 820.9975, 14443.206 11821.814 834.0887, 14483.914 11925.128 845.8654, 14499.296 12035.361 846.6223, 14529.882 12112.471 852.30316, 14614.912 12066.774 853.5584, 14653.7 11976.789 849.7637, 14666.773 11908.689 848.0454, 14673.539 11833.85 845.6877, 14675.69 11722.885 840.962, 14655.28 11816.522 842.6768, 14659.768 11918.992 847.8662, 14674.539 12010.461 855.6096, 14736.823 12082.668 863.717, 14827.1 12007.034 861.4789, 14869.716 11924.214 859.3252, 14900.018 11843.944 860.03375, 14937.278 11934.637 853.9595, 14948.167 12018.826 851.61127, 14966.597 12083.537 852.6804, 15039.297 12004.671 846.68115, 15090.077 11900.575 840.6356, 15145.168 11833.353 848.33356, 15217.332 11843.247 853.0196, 15250.262 11920.226 853.6469, 15260.473 12020.224 854.5188, 15256.962 12119.603 857.1172, 15314.132 12051.042 851.8463, 15358.236 11953.796 848.0584, 15413.283 11866.613 853.2344, 15483.57 11833.994 856.0676, 15560.735 11904.358 856.15717, 15583.572 12022.523 851.5609, 15548.743 12093.605 854.19904, 15480.637 12143.092 840.1163</trace>
</ink>
</file>

<file path=ppt/ink/ink196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15059.135 11541.831 874.14984, 15035.27 11636.105 867.0314, 15009.903 11702.411 854.31067</trace>
</ink>
</file>

<file path=ppt/ink/ink196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14283.791 11372.343 874.14984, 14259.268 11483.503 859.1847, 14237.796 11556.614 839.877</trace>
</ink>
</file>

<file path=ppt/ink/ink196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13051.315 12265.723 874.14984, 13075.659 12181.509 867.8693, 13096.879 12117.282 857.3762, 13121.951 12046.65 853.9232, 13150.643 11977.875 853.9462, 13194.531 11892.419 854.2649, 13279.38 11850.532 856.2968, 13350.877 11863.276 852.88855, 13423.069 11974.984 848.06836, 13437.454 12039.509 845.2553, 13459.126 12144.659 849.3857, 13523.949 12201.904 855.4455, 13581.673 12125.843 853.396, 13615.285 12012.02 838.51385, 13637.088 11937.62 811.3902, 13667.321 11846.248 741.5956, 13681.42 11781.115 464.09082</trace>
</ink>
</file>

<file path=ppt/ink/ink196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21555.682 11773.097 874.14984, 21526.719 11705.277 868.8078, 21494.184 11601.581 863.53, 21477.424 11482.22 864.5823, 21474.377 11396.42 864.3098, 21494.88 11320.058 864.5886, 21573.424 11241.954 865.43964, 21638.525 11258.252 865.6448, 21695.684 11366.916 860.7276, 21738.238 11488.64 850.25726, 21765.758 11559.572 846.3685, 21813.025 11659.701 847.1722, 21896.32 11655.651 849.9954, 21935.555 11572.688 847.9484, 21958.193 11474.341 838.4553, 21972.783 11409.963 823.1963, 21991.69 11328.954 778.2583, 22005.758 11264.046 210.25925</trace>
</ink>
</file>

<file path=ppt/ink/ink196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21768.76 8444.565 874.14984, 21767.697 8512.705 870.3847, 21767.422 8625.367 868.2979, 21774.77 8724.951 868.4164, 21844.938 8683.308 864.0883, 21877.654 8608.536 862.8332, 21901.904 8536.982 861.67737, 21918.338 8467.272 859.6918, 21937.816 8401.183 423.11877</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74" name=""/>
        <p:cNvGrpSpPr/>
        <p:nvPr/>
      </p:nvGrpSpPr>
      <p:grpSpPr>
        <a:xfrm>
          <a:off x="0" y="0"/>
          <a:ext cx="0" cy="0"/>
          <a:chOff x="0" y="0"/>
          <a:chExt cx="0" cy="0"/>
        </a:xfrm>
      </p:grpSpPr>
      <p:sp>
        <p:nvSpPr>
          <p:cNvPr id="1048916"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917"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918"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919"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920"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921"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Diapositive de titre">
    <p:spTree>
      <p:nvGrpSpPr>
        <p:cNvPr id="23" name=""/>
        <p:cNvGrpSpPr/>
        <p:nvPr/>
      </p:nvGrpSpPr>
      <p:grpSpPr>
        <a:xfrm>
          <a:off x="0" y="0"/>
          <a:ext cx="0" cy="0"/>
          <a:chOff x="0" y="0"/>
          <a:chExt cx="0" cy="0"/>
        </a:xfrm>
      </p:grpSpPr>
      <p:sp>
        <p:nvSpPr>
          <p:cNvPr id="1048581"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1048582" name="Sous-titr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fr-FR"/>
              <a:t>Modifiez le style des sous-titres du masque</a:t>
            </a:r>
            <a:endParaRPr lang="fr-MA"/>
          </a:p>
        </p:txBody>
      </p:sp>
      <p:sp>
        <p:nvSpPr>
          <p:cNvPr id="1048583" name="Espace réservé de la date 3"/>
          <p:cNvSpPr>
            <a:spLocks noGrp="1"/>
          </p:cNvSpPr>
          <p:nvPr>
            <p:ph type="dt" sz="half" idx="10"/>
          </p:nvPr>
        </p:nvSpPr>
        <p:spPr/>
        <p:txBody>
          <a:bodyPr/>
          <a:p>
            <a:fld id="{CFDE6A20-0ED5-4644-9400-0182F67A8B80}" type="datetimeFigureOut">
              <a:rPr lang="fr-MA" smtClean="0"/>
            </a:fld>
            <a:endParaRPr lang="fr-MA"/>
          </a:p>
        </p:txBody>
      </p:sp>
      <p:sp>
        <p:nvSpPr>
          <p:cNvPr id="1048584" name="Espace réservé du pied de page 4"/>
          <p:cNvSpPr>
            <a:spLocks noGrp="1"/>
          </p:cNvSpPr>
          <p:nvPr>
            <p:ph type="ftr" sz="quarter" idx="11"/>
          </p:nvPr>
        </p:nvSpPr>
        <p:spPr/>
        <p:txBody>
          <a:bodyPr/>
          <a:p>
            <a:endParaRPr lang="fr-MA"/>
          </a:p>
        </p:txBody>
      </p:sp>
      <p:sp>
        <p:nvSpPr>
          <p:cNvPr id="1048585" name="Espace réservé du numéro de diapositive 5"/>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re et contenu">
    <p:spTree>
      <p:nvGrpSpPr>
        <p:cNvPr id="39" name=""/>
        <p:cNvGrpSpPr/>
        <p:nvPr/>
      </p:nvGrpSpPr>
      <p:grpSpPr>
        <a:xfrm>
          <a:off x="0" y="0"/>
          <a:ext cx="0" cy="0"/>
          <a:chOff x="0" y="0"/>
          <a:chExt cx="0" cy="0"/>
        </a:xfrm>
      </p:grpSpPr>
      <p:sp>
        <p:nvSpPr>
          <p:cNvPr id="1048587" name="Titre 1"/>
          <p:cNvSpPr>
            <a:spLocks noGrp="1"/>
          </p:cNvSpPr>
          <p:nvPr>
            <p:ph type="title"/>
          </p:nvPr>
        </p:nvSpPr>
        <p:spPr/>
        <p:txBody>
          <a:bodyPr/>
          <a:p>
            <a:r>
              <a:rPr lang="fr-FR"/>
              <a:t>Modifiez le style du titre</a:t>
            </a:r>
            <a:endParaRPr lang="fr-MA"/>
          </a:p>
        </p:txBody>
      </p:sp>
      <p:sp>
        <p:nvSpPr>
          <p:cNvPr id="1048588" name="Espace réservé du contenu 2"/>
          <p:cNvSpPr>
            <a:spLocks noGrp="1"/>
          </p:cNvSpPr>
          <p:nvPr>
            <p:ph idx="1"/>
          </p:nvPr>
        </p:nvSpPr>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589" name="Espace réservé de la date 3"/>
          <p:cNvSpPr>
            <a:spLocks noGrp="1"/>
          </p:cNvSpPr>
          <p:nvPr>
            <p:ph type="dt" sz="half" idx="10"/>
          </p:nvPr>
        </p:nvSpPr>
        <p:spPr/>
        <p:txBody>
          <a:bodyPr/>
          <a:p>
            <a:fld id="{CFDE6A20-0ED5-4644-9400-0182F67A8B80}" type="datetimeFigureOut">
              <a:rPr lang="fr-MA" smtClean="0"/>
            </a:fld>
            <a:endParaRPr lang="fr-MA"/>
          </a:p>
        </p:txBody>
      </p:sp>
      <p:sp>
        <p:nvSpPr>
          <p:cNvPr id="1048590" name="Espace réservé du pied de page 4"/>
          <p:cNvSpPr>
            <a:spLocks noGrp="1"/>
          </p:cNvSpPr>
          <p:nvPr>
            <p:ph type="ftr" sz="quarter" idx="11"/>
          </p:nvPr>
        </p:nvSpPr>
        <p:spPr/>
        <p:txBody>
          <a:bodyPr/>
          <a:p>
            <a:endParaRPr lang="fr-MA"/>
          </a:p>
        </p:txBody>
      </p:sp>
      <p:sp>
        <p:nvSpPr>
          <p:cNvPr id="1048591" name="Espace réservé du numéro de diapositive 5"/>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Titre de section">
    <p:spTree>
      <p:nvGrpSpPr>
        <p:cNvPr id="70" name=""/>
        <p:cNvGrpSpPr/>
        <p:nvPr/>
      </p:nvGrpSpPr>
      <p:grpSpPr>
        <a:xfrm>
          <a:off x="0" y="0"/>
          <a:ext cx="0" cy="0"/>
          <a:chOff x="0" y="0"/>
          <a:chExt cx="0" cy="0"/>
        </a:xfrm>
      </p:grpSpPr>
      <p:sp>
        <p:nvSpPr>
          <p:cNvPr id="1048900"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1048901" name="Espace réservé du texte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fr-FR"/>
              <a:t>Modifiez les styles du texte du masque</a:t>
            </a:r>
          </a:p>
        </p:txBody>
      </p:sp>
      <p:sp>
        <p:nvSpPr>
          <p:cNvPr id="1048902" name="Espace réservé de la date 3"/>
          <p:cNvSpPr>
            <a:spLocks noGrp="1"/>
          </p:cNvSpPr>
          <p:nvPr>
            <p:ph type="dt" sz="half" idx="10"/>
          </p:nvPr>
        </p:nvSpPr>
        <p:spPr/>
        <p:txBody>
          <a:bodyPr/>
          <a:p>
            <a:fld id="{CFDE6A20-0ED5-4644-9400-0182F67A8B80}" type="datetimeFigureOut">
              <a:rPr lang="fr-MA" smtClean="0"/>
            </a:fld>
            <a:endParaRPr lang="fr-MA"/>
          </a:p>
        </p:txBody>
      </p:sp>
      <p:sp>
        <p:nvSpPr>
          <p:cNvPr id="1048903" name="Espace réservé du pied de page 4"/>
          <p:cNvSpPr>
            <a:spLocks noGrp="1"/>
          </p:cNvSpPr>
          <p:nvPr>
            <p:ph type="ftr" sz="quarter" idx="11"/>
          </p:nvPr>
        </p:nvSpPr>
        <p:spPr/>
        <p:txBody>
          <a:bodyPr/>
          <a:p>
            <a:endParaRPr lang="fr-MA"/>
          </a:p>
        </p:txBody>
      </p:sp>
      <p:sp>
        <p:nvSpPr>
          <p:cNvPr id="1048904" name="Espace réservé du numéro de diapositive 5"/>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Deux contenus">
    <p:spTree>
      <p:nvGrpSpPr>
        <p:cNvPr id="64" name=""/>
        <p:cNvGrpSpPr/>
        <p:nvPr/>
      </p:nvGrpSpPr>
      <p:grpSpPr>
        <a:xfrm>
          <a:off x="0" y="0"/>
          <a:ext cx="0" cy="0"/>
          <a:chOff x="0" y="0"/>
          <a:chExt cx="0" cy="0"/>
        </a:xfrm>
      </p:grpSpPr>
      <p:sp>
        <p:nvSpPr>
          <p:cNvPr id="1048868" name="Titre 1"/>
          <p:cNvSpPr>
            <a:spLocks noGrp="1"/>
          </p:cNvSpPr>
          <p:nvPr>
            <p:ph type="title"/>
          </p:nvPr>
        </p:nvSpPr>
        <p:spPr/>
        <p:txBody>
          <a:bodyPr/>
          <a:p>
            <a:r>
              <a:rPr lang="fr-FR"/>
              <a:t>Modifiez le style du titre</a:t>
            </a:r>
            <a:endParaRPr lang="fr-MA"/>
          </a:p>
        </p:txBody>
      </p:sp>
      <p:sp>
        <p:nvSpPr>
          <p:cNvPr id="1048869" name="Espace réservé du contenu 2"/>
          <p:cNvSpPr>
            <a:spLocks noGrp="1"/>
          </p:cNvSpPr>
          <p:nvPr>
            <p:ph sz="half" idx="1"/>
          </p:nvPr>
        </p:nvSpPr>
        <p:spPr>
          <a:xfrm>
            <a:off x="838200" y="1825625"/>
            <a:ext cx="5181600" cy="435133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70" name="Espace réservé du contenu 3"/>
          <p:cNvSpPr>
            <a:spLocks noGrp="1"/>
          </p:cNvSpPr>
          <p:nvPr>
            <p:ph sz="half" idx="2"/>
          </p:nvPr>
        </p:nvSpPr>
        <p:spPr>
          <a:xfrm>
            <a:off x="6172200" y="1825625"/>
            <a:ext cx="5181600" cy="435133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71" name="Espace réservé de la date 4"/>
          <p:cNvSpPr>
            <a:spLocks noGrp="1"/>
          </p:cNvSpPr>
          <p:nvPr>
            <p:ph type="dt" sz="half" idx="10"/>
          </p:nvPr>
        </p:nvSpPr>
        <p:spPr/>
        <p:txBody>
          <a:bodyPr/>
          <a:p>
            <a:fld id="{CFDE6A20-0ED5-4644-9400-0182F67A8B80}" type="datetimeFigureOut">
              <a:rPr lang="fr-MA" smtClean="0"/>
            </a:fld>
            <a:endParaRPr lang="fr-MA"/>
          </a:p>
        </p:txBody>
      </p:sp>
      <p:sp>
        <p:nvSpPr>
          <p:cNvPr id="1048872" name="Espace réservé du pied de page 5"/>
          <p:cNvSpPr>
            <a:spLocks noGrp="1"/>
          </p:cNvSpPr>
          <p:nvPr>
            <p:ph type="ftr" sz="quarter" idx="11"/>
          </p:nvPr>
        </p:nvSpPr>
        <p:spPr/>
        <p:txBody>
          <a:bodyPr/>
          <a:p>
            <a:endParaRPr lang="fr-MA"/>
          </a:p>
        </p:txBody>
      </p:sp>
      <p:sp>
        <p:nvSpPr>
          <p:cNvPr id="1048873" name="Espace réservé du numéro de diapositive 6"/>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aison">
    <p:spTree>
      <p:nvGrpSpPr>
        <p:cNvPr id="65" name=""/>
        <p:cNvGrpSpPr/>
        <p:nvPr/>
      </p:nvGrpSpPr>
      <p:grpSpPr>
        <a:xfrm>
          <a:off x="0" y="0"/>
          <a:ext cx="0" cy="0"/>
          <a:chOff x="0" y="0"/>
          <a:chExt cx="0" cy="0"/>
        </a:xfrm>
      </p:grpSpPr>
      <p:sp>
        <p:nvSpPr>
          <p:cNvPr id="1048874" name="Titre 1"/>
          <p:cNvSpPr>
            <a:spLocks noGrp="1"/>
          </p:cNvSpPr>
          <p:nvPr>
            <p:ph type="title"/>
          </p:nvPr>
        </p:nvSpPr>
        <p:spPr>
          <a:xfrm>
            <a:off x="839788" y="365125"/>
            <a:ext cx="10515600" cy="1325563"/>
          </a:xfrm>
        </p:spPr>
        <p:txBody>
          <a:bodyPr/>
          <a:p>
            <a:r>
              <a:rPr lang="fr-FR"/>
              <a:t>Modifiez le style du titre</a:t>
            </a:r>
            <a:endParaRPr lang="fr-MA"/>
          </a:p>
        </p:txBody>
      </p:sp>
      <p:sp>
        <p:nvSpPr>
          <p:cNvPr id="1048875" name="Espace réservé du texte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a:t>Modifiez les styles du texte du masque</a:t>
            </a:r>
          </a:p>
        </p:txBody>
      </p:sp>
      <p:sp>
        <p:nvSpPr>
          <p:cNvPr id="1048876" name="Espace réservé du contenu 3"/>
          <p:cNvSpPr>
            <a:spLocks noGrp="1"/>
          </p:cNvSpPr>
          <p:nvPr>
            <p:ph sz="half" idx="2"/>
          </p:nvPr>
        </p:nvSpPr>
        <p:spPr>
          <a:xfrm>
            <a:off x="839788" y="2505075"/>
            <a:ext cx="5157787" cy="368458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77" name="Espace réservé du texte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a:t>Modifiez les styles du texte du masque</a:t>
            </a:r>
          </a:p>
        </p:txBody>
      </p:sp>
      <p:sp>
        <p:nvSpPr>
          <p:cNvPr id="1048878" name="Espace réservé du contenu 5"/>
          <p:cNvSpPr>
            <a:spLocks noGrp="1"/>
          </p:cNvSpPr>
          <p:nvPr>
            <p:ph sz="quarter" idx="4"/>
          </p:nvPr>
        </p:nvSpPr>
        <p:spPr>
          <a:xfrm>
            <a:off x="6172200" y="2505075"/>
            <a:ext cx="5183188" cy="368458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79" name="Espace réservé de la date 6"/>
          <p:cNvSpPr>
            <a:spLocks noGrp="1"/>
          </p:cNvSpPr>
          <p:nvPr>
            <p:ph type="dt" sz="half" idx="10"/>
          </p:nvPr>
        </p:nvSpPr>
        <p:spPr/>
        <p:txBody>
          <a:bodyPr/>
          <a:p>
            <a:fld id="{CFDE6A20-0ED5-4644-9400-0182F67A8B80}" type="datetimeFigureOut">
              <a:rPr lang="fr-MA" smtClean="0"/>
            </a:fld>
            <a:endParaRPr lang="fr-MA"/>
          </a:p>
        </p:txBody>
      </p:sp>
      <p:sp>
        <p:nvSpPr>
          <p:cNvPr id="1048880" name="Espace réservé du pied de page 7"/>
          <p:cNvSpPr>
            <a:spLocks noGrp="1"/>
          </p:cNvSpPr>
          <p:nvPr>
            <p:ph type="ftr" sz="quarter" idx="11"/>
          </p:nvPr>
        </p:nvSpPr>
        <p:spPr/>
        <p:txBody>
          <a:bodyPr/>
          <a:p>
            <a:endParaRPr lang="fr-MA"/>
          </a:p>
        </p:txBody>
      </p:sp>
      <p:sp>
        <p:nvSpPr>
          <p:cNvPr id="1048881" name="Espace réservé du numéro de diapositive 8"/>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re seul">
    <p:spTree>
      <p:nvGrpSpPr>
        <p:cNvPr id="66" name=""/>
        <p:cNvGrpSpPr/>
        <p:nvPr/>
      </p:nvGrpSpPr>
      <p:grpSpPr>
        <a:xfrm>
          <a:off x="0" y="0"/>
          <a:ext cx="0" cy="0"/>
          <a:chOff x="0" y="0"/>
          <a:chExt cx="0" cy="0"/>
        </a:xfrm>
      </p:grpSpPr>
      <p:sp>
        <p:nvSpPr>
          <p:cNvPr id="1048882" name="Titre 1"/>
          <p:cNvSpPr>
            <a:spLocks noGrp="1"/>
          </p:cNvSpPr>
          <p:nvPr>
            <p:ph type="title"/>
          </p:nvPr>
        </p:nvSpPr>
        <p:spPr/>
        <p:txBody>
          <a:bodyPr/>
          <a:p>
            <a:r>
              <a:rPr lang="fr-FR"/>
              <a:t>Modifiez le style du titre</a:t>
            </a:r>
            <a:endParaRPr lang="fr-MA"/>
          </a:p>
        </p:txBody>
      </p:sp>
      <p:sp>
        <p:nvSpPr>
          <p:cNvPr id="1048883" name="Espace réservé de la date 2"/>
          <p:cNvSpPr>
            <a:spLocks noGrp="1"/>
          </p:cNvSpPr>
          <p:nvPr>
            <p:ph type="dt" sz="half" idx="10"/>
          </p:nvPr>
        </p:nvSpPr>
        <p:spPr/>
        <p:txBody>
          <a:bodyPr/>
          <a:p>
            <a:fld id="{CFDE6A20-0ED5-4644-9400-0182F67A8B80}" type="datetimeFigureOut">
              <a:rPr lang="fr-MA" smtClean="0"/>
            </a:fld>
            <a:endParaRPr lang="fr-MA"/>
          </a:p>
        </p:txBody>
      </p:sp>
      <p:sp>
        <p:nvSpPr>
          <p:cNvPr id="1048884" name="Espace réservé du pied de page 3"/>
          <p:cNvSpPr>
            <a:spLocks noGrp="1"/>
          </p:cNvSpPr>
          <p:nvPr>
            <p:ph type="ftr" sz="quarter" idx="11"/>
          </p:nvPr>
        </p:nvSpPr>
        <p:spPr/>
        <p:txBody>
          <a:bodyPr/>
          <a:p>
            <a:endParaRPr lang="fr-MA"/>
          </a:p>
        </p:txBody>
      </p:sp>
      <p:sp>
        <p:nvSpPr>
          <p:cNvPr id="1048885" name="Espace réservé du numéro de diapositive 4"/>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Vide">
    <p:spTree>
      <p:nvGrpSpPr>
        <p:cNvPr id="68" name=""/>
        <p:cNvGrpSpPr/>
        <p:nvPr/>
      </p:nvGrpSpPr>
      <p:grpSpPr>
        <a:xfrm>
          <a:off x="0" y="0"/>
          <a:ext cx="0" cy="0"/>
          <a:chOff x="0" y="0"/>
          <a:chExt cx="0" cy="0"/>
        </a:xfrm>
      </p:grpSpPr>
      <p:sp>
        <p:nvSpPr>
          <p:cNvPr id="1048891" name="Espace réservé de la date 1"/>
          <p:cNvSpPr>
            <a:spLocks noGrp="1"/>
          </p:cNvSpPr>
          <p:nvPr>
            <p:ph type="dt" sz="half" idx="10"/>
          </p:nvPr>
        </p:nvSpPr>
        <p:spPr/>
        <p:txBody>
          <a:bodyPr/>
          <a:p>
            <a:fld id="{CFDE6A20-0ED5-4644-9400-0182F67A8B80}" type="datetimeFigureOut">
              <a:rPr lang="fr-MA" smtClean="0"/>
            </a:fld>
            <a:endParaRPr lang="fr-MA"/>
          </a:p>
        </p:txBody>
      </p:sp>
      <p:sp>
        <p:nvSpPr>
          <p:cNvPr id="1048892" name="Espace réservé du pied de page 2"/>
          <p:cNvSpPr>
            <a:spLocks noGrp="1"/>
          </p:cNvSpPr>
          <p:nvPr>
            <p:ph type="ftr" sz="quarter" idx="11"/>
          </p:nvPr>
        </p:nvSpPr>
        <p:spPr/>
        <p:txBody>
          <a:bodyPr/>
          <a:p>
            <a:endParaRPr lang="fr-MA"/>
          </a:p>
        </p:txBody>
      </p:sp>
      <p:sp>
        <p:nvSpPr>
          <p:cNvPr id="1048893" name="Espace réservé du numéro de diapositive 3"/>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u avec légende">
    <p:spTree>
      <p:nvGrpSpPr>
        <p:cNvPr id="72" name=""/>
        <p:cNvGrpSpPr/>
        <p:nvPr/>
      </p:nvGrpSpPr>
      <p:grpSpPr>
        <a:xfrm>
          <a:off x="0" y="0"/>
          <a:ext cx="0" cy="0"/>
          <a:chOff x="0" y="0"/>
          <a:chExt cx="0" cy="0"/>
        </a:xfrm>
      </p:grpSpPr>
      <p:sp>
        <p:nvSpPr>
          <p:cNvPr id="1048910"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1048911"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912" name="Espace réservé du texte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fr-FR"/>
              <a:t>Modifiez les styles du texte du masque</a:t>
            </a:r>
          </a:p>
        </p:txBody>
      </p:sp>
      <p:sp>
        <p:nvSpPr>
          <p:cNvPr id="1048913" name="Espace réservé de la date 4"/>
          <p:cNvSpPr>
            <a:spLocks noGrp="1"/>
          </p:cNvSpPr>
          <p:nvPr>
            <p:ph type="dt" sz="half" idx="10"/>
          </p:nvPr>
        </p:nvSpPr>
        <p:spPr/>
        <p:txBody>
          <a:bodyPr/>
          <a:p>
            <a:fld id="{CFDE6A20-0ED5-4644-9400-0182F67A8B80}" type="datetimeFigureOut">
              <a:rPr lang="fr-MA" smtClean="0"/>
            </a:fld>
            <a:endParaRPr lang="fr-MA"/>
          </a:p>
        </p:txBody>
      </p:sp>
      <p:sp>
        <p:nvSpPr>
          <p:cNvPr id="1048914" name="Espace réservé du pied de page 5"/>
          <p:cNvSpPr>
            <a:spLocks noGrp="1"/>
          </p:cNvSpPr>
          <p:nvPr>
            <p:ph type="ftr" sz="quarter" idx="11"/>
          </p:nvPr>
        </p:nvSpPr>
        <p:spPr/>
        <p:txBody>
          <a:bodyPr/>
          <a:p>
            <a:endParaRPr lang="fr-MA"/>
          </a:p>
        </p:txBody>
      </p:sp>
      <p:sp>
        <p:nvSpPr>
          <p:cNvPr id="1048915" name="Espace réservé du numéro de diapositive 6"/>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Image avec légende">
    <p:spTree>
      <p:nvGrpSpPr>
        <p:cNvPr id="69" name=""/>
        <p:cNvGrpSpPr/>
        <p:nvPr/>
      </p:nvGrpSpPr>
      <p:grpSpPr>
        <a:xfrm>
          <a:off x="0" y="0"/>
          <a:ext cx="0" cy="0"/>
          <a:chOff x="0" y="0"/>
          <a:chExt cx="0" cy="0"/>
        </a:xfrm>
      </p:grpSpPr>
      <p:sp>
        <p:nvSpPr>
          <p:cNvPr id="1048894"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1048895" name="Espace réservé pour une image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fr-MA"/>
          </a:p>
        </p:txBody>
      </p:sp>
      <p:sp>
        <p:nvSpPr>
          <p:cNvPr id="1048896" name="Espace réservé du texte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fr-FR"/>
              <a:t>Modifiez les styles du texte du masque</a:t>
            </a:r>
          </a:p>
        </p:txBody>
      </p:sp>
      <p:sp>
        <p:nvSpPr>
          <p:cNvPr id="1048897" name="Espace réservé de la date 4"/>
          <p:cNvSpPr>
            <a:spLocks noGrp="1"/>
          </p:cNvSpPr>
          <p:nvPr>
            <p:ph type="dt" sz="half" idx="10"/>
          </p:nvPr>
        </p:nvSpPr>
        <p:spPr/>
        <p:txBody>
          <a:bodyPr/>
          <a:p>
            <a:fld id="{CFDE6A20-0ED5-4644-9400-0182F67A8B80}" type="datetimeFigureOut">
              <a:rPr lang="fr-MA" smtClean="0"/>
            </a:fld>
            <a:endParaRPr lang="fr-MA"/>
          </a:p>
        </p:txBody>
      </p:sp>
      <p:sp>
        <p:nvSpPr>
          <p:cNvPr id="1048898" name="Espace réservé du pied de page 5"/>
          <p:cNvSpPr>
            <a:spLocks noGrp="1"/>
          </p:cNvSpPr>
          <p:nvPr>
            <p:ph type="ftr" sz="quarter" idx="11"/>
          </p:nvPr>
        </p:nvSpPr>
        <p:spPr/>
        <p:txBody>
          <a:bodyPr/>
          <a:p>
            <a:endParaRPr lang="fr-MA"/>
          </a:p>
        </p:txBody>
      </p:sp>
      <p:sp>
        <p:nvSpPr>
          <p:cNvPr id="1048899" name="Espace réservé du numéro de diapositive 6"/>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re et texte vertical">
    <p:spTree>
      <p:nvGrpSpPr>
        <p:cNvPr id="71" name=""/>
        <p:cNvGrpSpPr/>
        <p:nvPr/>
      </p:nvGrpSpPr>
      <p:grpSpPr>
        <a:xfrm>
          <a:off x="0" y="0"/>
          <a:ext cx="0" cy="0"/>
          <a:chOff x="0" y="0"/>
          <a:chExt cx="0" cy="0"/>
        </a:xfrm>
      </p:grpSpPr>
      <p:sp>
        <p:nvSpPr>
          <p:cNvPr id="1048905" name="Titre 1"/>
          <p:cNvSpPr>
            <a:spLocks noGrp="1"/>
          </p:cNvSpPr>
          <p:nvPr>
            <p:ph type="title"/>
          </p:nvPr>
        </p:nvSpPr>
        <p:spPr/>
        <p:txBody>
          <a:bodyPr/>
          <a:p>
            <a:r>
              <a:rPr lang="fr-FR"/>
              <a:t>Modifiez le style du titre</a:t>
            </a:r>
            <a:endParaRPr lang="fr-MA"/>
          </a:p>
        </p:txBody>
      </p:sp>
      <p:sp>
        <p:nvSpPr>
          <p:cNvPr id="1048906" name="Espace réservé du texte vertical 2"/>
          <p:cNvSpPr>
            <a:spLocks noGrp="1"/>
          </p:cNvSpPr>
          <p:nvPr>
            <p:ph type="body" orient="vert" idx="1"/>
          </p:nvPr>
        </p:nvSpPr>
        <p:spPr/>
        <p:txBody>
          <a:bodyPr vert="eaVert"/>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907" name="Espace réservé de la date 3"/>
          <p:cNvSpPr>
            <a:spLocks noGrp="1"/>
          </p:cNvSpPr>
          <p:nvPr>
            <p:ph type="dt" sz="half" idx="10"/>
          </p:nvPr>
        </p:nvSpPr>
        <p:spPr/>
        <p:txBody>
          <a:bodyPr/>
          <a:p>
            <a:fld id="{CFDE6A20-0ED5-4644-9400-0182F67A8B80}" type="datetimeFigureOut">
              <a:rPr lang="fr-MA" smtClean="0"/>
            </a:fld>
            <a:endParaRPr lang="fr-MA"/>
          </a:p>
        </p:txBody>
      </p:sp>
      <p:sp>
        <p:nvSpPr>
          <p:cNvPr id="1048908" name="Espace réservé du pied de page 4"/>
          <p:cNvSpPr>
            <a:spLocks noGrp="1"/>
          </p:cNvSpPr>
          <p:nvPr>
            <p:ph type="ftr" sz="quarter" idx="11"/>
          </p:nvPr>
        </p:nvSpPr>
        <p:spPr/>
        <p:txBody>
          <a:bodyPr/>
          <a:p>
            <a:endParaRPr lang="fr-MA"/>
          </a:p>
        </p:txBody>
      </p:sp>
      <p:sp>
        <p:nvSpPr>
          <p:cNvPr id="1048909" name="Espace réservé du numéro de diapositive 5"/>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Titre vertical et texte">
    <p:spTree>
      <p:nvGrpSpPr>
        <p:cNvPr id="67" name=""/>
        <p:cNvGrpSpPr/>
        <p:nvPr/>
      </p:nvGrpSpPr>
      <p:grpSpPr>
        <a:xfrm>
          <a:off x="0" y="0"/>
          <a:ext cx="0" cy="0"/>
          <a:chOff x="0" y="0"/>
          <a:chExt cx="0" cy="0"/>
        </a:xfrm>
      </p:grpSpPr>
      <p:sp>
        <p:nvSpPr>
          <p:cNvPr id="1048886" name="Titre vertical 1"/>
          <p:cNvSpPr>
            <a:spLocks noGrp="1"/>
          </p:cNvSpPr>
          <p:nvPr>
            <p:ph type="title" orient="vert"/>
          </p:nvPr>
        </p:nvSpPr>
        <p:spPr>
          <a:xfrm>
            <a:off x="8724900" y="365125"/>
            <a:ext cx="2628900" cy="5811838"/>
          </a:xfrm>
        </p:spPr>
        <p:txBody>
          <a:bodyPr vert="eaVert"/>
          <a:p>
            <a:r>
              <a:rPr lang="fr-FR"/>
              <a:t>Modifiez le style du titre</a:t>
            </a:r>
            <a:endParaRPr lang="fr-MA"/>
          </a:p>
        </p:txBody>
      </p:sp>
      <p:sp>
        <p:nvSpPr>
          <p:cNvPr id="1048887" name="Espace réservé du texte vertical 2"/>
          <p:cNvSpPr>
            <a:spLocks noGrp="1"/>
          </p:cNvSpPr>
          <p:nvPr>
            <p:ph type="body" orient="vert" idx="1"/>
          </p:nvPr>
        </p:nvSpPr>
        <p:spPr>
          <a:xfrm>
            <a:off x="838200" y="365125"/>
            <a:ext cx="7734300" cy="5811838"/>
          </a:xfrm>
        </p:spPr>
        <p:txBody>
          <a:bodyPr vert="eaVert"/>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88" name="Espace réservé de la date 3"/>
          <p:cNvSpPr>
            <a:spLocks noGrp="1"/>
          </p:cNvSpPr>
          <p:nvPr>
            <p:ph type="dt" sz="half" idx="10"/>
          </p:nvPr>
        </p:nvSpPr>
        <p:spPr/>
        <p:txBody>
          <a:bodyPr/>
          <a:p>
            <a:fld id="{CFDE6A20-0ED5-4644-9400-0182F67A8B80}" type="datetimeFigureOut">
              <a:rPr lang="fr-MA" smtClean="0"/>
            </a:fld>
            <a:endParaRPr lang="fr-MA"/>
          </a:p>
        </p:txBody>
      </p:sp>
      <p:sp>
        <p:nvSpPr>
          <p:cNvPr id="1048889" name="Espace réservé du pied de page 4"/>
          <p:cNvSpPr>
            <a:spLocks noGrp="1"/>
          </p:cNvSpPr>
          <p:nvPr>
            <p:ph type="ftr" sz="quarter" idx="11"/>
          </p:nvPr>
        </p:nvSpPr>
        <p:spPr/>
        <p:txBody>
          <a:bodyPr/>
          <a:p>
            <a:endParaRPr lang="fr-MA"/>
          </a:p>
        </p:txBody>
      </p:sp>
      <p:sp>
        <p:nvSpPr>
          <p:cNvPr id="1048890" name="Espace réservé du numéro de diapositive 5"/>
          <p:cNvSpPr>
            <a:spLocks noGrp="1"/>
          </p:cNvSpPr>
          <p:nvPr>
            <p:ph type="sldNum" sz="quarter" idx="12"/>
          </p:nvPr>
        </p:nvSpPr>
        <p:spPr/>
        <p:txBody>
          <a:bodyPr/>
          <a:p>
            <a:fld id="{393A4794-1B47-4E94-B1F3-9D408C4967C7}" type="slidenum">
              <a:rPr lang="fr-MA" smtClean="0"/>
            </a:fld>
            <a:endParaRPr lang="fr-MA"/>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Espace réservé du titre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fr-FR"/>
              <a:t>Modifiez le style du titre</a:t>
            </a:r>
            <a:endParaRPr lang="fr-MA"/>
          </a:p>
        </p:txBody>
      </p:sp>
      <p:sp>
        <p:nvSpPr>
          <p:cNvPr id="1048577" name="Espace réservé du texte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578" name="Espace réservé de la date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CFDE6A20-0ED5-4644-9400-0182F67A8B80}" type="datetimeFigureOut">
              <a:rPr lang="fr-MA" smtClean="0"/>
            </a:fld>
            <a:endParaRPr lang="fr-MA"/>
          </a:p>
        </p:txBody>
      </p:sp>
      <p:sp>
        <p:nvSpPr>
          <p:cNvPr id="1048579" name="Espace réservé du pied de page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fr-MA"/>
          </a:p>
        </p:txBody>
      </p:sp>
      <p:sp>
        <p:nvSpPr>
          <p:cNvPr id="1048580" name="Espace réservé du numéro de diapositive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393A4794-1B47-4E94-B1F3-9D408C4967C7}" type="slidenum">
              <a:rPr lang="fr-MA" smtClean="0"/>
            </a:fld>
            <a:endParaRPr lang="fr-MA"/>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54.emf"/><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emf"/><Relationship Id="rId6" Type="http://schemas.openxmlformats.org/officeDocument/2006/relationships/customXml" Target="../ink/ink2.xml"/><Relationship Id="rId7" Type="http://schemas.openxmlformats.org/officeDocument/2006/relationships/customXml" Target="../ink/ink3.xml"/><Relationship Id="rId8" Type="http://schemas.openxmlformats.org/officeDocument/2006/relationships/customXml" Target="../ink/ink4.xml"/><Relationship Id="rId9" Type="http://schemas.openxmlformats.org/officeDocument/2006/relationships/customXml" Target="../ink/ink5.xml"/><Relationship Id="rId10" Type="http://schemas.openxmlformats.org/officeDocument/2006/relationships/customXml" Target="../ink/ink6.xml"/><Relationship Id="rId11" Type="http://schemas.openxmlformats.org/officeDocument/2006/relationships/customXml" Target="../ink/ink7.xml"/><Relationship Id="rId12" Type="http://schemas.openxmlformats.org/officeDocument/2006/relationships/customXml" Target="../ink/ink8.xml"/><Relationship Id="rId13" Type="http://schemas.openxmlformats.org/officeDocument/2006/relationships/customXml" Target="../ink/ink9.xml"/><Relationship Id="rId14" Type="http://schemas.openxmlformats.org/officeDocument/2006/relationships/customXml" Target="../ink/ink10.xml"/><Relationship Id="rId15" Type="http://schemas.openxmlformats.org/officeDocument/2006/relationships/customXml" Target="../ink/ink11.xml"/><Relationship Id="rId16" Type="http://schemas.openxmlformats.org/officeDocument/2006/relationships/customXml" Target="../ink/ink12.xml"/><Relationship Id="rId17" Type="http://schemas.openxmlformats.org/officeDocument/2006/relationships/customXml" Target="../ink/ink13.xml"/><Relationship Id="rId18" Type="http://schemas.openxmlformats.org/officeDocument/2006/relationships/customXml" Target="../ink/ink14.xml"/><Relationship Id="rId19" Type="http://schemas.openxmlformats.org/officeDocument/2006/relationships/customXml" Target="../ink/ink15.xml"/><Relationship Id="rId20" Type="http://schemas.openxmlformats.org/officeDocument/2006/relationships/customXml" Target="../ink/ink16.xml"/><Relationship Id="rId21" Type="http://schemas.openxmlformats.org/officeDocument/2006/relationships/customXml" Target="../ink/ink17.xml"/><Relationship Id="rId22" Type="http://schemas.openxmlformats.org/officeDocument/2006/relationships/customXml" Target="../ink/ink18.xml"/><Relationship Id="rId23" Type="http://schemas.openxmlformats.org/officeDocument/2006/relationships/customXml" Target="../ink/ink19.xml"/><Relationship Id="rId24" Type="http://schemas.openxmlformats.org/officeDocument/2006/relationships/customXml" Target="../ink/ink20.xml"/><Relationship Id="rId25" Type="http://schemas.openxmlformats.org/officeDocument/2006/relationships/customXml" Target="../ink/ink21.xml"/><Relationship Id="rId26" Type="http://schemas.openxmlformats.org/officeDocument/2006/relationships/customXml" Target="../ink/ink22.xml"/><Relationship Id="rId27" Type="http://schemas.openxmlformats.org/officeDocument/2006/relationships/customXml" Target="../ink/ink23.xml"/><Relationship Id="rId28" Type="http://schemas.openxmlformats.org/officeDocument/2006/relationships/customXml" Target="../ink/ink24.xml"/><Relationship Id="rId29" Type="http://schemas.openxmlformats.org/officeDocument/2006/relationships/customXml" Target="../ink/ink25.xml"/><Relationship Id="rId30" Type="http://schemas.openxmlformats.org/officeDocument/2006/relationships/customXml" Target="../ink/ink26.xml"/><Relationship Id="rId31" Type="http://schemas.openxmlformats.org/officeDocument/2006/relationships/customXml" Target="../ink/ink27.xml"/><Relationship Id="rId32" Type="http://schemas.openxmlformats.org/officeDocument/2006/relationships/customXml" Target="../ink/ink28.xml"/><Relationship Id="rId33" Type="http://schemas.openxmlformats.org/officeDocument/2006/relationships/customXml" Target="../ink/ink29.xml"/><Relationship Id="rId34" Type="http://schemas.openxmlformats.org/officeDocument/2006/relationships/customXml" Target="../ink/ink30.xml"/><Relationship Id="rId35"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customXml" Target="../ink/ink31.xml"/><Relationship Id="rId2" Type="http://schemas.openxmlformats.org/officeDocument/2006/relationships/customXml" Target="../ink/ink32.xml"/><Relationship Id="rId3" Type="http://schemas.openxmlformats.org/officeDocument/2006/relationships/customXml" Target="../ink/ink33.xml"/><Relationship Id="rId4" Type="http://schemas.openxmlformats.org/officeDocument/2006/relationships/customXml" Target="../ink/ink34.xml"/><Relationship Id="rId5" Type="http://schemas.openxmlformats.org/officeDocument/2006/relationships/customXml" Target="../ink/ink35.xml"/><Relationship Id="rId6" Type="http://schemas.openxmlformats.org/officeDocument/2006/relationships/customXml" Target="../ink/ink36.xml"/><Relationship Id="rId7" Type="http://schemas.openxmlformats.org/officeDocument/2006/relationships/customXml" Target="../ink/ink37.xml"/><Relationship Id="rId8" Type="http://schemas.openxmlformats.org/officeDocument/2006/relationships/customXml" Target="../ink/ink38.xml"/><Relationship Id="rId9" Type="http://schemas.openxmlformats.org/officeDocument/2006/relationships/customXml" Target="../ink/ink39.xml"/><Relationship Id="rId10" Type="http://schemas.openxmlformats.org/officeDocument/2006/relationships/customXml" Target="../ink/ink40.xml"/><Relationship Id="rId11" Type="http://schemas.openxmlformats.org/officeDocument/2006/relationships/customXml" Target="../ink/ink41.xml"/><Relationship Id="rId12" Type="http://schemas.openxmlformats.org/officeDocument/2006/relationships/customXml" Target="../ink/ink42.xml"/><Relationship Id="rId13" Type="http://schemas.openxmlformats.org/officeDocument/2006/relationships/customXml" Target="../ink/ink43.xml"/><Relationship Id="rId14" Type="http://schemas.openxmlformats.org/officeDocument/2006/relationships/customXml" Target="../ink/ink44.xml"/><Relationship Id="rId15" Type="http://schemas.openxmlformats.org/officeDocument/2006/relationships/customXml" Target="../ink/ink45.xml"/><Relationship Id="rId16" Type="http://schemas.openxmlformats.org/officeDocument/2006/relationships/customXml" Target="../ink/ink46.xml"/><Relationship Id="rId17" Type="http://schemas.openxmlformats.org/officeDocument/2006/relationships/customXml" Target="../ink/ink47.xml"/><Relationship Id="rId18" Type="http://schemas.openxmlformats.org/officeDocument/2006/relationships/customXml" Target="../ink/ink48.xml"/><Relationship Id="rId19" Type="http://schemas.openxmlformats.org/officeDocument/2006/relationships/customXml" Target="../ink/ink49.xml"/><Relationship Id="rId20" Type="http://schemas.openxmlformats.org/officeDocument/2006/relationships/customXml" Target="../ink/ink50.xml"/><Relationship Id="rId21" Type="http://schemas.openxmlformats.org/officeDocument/2006/relationships/customXml" Target="../ink/ink51.xml"/><Relationship Id="rId22" Type="http://schemas.openxmlformats.org/officeDocument/2006/relationships/customXml" Target="../ink/ink52.xml"/><Relationship Id="rId23" Type="http://schemas.openxmlformats.org/officeDocument/2006/relationships/customXml" Target="../ink/ink53.xml"/><Relationship Id="rId24" Type="http://schemas.openxmlformats.org/officeDocument/2006/relationships/customXml" Target="../ink/ink54.xml"/><Relationship Id="rId25" Type="http://schemas.openxmlformats.org/officeDocument/2006/relationships/customXml" Target="../ink/ink55.xml"/><Relationship Id="rId26" Type="http://schemas.openxmlformats.org/officeDocument/2006/relationships/customXml" Target="../ink/ink56.xml"/><Relationship Id="rId27" Type="http://schemas.openxmlformats.org/officeDocument/2006/relationships/customXml" Target="../ink/ink57.xml"/><Relationship Id="rId28" Type="http://schemas.openxmlformats.org/officeDocument/2006/relationships/customXml" Target="../ink/ink58.xml"/><Relationship Id="rId29" Type="http://schemas.openxmlformats.org/officeDocument/2006/relationships/customXml" Target="../ink/ink59.xml"/><Relationship Id="rId30" Type="http://schemas.openxmlformats.org/officeDocument/2006/relationships/customXml" Target="../ink/ink60.xml"/><Relationship Id="rId31" Type="http://schemas.openxmlformats.org/officeDocument/2006/relationships/customXml" Target="../ink/ink61.xml"/><Relationship Id="rId32" Type="http://schemas.openxmlformats.org/officeDocument/2006/relationships/customXml" Target="../ink/ink62.xml"/><Relationship Id="rId33" Type="http://schemas.openxmlformats.org/officeDocument/2006/relationships/customXml" Target="../ink/ink63.xml"/><Relationship Id="rId34" Type="http://schemas.openxmlformats.org/officeDocument/2006/relationships/customXml" Target="../ink/ink64.xml"/><Relationship Id="rId35" Type="http://schemas.openxmlformats.org/officeDocument/2006/relationships/customXml" Target="../ink/ink65.xml"/><Relationship Id="rId36" Type="http://schemas.openxmlformats.org/officeDocument/2006/relationships/customXml" Target="../ink/ink66.xml"/><Relationship Id="rId37" Type="http://schemas.openxmlformats.org/officeDocument/2006/relationships/customXml" Target="../ink/ink67.xml"/><Relationship Id="rId38" Type="http://schemas.openxmlformats.org/officeDocument/2006/relationships/customXml" Target="../ink/ink68.xml"/><Relationship Id="rId39" Type="http://schemas.openxmlformats.org/officeDocument/2006/relationships/customXml" Target="../ink/ink69.xml"/><Relationship Id="rId40" Type="http://schemas.openxmlformats.org/officeDocument/2006/relationships/customXml" Target="../ink/ink70.xml"/><Relationship Id="rId41" Type="http://schemas.openxmlformats.org/officeDocument/2006/relationships/customXml" Target="../ink/ink71.xml"/><Relationship Id="rId42" Type="http://schemas.openxmlformats.org/officeDocument/2006/relationships/customXml" Target="../ink/ink72.xml"/><Relationship Id="rId43" Type="http://schemas.openxmlformats.org/officeDocument/2006/relationships/customXml" Target="../ink/ink73.xml"/><Relationship Id="rId44" Type="http://schemas.openxmlformats.org/officeDocument/2006/relationships/customXml" Target="../ink/ink74.xml"/><Relationship Id="rId45" Type="http://schemas.openxmlformats.org/officeDocument/2006/relationships/customXml" Target="../ink/ink75.xml"/><Relationship Id="rId46" Type="http://schemas.openxmlformats.org/officeDocument/2006/relationships/customXml" Target="../ink/ink76.xml"/><Relationship Id="rId47" Type="http://schemas.openxmlformats.org/officeDocument/2006/relationships/customXml" Target="../ink/ink77.xml"/><Relationship Id="rId48" Type="http://schemas.openxmlformats.org/officeDocument/2006/relationships/customXml" Target="../ink/ink78.xml"/><Relationship Id="rId49" Type="http://schemas.openxmlformats.org/officeDocument/2006/relationships/customXml" Target="../ink/ink79.xml"/><Relationship Id="rId50" Type="http://schemas.openxmlformats.org/officeDocument/2006/relationships/customXml" Target="../ink/ink80.xml"/><Relationship Id="rId51" Type="http://schemas.openxmlformats.org/officeDocument/2006/relationships/customXml" Target="../ink/ink81.xml"/><Relationship Id="rId52" Type="http://schemas.openxmlformats.org/officeDocument/2006/relationships/customXml" Target="../ink/ink82.xml"/><Relationship Id="rId53" Type="http://schemas.openxmlformats.org/officeDocument/2006/relationships/customXml" Target="../ink/ink83.xml"/><Relationship Id="rId54" Type="http://schemas.openxmlformats.org/officeDocument/2006/relationships/customXml" Target="../ink/ink84.xml"/><Relationship Id="rId55" Type="http://schemas.openxmlformats.org/officeDocument/2006/relationships/customXml" Target="../ink/ink85.xml"/><Relationship Id="rId56" Type="http://schemas.openxmlformats.org/officeDocument/2006/relationships/customXml" Target="../ink/ink86.xml"/><Relationship Id="rId57" Type="http://schemas.openxmlformats.org/officeDocument/2006/relationships/customXml" Target="../ink/ink87.xml"/><Relationship Id="rId58" Type="http://schemas.openxmlformats.org/officeDocument/2006/relationships/customXml" Target="../ink/ink88.xml"/><Relationship Id="rId59" Type="http://schemas.openxmlformats.org/officeDocument/2006/relationships/customXml" Target="../ink/ink89.xml"/><Relationship Id="rId60" Type="http://schemas.openxmlformats.org/officeDocument/2006/relationships/customXml" Target="../ink/ink90.xml"/><Relationship Id="rId61" Type="http://schemas.openxmlformats.org/officeDocument/2006/relationships/customXml" Target="../ink/ink91.xml"/><Relationship Id="rId62" Type="http://schemas.openxmlformats.org/officeDocument/2006/relationships/customXml" Target="../ink/ink92.xml"/><Relationship Id="rId63" Type="http://schemas.openxmlformats.org/officeDocument/2006/relationships/customXml" Target="../ink/ink93.xml"/><Relationship Id="rId64" Type="http://schemas.openxmlformats.org/officeDocument/2006/relationships/customXml" Target="../ink/ink94.xml"/><Relationship Id="rId65" Type="http://schemas.openxmlformats.org/officeDocument/2006/relationships/customXml" Target="../ink/ink95.xml"/><Relationship Id="rId66" Type="http://schemas.openxmlformats.org/officeDocument/2006/relationships/customXml" Target="../ink/ink96.xml"/><Relationship Id="rId67" Type="http://schemas.openxmlformats.org/officeDocument/2006/relationships/customXml" Target="../ink/ink97.xml"/><Relationship Id="rId68" Type="http://schemas.openxmlformats.org/officeDocument/2006/relationships/customXml" Target="../ink/ink98.xml"/><Relationship Id="rId69" Type="http://schemas.openxmlformats.org/officeDocument/2006/relationships/customXml" Target="../ink/ink99.xml"/><Relationship Id="rId70" Type="http://schemas.openxmlformats.org/officeDocument/2006/relationships/customXml" Target="../ink/ink100.xml"/><Relationship Id="rId71" Type="http://schemas.openxmlformats.org/officeDocument/2006/relationships/customXml" Target="../ink/ink101.xml"/><Relationship Id="rId72" Type="http://schemas.openxmlformats.org/officeDocument/2006/relationships/customXml" Target="../ink/ink102.xml"/><Relationship Id="rId73" Type="http://schemas.openxmlformats.org/officeDocument/2006/relationships/customXml" Target="../ink/ink103.xml"/><Relationship Id="rId74" Type="http://schemas.openxmlformats.org/officeDocument/2006/relationships/customXml" Target="../ink/ink104.xml"/><Relationship Id="rId75" Type="http://schemas.openxmlformats.org/officeDocument/2006/relationships/customXml" Target="../ink/ink105.xml"/><Relationship Id="rId76" Type="http://schemas.openxmlformats.org/officeDocument/2006/relationships/customXml" Target="../ink/ink106.xml"/><Relationship Id="rId77" Type="http://schemas.openxmlformats.org/officeDocument/2006/relationships/customXml" Target="../ink/ink107.xml"/><Relationship Id="rId78" Type="http://schemas.openxmlformats.org/officeDocument/2006/relationships/customXml" Target="../ink/ink108.xml"/><Relationship Id="rId79" Type="http://schemas.openxmlformats.org/officeDocument/2006/relationships/customXml" Target="../ink/ink109.xml"/><Relationship Id="rId80" Type="http://schemas.openxmlformats.org/officeDocument/2006/relationships/customXml" Target="../ink/ink110.xml"/><Relationship Id="rId81" Type="http://schemas.openxmlformats.org/officeDocument/2006/relationships/customXml" Target="../ink/ink111.xml"/><Relationship Id="rId82" Type="http://schemas.openxmlformats.org/officeDocument/2006/relationships/customXml" Target="../ink/ink112.xml"/><Relationship Id="rId83" Type="http://schemas.openxmlformats.org/officeDocument/2006/relationships/customXml" Target="../ink/ink113.xml"/><Relationship Id="rId84" Type="http://schemas.openxmlformats.org/officeDocument/2006/relationships/customXml" Target="../ink/ink114.xml"/><Relationship Id="rId85" Type="http://schemas.openxmlformats.org/officeDocument/2006/relationships/customXml" Target="../ink/ink115.xml"/><Relationship Id="rId86" Type="http://schemas.openxmlformats.org/officeDocument/2006/relationships/customXml" Target="../ink/ink116.xml"/><Relationship Id="rId87" Type="http://schemas.openxmlformats.org/officeDocument/2006/relationships/customXml" Target="../ink/ink117.xml"/><Relationship Id="rId88" Type="http://schemas.openxmlformats.org/officeDocument/2006/relationships/customXml" Target="../ink/ink118.xml"/><Relationship Id="rId89" Type="http://schemas.openxmlformats.org/officeDocument/2006/relationships/customXml" Target="../ink/ink119.xml"/><Relationship Id="rId90" Type="http://schemas.openxmlformats.org/officeDocument/2006/relationships/customXml" Target="../ink/ink120.xml"/><Relationship Id="rId91" Type="http://schemas.openxmlformats.org/officeDocument/2006/relationships/customXml" Target="../ink/ink121.xml"/><Relationship Id="rId92" Type="http://schemas.openxmlformats.org/officeDocument/2006/relationships/customXml" Target="../ink/ink122.xml"/><Relationship Id="rId93" Type="http://schemas.openxmlformats.org/officeDocument/2006/relationships/customXml" Target="../ink/ink123.xml"/><Relationship Id="rId94" Type="http://schemas.openxmlformats.org/officeDocument/2006/relationships/customXml" Target="../ink/ink124.xml"/><Relationship Id="rId95" Type="http://schemas.openxmlformats.org/officeDocument/2006/relationships/customXml" Target="../ink/ink125.xml"/><Relationship Id="rId96" Type="http://schemas.openxmlformats.org/officeDocument/2006/relationships/customXml" Target="../ink/ink126.xml"/><Relationship Id="rId97" Type="http://schemas.openxmlformats.org/officeDocument/2006/relationships/customXml" Target="../ink/ink127.xml"/><Relationship Id="rId98" Type="http://schemas.openxmlformats.org/officeDocument/2006/relationships/customXml" Target="../ink/ink128.xml"/><Relationship Id="rId99" Type="http://schemas.openxmlformats.org/officeDocument/2006/relationships/customXml" Target="../ink/ink129.xml"/><Relationship Id="rId100" Type="http://schemas.openxmlformats.org/officeDocument/2006/relationships/customXml" Target="../ink/ink130.xml"/><Relationship Id="rId101" Type="http://schemas.openxmlformats.org/officeDocument/2006/relationships/customXml" Target="../ink/ink131.xml"/><Relationship Id="rId102" Type="http://schemas.openxmlformats.org/officeDocument/2006/relationships/customXml" Target="../ink/ink132.xml"/><Relationship Id="rId103" Type="http://schemas.openxmlformats.org/officeDocument/2006/relationships/customXml" Target="../ink/ink133.xml"/><Relationship Id="rId104" Type="http://schemas.openxmlformats.org/officeDocument/2006/relationships/customXml" Target="../ink/ink134.xml"/><Relationship Id="rId105" Type="http://schemas.openxmlformats.org/officeDocument/2006/relationships/customXml" Target="../ink/ink135.xml"/><Relationship Id="rId106" Type="http://schemas.openxmlformats.org/officeDocument/2006/relationships/customXml" Target="../ink/ink136.xml"/><Relationship Id="rId107" Type="http://schemas.openxmlformats.org/officeDocument/2006/relationships/customXml" Target="../ink/ink137.xml"/><Relationship Id="rId108" Type="http://schemas.openxmlformats.org/officeDocument/2006/relationships/customXml" Target="../ink/ink138.xml"/><Relationship Id="rId109" Type="http://schemas.openxmlformats.org/officeDocument/2006/relationships/customXml" Target="../ink/ink139.xml"/><Relationship Id="rId110" Type="http://schemas.openxmlformats.org/officeDocument/2006/relationships/customXml" Target="../ink/ink140.xml"/><Relationship Id="rId111" Type="http://schemas.openxmlformats.org/officeDocument/2006/relationships/customXml" Target="../ink/ink141.xml"/><Relationship Id="rId112" Type="http://schemas.openxmlformats.org/officeDocument/2006/relationships/customXml" Target="../ink/ink142.xml"/><Relationship Id="rId113" Type="http://schemas.openxmlformats.org/officeDocument/2006/relationships/customXml" Target="../ink/ink143.xml"/><Relationship Id="rId114" Type="http://schemas.openxmlformats.org/officeDocument/2006/relationships/customXml" Target="../ink/ink144.xml"/><Relationship Id="rId115" Type="http://schemas.openxmlformats.org/officeDocument/2006/relationships/customXml" Target="../ink/ink145.xml"/><Relationship Id="rId116" Type="http://schemas.openxmlformats.org/officeDocument/2006/relationships/customXml" Target="../ink/ink146.xml"/><Relationship Id="rId117" Type="http://schemas.openxmlformats.org/officeDocument/2006/relationships/customXml" Target="../ink/ink147.xml"/><Relationship Id="rId118" Type="http://schemas.openxmlformats.org/officeDocument/2006/relationships/customXml" Target="../ink/ink148.xml"/><Relationship Id="rId119" Type="http://schemas.openxmlformats.org/officeDocument/2006/relationships/customXml" Target="../ink/ink149.xml"/><Relationship Id="rId120" Type="http://schemas.openxmlformats.org/officeDocument/2006/relationships/customXml" Target="../ink/ink150.xml"/><Relationship Id="rId121" Type="http://schemas.openxmlformats.org/officeDocument/2006/relationships/customXml" Target="../ink/ink151.xml"/><Relationship Id="rId122" Type="http://schemas.openxmlformats.org/officeDocument/2006/relationships/customXml" Target="../ink/ink152.xml"/><Relationship Id="rId123" Type="http://schemas.openxmlformats.org/officeDocument/2006/relationships/customXml" Target="../ink/ink153.xml"/><Relationship Id="rId124" Type="http://schemas.openxmlformats.org/officeDocument/2006/relationships/customXml" Target="../ink/ink154.xml"/><Relationship Id="rId125" Type="http://schemas.openxmlformats.org/officeDocument/2006/relationships/customXml" Target="../ink/ink155.xml"/><Relationship Id="rId126" Type="http://schemas.openxmlformats.org/officeDocument/2006/relationships/customXml" Target="../ink/ink156.xml"/><Relationship Id="rId127" Type="http://schemas.openxmlformats.org/officeDocument/2006/relationships/customXml" Target="../ink/ink157.xml"/><Relationship Id="rId128" Type="http://schemas.openxmlformats.org/officeDocument/2006/relationships/customXml" Target="../ink/ink158.xml"/><Relationship Id="rId129" Type="http://schemas.openxmlformats.org/officeDocument/2006/relationships/customXml" Target="../ink/ink159.xml"/><Relationship Id="rId130" Type="http://schemas.openxmlformats.org/officeDocument/2006/relationships/customXml" Target="../ink/ink160.xml"/><Relationship Id="rId131" Type="http://schemas.openxmlformats.org/officeDocument/2006/relationships/customXml" Target="../ink/ink161.xml"/><Relationship Id="rId132" Type="http://schemas.openxmlformats.org/officeDocument/2006/relationships/customXml" Target="../ink/ink162.xml"/><Relationship Id="rId133" Type="http://schemas.openxmlformats.org/officeDocument/2006/relationships/customXml" Target="../ink/ink163.xml"/><Relationship Id="rId134" Type="http://schemas.openxmlformats.org/officeDocument/2006/relationships/customXml" Target="../ink/ink164.xml"/><Relationship Id="rId135" Type="http://schemas.openxmlformats.org/officeDocument/2006/relationships/customXml" Target="../ink/ink165.xml"/><Relationship Id="rId136" Type="http://schemas.openxmlformats.org/officeDocument/2006/relationships/customXml" Target="../ink/ink166.xml"/><Relationship Id="rId137" Type="http://schemas.openxmlformats.org/officeDocument/2006/relationships/customXml" Target="../ink/ink168.xml"/><Relationship Id="rId138" Type="http://schemas.openxmlformats.org/officeDocument/2006/relationships/customXml" Target="../ink/ink169.xml"/><Relationship Id="rId139" Type="http://schemas.openxmlformats.org/officeDocument/2006/relationships/customXml" Target="../ink/ink170.xml"/><Relationship Id="rId140" Type="http://schemas.openxmlformats.org/officeDocument/2006/relationships/customXml" Target="../ink/ink171.xml"/><Relationship Id="rId141" Type="http://schemas.openxmlformats.org/officeDocument/2006/relationships/customXml" Target="../ink/ink172.xml"/><Relationship Id="rId142" Type="http://schemas.openxmlformats.org/officeDocument/2006/relationships/customXml" Target="../ink/ink173.xml"/><Relationship Id="rId143" Type="http://schemas.openxmlformats.org/officeDocument/2006/relationships/customXml" Target="../ink/ink174.xml"/><Relationship Id="rId144" Type="http://schemas.openxmlformats.org/officeDocument/2006/relationships/customXml" Target="../ink/ink175.xml"/><Relationship Id="rId145" Type="http://schemas.openxmlformats.org/officeDocument/2006/relationships/customXml" Target="../ink/ink176.xml"/><Relationship Id="rId146" Type="http://schemas.openxmlformats.org/officeDocument/2006/relationships/customXml" Target="../ink/ink177.xml"/><Relationship Id="rId147" Type="http://schemas.openxmlformats.org/officeDocument/2006/relationships/customXml" Target="../ink/ink178.xml"/><Relationship Id="rId148" Type="http://schemas.openxmlformats.org/officeDocument/2006/relationships/customXml" Target="../ink/ink179.xml"/><Relationship Id="rId149" Type="http://schemas.openxmlformats.org/officeDocument/2006/relationships/customXml" Target="../ink/ink180.xml"/><Relationship Id="rId150" Type="http://schemas.openxmlformats.org/officeDocument/2006/relationships/customXml" Target="../ink/ink181.xml"/><Relationship Id="rId151" Type="http://schemas.openxmlformats.org/officeDocument/2006/relationships/customXml" Target="../ink/ink182.xml"/><Relationship Id="rId152" Type="http://schemas.openxmlformats.org/officeDocument/2006/relationships/customXml" Target="../ink/ink183.xml"/><Relationship Id="rId153" Type="http://schemas.openxmlformats.org/officeDocument/2006/relationships/customXml" Target="../ink/ink184.xml"/><Relationship Id="rId154" Type="http://schemas.openxmlformats.org/officeDocument/2006/relationships/customXml" Target="../ink/ink185.xml"/><Relationship Id="rId155" Type="http://schemas.openxmlformats.org/officeDocument/2006/relationships/customXml" Target="../ink/ink186.xml"/><Relationship Id="rId156" Type="http://schemas.openxmlformats.org/officeDocument/2006/relationships/customXml" Target="../ink/ink187.xml"/><Relationship Id="rId157" Type="http://schemas.openxmlformats.org/officeDocument/2006/relationships/customXml" Target="../ink/ink188.xml"/><Relationship Id="rId158" Type="http://schemas.openxmlformats.org/officeDocument/2006/relationships/customXml" Target="../ink/ink189.xml"/><Relationship Id="rId159" Type="http://schemas.openxmlformats.org/officeDocument/2006/relationships/customXml" Target="../ink/ink190.xml"/><Relationship Id="rId160" Type="http://schemas.openxmlformats.org/officeDocument/2006/relationships/customXml" Target="../ink/ink191.xml"/><Relationship Id="rId161" Type="http://schemas.openxmlformats.org/officeDocument/2006/relationships/customXml" Target="../ink/ink192.xml"/><Relationship Id="rId162" Type="http://schemas.openxmlformats.org/officeDocument/2006/relationships/customXml" Target="../ink/ink193.xml"/><Relationship Id="rId163" Type="http://schemas.openxmlformats.org/officeDocument/2006/relationships/customXml" Target="../ink/ink194.xml"/><Relationship Id="rId164" Type="http://schemas.openxmlformats.org/officeDocument/2006/relationships/customXml" Target="../ink/ink195.xml"/><Relationship Id="rId165" Type="http://schemas.openxmlformats.org/officeDocument/2006/relationships/customXml" Target="../ink/ink196.xml"/><Relationship Id="rId166" Type="http://schemas.openxmlformats.org/officeDocument/2006/relationships/customXml" Target="../ink/ink197.xml"/><Relationship Id="rId167" Type="http://schemas.openxmlformats.org/officeDocument/2006/relationships/customXml" Target="../ink/ink198.xml"/><Relationship Id="rId168" Type="http://schemas.openxmlformats.org/officeDocument/2006/relationships/customXml" Target="../ink/ink199.xml"/><Relationship Id="rId169" Type="http://schemas.openxmlformats.org/officeDocument/2006/relationships/customXml" Target="../ink/ink200.xml"/><Relationship Id="rId170" Type="http://schemas.openxmlformats.org/officeDocument/2006/relationships/customXml" Target="../ink/ink201.xml"/><Relationship Id="rId171" Type="http://schemas.openxmlformats.org/officeDocument/2006/relationships/customXml" Target="../ink/ink202.xml"/><Relationship Id="rId172" Type="http://schemas.openxmlformats.org/officeDocument/2006/relationships/customXml" Target="../ink/ink203.xml"/><Relationship Id="rId173" Type="http://schemas.openxmlformats.org/officeDocument/2006/relationships/customXml" Target="../ink/ink204.xml"/><Relationship Id="rId174" Type="http://schemas.openxmlformats.org/officeDocument/2006/relationships/customXml" Target="../ink/ink205.xml"/><Relationship Id="rId175" Type="http://schemas.openxmlformats.org/officeDocument/2006/relationships/customXml" Target="../ink/ink206.xml"/><Relationship Id="rId176" Type="http://schemas.openxmlformats.org/officeDocument/2006/relationships/customXml" Target="../ink/ink207.xml"/><Relationship Id="rId177" Type="http://schemas.openxmlformats.org/officeDocument/2006/relationships/customXml" Target="../ink/ink208.xml"/><Relationship Id="rId178" Type="http://schemas.openxmlformats.org/officeDocument/2006/relationships/customXml" Target="../ink/ink209.xml"/><Relationship Id="rId179" Type="http://schemas.openxmlformats.org/officeDocument/2006/relationships/customXml" Target="../ink/ink210.xml"/><Relationship Id="rId180" Type="http://schemas.openxmlformats.org/officeDocument/2006/relationships/customXml" Target="../ink/ink211.xml"/><Relationship Id="rId181" Type="http://schemas.openxmlformats.org/officeDocument/2006/relationships/customXml" Target="../ink/ink212.xml"/><Relationship Id="rId182" Type="http://schemas.openxmlformats.org/officeDocument/2006/relationships/customXml" Target="../ink/ink213.xml"/><Relationship Id="rId183" Type="http://schemas.openxmlformats.org/officeDocument/2006/relationships/customXml" Target="../ink/ink214.xml"/><Relationship Id="rId184" Type="http://schemas.openxmlformats.org/officeDocument/2006/relationships/customXml" Target="../ink/ink215.xml"/><Relationship Id="rId185" Type="http://schemas.openxmlformats.org/officeDocument/2006/relationships/customXml" Target="../ink/ink216.xml"/><Relationship Id="rId186" Type="http://schemas.openxmlformats.org/officeDocument/2006/relationships/customXml" Target="../ink/ink217.xml"/><Relationship Id="rId187" Type="http://schemas.openxmlformats.org/officeDocument/2006/relationships/customXml" Target="../ink/ink218.xml"/><Relationship Id="rId188" Type="http://schemas.openxmlformats.org/officeDocument/2006/relationships/customXml" Target="../ink/ink219.xml"/><Relationship Id="rId189" Type="http://schemas.openxmlformats.org/officeDocument/2006/relationships/customXml" Target="../ink/ink220.xml"/><Relationship Id="rId190" Type="http://schemas.openxmlformats.org/officeDocument/2006/relationships/customXml" Target="../ink/ink221.xml"/><Relationship Id="rId191" Type="http://schemas.openxmlformats.org/officeDocument/2006/relationships/customXml" Target="../ink/ink222.xml"/><Relationship Id="rId192" Type="http://schemas.openxmlformats.org/officeDocument/2006/relationships/customXml" Target="../ink/ink223.xml"/><Relationship Id="rId193" Type="http://schemas.openxmlformats.org/officeDocument/2006/relationships/customXml" Target="../ink/ink224.xml"/><Relationship Id="rId194" Type="http://schemas.openxmlformats.org/officeDocument/2006/relationships/customXml" Target="../ink/ink225.xml"/><Relationship Id="rId195" Type="http://schemas.openxmlformats.org/officeDocument/2006/relationships/customXml" Target="../ink/ink226.xml"/><Relationship Id="rId196" Type="http://schemas.openxmlformats.org/officeDocument/2006/relationships/customXml" Target="../ink/ink227.xml"/><Relationship Id="rId197" Type="http://schemas.openxmlformats.org/officeDocument/2006/relationships/customXml" Target="../ink/ink228.xml"/><Relationship Id="rId198" Type="http://schemas.openxmlformats.org/officeDocument/2006/relationships/customXml" Target="../ink/ink229.xml"/><Relationship Id="rId199" Type="http://schemas.openxmlformats.org/officeDocument/2006/relationships/customXml" Target="../ink/ink230.xml"/><Relationship Id="rId200" Type="http://schemas.openxmlformats.org/officeDocument/2006/relationships/customXml" Target="../ink/ink231.xml"/><Relationship Id="rId201" Type="http://schemas.openxmlformats.org/officeDocument/2006/relationships/customXml" Target="../ink/ink232.xml"/><Relationship Id="rId202" Type="http://schemas.openxmlformats.org/officeDocument/2006/relationships/customXml" Target="../ink/ink233.xml"/><Relationship Id="rId203" Type="http://schemas.openxmlformats.org/officeDocument/2006/relationships/customXml" Target="../ink/ink234.xml"/><Relationship Id="rId204" Type="http://schemas.openxmlformats.org/officeDocument/2006/relationships/customXml" Target="../ink/ink235.xml"/><Relationship Id="rId205" Type="http://schemas.openxmlformats.org/officeDocument/2006/relationships/customXml" Target="../ink/ink236.xml"/><Relationship Id="rId206" Type="http://schemas.openxmlformats.org/officeDocument/2006/relationships/customXml" Target="../ink/ink237.xml"/><Relationship Id="rId207" Type="http://schemas.openxmlformats.org/officeDocument/2006/relationships/customXml" Target="../ink/ink238.xml"/><Relationship Id="rId208" Type="http://schemas.openxmlformats.org/officeDocument/2006/relationships/customXml" Target="../ink/ink239.xml"/><Relationship Id="rId209" Type="http://schemas.openxmlformats.org/officeDocument/2006/relationships/customXml" Target="../ink/ink240.xml"/><Relationship Id="rId210" Type="http://schemas.openxmlformats.org/officeDocument/2006/relationships/customXml" Target="../ink/ink241.xml"/><Relationship Id="rId211" Type="http://schemas.openxmlformats.org/officeDocument/2006/relationships/customXml" Target="../ink/ink242.xml"/><Relationship Id="rId212" Type="http://schemas.openxmlformats.org/officeDocument/2006/relationships/customXml" Target="../ink/ink243.xml"/><Relationship Id="rId213" Type="http://schemas.openxmlformats.org/officeDocument/2006/relationships/customXml" Target="../ink/ink244.xml"/><Relationship Id="rId214" Type="http://schemas.openxmlformats.org/officeDocument/2006/relationships/customXml" Target="../ink/ink245.xml"/><Relationship Id="rId215" Type="http://schemas.openxmlformats.org/officeDocument/2006/relationships/customXml" Target="../ink/ink246.xml"/><Relationship Id="rId216" Type="http://schemas.openxmlformats.org/officeDocument/2006/relationships/customXml" Target="../ink/ink247.xml"/><Relationship Id="rId217" Type="http://schemas.openxmlformats.org/officeDocument/2006/relationships/customXml" Target="../ink/ink248.xml"/><Relationship Id="rId218" Type="http://schemas.openxmlformats.org/officeDocument/2006/relationships/customXml" Target="../ink/ink249.xml"/><Relationship Id="rId219" Type="http://schemas.openxmlformats.org/officeDocument/2006/relationships/customXml" Target="../ink/ink250.xml"/><Relationship Id="rId220" Type="http://schemas.openxmlformats.org/officeDocument/2006/relationships/customXml" Target="../ink/ink251.xml"/><Relationship Id="rId221" Type="http://schemas.openxmlformats.org/officeDocument/2006/relationships/customXml" Target="../ink/ink252.xml"/><Relationship Id="rId222" Type="http://schemas.openxmlformats.org/officeDocument/2006/relationships/customXml" Target="../ink/ink253.xml"/><Relationship Id="rId223" Type="http://schemas.openxmlformats.org/officeDocument/2006/relationships/customXml" Target="../ink/ink254.xml"/><Relationship Id="rId224" Type="http://schemas.openxmlformats.org/officeDocument/2006/relationships/customXml" Target="../ink/ink255.xml"/><Relationship Id="rId225" Type="http://schemas.openxmlformats.org/officeDocument/2006/relationships/customXml" Target="../ink/ink256.xml"/><Relationship Id="rId226" Type="http://schemas.openxmlformats.org/officeDocument/2006/relationships/customXml" Target="../ink/ink257.xml"/><Relationship Id="rId227" Type="http://schemas.openxmlformats.org/officeDocument/2006/relationships/customXml" Target="../ink/ink258.xml"/><Relationship Id="rId228" Type="http://schemas.openxmlformats.org/officeDocument/2006/relationships/customXml" Target="../ink/ink259.xml"/><Relationship Id="rId229" Type="http://schemas.openxmlformats.org/officeDocument/2006/relationships/customXml" Target="../ink/ink260.xml"/><Relationship Id="rId230" Type="http://schemas.openxmlformats.org/officeDocument/2006/relationships/customXml" Target="../ink/ink261.xml"/><Relationship Id="rId231" Type="http://schemas.openxmlformats.org/officeDocument/2006/relationships/customXml" Target="../ink/ink262.xml"/><Relationship Id="rId232" Type="http://schemas.openxmlformats.org/officeDocument/2006/relationships/customXml" Target="../ink/ink263.xml"/><Relationship Id="rId233" Type="http://schemas.openxmlformats.org/officeDocument/2006/relationships/customXml" Target="../ink/ink264.xml"/><Relationship Id="rId234" Type="http://schemas.openxmlformats.org/officeDocument/2006/relationships/customXml" Target="../ink/ink265.xml"/><Relationship Id="rId235" Type="http://schemas.openxmlformats.org/officeDocument/2006/relationships/customXml" Target="../ink/ink266.xml"/><Relationship Id="rId236" Type="http://schemas.openxmlformats.org/officeDocument/2006/relationships/customXml" Target="../ink/ink267.xml"/><Relationship Id="rId237" Type="http://schemas.openxmlformats.org/officeDocument/2006/relationships/customXml" Target="../ink/ink268.xml"/><Relationship Id="rId238" Type="http://schemas.openxmlformats.org/officeDocument/2006/relationships/customXml" Target="../ink/ink269.xml"/><Relationship Id="rId239" Type="http://schemas.openxmlformats.org/officeDocument/2006/relationships/customXml" Target="../ink/ink270.xml"/><Relationship Id="rId240" Type="http://schemas.openxmlformats.org/officeDocument/2006/relationships/customXml" Target="../ink/ink271.xml"/><Relationship Id="rId241" Type="http://schemas.openxmlformats.org/officeDocument/2006/relationships/customXml" Target="../ink/ink272.xml"/><Relationship Id="rId242" Type="http://schemas.openxmlformats.org/officeDocument/2006/relationships/customXml" Target="../ink/ink273.xml"/><Relationship Id="rId243" Type="http://schemas.openxmlformats.org/officeDocument/2006/relationships/customXml" Target="../ink/ink274.xml"/><Relationship Id="rId244" Type="http://schemas.openxmlformats.org/officeDocument/2006/relationships/customXml" Target="../ink/ink275.xml"/><Relationship Id="rId245" Type="http://schemas.openxmlformats.org/officeDocument/2006/relationships/customXml" Target="../ink/ink276.xml"/><Relationship Id="rId246" Type="http://schemas.openxmlformats.org/officeDocument/2006/relationships/customXml" Target="../ink/ink277.xml"/><Relationship Id="rId247" Type="http://schemas.openxmlformats.org/officeDocument/2006/relationships/customXml" Target="../ink/ink278.xml"/><Relationship Id="rId248" Type="http://schemas.openxmlformats.org/officeDocument/2006/relationships/customXml" Target="../ink/ink279.xml"/><Relationship Id="rId249" Type="http://schemas.openxmlformats.org/officeDocument/2006/relationships/customXml" Target="../ink/ink280.xml"/><Relationship Id="rId250" Type="http://schemas.openxmlformats.org/officeDocument/2006/relationships/customXml" Target="../ink/ink281.xml"/><Relationship Id="rId251" Type="http://schemas.openxmlformats.org/officeDocument/2006/relationships/customXml" Target="../ink/ink282.xml"/><Relationship Id="rId252" Type="http://schemas.openxmlformats.org/officeDocument/2006/relationships/customXml" Target="../ink/ink283.xml"/><Relationship Id="rId253" Type="http://schemas.openxmlformats.org/officeDocument/2006/relationships/customXml" Target="../ink/ink284.xml"/><Relationship Id="rId254" Type="http://schemas.openxmlformats.org/officeDocument/2006/relationships/customXml" Target="../ink/ink285.xml"/><Relationship Id="rId255" Type="http://schemas.openxmlformats.org/officeDocument/2006/relationships/customXml" Target="../ink/ink286.xml"/><Relationship Id="rId256" Type="http://schemas.openxmlformats.org/officeDocument/2006/relationships/customXml" Target="../ink/ink287.xml"/><Relationship Id="rId257" Type="http://schemas.openxmlformats.org/officeDocument/2006/relationships/customXml" Target="../ink/ink288.xml"/><Relationship Id="rId258" Type="http://schemas.openxmlformats.org/officeDocument/2006/relationships/customXml" Target="../ink/ink289.xml"/><Relationship Id="rId259" Type="http://schemas.openxmlformats.org/officeDocument/2006/relationships/customXml" Target="../ink/ink290.xml"/><Relationship Id="rId260" Type="http://schemas.openxmlformats.org/officeDocument/2006/relationships/customXml" Target="../ink/ink291.xml"/><Relationship Id="rId261" Type="http://schemas.openxmlformats.org/officeDocument/2006/relationships/customXml" Target="../ink/ink292.xml"/><Relationship Id="rId262" Type="http://schemas.openxmlformats.org/officeDocument/2006/relationships/customXml" Target="../ink/ink293.xml"/><Relationship Id="rId263" Type="http://schemas.openxmlformats.org/officeDocument/2006/relationships/customXml" Target="../ink/ink294.xml"/><Relationship Id="rId264" Type="http://schemas.openxmlformats.org/officeDocument/2006/relationships/customXml" Target="../ink/ink295.xml"/><Relationship Id="rId265" Type="http://schemas.openxmlformats.org/officeDocument/2006/relationships/customXml" Target="../ink/ink296.xml"/><Relationship Id="rId266" Type="http://schemas.openxmlformats.org/officeDocument/2006/relationships/customXml" Target="../ink/ink297.xml"/><Relationship Id="rId267" Type="http://schemas.openxmlformats.org/officeDocument/2006/relationships/customXml" Target="../ink/ink298.xml"/><Relationship Id="rId268" Type="http://schemas.openxmlformats.org/officeDocument/2006/relationships/customXml" Target="../ink/ink300.xml"/><Relationship Id="rId269" Type="http://schemas.openxmlformats.org/officeDocument/2006/relationships/customXml" Target="../ink/ink301.xml"/><Relationship Id="rId270" Type="http://schemas.openxmlformats.org/officeDocument/2006/relationships/customXml" Target="../ink/ink302.xml"/><Relationship Id="rId271" Type="http://schemas.openxmlformats.org/officeDocument/2006/relationships/customXml" Target="../ink/ink303.xml"/><Relationship Id="rId272" Type="http://schemas.openxmlformats.org/officeDocument/2006/relationships/customXml" Target="../ink/ink304.xml"/><Relationship Id="rId273" Type="http://schemas.openxmlformats.org/officeDocument/2006/relationships/customXml" Target="../ink/ink305.xml"/><Relationship Id="rId274" Type="http://schemas.openxmlformats.org/officeDocument/2006/relationships/customXml" Target="../ink/ink306.xml"/><Relationship Id="rId275" Type="http://schemas.openxmlformats.org/officeDocument/2006/relationships/customXml" Target="../ink/ink307.xml"/><Relationship Id="rId276" Type="http://schemas.openxmlformats.org/officeDocument/2006/relationships/customXml" Target="../ink/ink308.xml"/><Relationship Id="rId277" Type="http://schemas.openxmlformats.org/officeDocument/2006/relationships/customXml" Target="../ink/ink309.xml"/><Relationship Id="rId278" Type="http://schemas.openxmlformats.org/officeDocument/2006/relationships/customXml" Target="../ink/ink310.xml"/><Relationship Id="rId279" Type="http://schemas.openxmlformats.org/officeDocument/2006/relationships/customXml" Target="../ink/ink311.xml"/><Relationship Id="rId280" Type="http://schemas.openxmlformats.org/officeDocument/2006/relationships/customXml" Target="../ink/ink312.xml"/><Relationship Id="rId281" Type="http://schemas.openxmlformats.org/officeDocument/2006/relationships/customXml" Target="../ink/ink313.xml"/><Relationship Id="rId282" Type="http://schemas.openxmlformats.org/officeDocument/2006/relationships/customXml" Target="../ink/ink314.xml"/><Relationship Id="rId283" Type="http://schemas.openxmlformats.org/officeDocument/2006/relationships/customXml" Target="../ink/ink315.xml"/><Relationship Id="rId28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customXml" Target="../ink/ink316.xml"/><Relationship Id="rId2" Type="http://schemas.openxmlformats.org/officeDocument/2006/relationships/customXml" Target="../ink/ink317.xml"/><Relationship Id="rId3" Type="http://schemas.openxmlformats.org/officeDocument/2006/relationships/customXml" Target="../ink/ink318.xml"/><Relationship Id="rId4" Type="http://schemas.openxmlformats.org/officeDocument/2006/relationships/customXml" Target="../ink/ink319.xml"/><Relationship Id="rId5" Type="http://schemas.openxmlformats.org/officeDocument/2006/relationships/customXml" Target="../ink/ink320.xml"/><Relationship Id="rId6" Type="http://schemas.openxmlformats.org/officeDocument/2006/relationships/customXml" Target="../ink/ink321.xml"/><Relationship Id="rId7" Type="http://schemas.openxmlformats.org/officeDocument/2006/relationships/customXml" Target="../ink/ink322.xml"/><Relationship Id="rId8" Type="http://schemas.openxmlformats.org/officeDocument/2006/relationships/customXml" Target="../ink/ink323.xml"/><Relationship Id="rId9" Type="http://schemas.openxmlformats.org/officeDocument/2006/relationships/customXml" Target="../ink/ink324.xml"/><Relationship Id="rId10" Type="http://schemas.openxmlformats.org/officeDocument/2006/relationships/customXml" Target="../ink/ink325.xml"/><Relationship Id="rId11" Type="http://schemas.openxmlformats.org/officeDocument/2006/relationships/customXml" Target="../ink/ink326.xml"/><Relationship Id="rId12" Type="http://schemas.openxmlformats.org/officeDocument/2006/relationships/customXml" Target="../ink/ink327.xml"/><Relationship Id="rId13" Type="http://schemas.openxmlformats.org/officeDocument/2006/relationships/customXml" Target="../ink/ink328.xml"/><Relationship Id="rId14" Type="http://schemas.openxmlformats.org/officeDocument/2006/relationships/customXml" Target="../ink/ink329.xml"/><Relationship Id="rId15" Type="http://schemas.openxmlformats.org/officeDocument/2006/relationships/customXml" Target="../ink/ink330.xml"/><Relationship Id="rId16" Type="http://schemas.openxmlformats.org/officeDocument/2006/relationships/customXml" Target="../ink/ink331.xml"/><Relationship Id="rId17" Type="http://schemas.openxmlformats.org/officeDocument/2006/relationships/customXml" Target="../ink/ink332.xml"/><Relationship Id="rId18" Type="http://schemas.openxmlformats.org/officeDocument/2006/relationships/customXml" Target="../ink/ink333.xml"/><Relationship Id="rId19" Type="http://schemas.openxmlformats.org/officeDocument/2006/relationships/customXml" Target="../ink/ink334.xml"/><Relationship Id="rId20" Type="http://schemas.openxmlformats.org/officeDocument/2006/relationships/customXml" Target="../ink/ink335.xml"/><Relationship Id="rId21" Type="http://schemas.openxmlformats.org/officeDocument/2006/relationships/customXml" Target="../ink/ink336.xml"/><Relationship Id="rId22" Type="http://schemas.openxmlformats.org/officeDocument/2006/relationships/customXml" Target="../ink/ink337.xml"/><Relationship Id="rId23" Type="http://schemas.openxmlformats.org/officeDocument/2006/relationships/customXml" Target="../ink/ink338.xml"/><Relationship Id="rId24" Type="http://schemas.openxmlformats.org/officeDocument/2006/relationships/customXml" Target="../ink/ink339.xml"/><Relationship Id="rId25" Type="http://schemas.openxmlformats.org/officeDocument/2006/relationships/customXml" Target="../ink/ink340.xml"/><Relationship Id="rId26" Type="http://schemas.openxmlformats.org/officeDocument/2006/relationships/customXml" Target="../ink/ink341.xml"/><Relationship Id="rId27" Type="http://schemas.openxmlformats.org/officeDocument/2006/relationships/customXml" Target="../ink/ink342.xml"/><Relationship Id="rId28" Type="http://schemas.openxmlformats.org/officeDocument/2006/relationships/customXml" Target="../ink/ink343.xml"/><Relationship Id="rId29" Type="http://schemas.openxmlformats.org/officeDocument/2006/relationships/customXml" Target="../ink/ink344.xml"/><Relationship Id="rId30" Type="http://schemas.openxmlformats.org/officeDocument/2006/relationships/customXml" Target="../ink/ink345.xml"/><Relationship Id="rId31" Type="http://schemas.openxmlformats.org/officeDocument/2006/relationships/customXml" Target="../ink/ink346.xml"/><Relationship Id="rId32" Type="http://schemas.openxmlformats.org/officeDocument/2006/relationships/customXml" Target="../ink/ink347.xml"/><Relationship Id="rId33" Type="http://schemas.openxmlformats.org/officeDocument/2006/relationships/customXml" Target="../ink/ink348.xml"/><Relationship Id="rId34" Type="http://schemas.openxmlformats.org/officeDocument/2006/relationships/customXml" Target="../ink/ink349.xml"/><Relationship Id="rId35" Type="http://schemas.openxmlformats.org/officeDocument/2006/relationships/customXml" Target="../ink/ink350.xml"/><Relationship Id="rId36" Type="http://schemas.openxmlformats.org/officeDocument/2006/relationships/customXml" Target="../ink/ink351.xml"/><Relationship Id="rId37" Type="http://schemas.openxmlformats.org/officeDocument/2006/relationships/customXml" Target="../ink/ink352.xml"/><Relationship Id="rId38" Type="http://schemas.openxmlformats.org/officeDocument/2006/relationships/customXml" Target="../ink/ink353.xml"/><Relationship Id="rId39" Type="http://schemas.openxmlformats.org/officeDocument/2006/relationships/customXml" Target="../ink/ink354.xml"/><Relationship Id="rId40" Type="http://schemas.openxmlformats.org/officeDocument/2006/relationships/customXml" Target="../ink/ink355.xml"/><Relationship Id="rId41" Type="http://schemas.openxmlformats.org/officeDocument/2006/relationships/customXml" Target="../ink/ink356.xml"/><Relationship Id="rId42" Type="http://schemas.openxmlformats.org/officeDocument/2006/relationships/customXml" Target="../ink/ink357.xml"/><Relationship Id="rId43" Type="http://schemas.openxmlformats.org/officeDocument/2006/relationships/customXml" Target="../ink/ink358.xml"/><Relationship Id="rId44" Type="http://schemas.openxmlformats.org/officeDocument/2006/relationships/customXml" Target="../ink/ink359.xml"/><Relationship Id="rId45" Type="http://schemas.openxmlformats.org/officeDocument/2006/relationships/customXml" Target="../ink/ink360.xml"/><Relationship Id="rId46" Type="http://schemas.openxmlformats.org/officeDocument/2006/relationships/customXml" Target="../ink/ink361.xml"/><Relationship Id="rId47" Type="http://schemas.openxmlformats.org/officeDocument/2006/relationships/customXml" Target="../ink/ink362.xml"/><Relationship Id="rId48" Type="http://schemas.openxmlformats.org/officeDocument/2006/relationships/customXml" Target="../ink/ink363.xml"/><Relationship Id="rId49" Type="http://schemas.openxmlformats.org/officeDocument/2006/relationships/customXml" Target="../ink/ink364.xml"/><Relationship Id="rId50" Type="http://schemas.openxmlformats.org/officeDocument/2006/relationships/customXml" Target="../ink/ink365.xml"/><Relationship Id="rId51" Type="http://schemas.openxmlformats.org/officeDocument/2006/relationships/customXml" Target="../ink/ink366.xml"/><Relationship Id="rId52" Type="http://schemas.openxmlformats.org/officeDocument/2006/relationships/customXml" Target="../ink/ink367.xml"/><Relationship Id="rId53" Type="http://schemas.openxmlformats.org/officeDocument/2006/relationships/customXml" Target="../ink/ink368.xml"/><Relationship Id="rId54" Type="http://schemas.openxmlformats.org/officeDocument/2006/relationships/customXml" Target="../ink/ink369.xml"/><Relationship Id="rId55" Type="http://schemas.openxmlformats.org/officeDocument/2006/relationships/customXml" Target="../ink/ink370.xml"/><Relationship Id="rId56" Type="http://schemas.openxmlformats.org/officeDocument/2006/relationships/customXml" Target="../ink/ink371.xml"/><Relationship Id="rId57" Type="http://schemas.openxmlformats.org/officeDocument/2006/relationships/customXml" Target="../ink/ink372.xml"/><Relationship Id="rId58" Type="http://schemas.openxmlformats.org/officeDocument/2006/relationships/customXml" Target="../ink/ink373.xml"/><Relationship Id="rId59" Type="http://schemas.openxmlformats.org/officeDocument/2006/relationships/customXml" Target="../ink/ink374.xml"/><Relationship Id="rId60" Type="http://schemas.openxmlformats.org/officeDocument/2006/relationships/customXml" Target="../ink/ink375.xml"/><Relationship Id="rId61" Type="http://schemas.openxmlformats.org/officeDocument/2006/relationships/customXml" Target="../ink/ink376.xml"/><Relationship Id="rId62" Type="http://schemas.openxmlformats.org/officeDocument/2006/relationships/customXml" Target="../ink/ink377.xml"/><Relationship Id="rId63" Type="http://schemas.openxmlformats.org/officeDocument/2006/relationships/customXml" Target="../ink/ink378.xml"/><Relationship Id="rId64" Type="http://schemas.openxmlformats.org/officeDocument/2006/relationships/customXml" Target="../ink/ink379.xml"/><Relationship Id="rId65" Type="http://schemas.openxmlformats.org/officeDocument/2006/relationships/customXml" Target="../ink/ink380.xml"/><Relationship Id="rId66" Type="http://schemas.openxmlformats.org/officeDocument/2006/relationships/customXml" Target="../ink/ink381.xml"/><Relationship Id="rId67" Type="http://schemas.openxmlformats.org/officeDocument/2006/relationships/customXml" Target="../ink/ink382.xml"/><Relationship Id="rId68" Type="http://schemas.openxmlformats.org/officeDocument/2006/relationships/customXml" Target="../ink/ink383.xml"/><Relationship Id="rId69" Type="http://schemas.openxmlformats.org/officeDocument/2006/relationships/customXml" Target="../ink/ink384.xml"/><Relationship Id="rId70" Type="http://schemas.openxmlformats.org/officeDocument/2006/relationships/customXml" Target="../ink/ink385.xml"/><Relationship Id="rId71" Type="http://schemas.openxmlformats.org/officeDocument/2006/relationships/customXml" Target="../ink/ink386.xml"/><Relationship Id="rId72" Type="http://schemas.openxmlformats.org/officeDocument/2006/relationships/customXml" Target="../ink/ink387.xml"/><Relationship Id="rId73" Type="http://schemas.openxmlformats.org/officeDocument/2006/relationships/customXml" Target="../ink/ink388.xml"/><Relationship Id="rId74" Type="http://schemas.openxmlformats.org/officeDocument/2006/relationships/customXml" Target="../ink/ink389.xml"/><Relationship Id="rId75" Type="http://schemas.openxmlformats.org/officeDocument/2006/relationships/customXml" Target="../ink/ink390.xml"/><Relationship Id="rId76" Type="http://schemas.openxmlformats.org/officeDocument/2006/relationships/customXml" Target="../ink/ink391.xml"/><Relationship Id="rId77" Type="http://schemas.openxmlformats.org/officeDocument/2006/relationships/customXml" Target="../ink/ink392.xml"/><Relationship Id="rId78" Type="http://schemas.openxmlformats.org/officeDocument/2006/relationships/customXml" Target="../ink/ink393.xml"/><Relationship Id="rId79" Type="http://schemas.openxmlformats.org/officeDocument/2006/relationships/customXml" Target="../ink/ink394.xml"/><Relationship Id="rId80" Type="http://schemas.openxmlformats.org/officeDocument/2006/relationships/customXml" Target="../ink/ink395.xml"/><Relationship Id="rId81" Type="http://schemas.openxmlformats.org/officeDocument/2006/relationships/customXml" Target="../ink/ink396.xml"/><Relationship Id="rId82" Type="http://schemas.openxmlformats.org/officeDocument/2006/relationships/customXml" Target="../ink/ink397.xml"/><Relationship Id="rId83" Type="http://schemas.openxmlformats.org/officeDocument/2006/relationships/customXml" Target="../ink/ink398.xml"/><Relationship Id="rId84" Type="http://schemas.openxmlformats.org/officeDocument/2006/relationships/customXml" Target="../ink/ink399.xml"/><Relationship Id="rId85" Type="http://schemas.openxmlformats.org/officeDocument/2006/relationships/customXml" Target="../ink/ink400.xml"/><Relationship Id="rId86" Type="http://schemas.openxmlformats.org/officeDocument/2006/relationships/customXml" Target="../ink/ink401.xml"/><Relationship Id="rId87" Type="http://schemas.openxmlformats.org/officeDocument/2006/relationships/customXml" Target="../ink/ink402.xml"/><Relationship Id="rId88" Type="http://schemas.openxmlformats.org/officeDocument/2006/relationships/customXml" Target="../ink/ink403.xml"/><Relationship Id="rId89" Type="http://schemas.openxmlformats.org/officeDocument/2006/relationships/customXml" Target="../ink/ink404.xml"/><Relationship Id="rId90" Type="http://schemas.openxmlformats.org/officeDocument/2006/relationships/customXml" Target="../ink/ink405.xml"/><Relationship Id="rId91" Type="http://schemas.openxmlformats.org/officeDocument/2006/relationships/customXml" Target="../ink/ink406.xml"/><Relationship Id="rId92" Type="http://schemas.openxmlformats.org/officeDocument/2006/relationships/customXml" Target="../ink/ink407.xml"/><Relationship Id="rId93" Type="http://schemas.openxmlformats.org/officeDocument/2006/relationships/customXml" Target="../ink/ink408.xml"/><Relationship Id="rId94" Type="http://schemas.openxmlformats.org/officeDocument/2006/relationships/customXml" Target="../ink/ink409.xml"/><Relationship Id="rId95" Type="http://schemas.openxmlformats.org/officeDocument/2006/relationships/customXml" Target="../ink/ink410.xml"/><Relationship Id="rId96" Type="http://schemas.openxmlformats.org/officeDocument/2006/relationships/customXml" Target="../ink/ink411.xml"/><Relationship Id="rId97" Type="http://schemas.openxmlformats.org/officeDocument/2006/relationships/customXml" Target="../ink/ink412.xml"/><Relationship Id="rId98" Type="http://schemas.openxmlformats.org/officeDocument/2006/relationships/customXml" Target="../ink/ink413.xml"/><Relationship Id="rId99" Type="http://schemas.openxmlformats.org/officeDocument/2006/relationships/customXml" Target="../ink/ink414.xml"/><Relationship Id="rId100" Type="http://schemas.openxmlformats.org/officeDocument/2006/relationships/customXml" Target="../ink/ink415.xml"/><Relationship Id="rId101" Type="http://schemas.openxmlformats.org/officeDocument/2006/relationships/customXml" Target="../ink/ink416.xml"/><Relationship Id="rId102" Type="http://schemas.openxmlformats.org/officeDocument/2006/relationships/customXml" Target="../ink/ink417.xml"/><Relationship Id="rId103" Type="http://schemas.openxmlformats.org/officeDocument/2006/relationships/customXml" Target="../ink/ink418.xml"/><Relationship Id="rId104" Type="http://schemas.openxmlformats.org/officeDocument/2006/relationships/customXml" Target="../ink/ink419.xml"/><Relationship Id="rId105" Type="http://schemas.openxmlformats.org/officeDocument/2006/relationships/customXml" Target="../ink/ink420.xml"/><Relationship Id="rId106" Type="http://schemas.openxmlformats.org/officeDocument/2006/relationships/customXml" Target="../ink/ink421.xml"/><Relationship Id="rId107" Type="http://schemas.openxmlformats.org/officeDocument/2006/relationships/customXml" Target="../ink/ink422.xml"/><Relationship Id="rId108" Type="http://schemas.openxmlformats.org/officeDocument/2006/relationships/customXml" Target="../ink/ink423.xml"/><Relationship Id="rId109" Type="http://schemas.openxmlformats.org/officeDocument/2006/relationships/customXml" Target="../ink/ink424.xml"/><Relationship Id="rId110" Type="http://schemas.openxmlformats.org/officeDocument/2006/relationships/customXml" Target="../ink/ink425.xml"/><Relationship Id="rId111" Type="http://schemas.openxmlformats.org/officeDocument/2006/relationships/customXml" Target="../ink/ink426.xml"/><Relationship Id="rId112" Type="http://schemas.openxmlformats.org/officeDocument/2006/relationships/customXml" Target="../ink/ink427.xml"/><Relationship Id="rId113" Type="http://schemas.openxmlformats.org/officeDocument/2006/relationships/customXml" Target="../ink/ink428.xml"/><Relationship Id="rId114" Type="http://schemas.openxmlformats.org/officeDocument/2006/relationships/customXml" Target="../ink/ink429.xml"/><Relationship Id="rId115" Type="http://schemas.openxmlformats.org/officeDocument/2006/relationships/customXml" Target="../ink/ink430.xml"/><Relationship Id="rId116" Type="http://schemas.openxmlformats.org/officeDocument/2006/relationships/customXml" Target="../ink/ink431.xml"/><Relationship Id="rId117" Type="http://schemas.openxmlformats.org/officeDocument/2006/relationships/customXml" Target="../ink/ink432.xml"/><Relationship Id="rId118" Type="http://schemas.openxmlformats.org/officeDocument/2006/relationships/customXml" Target="../ink/ink433.xml"/><Relationship Id="rId119" Type="http://schemas.openxmlformats.org/officeDocument/2006/relationships/customXml" Target="../ink/ink434.xml"/><Relationship Id="rId120" Type="http://schemas.openxmlformats.org/officeDocument/2006/relationships/customXml" Target="../ink/ink435.xml"/><Relationship Id="rId121" Type="http://schemas.openxmlformats.org/officeDocument/2006/relationships/customXml" Target="../ink/ink436.xml"/><Relationship Id="rId122" Type="http://schemas.openxmlformats.org/officeDocument/2006/relationships/customXml" Target="../ink/ink437.xml"/><Relationship Id="rId123" Type="http://schemas.openxmlformats.org/officeDocument/2006/relationships/customXml" Target="../ink/ink438.xml"/><Relationship Id="rId124" Type="http://schemas.openxmlformats.org/officeDocument/2006/relationships/customXml" Target="../ink/ink439.xml"/><Relationship Id="rId125" Type="http://schemas.openxmlformats.org/officeDocument/2006/relationships/customXml" Target="../ink/ink440.xml"/><Relationship Id="rId126" Type="http://schemas.openxmlformats.org/officeDocument/2006/relationships/customXml" Target="../ink/ink441.xml"/><Relationship Id="rId127" Type="http://schemas.openxmlformats.org/officeDocument/2006/relationships/customXml" Target="../ink/ink442.xml"/><Relationship Id="rId128" Type="http://schemas.openxmlformats.org/officeDocument/2006/relationships/customXml" Target="../ink/ink443.xml"/><Relationship Id="rId129" Type="http://schemas.openxmlformats.org/officeDocument/2006/relationships/customXml" Target="../ink/ink444.xml"/><Relationship Id="rId130" Type="http://schemas.openxmlformats.org/officeDocument/2006/relationships/customXml" Target="../ink/ink445.xml"/><Relationship Id="rId131" Type="http://schemas.openxmlformats.org/officeDocument/2006/relationships/customXml" Target="../ink/ink446.xml"/><Relationship Id="rId132" Type="http://schemas.openxmlformats.org/officeDocument/2006/relationships/customXml" Target="../ink/ink447.xml"/><Relationship Id="rId133" Type="http://schemas.openxmlformats.org/officeDocument/2006/relationships/customXml" Target="../ink/ink448.xml"/><Relationship Id="rId134" Type="http://schemas.openxmlformats.org/officeDocument/2006/relationships/customXml" Target="../ink/ink449.xml"/><Relationship Id="rId135" Type="http://schemas.openxmlformats.org/officeDocument/2006/relationships/customXml" Target="../ink/ink450.xml"/><Relationship Id="rId136" Type="http://schemas.openxmlformats.org/officeDocument/2006/relationships/customXml" Target="../ink/ink451.xml"/><Relationship Id="rId137" Type="http://schemas.openxmlformats.org/officeDocument/2006/relationships/customXml" Target="../ink/ink452.xml"/><Relationship Id="rId138" Type="http://schemas.openxmlformats.org/officeDocument/2006/relationships/customXml" Target="../ink/ink453.xml"/><Relationship Id="rId139" Type="http://schemas.openxmlformats.org/officeDocument/2006/relationships/customXml" Target="../ink/ink454.xml"/><Relationship Id="rId140" Type="http://schemas.openxmlformats.org/officeDocument/2006/relationships/customXml" Target="../ink/ink455.xml"/><Relationship Id="rId141" Type="http://schemas.openxmlformats.org/officeDocument/2006/relationships/customXml" Target="../ink/ink456.xml"/><Relationship Id="rId142" Type="http://schemas.openxmlformats.org/officeDocument/2006/relationships/customXml" Target="../ink/ink457.xml"/><Relationship Id="rId143" Type="http://schemas.openxmlformats.org/officeDocument/2006/relationships/customXml" Target="../ink/ink458.xml"/><Relationship Id="rId144" Type="http://schemas.openxmlformats.org/officeDocument/2006/relationships/customXml" Target="../ink/ink459.xml"/><Relationship Id="rId145" Type="http://schemas.openxmlformats.org/officeDocument/2006/relationships/customXml" Target="../ink/ink460.xml"/><Relationship Id="rId146" Type="http://schemas.openxmlformats.org/officeDocument/2006/relationships/customXml" Target="../ink/ink461.xml"/><Relationship Id="rId147" Type="http://schemas.openxmlformats.org/officeDocument/2006/relationships/customXml" Target="../ink/ink462.xml"/><Relationship Id="rId148" Type="http://schemas.openxmlformats.org/officeDocument/2006/relationships/customXml" Target="../ink/ink463.xml"/><Relationship Id="rId149" Type="http://schemas.openxmlformats.org/officeDocument/2006/relationships/customXml" Target="../ink/ink464.xml"/><Relationship Id="rId150" Type="http://schemas.openxmlformats.org/officeDocument/2006/relationships/customXml" Target="../ink/ink465.xml"/><Relationship Id="rId151" Type="http://schemas.openxmlformats.org/officeDocument/2006/relationships/customXml" Target="../ink/ink466.xml"/><Relationship Id="rId152" Type="http://schemas.openxmlformats.org/officeDocument/2006/relationships/customXml" Target="../ink/ink467.xml"/><Relationship Id="rId153" Type="http://schemas.openxmlformats.org/officeDocument/2006/relationships/customXml" Target="../ink/ink468.xml"/><Relationship Id="rId154" Type="http://schemas.openxmlformats.org/officeDocument/2006/relationships/customXml" Target="../ink/ink469.xml"/><Relationship Id="rId155" Type="http://schemas.openxmlformats.org/officeDocument/2006/relationships/customXml" Target="../ink/ink470.xml"/><Relationship Id="rId156" Type="http://schemas.openxmlformats.org/officeDocument/2006/relationships/customXml" Target="../ink/ink471.xml"/><Relationship Id="rId157" Type="http://schemas.openxmlformats.org/officeDocument/2006/relationships/customXml" Target="../ink/ink472.xml"/><Relationship Id="rId158" Type="http://schemas.openxmlformats.org/officeDocument/2006/relationships/customXml" Target="../ink/ink473.xml"/><Relationship Id="rId159" Type="http://schemas.openxmlformats.org/officeDocument/2006/relationships/customXml" Target="../ink/ink474.xml"/><Relationship Id="rId160" Type="http://schemas.openxmlformats.org/officeDocument/2006/relationships/customXml" Target="../ink/ink475.xml"/><Relationship Id="rId161" Type="http://schemas.openxmlformats.org/officeDocument/2006/relationships/customXml" Target="../ink/ink476.xml"/><Relationship Id="rId162" Type="http://schemas.openxmlformats.org/officeDocument/2006/relationships/customXml" Target="../ink/ink477.xml"/><Relationship Id="rId163" Type="http://schemas.openxmlformats.org/officeDocument/2006/relationships/customXml" Target="../ink/ink478.xml"/><Relationship Id="rId164" Type="http://schemas.openxmlformats.org/officeDocument/2006/relationships/customXml" Target="../ink/ink479.xml"/><Relationship Id="rId165" Type="http://schemas.openxmlformats.org/officeDocument/2006/relationships/customXml" Target="../ink/ink480.xml"/><Relationship Id="rId166" Type="http://schemas.openxmlformats.org/officeDocument/2006/relationships/customXml" Target="../ink/ink481.xml"/><Relationship Id="rId167" Type="http://schemas.openxmlformats.org/officeDocument/2006/relationships/customXml" Target="../ink/ink482.xml"/><Relationship Id="rId168" Type="http://schemas.openxmlformats.org/officeDocument/2006/relationships/customXml" Target="../ink/ink483.xml"/><Relationship Id="rId169" Type="http://schemas.openxmlformats.org/officeDocument/2006/relationships/customXml" Target="../ink/ink484.xml"/><Relationship Id="rId170" Type="http://schemas.openxmlformats.org/officeDocument/2006/relationships/customXml" Target="../ink/ink485.xml"/><Relationship Id="rId171" Type="http://schemas.openxmlformats.org/officeDocument/2006/relationships/customXml" Target="../ink/ink486.xml"/><Relationship Id="rId172" Type="http://schemas.openxmlformats.org/officeDocument/2006/relationships/customXml" Target="../ink/ink487.xml"/><Relationship Id="rId173" Type="http://schemas.openxmlformats.org/officeDocument/2006/relationships/customXml" Target="../ink/ink488.xml"/><Relationship Id="rId174" Type="http://schemas.openxmlformats.org/officeDocument/2006/relationships/customXml" Target="../ink/ink489.xml"/><Relationship Id="rId175" Type="http://schemas.openxmlformats.org/officeDocument/2006/relationships/customXml" Target="../ink/ink490.xml"/><Relationship Id="rId176" Type="http://schemas.openxmlformats.org/officeDocument/2006/relationships/customXml" Target="../ink/ink491.xml"/><Relationship Id="rId177" Type="http://schemas.openxmlformats.org/officeDocument/2006/relationships/customXml" Target="../ink/ink492.xml"/><Relationship Id="rId178" Type="http://schemas.openxmlformats.org/officeDocument/2006/relationships/customXml" Target="../ink/ink493.xml"/><Relationship Id="rId179" Type="http://schemas.openxmlformats.org/officeDocument/2006/relationships/customXml" Target="../ink/ink494.xml"/><Relationship Id="rId180" Type="http://schemas.openxmlformats.org/officeDocument/2006/relationships/customXml" Target="../ink/ink495.xml"/><Relationship Id="rId181" Type="http://schemas.openxmlformats.org/officeDocument/2006/relationships/customXml" Target="../ink/ink496.xml"/><Relationship Id="rId182" Type="http://schemas.openxmlformats.org/officeDocument/2006/relationships/customXml" Target="../ink/ink497.xml"/><Relationship Id="rId183" Type="http://schemas.openxmlformats.org/officeDocument/2006/relationships/customXml" Target="../ink/ink498.xml"/><Relationship Id="rId184" Type="http://schemas.openxmlformats.org/officeDocument/2006/relationships/customXml" Target="../ink/ink499.xml"/><Relationship Id="rId185" Type="http://schemas.openxmlformats.org/officeDocument/2006/relationships/customXml" Target="../ink/ink500.xml"/><Relationship Id="rId186" Type="http://schemas.openxmlformats.org/officeDocument/2006/relationships/customXml" Target="../ink/ink501.xml"/><Relationship Id="rId187" Type="http://schemas.openxmlformats.org/officeDocument/2006/relationships/customXml" Target="../ink/ink502.xml"/><Relationship Id="rId188" Type="http://schemas.openxmlformats.org/officeDocument/2006/relationships/customXml" Target="../ink/ink503.xml"/><Relationship Id="rId189" Type="http://schemas.openxmlformats.org/officeDocument/2006/relationships/customXml" Target="../ink/ink504.xml"/><Relationship Id="rId190" Type="http://schemas.openxmlformats.org/officeDocument/2006/relationships/customXml" Target="../ink/ink505.xml"/><Relationship Id="rId191" Type="http://schemas.openxmlformats.org/officeDocument/2006/relationships/customXml" Target="../ink/ink506.xml"/><Relationship Id="rId192" Type="http://schemas.openxmlformats.org/officeDocument/2006/relationships/customXml" Target="../ink/ink507.xml"/><Relationship Id="rId193" Type="http://schemas.openxmlformats.org/officeDocument/2006/relationships/customXml" Target="../ink/ink508.xml"/><Relationship Id="rId194" Type="http://schemas.openxmlformats.org/officeDocument/2006/relationships/customXml" Target="../ink/ink509.xml"/><Relationship Id="rId195" Type="http://schemas.openxmlformats.org/officeDocument/2006/relationships/customXml" Target="../ink/ink510.xml"/><Relationship Id="rId196" Type="http://schemas.openxmlformats.org/officeDocument/2006/relationships/customXml" Target="../ink/ink511.xml"/><Relationship Id="rId197" Type="http://schemas.openxmlformats.org/officeDocument/2006/relationships/customXml" Target="../ink/ink512.xml"/><Relationship Id="rId198" Type="http://schemas.openxmlformats.org/officeDocument/2006/relationships/customXml" Target="../ink/ink513.xml"/><Relationship Id="rId199" Type="http://schemas.openxmlformats.org/officeDocument/2006/relationships/customXml" Target="../ink/ink514.xml"/><Relationship Id="rId200" Type="http://schemas.openxmlformats.org/officeDocument/2006/relationships/customXml" Target="../ink/ink515.xml"/><Relationship Id="rId201" Type="http://schemas.openxmlformats.org/officeDocument/2006/relationships/customXml" Target="../ink/ink516.xml"/><Relationship Id="rId202" Type="http://schemas.openxmlformats.org/officeDocument/2006/relationships/customXml" Target="../ink/ink517.xml"/><Relationship Id="rId203" Type="http://schemas.openxmlformats.org/officeDocument/2006/relationships/customXml" Target="../ink/ink518.xml"/><Relationship Id="rId204" Type="http://schemas.openxmlformats.org/officeDocument/2006/relationships/customXml" Target="../ink/ink519.xml"/><Relationship Id="rId205" Type="http://schemas.openxmlformats.org/officeDocument/2006/relationships/customXml" Target="../ink/ink520.xml"/><Relationship Id="rId206" Type="http://schemas.openxmlformats.org/officeDocument/2006/relationships/customXml" Target="../ink/ink521.xml"/><Relationship Id="rId207" Type="http://schemas.openxmlformats.org/officeDocument/2006/relationships/customXml" Target="../ink/ink522.xml"/><Relationship Id="rId208"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customXml" Target="../ink/ink523.xml"/><Relationship Id="rId9" Type="http://schemas.openxmlformats.org/officeDocument/2006/relationships/customXml" Target="../ink/ink524.xml"/><Relationship Id="rId10" Type="http://schemas.openxmlformats.org/officeDocument/2006/relationships/customXml" Target="../ink/ink525.xml"/><Relationship Id="rId11" Type="http://schemas.openxmlformats.org/officeDocument/2006/relationships/customXml" Target="../ink/ink526.xml"/><Relationship Id="rId12" Type="http://schemas.openxmlformats.org/officeDocument/2006/relationships/customXml" Target="../ink/ink527.xml"/><Relationship Id="rId13" Type="http://schemas.openxmlformats.org/officeDocument/2006/relationships/customXml" Target="../ink/ink528.xml"/><Relationship Id="rId14" Type="http://schemas.openxmlformats.org/officeDocument/2006/relationships/customXml" Target="../ink/ink529.xml"/><Relationship Id="rId15" Type="http://schemas.openxmlformats.org/officeDocument/2006/relationships/customXml" Target="../ink/ink530.xml"/><Relationship Id="rId16" Type="http://schemas.openxmlformats.org/officeDocument/2006/relationships/customXml" Target="../ink/ink531.xml"/><Relationship Id="rId17" Type="http://schemas.openxmlformats.org/officeDocument/2006/relationships/customXml" Target="../ink/ink532.xml"/><Relationship Id="rId18" Type="http://schemas.openxmlformats.org/officeDocument/2006/relationships/customXml" Target="../ink/ink533.xml"/><Relationship Id="rId19" Type="http://schemas.openxmlformats.org/officeDocument/2006/relationships/customXml" Target="../ink/ink534.xml"/><Relationship Id="rId20" Type="http://schemas.openxmlformats.org/officeDocument/2006/relationships/customXml" Target="../ink/ink535.xml"/><Relationship Id="rId21" Type="http://schemas.openxmlformats.org/officeDocument/2006/relationships/customXml" Target="../ink/ink536.xml"/><Relationship Id="rId22" Type="http://schemas.openxmlformats.org/officeDocument/2006/relationships/customXml" Target="../ink/ink537.xml"/><Relationship Id="rId23" Type="http://schemas.openxmlformats.org/officeDocument/2006/relationships/customXml" Target="../ink/ink538.xml"/><Relationship Id="rId24" Type="http://schemas.openxmlformats.org/officeDocument/2006/relationships/customXml" Target="../ink/ink539.xml"/><Relationship Id="rId25" Type="http://schemas.openxmlformats.org/officeDocument/2006/relationships/customXml" Target="../ink/ink540.xml"/><Relationship Id="rId26" Type="http://schemas.openxmlformats.org/officeDocument/2006/relationships/customXml" Target="../ink/ink541.xml"/><Relationship Id="rId27" Type="http://schemas.openxmlformats.org/officeDocument/2006/relationships/customXml" Target="../ink/ink542.xml"/><Relationship Id="rId28" Type="http://schemas.openxmlformats.org/officeDocument/2006/relationships/customXml" Target="../ink/ink543.xml"/><Relationship Id="rId29" Type="http://schemas.openxmlformats.org/officeDocument/2006/relationships/customXml" Target="../ink/ink544.xml"/><Relationship Id="rId30" Type="http://schemas.openxmlformats.org/officeDocument/2006/relationships/customXml" Target="../ink/ink545.xml"/><Relationship Id="rId31" Type="http://schemas.openxmlformats.org/officeDocument/2006/relationships/customXml" Target="../ink/ink546.xml"/><Relationship Id="rId32" Type="http://schemas.openxmlformats.org/officeDocument/2006/relationships/customXml" Target="../ink/ink547.xml"/><Relationship Id="rId33" Type="http://schemas.openxmlformats.org/officeDocument/2006/relationships/customXml" Target="../ink/ink548.xml"/><Relationship Id="rId34" Type="http://schemas.openxmlformats.org/officeDocument/2006/relationships/customXml" Target="../ink/ink549.xml"/><Relationship Id="rId35" Type="http://schemas.openxmlformats.org/officeDocument/2006/relationships/customXml" Target="../ink/ink550.xml"/><Relationship Id="rId36" Type="http://schemas.openxmlformats.org/officeDocument/2006/relationships/customXml" Target="../ink/ink551.xml"/><Relationship Id="rId37" Type="http://schemas.openxmlformats.org/officeDocument/2006/relationships/customXml" Target="../ink/ink552.xml"/><Relationship Id="rId38" Type="http://schemas.openxmlformats.org/officeDocument/2006/relationships/customXml" Target="../ink/ink553.xml"/><Relationship Id="rId39" Type="http://schemas.openxmlformats.org/officeDocument/2006/relationships/customXml" Target="../ink/ink554.xml"/><Relationship Id="rId40" Type="http://schemas.openxmlformats.org/officeDocument/2006/relationships/customXml" Target="../ink/ink555.xml"/><Relationship Id="rId41" Type="http://schemas.openxmlformats.org/officeDocument/2006/relationships/customXml" Target="../ink/ink556.xml"/><Relationship Id="rId42" Type="http://schemas.openxmlformats.org/officeDocument/2006/relationships/customXml" Target="../ink/ink557.xml"/><Relationship Id="rId43" Type="http://schemas.openxmlformats.org/officeDocument/2006/relationships/customXml" Target="../ink/ink558.xml"/><Relationship Id="rId44" Type="http://schemas.openxmlformats.org/officeDocument/2006/relationships/customXml" Target="../ink/ink559.xml"/><Relationship Id="rId45" Type="http://schemas.openxmlformats.org/officeDocument/2006/relationships/customXml" Target="../ink/ink560.xml"/><Relationship Id="rId46" Type="http://schemas.openxmlformats.org/officeDocument/2006/relationships/customXml" Target="../ink/ink561.xml"/><Relationship Id="rId47" Type="http://schemas.openxmlformats.org/officeDocument/2006/relationships/customXml" Target="../ink/ink562.xml"/><Relationship Id="rId48" Type="http://schemas.openxmlformats.org/officeDocument/2006/relationships/customXml" Target="../ink/ink648.xml"/><Relationship Id="rId49" Type="http://schemas.openxmlformats.org/officeDocument/2006/relationships/customXml" Target="../ink/ink649.xml"/><Relationship Id="rId50" Type="http://schemas.openxmlformats.org/officeDocument/2006/relationships/customXml" Target="../ink/ink650.xml"/><Relationship Id="rId5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customXml" Target="../ink/ink563.xml"/><Relationship Id="rId2" Type="http://schemas.openxmlformats.org/officeDocument/2006/relationships/customXml" Target="../ink/ink564.xml"/><Relationship Id="rId3" Type="http://schemas.openxmlformats.org/officeDocument/2006/relationships/customXml" Target="../ink/ink565.xml"/><Relationship Id="rId4" Type="http://schemas.openxmlformats.org/officeDocument/2006/relationships/customXml" Target="../ink/ink566.xml"/><Relationship Id="rId5" Type="http://schemas.openxmlformats.org/officeDocument/2006/relationships/customXml" Target="../ink/ink567.xml"/><Relationship Id="rId6" Type="http://schemas.openxmlformats.org/officeDocument/2006/relationships/customXml" Target="../ink/ink568.xml"/><Relationship Id="rId7" Type="http://schemas.openxmlformats.org/officeDocument/2006/relationships/customXml" Target="../ink/ink569.xml"/><Relationship Id="rId8" Type="http://schemas.openxmlformats.org/officeDocument/2006/relationships/customXml" Target="../ink/ink570.xml"/><Relationship Id="rId9" Type="http://schemas.openxmlformats.org/officeDocument/2006/relationships/customXml" Target="../ink/ink571.xml"/><Relationship Id="rId10" Type="http://schemas.openxmlformats.org/officeDocument/2006/relationships/customXml" Target="../ink/ink572.xml"/><Relationship Id="rId11" Type="http://schemas.openxmlformats.org/officeDocument/2006/relationships/customXml" Target="../ink/ink573.xml"/><Relationship Id="rId12" Type="http://schemas.openxmlformats.org/officeDocument/2006/relationships/customXml" Target="../ink/ink574.xml"/><Relationship Id="rId13" Type="http://schemas.openxmlformats.org/officeDocument/2006/relationships/customXml" Target="../ink/ink575.xml"/><Relationship Id="rId14" Type="http://schemas.openxmlformats.org/officeDocument/2006/relationships/customXml" Target="../ink/ink576.xml"/><Relationship Id="rId15" Type="http://schemas.openxmlformats.org/officeDocument/2006/relationships/customXml" Target="../ink/ink577.xml"/><Relationship Id="rId16" Type="http://schemas.openxmlformats.org/officeDocument/2006/relationships/customXml" Target="../ink/ink578.xml"/><Relationship Id="rId17" Type="http://schemas.openxmlformats.org/officeDocument/2006/relationships/customXml" Target="../ink/ink579.xml"/><Relationship Id="rId18" Type="http://schemas.openxmlformats.org/officeDocument/2006/relationships/customXml" Target="../ink/ink580.xml"/><Relationship Id="rId19" Type="http://schemas.openxmlformats.org/officeDocument/2006/relationships/customXml" Target="../ink/ink581.xml"/><Relationship Id="rId20" Type="http://schemas.openxmlformats.org/officeDocument/2006/relationships/customXml" Target="../ink/ink582.xml"/><Relationship Id="rId21" Type="http://schemas.openxmlformats.org/officeDocument/2006/relationships/customXml" Target="../ink/ink583.xml"/><Relationship Id="rId22" Type="http://schemas.openxmlformats.org/officeDocument/2006/relationships/customXml" Target="../ink/ink584.xml"/><Relationship Id="rId23" Type="http://schemas.openxmlformats.org/officeDocument/2006/relationships/customXml" Target="../ink/ink585.xml"/><Relationship Id="rId24" Type="http://schemas.openxmlformats.org/officeDocument/2006/relationships/customXml" Target="../ink/ink586.xml"/><Relationship Id="rId25" Type="http://schemas.openxmlformats.org/officeDocument/2006/relationships/customXml" Target="../ink/ink587.xml"/><Relationship Id="rId26" Type="http://schemas.openxmlformats.org/officeDocument/2006/relationships/customXml" Target="../ink/ink588.xml"/><Relationship Id="rId27" Type="http://schemas.openxmlformats.org/officeDocument/2006/relationships/customXml" Target="../ink/ink589.xml"/><Relationship Id="rId28" Type="http://schemas.openxmlformats.org/officeDocument/2006/relationships/customXml" Target="../ink/ink590.xml"/><Relationship Id="rId29" Type="http://schemas.openxmlformats.org/officeDocument/2006/relationships/customXml" Target="../ink/ink591.xml"/><Relationship Id="rId30" Type="http://schemas.openxmlformats.org/officeDocument/2006/relationships/customXml" Target="../ink/ink592.xml"/><Relationship Id="rId31" Type="http://schemas.openxmlformats.org/officeDocument/2006/relationships/customXml" Target="../ink/ink593.xml"/><Relationship Id="rId32" Type="http://schemas.openxmlformats.org/officeDocument/2006/relationships/customXml" Target="../ink/ink594.xml"/><Relationship Id="rId33" Type="http://schemas.openxmlformats.org/officeDocument/2006/relationships/customXml" Target="../ink/ink595.xml"/><Relationship Id="rId34" Type="http://schemas.openxmlformats.org/officeDocument/2006/relationships/customXml" Target="../ink/ink596.xml"/><Relationship Id="rId35" Type="http://schemas.openxmlformats.org/officeDocument/2006/relationships/customXml" Target="../ink/ink597.xml"/><Relationship Id="rId36" Type="http://schemas.openxmlformats.org/officeDocument/2006/relationships/customXml" Target="../ink/ink598.xml"/><Relationship Id="rId37" Type="http://schemas.openxmlformats.org/officeDocument/2006/relationships/customXml" Target="../ink/ink599.xml"/><Relationship Id="rId38" Type="http://schemas.openxmlformats.org/officeDocument/2006/relationships/customXml" Target="../ink/ink600.xml"/><Relationship Id="rId39" Type="http://schemas.openxmlformats.org/officeDocument/2006/relationships/customXml" Target="../ink/ink601.xml"/><Relationship Id="rId40" Type="http://schemas.openxmlformats.org/officeDocument/2006/relationships/customXml" Target="../ink/ink602.xml"/><Relationship Id="rId41" Type="http://schemas.openxmlformats.org/officeDocument/2006/relationships/customXml" Target="../ink/ink603.xml"/><Relationship Id="rId42" Type="http://schemas.openxmlformats.org/officeDocument/2006/relationships/customXml" Target="../ink/ink604.xml"/><Relationship Id="rId43" Type="http://schemas.openxmlformats.org/officeDocument/2006/relationships/customXml" Target="../ink/ink605.xml"/><Relationship Id="rId44" Type="http://schemas.openxmlformats.org/officeDocument/2006/relationships/customXml" Target="../ink/ink606.xml"/><Relationship Id="rId45" Type="http://schemas.openxmlformats.org/officeDocument/2006/relationships/customXml" Target="../ink/ink607.xml"/><Relationship Id="rId46" Type="http://schemas.openxmlformats.org/officeDocument/2006/relationships/customXml" Target="../ink/ink608.xml"/><Relationship Id="rId47" Type="http://schemas.openxmlformats.org/officeDocument/2006/relationships/customXml" Target="../ink/ink609.xml"/><Relationship Id="rId48" Type="http://schemas.openxmlformats.org/officeDocument/2006/relationships/customXml" Target="../ink/ink610.xml"/><Relationship Id="rId49" Type="http://schemas.openxmlformats.org/officeDocument/2006/relationships/customXml" Target="../ink/ink611.xml"/><Relationship Id="rId50" Type="http://schemas.openxmlformats.org/officeDocument/2006/relationships/customXml" Target="../ink/ink612.xml"/><Relationship Id="rId51" Type="http://schemas.openxmlformats.org/officeDocument/2006/relationships/customXml" Target="../ink/ink613.xml"/><Relationship Id="rId52" Type="http://schemas.openxmlformats.org/officeDocument/2006/relationships/customXml" Target="../ink/ink614.xml"/><Relationship Id="rId53" Type="http://schemas.openxmlformats.org/officeDocument/2006/relationships/customXml" Target="../ink/ink615.xml"/><Relationship Id="rId54" Type="http://schemas.openxmlformats.org/officeDocument/2006/relationships/customXml" Target="../ink/ink616.xml"/><Relationship Id="rId55" Type="http://schemas.openxmlformats.org/officeDocument/2006/relationships/customXml" Target="../ink/ink617.xml"/><Relationship Id="rId56" Type="http://schemas.openxmlformats.org/officeDocument/2006/relationships/customXml" Target="../ink/ink618.xml"/><Relationship Id="rId57" Type="http://schemas.openxmlformats.org/officeDocument/2006/relationships/customXml" Target="../ink/ink619.xml"/><Relationship Id="rId58" Type="http://schemas.openxmlformats.org/officeDocument/2006/relationships/customXml" Target="../ink/ink620.xml"/><Relationship Id="rId59" Type="http://schemas.openxmlformats.org/officeDocument/2006/relationships/customXml" Target="../ink/ink621.xml"/><Relationship Id="rId60" Type="http://schemas.openxmlformats.org/officeDocument/2006/relationships/customXml" Target="../ink/ink622.xml"/><Relationship Id="rId61" Type="http://schemas.openxmlformats.org/officeDocument/2006/relationships/customXml" Target="../ink/ink623.xml"/><Relationship Id="rId62" Type="http://schemas.openxmlformats.org/officeDocument/2006/relationships/customXml" Target="../ink/ink624.xml"/><Relationship Id="rId63" Type="http://schemas.openxmlformats.org/officeDocument/2006/relationships/customXml" Target="../ink/ink625.xml"/><Relationship Id="rId64" Type="http://schemas.openxmlformats.org/officeDocument/2006/relationships/customXml" Target="../ink/ink626.xml"/><Relationship Id="rId65" Type="http://schemas.openxmlformats.org/officeDocument/2006/relationships/customXml" Target="../ink/ink627.xml"/><Relationship Id="rId66" Type="http://schemas.openxmlformats.org/officeDocument/2006/relationships/customXml" Target="../ink/ink628.xml"/><Relationship Id="rId67" Type="http://schemas.openxmlformats.org/officeDocument/2006/relationships/customXml" Target="../ink/ink629.xml"/><Relationship Id="rId68" Type="http://schemas.openxmlformats.org/officeDocument/2006/relationships/customXml" Target="../ink/ink630.xml"/><Relationship Id="rId69" Type="http://schemas.openxmlformats.org/officeDocument/2006/relationships/customXml" Target="../ink/ink631.xml"/><Relationship Id="rId70" Type="http://schemas.openxmlformats.org/officeDocument/2006/relationships/customXml" Target="../ink/ink632.xml"/><Relationship Id="rId71" Type="http://schemas.openxmlformats.org/officeDocument/2006/relationships/customXml" Target="../ink/ink633.xml"/><Relationship Id="rId72" Type="http://schemas.openxmlformats.org/officeDocument/2006/relationships/customXml" Target="../ink/ink634.xml"/><Relationship Id="rId73" Type="http://schemas.openxmlformats.org/officeDocument/2006/relationships/customXml" Target="../ink/ink635.xml"/><Relationship Id="rId74" Type="http://schemas.openxmlformats.org/officeDocument/2006/relationships/customXml" Target="../ink/ink636.xml"/><Relationship Id="rId75" Type="http://schemas.openxmlformats.org/officeDocument/2006/relationships/customXml" Target="../ink/ink637.xml"/><Relationship Id="rId76" Type="http://schemas.openxmlformats.org/officeDocument/2006/relationships/customXml" Target="../ink/ink638.xml"/><Relationship Id="rId77" Type="http://schemas.openxmlformats.org/officeDocument/2006/relationships/customXml" Target="../ink/ink639.xml"/><Relationship Id="rId78" Type="http://schemas.openxmlformats.org/officeDocument/2006/relationships/customXml" Target="../ink/ink640.xml"/><Relationship Id="rId79" Type="http://schemas.openxmlformats.org/officeDocument/2006/relationships/customXml" Target="../ink/ink641.xml"/><Relationship Id="rId80" Type="http://schemas.openxmlformats.org/officeDocument/2006/relationships/customXml" Target="../ink/ink642.xml"/><Relationship Id="rId81" Type="http://schemas.openxmlformats.org/officeDocument/2006/relationships/customXml" Target="../ink/ink643.xml"/><Relationship Id="rId82" Type="http://schemas.openxmlformats.org/officeDocument/2006/relationships/customXml" Target="../ink/ink644.xml"/><Relationship Id="rId83" Type="http://schemas.openxmlformats.org/officeDocument/2006/relationships/customXml" Target="../ink/ink645.xml"/><Relationship Id="rId84" Type="http://schemas.openxmlformats.org/officeDocument/2006/relationships/customXml" Target="../ink/ink646.xml"/><Relationship Id="rId85" Type="http://schemas.openxmlformats.org/officeDocument/2006/relationships/customXml" Target="../ink/ink647.xml"/><Relationship Id="rId86" Type="http://schemas.openxmlformats.org/officeDocument/2006/relationships/customXml" Target="../ink/ink651.xml"/><Relationship Id="rId87" Type="http://schemas.openxmlformats.org/officeDocument/2006/relationships/customXml" Target="../ink/ink652.xml"/><Relationship Id="rId88" Type="http://schemas.openxmlformats.org/officeDocument/2006/relationships/customXml" Target="../ink/ink653.xml"/><Relationship Id="rId89" Type="http://schemas.openxmlformats.org/officeDocument/2006/relationships/customXml" Target="../ink/ink654.xml"/><Relationship Id="rId90" Type="http://schemas.openxmlformats.org/officeDocument/2006/relationships/customXml" Target="../ink/ink655.xml"/><Relationship Id="rId91" Type="http://schemas.openxmlformats.org/officeDocument/2006/relationships/customXml" Target="../ink/ink656.xml"/><Relationship Id="rId92" Type="http://schemas.openxmlformats.org/officeDocument/2006/relationships/customXml" Target="../ink/ink657.xml"/><Relationship Id="rId93" Type="http://schemas.openxmlformats.org/officeDocument/2006/relationships/customXml" Target="../ink/ink658.xml"/><Relationship Id="rId94" Type="http://schemas.openxmlformats.org/officeDocument/2006/relationships/customXml" Target="../ink/ink659.xml"/><Relationship Id="rId95" Type="http://schemas.openxmlformats.org/officeDocument/2006/relationships/customXml" Target="../ink/ink660.xml"/><Relationship Id="rId96" Type="http://schemas.openxmlformats.org/officeDocument/2006/relationships/customXml" Target="../ink/ink661.xml"/><Relationship Id="rId97" Type="http://schemas.openxmlformats.org/officeDocument/2006/relationships/customXml" Target="../ink/ink662.xml"/><Relationship Id="rId98" Type="http://schemas.openxmlformats.org/officeDocument/2006/relationships/customXml" Target="../ink/ink663.xml"/><Relationship Id="rId99" Type="http://schemas.openxmlformats.org/officeDocument/2006/relationships/customXml" Target="../ink/ink664.xml"/><Relationship Id="rId100" Type="http://schemas.openxmlformats.org/officeDocument/2006/relationships/customXml" Target="../ink/ink665.xml"/><Relationship Id="rId101" Type="http://schemas.openxmlformats.org/officeDocument/2006/relationships/customXml" Target="../ink/ink666.xml"/><Relationship Id="rId102" Type="http://schemas.openxmlformats.org/officeDocument/2006/relationships/customXml" Target="../ink/ink667.xml"/><Relationship Id="rId103" Type="http://schemas.openxmlformats.org/officeDocument/2006/relationships/customXml" Target="../ink/ink668.xml"/><Relationship Id="rId104" Type="http://schemas.openxmlformats.org/officeDocument/2006/relationships/customXml" Target="../ink/ink669.xml"/><Relationship Id="rId105" Type="http://schemas.openxmlformats.org/officeDocument/2006/relationships/customXml" Target="../ink/ink670.xml"/><Relationship Id="rId106" Type="http://schemas.openxmlformats.org/officeDocument/2006/relationships/customXml" Target="../ink/ink671.xml"/><Relationship Id="rId107" Type="http://schemas.openxmlformats.org/officeDocument/2006/relationships/customXml" Target="../ink/ink672.xml"/><Relationship Id="rId108" Type="http://schemas.openxmlformats.org/officeDocument/2006/relationships/customXml" Target="../ink/ink673.xml"/><Relationship Id="rId109" Type="http://schemas.openxmlformats.org/officeDocument/2006/relationships/customXml" Target="../ink/ink674.xml"/><Relationship Id="rId110" Type="http://schemas.openxmlformats.org/officeDocument/2006/relationships/customXml" Target="../ink/ink675.xml"/><Relationship Id="rId111" Type="http://schemas.openxmlformats.org/officeDocument/2006/relationships/customXml" Target="../ink/ink676.xml"/><Relationship Id="rId112" Type="http://schemas.openxmlformats.org/officeDocument/2006/relationships/customXml" Target="../ink/ink677.xml"/><Relationship Id="rId113" Type="http://schemas.openxmlformats.org/officeDocument/2006/relationships/customXml" Target="../ink/ink678.xml"/><Relationship Id="rId114" Type="http://schemas.openxmlformats.org/officeDocument/2006/relationships/customXml" Target="../ink/ink679.xml"/><Relationship Id="rId115" Type="http://schemas.openxmlformats.org/officeDocument/2006/relationships/customXml" Target="../ink/ink680.xml"/><Relationship Id="rId116" Type="http://schemas.openxmlformats.org/officeDocument/2006/relationships/customXml" Target="../ink/ink681.xml"/><Relationship Id="rId117" Type="http://schemas.openxmlformats.org/officeDocument/2006/relationships/customXml" Target="../ink/ink682.xml"/><Relationship Id="rId118" Type="http://schemas.openxmlformats.org/officeDocument/2006/relationships/customXml" Target="../ink/ink683.xml"/><Relationship Id="rId119" Type="http://schemas.openxmlformats.org/officeDocument/2006/relationships/customXml" Target="../ink/ink684.xml"/><Relationship Id="rId120" Type="http://schemas.openxmlformats.org/officeDocument/2006/relationships/customXml" Target="../ink/ink685.xml"/><Relationship Id="rId121" Type="http://schemas.openxmlformats.org/officeDocument/2006/relationships/customXml" Target="../ink/ink686.xml"/><Relationship Id="rId122" Type="http://schemas.openxmlformats.org/officeDocument/2006/relationships/customXml" Target="../ink/ink687.xml"/><Relationship Id="rId123" Type="http://schemas.openxmlformats.org/officeDocument/2006/relationships/customXml" Target="../ink/ink688.xml"/><Relationship Id="rId124" Type="http://schemas.openxmlformats.org/officeDocument/2006/relationships/customXml" Target="../ink/ink689.xml"/><Relationship Id="rId125" Type="http://schemas.openxmlformats.org/officeDocument/2006/relationships/customXml" Target="../ink/ink690.xml"/><Relationship Id="rId126" Type="http://schemas.openxmlformats.org/officeDocument/2006/relationships/customXml" Target="../ink/ink691.xml"/><Relationship Id="rId127" Type="http://schemas.openxmlformats.org/officeDocument/2006/relationships/customXml" Target="../ink/ink692.xml"/><Relationship Id="rId128" Type="http://schemas.openxmlformats.org/officeDocument/2006/relationships/customXml" Target="../ink/ink693.xml"/><Relationship Id="rId129" Type="http://schemas.openxmlformats.org/officeDocument/2006/relationships/customXml" Target="../ink/ink694.xml"/><Relationship Id="rId130" Type="http://schemas.openxmlformats.org/officeDocument/2006/relationships/customXml" Target="../ink/ink695.xml"/><Relationship Id="rId131" Type="http://schemas.openxmlformats.org/officeDocument/2006/relationships/customXml" Target="../ink/ink696.xml"/><Relationship Id="rId132" Type="http://schemas.openxmlformats.org/officeDocument/2006/relationships/customXml" Target="../ink/ink697.xml"/><Relationship Id="rId133" Type="http://schemas.openxmlformats.org/officeDocument/2006/relationships/customXml" Target="../ink/ink698.xml"/><Relationship Id="rId134" Type="http://schemas.openxmlformats.org/officeDocument/2006/relationships/customXml" Target="../ink/ink699.xml"/><Relationship Id="rId135" Type="http://schemas.openxmlformats.org/officeDocument/2006/relationships/customXml" Target="../ink/ink732.xml"/><Relationship Id="rId136"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customXml" Target="../ink/ink700.xml"/><Relationship Id="rId2" Type="http://schemas.openxmlformats.org/officeDocument/2006/relationships/customXml" Target="../ink/ink701.xml"/><Relationship Id="rId3" Type="http://schemas.openxmlformats.org/officeDocument/2006/relationships/customXml" Target="../ink/ink702.xml"/><Relationship Id="rId4" Type="http://schemas.openxmlformats.org/officeDocument/2006/relationships/customXml" Target="../ink/ink703.xml"/><Relationship Id="rId5" Type="http://schemas.openxmlformats.org/officeDocument/2006/relationships/customXml" Target="../ink/ink704.xml"/><Relationship Id="rId6" Type="http://schemas.openxmlformats.org/officeDocument/2006/relationships/customXml" Target="../ink/ink705.xml"/><Relationship Id="rId7" Type="http://schemas.openxmlformats.org/officeDocument/2006/relationships/customXml" Target="../ink/ink706.xml"/><Relationship Id="rId8" Type="http://schemas.openxmlformats.org/officeDocument/2006/relationships/customXml" Target="../ink/ink707.xml"/><Relationship Id="rId9" Type="http://schemas.openxmlformats.org/officeDocument/2006/relationships/customXml" Target="../ink/ink708.xml"/><Relationship Id="rId10" Type="http://schemas.openxmlformats.org/officeDocument/2006/relationships/customXml" Target="../ink/ink709.xml"/><Relationship Id="rId11" Type="http://schemas.openxmlformats.org/officeDocument/2006/relationships/customXml" Target="../ink/ink710.xml"/><Relationship Id="rId12" Type="http://schemas.openxmlformats.org/officeDocument/2006/relationships/customXml" Target="../ink/ink711.xml"/><Relationship Id="rId13" Type="http://schemas.openxmlformats.org/officeDocument/2006/relationships/customXml" Target="../ink/ink712.xml"/><Relationship Id="rId14" Type="http://schemas.openxmlformats.org/officeDocument/2006/relationships/customXml" Target="../ink/ink713.xml"/><Relationship Id="rId15" Type="http://schemas.openxmlformats.org/officeDocument/2006/relationships/customXml" Target="../ink/ink714.xml"/><Relationship Id="rId16" Type="http://schemas.openxmlformats.org/officeDocument/2006/relationships/customXml" Target="../ink/ink715.xml"/><Relationship Id="rId17" Type="http://schemas.openxmlformats.org/officeDocument/2006/relationships/customXml" Target="../ink/ink716.xml"/><Relationship Id="rId18" Type="http://schemas.openxmlformats.org/officeDocument/2006/relationships/customXml" Target="../ink/ink717.xml"/><Relationship Id="rId19" Type="http://schemas.openxmlformats.org/officeDocument/2006/relationships/customXml" Target="../ink/ink718.xml"/><Relationship Id="rId20" Type="http://schemas.openxmlformats.org/officeDocument/2006/relationships/customXml" Target="../ink/ink719.xml"/><Relationship Id="rId21" Type="http://schemas.openxmlformats.org/officeDocument/2006/relationships/customXml" Target="../ink/ink720.xml"/><Relationship Id="rId22" Type="http://schemas.openxmlformats.org/officeDocument/2006/relationships/customXml" Target="../ink/ink721.xml"/><Relationship Id="rId23" Type="http://schemas.openxmlformats.org/officeDocument/2006/relationships/customXml" Target="../ink/ink722.xml"/><Relationship Id="rId24" Type="http://schemas.openxmlformats.org/officeDocument/2006/relationships/customXml" Target="../ink/ink723.xml"/><Relationship Id="rId25" Type="http://schemas.openxmlformats.org/officeDocument/2006/relationships/customXml" Target="../ink/ink724.xml"/><Relationship Id="rId26" Type="http://schemas.openxmlformats.org/officeDocument/2006/relationships/customXml" Target="../ink/ink725.xml"/><Relationship Id="rId27" Type="http://schemas.openxmlformats.org/officeDocument/2006/relationships/customXml" Target="../ink/ink726.xml"/><Relationship Id="rId28" Type="http://schemas.openxmlformats.org/officeDocument/2006/relationships/customXml" Target="../ink/ink727.xml"/><Relationship Id="rId29" Type="http://schemas.openxmlformats.org/officeDocument/2006/relationships/customXml" Target="../ink/ink728.xml"/><Relationship Id="rId30" Type="http://schemas.openxmlformats.org/officeDocument/2006/relationships/customXml" Target="../ink/ink729.xml"/><Relationship Id="rId31" Type="http://schemas.openxmlformats.org/officeDocument/2006/relationships/customXml" Target="../ink/ink730.xml"/><Relationship Id="rId32" Type="http://schemas.openxmlformats.org/officeDocument/2006/relationships/customXml" Target="../ink/ink731.xml"/><Relationship Id="rId33" Type="http://schemas.openxmlformats.org/officeDocument/2006/relationships/customXml" Target="../ink/ink733.xml"/><Relationship Id="rId34" Type="http://schemas.openxmlformats.org/officeDocument/2006/relationships/customXml" Target="../ink/ink734.xml"/><Relationship Id="rId35" Type="http://schemas.openxmlformats.org/officeDocument/2006/relationships/customXml" Target="../ink/ink735.xml"/><Relationship Id="rId36" Type="http://schemas.openxmlformats.org/officeDocument/2006/relationships/customXml" Target="../ink/ink736.xml"/><Relationship Id="rId37" Type="http://schemas.openxmlformats.org/officeDocument/2006/relationships/customXml" Target="../ink/ink737.xml"/><Relationship Id="rId38" Type="http://schemas.openxmlformats.org/officeDocument/2006/relationships/customXml" Target="../ink/ink738.xml"/><Relationship Id="rId39" Type="http://schemas.openxmlformats.org/officeDocument/2006/relationships/customXml" Target="../ink/ink739.xml"/><Relationship Id="rId40" Type="http://schemas.openxmlformats.org/officeDocument/2006/relationships/customXml" Target="../ink/ink740.xml"/><Relationship Id="rId41" Type="http://schemas.openxmlformats.org/officeDocument/2006/relationships/customXml" Target="../ink/ink741.xml"/><Relationship Id="rId42" Type="http://schemas.openxmlformats.org/officeDocument/2006/relationships/customXml" Target="../ink/ink742.xml"/><Relationship Id="rId43" Type="http://schemas.openxmlformats.org/officeDocument/2006/relationships/customXml" Target="../ink/ink743.xml"/><Relationship Id="rId44" Type="http://schemas.openxmlformats.org/officeDocument/2006/relationships/customXml" Target="../ink/ink744.xml"/><Relationship Id="rId45" Type="http://schemas.openxmlformats.org/officeDocument/2006/relationships/customXml" Target="../ink/ink745.xml"/><Relationship Id="rId46" Type="http://schemas.openxmlformats.org/officeDocument/2006/relationships/customXml" Target="../ink/ink746.xml"/><Relationship Id="rId47" Type="http://schemas.openxmlformats.org/officeDocument/2006/relationships/customXml" Target="../ink/ink747.xml"/><Relationship Id="rId48" Type="http://schemas.openxmlformats.org/officeDocument/2006/relationships/customXml" Target="../ink/ink748.xml"/><Relationship Id="rId49" Type="http://schemas.openxmlformats.org/officeDocument/2006/relationships/customXml" Target="../ink/ink749.xml"/><Relationship Id="rId50" Type="http://schemas.openxmlformats.org/officeDocument/2006/relationships/customXml" Target="../ink/ink750.xml"/><Relationship Id="rId51" Type="http://schemas.openxmlformats.org/officeDocument/2006/relationships/customXml" Target="../ink/ink751.xml"/><Relationship Id="rId52" Type="http://schemas.openxmlformats.org/officeDocument/2006/relationships/customXml" Target="../ink/ink752.xml"/><Relationship Id="rId53" Type="http://schemas.openxmlformats.org/officeDocument/2006/relationships/customXml" Target="../ink/ink753.xml"/><Relationship Id="rId54" Type="http://schemas.openxmlformats.org/officeDocument/2006/relationships/customXml" Target="../ink/ink754.xml"/><Relationship Id="rId55" Type="http://schemas.openxmlformats.org/officeDocument/2006/relationships/customXml" Target="../ink/ink755.xml"/><Relationship Id="rId56" Type="http://schemas.openxmlformats.org/officeDocument/2006/relationships/customXml" Target="../ink/ink756.xml"/><Relationship Id="rId57" Type="http://schemas.openxmlformats.org/officeDocument/2006/relationships/customXml" Target="../ink/ink757.xml"/><Relationship Id="rId58" Type="http://schemas.openxmlformats.org/officeDocument/2006/relationships/customXml" Target="../ink/ink758.xml"/><Relationship Id="rId59" Type="http://schemas.openxmlformats.org/officeDocument/2006/relationships/customXml" Target="../ink/ink759.xml"/><Relationship Id="rId60" Type="http://schemas.openxmlformats.org/officeDocument/2006/relationships/customXml" Target="../ink/ink760.xml"/><Relationship Id="rId61" Type="http://schemas.openxmlformats.org/officeDocument/2006/relationships/customXml" Target="../ink/ink761.xml"/><Relationship Id="rId62" Type="http://schemas.openxmlformats.org/officeDocument/2006/relationships/customXml" Target="../ink/ink763.xml"/><Relationship Id="rId63" Type="http://schemas.openxmlformats.org/officeDocument/2006/relationships/customXml" Target="../ink/ink764.xml"/><Relationship Id="rId64" Type="http://schemas.openxmlformats.org/officeDocument/2006/relationships/customXml" Target="../ink/ink765.xml"/><Relationship Id="rId65" Type="http://schemas.openxmlformats.org/officeDocument/2006/relationships/customXml" Target="../ink/ink766.xml"/><Relationship Id="rId66" Type="http://schemas.openxmlformats.org/officeDocument/2006/relationships/customXml" Target="../ink/ink767.xml"/><Relationship Id="rId67" Type="http://schemas.openxmlformats.org/officeDocument/2006/relationships/customXml" Target="../ink/ink768.xml"/><Relationship Id="rId68" Type="http://schemas.openxmlformats.org/officeDocument/2006/relationships/customXml" Target="../ink/ink769.xml"/><Relationship Id="rId69" Type="http://schemas.openxmlformats.org/officeDocument/2006/relationships/customXml" Target="../ink/ink770.xml"/><Relationship Id="rId70" Type="http://schemas.openxmlformats.org/officeDocument/2006/relationships/customXml" Target="../ink/ink771.xml"/><Relationship Id="rId71" Type="http://schemas.openxmlformats.org/officeDocument/2006/relationships/customXml" Target="../ink/ink772.xml"/><Relationship Id="rId72" Type="http://schemas.openxmlformats.org/officeDocument/2006/relationships/customXml" Target="../ink/ink773.xml"/><Relationship Id="rId73" Type="http://schemas.openxmlformats.org/officeDocument/2006/relationships/customXml" Target="../ink/ink774.xml"/><Relationship Id="rId74" Type="http://schemas.openxmlformats.org/officeDocument/2006/relationships/customXml" Target="../ink/ink775.xml"/><Relationship Id="rId75" Type="http://schemas.openxmlformats.org/officeDocument/2006/relationships/customXml" Target="../ink/ink776.xml"/><Relationship Id="rId76" Type="http://schemas.openxmlformats.org/officeDocument/2006/relationships/customXml" Target="../ink/ink777.xml"/><Relationship Id="rId77" Type="http://schemas.openxmlformats.org/officeDocument/2006/relationships/customXml" Target="../ink/ink778.xml"/><Relationship Id="rId78" Type="http://schemas.openxmlformats.org/officeDocument/2006/relationships/customXml" Target="../ink/ink779.xml"/><Relationship Id="rId79" Type="http://schemas.openxmlformats.org/officeDocument/2006/relationships/customXml" Target="../ink/ink780.xml"/><Relationship Id="rId80" Type="http://schemas.openxmlformats.org/officeDocument/2006/relationships/customXml" Target="../ink/ink781.xml"/><Relationship Id="rId81" Type="http://schemas.openxmlformats.org/officeDocument/2006/relationships/customXml" Target="../ink/ink782.xml"/><Relationship Id="rId82" Type="http://schemas.openxmlformats.org/officeDocument/2006/relationships/customXml" Target="../ink/ink783.xml"/><Relationship Id="rId83" Type="http://schemas.openxmlformats.org/officeDocument/2006/relationships/customXml" Target="../ink/ink784.xml"/><Relationship Id="rId84" Type="http://schemas.openxmlformats.org/officeDocument/2006/relationships/customXml" Target="../ink/ink785.xml"/><Relationship Id="rId85" Type="http://schemas.openxmlformats.org/officeDocument/2006/relationships/customXml" Target="../ink/ink786.xml"/><Relationship Id="rId86" Type="http://schemas.openxmlformats.org/officeDocument/2006/relationships/customXml" Target="../ink/ink787.xml"/><Relationship Id="rId87" Type="http://schemas.openxmlformats.org/officeDocument/2006/relationships/customXml" Target="../ink/ink788.xml"/><Relationship Id="rId88" Type="http://schemas.openxmlformats.org/officeDocument/2006/relationships/customXml" Target="../ink/ink789.xml"/><Relationship Id="rId89" Type="http://schemas.openxmlformats.org/officeDocument/2006/relationships/customXml" Target="../ink/ink790.xml"/><Relationship Id="rId90" Type="http://schemas.openxmlformats.org/officeDocument/2006/relationships/customXml" Target="../ink/ink791.xml"/><Relationship Id="rId91" Type="http://schemas.openxmlformats.org/officeDocument/2006/relationships/customXml" Target="../ink/ink792.xml"/><Relationship Id="rId92" Type="http://schemas.openxmlformats.org/officeDocument/2006/relationships/customXml" Target="../ink/ink793.xml"/><Relationship Id="rId93" Type="http://schemas.openxmlformats.org/officeDocument/2006/relationships/customXml" Target="../ink/ink794.xml"/><Relationship Id="rId94" Type="http://schemas.openxmlformats.org/officeDocument/2006/relationships/customXml" Target="../ink/ink795.xml"/><Relationship Id="rId95" Type="http://schemas.openxmlformats.org/officeDocument/2006/relationships/customXml" Target="../ink/ink796.xml"/><Relationship Id="rId96" Type="http://schemas.openxmlformats.org/officeDocument/2006/relationships/customXml" Target="../ink/ink797.xml"/><Relationship Id="rId97" Type="http://schemas.openxmlformats.org/officeDocument/2006/relationships/customXml" Target="../ink/ink798.xml"/><Relationship Id="rId98" Type="http://schemas.openxmlformats.org/officeDocument/2006/relationships/customXml" Target="../ink/ink799.xml"/><Relationship Id="rId99" Type="http://schemas.openxmlformats.org/officeDocument/2006/relationships/customXml" Target="../ink/ink800.xml"/><Relationship Id="rId100" Type="http://schemas.openxmlformats.org/officeDocument/2006/relationships/customXml" Target="../ink/ink801.xml"/><Relationship Id="rId101" Type="http://schemas.openxmlformats.org/officeDocument/2006/relationships/customXml" Target="../ink/ink802.xml"/><Relationship Id="rId102" Type="http://schemas.openxmlformats.org/officeDocument/2006/relationships/customXml" Target="../ink/ink803.xml"/><Relationship Id="rId103" Type="http://schemas.openxmlformats.org/officeDocument/2006/relationships/customXml" Target="../ink/ink804.xml"/><Relationship Id="rId104" Type="http://schemas.openxmlformats.org/officeDocument/2006/relationships/customXml" Target="../ink/ink805.xml"/><Relationship Id="rId105" Type="http://schemas.openxmlformats.org/officeDocument/2006/relationships/customXml" Target="../ink/ink806.xml"/><Relationship Id="rId106" Type="http://schemas.openxmlformats.org/officeDocument/2006/relationships/customXml" Target="../ink/ink807.xml"/><Relationship Id="rId107" Type="http://schemas.openxmlformats.org/officeDocument/2006/relationships/customXml" Target="../ink/ink808.xml"/><Relationship Id="rId108" Type="http://schemas.openxmlformats.org/officeDocument/2006/relationships/customXml" Target="../ink/ink809.xml"/><Relationship Id="rId109" Type="http://schemas.openxmlformats.org/officeDocument/2006/relationships/customXml" Target="../ink/ink810.xml"/><Relationship Id="rId110" Type="http://schemas.openxmlformats.org/officeDocument/2006/relationships/customXml" Target="../ink/ink811.xml"/><Relationship Id="rId111" Type="http://schemas.openxmlformats.org/officeDocument/2006/relationships/customXml" Target="../ink/ink812.xml"/><Relationship Id="rId112" Type="http://schemas.openxmlformats.org/officeDocument/2006/relationships/customXml" Target="../ink/ink813.xml"/><Relationship Id="rId113" Type="http://schemas.openxmlformats.org/officeDocument/2006/relationships/customXml" Target="../ink/ink814.xml"/><Relationship Id="rId114" Type="http://schemas.openxmlformats.org/officeDocument/2006/relationships/customXml" Target="../ink/ink815.xml"/><Relationship Id="rId115" Type="http://schemas.openxmlformats.org/officeDocument/2006/relationships/customXml" Target="../ink/ink816.xml"/><Relationship Id="rId116" Type="http://schemas.openxmlformats.org/officeDocument/2006/relationships/customXml" Target="../ink/ink817.xml"/><Relationship Id="rId117" Type="http://schemas.openxmlformats.org/officeDocument/2006/relationships/customXml" Target="../ink/ink818.xml"/><Relationship Id="rId118" Type="http://schemas.openxmlformats.org/officeDocument/2006/relationships/customXml" Target="../ink/ink819.xml"/><Relationship Id="rId119" Type="http://schemas.openxmlformats.org/officeDocument/2006/relationships/customXml" Target="../ink/ink820.xml"/><Relationship Id="rId120" Type="http://schemas.openxmlformats.org/officeDocument/2006/relationships/customXml" Target="../ink/ink821.xml"/><Relationship Id="rId121" Type="http://schemas.openxmlformats.org/officeDocument/2006/relationships/customXml" Target="../ink/ink822.xml"/><Relationship Id="rId122" Type="http://schemas.openxmlformats.org/officeDocument/2006/relationships/customXml" Target="../ink/ink823.xml"/><Relationship Id="rId123" Type="http://schemas.openxmlformats.org/officeDocument/2006/relationships/customXml" Target="../ink/ink824.xml"/><Relationship Id="rId124" Type="http://schemas.openxmlformats.org/officeDocument/2006/relationships/customXml" Target="../ink/ink825.xml"/><Relationship Id="rId125" Type="http://schemas.openxmlformats.org/officeDocument/2006/relationships/customXml" Target="../ink/ink826.xml"/><Relationship Id="rId126" Type="http://schemas.openxmlformats.org/officeDocument/2006/relationships/customXml" Target="../ink/ink827.xml"/><Relationship Id="rId127" Type="http://schemas.openxmlformats.org/officeDocument/2006/relationships/customXml" Target="../ink/ink828.xml"/><Relationship Id="rId128" Type="http://schemas.openxmlformats.org/officeDocument/2006/relationships/customXml" Target="../ink/ink829.xml"/><Relationship Id="rId129" Type="http://schemas.openxmlformats.org/officeDocument/2006/relationships/customXml" Target="../ink/ink830.xml"/><Relationship Id="rId130" Type="http://schemas.openxmlformats.org/officeDocument/2006/relationships/customXml" Target="../ink/ink831.xml"/><Relationship Id="rId131" Type="http://schemas.openxmlformats.org/officeDocument/2006/relationships/customXml" Target="../ink/ink832.xml"/><Relationship Id="rId132" Type="http://schemas.openxmlformats.org/officeDocument/2006/relationships/customXml" Target="../ink/ink833.xml"/><Relationship Id="rId133" Type="http://schemas.openxmlformats.org/officeDocument/2006/relationships/customXml" Target="../ink/ink834.xml"/><Relationship Id="rId134" Type="http://schemas.openxmlformats.org/officeDocument/2006/relationships/customXml" Target="../ink/ink835.xml"/><Relationship Id="rId135" Type="http://schemas.openxmlformats.org/officeDocument/2006/relationships/customXml" Target="../ink/ink836.xml"/><Relationship Id="rId136" Type="http://schemas.openxmlformats.org/officeDocument/2006/relationships/customXml" Target="../ink/ink837.xml"/><Relationship Id="rId137" Type="http://schemas.openxmlformats.org/officeDocument/2006/relationships/customXml" Target="../ink/ink838.xml"/><Relationship Id="rId138" Type="http://schemas.openxmlformats.org/officeDocument/2006/relationships/customXml" Target="../ink/ink839.xml"/><Relationship Id="rId139" Type="http://schemas.openxmlformats.org/officeDocument/2006/relationships/customXml" Target="../ink/ink840.xml"/><Relationship Id="rId140" Type="http://schemas.openxmlformats.org/officeDocument/2006/relationships/customXml" Target="../ink/ink841.xml"/><Relationship Id="rId141" Type="http://schemas.openxmlformats.org/officeDocument/2006/relationships/customXml" Target="../ink/ink842.xml"/><Relationship Id="rId142" Type="http://schemas.openxmlformats.org/officeDocument/2006/relationships/customXml" Target="../ink/ink843.xml"/><Relationship Id="rId143" Type="http://schemas.openxmlformats.org/officeDocument/2006/relationships/customXml" Target="../ink/ink844.xml"/><Relationship Id="rId144" Type="http://schemas.openxmlformats.org/officeDocument/2006/relationships/customXml" Target="../ink/ink845.xml"/><Relationship Id="rId145" Type="http://schemas.openxmlformats.org/officeDocument/2006/relationships/customXml" Target="../ink/ink846.xml"/><Relationship Id="rId146" Type="http://schemas.openxmlformats.org/officeDocument/2006/relationships/customXml" Target="../ink/ink847.xml"/><Relationship Id="rId147" Type="http://schemas.openxmlformats.org/officeDocument/2006/relationships/customXml" Target="../ink/ink848.xml"/><Relationship Id="rId148" Type="http://schemas.openxmlformats.org/officeDocument/2006/relationships/customXml" Target="../ink/ink849.xml"/><Relationship Id="rId149" Type="http://schemas.openxmlformats.org/officeDocument/2006/relationships/customXml" Target="../ink/ink850.xml"/><Relationship Id="rId150" Type="http://schemas.openxmlformats.org/officeDocument/2006/relationships/customXml" Target="../ink/ink851.xml"/><Relationship Id="rId151" Type="http://schemas.openxmlformats.org/officeDocument/2006/relationships/customXml" Target="../ink/ink852.xml"/><Relationship Id="rId152" Type="http://schemas.openxmlformats.org/officeDocument/2006/relationships/customXml" Target="../ink/ink853.xml"/><Relationship Id="rId153" Type="http://schemas.openxmlformats.org/officeDocument/2006/relationships/customXml" Target="../ink/ink854.xml"/><Relationship Id="rId154" Type="http://schemas.openxmlformats.org/officeDocument/2006/relationships/customXml" Target="../ink/ink855.xml"/><Relationship Id="rId155" Type="http://schemas.openxmlformats.org/officeDocument/2006/relationships/customXml" Target="../ink/ink856.xml"/><Relationship Id="rId156" Type="http://schemas.openxmlformats.org/officeDocument/2006/relationships/customXml" Target="../ink/ink857.xml"/><Relationship Id="rId157" Type="http://schemas.openxmlformats.org/officeDocument/2006/relationships/customXml" Target="../ink/ink858.xml"/><Relationship Id="rId158" Type="http://schemas.openxmlformats.org/officeDocument/2006/relationships/customXml" Target="../ink/ink859.xml"/><Relationship Id="rId159" Type="http://schemas.openxmlformats.org/officeDocument/2006/relationships/customXml" Target="../ink/ink860.xml"/><Relationship Id="rId160" Type="http://schemas.openxmlformats.org/officeDocument/2006/relationships/customXml" Target="../ink/ink861.xml"/><Relationship Id="rId161" Type="http://schemas.openxmlformats.org/officeDocument/2006/relationships/customXml" Target="../ink/ink862.xml"/><Relationship Id="rId162" Type="http://schemas.openxmlformats.org/officeDocument/2006/relationships/customXml" Target="../ink/ink863.xml"/><Relationship Id="rId163" Type="http://schemas.openxmlformats.org/officeDocument/2006/relationships/customXml" Target="../ink/ink864.xml"/><Relationship Id="rId164" Type="http://schemas.openxmlformats.org/officeDocument/2006/relationships/customXml" Target="../ink/ink865.xml"/><Relationship Id="rId165" Type="http://schemas.openxmlformats.org/officeDocument/2006/relationships/customXml" Target="../ink/ink866.xml"/><Relationship Id="rId166" Type="http://schemas.openxmlformats.org/officeDocument/2006/relationships/customXml" Target="../ink/ink867.xml"/><Relationship Id="rId167" Type="http://schemas.openxmlformats.org/officeDocument/2006/relationships/customXml" Target="../ink/ink868.xml"/><Relationship Id="rId168" Type="http://schemas.openxmlformats.org/officeDocument/2006/relationships/customXml" Target="../ink/ink869.xml"/><Relationship Id="rId169" Type="http://schemas.openxmlformats.org/officeDocument/2006/relationships/customXml" Target="../ink/ink870.xml"/><Relationship Id="rId170" Type="http://schemas.openxmlformats.org/officeDocument/2006/relationships/customXml" Target="../ink/ink871.xml"/><Relationship Id="rId171" Type="http://schemas.openxmlformats.org/officeDocument/2006/relationships/customXml" Target="../ink/ink872.xml"/><Relationship Id="rId172" Type="http://schemas.openxmlformats.org/officeDocument/2006/relationships/customXml" Target="../ink/ink873.xml"/><Relationship Id="rId173" Type="http://schemas.openxmlformats.org/officeDocument/2006/relationships/customXml" Target="../ink/ink874.xml"/><Relationship Id="rId174" Type="http://schemas.openxmlformats.org/officeDocument/2006/relationships/customXml" Target="../ink/ink875.xml"/><Relationship Id="rId175" Type="http://schemas.openxmlformats.org/officeDocument/2006/relationships/customXml" Target="../ink/ink876.xml"/><Relationship Id="rId176" Type="http://schemas.openxmlformats.org/officeDocument/2006/relationships/customXml" Target="../ink/ink877.xml"/><Relationship Id="rId177" Type="http://schemas.openxmlformats.org/officeDocument/2006/relationships/customXml" Target="../ink/ink878.xml"/><Relationship Id="rId178" Type="http://schemas.openxmlformats.org/officeDocument/2006/relationships/customXml" Target="../ink/ink879.xml"/><Relationship Id="rId179" Type="http://schemas.openxmlformats.org/officeDocument/2006/relationships/customXml" Target="../ink/ink880.xml"/><Relationship Id="rId180" Type="http://schemas.openxmlformats.org/officeDocument/2006/relationships/customXml" Target="../ink/ink881.xml"/><Relationship Id="rId181" Type="http://schemas.openxmlformats.org/officeDocument/2006/relationships/customXml" Target="../ink/ink882.xml"/><Relationship Id="rId182" Type="http://schemas.openxmlformats.org/officeDocument/2006/relationships/customXml" Target="../ink/ink883.xml"/><Relationship Id="rId183" Type="http://schemas.openxmlformats.org/officeDocument/2006/relationships/customXml" Target="../ink/ink884.xml"/><Relationship Id="rId184" Type="http://schemas.openxmlformats.org/officeDocument/2006/relationships/customXml" Target="../ink/ink885.xml"/><Relationship Id="rId185" Type="http://schemas.openxmlformats.org/officeDocument/2006/relationships/customXml" Target="../ink/ink886.xml"/><Relationship Id="rId186" Type="http://schemas.openxmlformats.org/officeDocument/2006/relationships/customXml" Target="../ink/ink887.xml"/><Relationship Id="rId187" Type="http://schemas.openxmlformats.org/officeDocument/2006/relationships/customXml" Target="../ink/ink888.xml"/><Relationship Id="rId188" Type="http://schemas.openxmlformats.org/officeDocument/2006/relationships/customXml" Target="../ink/ink889.xml"/><Relationship Id="rId189" Type="http://schemas.openxmlformats.org/officeDocument/2006/relationships/customXml" Target="../ink/ink890.xml"/><Relationship Id="rId190" Type="http://schemas.openxmlformats.org/officeDocument/2006/relationships/customXml" Target="../ink/ink891.xml"/><Relationship Id="rId191" Type="http://schemas.openxmlformats.org/officeDocument/2006/relationships/customXml" Target="../ink/ink892.xml"/><Relationship Id="rId192" Type="http://schemas.openxmlformats.org/officeDocument/2006/relationships/customXml" Target="../ink/ink893.xml"/><Relationship Id="rId193" Type="http://schemas.openxmlformats.org/officeDocument/2006/relationships/customXml" Target="../ink/ink894.xml"/><Relationship Id="rId194" Type="http://schemas.openxmlformats.org/officeDocument/2006/relationships/customXml" Target="../ink/ink895.xml"/><Relationship Id="rId195" Type="http://schemas.openxmlformats.org/officeDocument/2006/relationships/customXml" Target="../ink/ink896.xml"/><Relationship Id="rId196" Type="http://schemas.openxmlformats.org/officeDocument/2006/relationships/customXml" Target="../ink/ink897.xml"/><Relationship Id="rId197" Type="http://schemas.openxmlformats.org/officeDocument/2006/relationships/customXml" Target="../ink/ink898.xml"/><Relationship Id="rId198" Type="http://schemas.openxmlformats.org/officeDocument/2006/relationships/customXml" Target="../ink/ink899.xml"/><Relationship Id="rId199" Type="http://schemas.openxmlformats.org/officeDocument/2006/relationships/customXml" Target="../ink/ink900.xml"/><Relationship Id="rId200" Type="http://schemas.openxmlformats.org/officeDocument/2006/relationships/customXml" Target="../ink/ink901.xml"/><Relationship Id="rId201" Type="http://schemas.openxmlformats.org/officeDocument/2006/relationships/customXml" Target="../ink/ink902.xml"/><Relationship Id="rId202" Type="http://schemas.openxmlformats.org/officeDocument/2006/relationships/customXml" Target="../ink/ink903.xml"/><Relationship Id="rId203" Type="http://schemas.openxmlformats.org/officeDocument/2006/relationships/customXml" Target="../ink/ink904.xml"/><Relationship Id="rId204" Type="http://schemas.openxmlformats.org/officeDocument/2006/relationships/customXml" Target="../ink/ink905.xml"/><Relationship Id="rId205" Type="http://schemas.openxmlformats.org/officeDocument/2006/relationships/customXml" Target="../ink/ink906.xml"/><Relationship Id="rId206" Type="http://schemas.openxmlformats.org/officeDocument/2006/relationships/customXml" Target="../ink/ink907.xml"/><Relationship Id="rId207" Type="http://schemas.openxmlformats.org/officeDocument/2006/relationships/customXml" Target="../ink/ink908.xml"/><Relationship Id="rId208" Type="http://schemas.openxmlformats.org/officeDocument/2006/relationships/customXml" Target="../ink/ink909.xml"/><Relationship Id="rId209" Type="http://schemas.openxmlformats.org/officeDocument/2006/relationships/customXml" Target="../ink/ink910.xml"/><Relationship Id="rId210" Type="http://schemas.openxmlformats.org/officeDocument/2006/relationships/customXml" Target="../ink/ink911.xml"/><Relationship Id="rId211" Type="http://schemas.openxmlformats.org/officeDocument/2006/relationships/customXml" Target="../ink/ink912.xml"/><Relationship Id="rId212" Type="http://schemas.openxmlformats.org/officeDocument/2006/relationships/customXml" Target="../ink/ink913.xml"/><Relationship Id="rId213" Type="http://schemas.openxmlformats.org/officeDocument/2006/relationships/customXml" Target="../ink/ink914.xml"/><Relationship Id="rId214" Type="http://schemas.openxmlformats.org/officeDocument/2006/relationships/customXml" Target="../ink/ink915.xml"/><Relationship Id="rId215" Type="http://schemas.openxmlformats.org/officeDocument/2006/relationships/customXml" Target="../ink/ink916.xml"/><Relationship Id="rId216" Type="http://schemas.openxmlformats.org/officeDocument/2006/relationships/customXml" Target="../ink/ink917.xml"/><Relationship Id="rId217" Type="http://schemas.openxmlformats.org/officeDocument/2006/relationships/customXml" Target="../ink/ink918.xml"/><Relationship Id="rId218" Type="http://schemas.openxmlformats.org/officeDocument/2006/relationships/customXml" Target="../ink/ink919.xml"/><Relationship Id="rId219" Type="http://schemas.openxmlformats.org/officeDocument/2006/relationships/customXml" Target="../ink/ink920.xml"/><Relationship Id="rId220" Type="http://schemas.openxmlformats.org/officeDocument/2006/relationships/customXml" Target="../ink/ink921.xml"/><Relationship Id="rId221" Type="http://schemas.openxmlformats.org/officeDocument/2006/relationships/customXml" Target="../ink/ink922.xml"/><Relationship Id="rId222" Type="http://schemas.openxmlformats.org/officeDocument/2006/relationships/customXml" Target="../ink/ink923.xml"/><Relationship Id="rId223" Type="http://schemas.openxmlformats.org/officeDocument/2006/relationships/customXml" Target="../ink/ink924.xml"/><Relationship Id="rId224" Type="http://schemas.openxmlformats.org/officeDocument/2006/relationships/customXml" Target="../ink/ink925.xml"/><Relationship Id="rId225" Type="http://schemas.openxmlformats.org/officeDocument/2006/relationships/customXml" Target="../ink/ink926.xml"/><Relationship Id="rId226" Type="http://schemas.openxmlformats.org/officeDocument/2006/relationships/customXml" Target="../ink/ink960.xml"/><Relationship Id="rId227" Type="http://schemas.openxmlformats.org/officeDocument/2006/relationships/customXml" Target="../ink/ink961.xml"/><Relationship Id="rId228" Type="http://schemas.openxmlformats.org/officeDocument/2006/relationships/customXml" Target="../ink/ink962.xml"/><Relationship Id="rId229" Type="http://schemas.openxmlformats.org/officeDocument/2006/relationships/customXml" Target="../ink/ink963.xml"/><Relationship Id="rId230" Type="http://schemas.openxmlformats.org/officeDocument/2006/relationships/customXml" Target="../ink/ink964.xml"/><Relationship Id="rId231" Type="http://schemas.openxmlformats.org/officeDocument/2006/relationships/customXml" Target="../ink/ink965.xml"/><Relationship Id="rId232" Type="http://schemas.openxmlformats.org/officeDocument/2006/relationships/customXml" Target="../ink/ink966.xml"/><Relationship Id="rId233" Type="http://schemas.openxmlformats.org/officeDocument/2006/relationships/customXml" Target="../ink/ink967.xml"/><Relationship Id="rId234" Type="http://schemas.openxmlformats.org/officeDocument/2006/relationships/customXml" Target="../ink/ink968.xml"/><Relationship Id="rId235" Type="http://schemas.openxmlformats.org/officeDocument/2006/relationships/customXml" Target="../ink/ink969.xml"/><Relationship Id="rId236" Type="http://schemas.openxmlformats.org/officeDocument/2006/relationships/customXml" Target="../ink/ink970.xml"/><Relationship Id="rId237" Type="http://schemas.openxmlformats.org/officeDocument/2006/relationships/customXml" Target="../ink/ink971.xml"/><Relationship Id="rId238" Type="http://schemas.openxmlformats.org/officeDocument/2006/relationships/customXml" Target="../ink/ink972.xml"/><Relationship Id="rId239" Type="http://schemas.openxmlformats.org/officeDocument/2006/relationships/customXml" Target="../ink/ink973.xml"/><Relationship Id="rId240" Type="http://schemas.openxmlformats.org/officeDocument/2006/relationships/customXml" Target="../ink/ink974.xml"/><Relationship Id="rId241" Type="http://schemas.openxmlformats.org/officeDocument/2006/relationships/customXml" Target="../ink/ink975.xml"/><Relationship Id="rId242" Type="http://schemas.openxmlformats.org/officeDocument/2006/relationships/customXml" Target="../ink/ink976.xml"/><Relationship Id="rId243" Type="http://schemas.openxmlformats.org/officeDocument/2006/relationships/customXml" Target="../ink/ink977.xml"/><Relationship Id="rId244" Type="http://schemas.openxmlformats.org/officeDocument/2006/relationships/customXml" Target="../ink/ink978.xml"/><Relationship Id="rId245" Type="http://schemas.openxmlformats.org/officeDocument/2006/relationships/customXml" Target="../ink/ink979.xml"/><Relationship Id="rId246"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image" Target="../media/image78.png"/><Relationship Id="rId8" Type="http://schemas.openxmlformats.org/officeDocument/2006/relationships/image" Target="../media/image79.png"/><Relationship Id="rId9" Type="http://schemas.openxmlformats.org/officeDocument/2006/relationships/image" Target="../media/image80.png"/><Relationship Id="rId10" Type="http://schemas.openxmlformats.org/officeDocument/2006/relationships/image" Target="../media/image81.png"/><Relationship Id="rId11" Type="http://schemas.openxmlformats.org/officeDocument/2006/relationships/image" Target="../media/image82.png"/><Relationship Id="rId12" Type="http://schemas.openxmlformats.org/officeDocument/2006/relationships/image" Target="../media/image83.png"/><Relationship Id="rId13" Type="http://schemas.openxmlformats.org/officeDocument/2006/relationships/image" Target="../media/image84.png"/><Relationship Id="rId14" Type="http://schemas.openxmlformats.org/officeDocument/2006/relationships/image" Target="../media/image85.png"/><Relationship Id="rId15" Type="http://schemas.openxmlformats.org/officeDocument/2006/relationships/image" Target="../media/image86.png"/><Relationship Id="rId16" Type="http://schemas.openxmlformats.org/officeDocument/2006/relationships/customXml" Target="../ink/ink927.xml"/><Relationship Id="rId17" Type="http://schemas.openxmlformats.org/officeDocument/2006/relationships/customXml" Target="../ink/ink928.xml"/><Relationship Id="rId18" Type="http://schemas.openxmlformats.org/officeDocument/2006/relationships/customXml" Target="../ink/ink929.xml"/><Relationship Id="rId19" Type="http://schemas.openxmlformats.org/officeDocument/2006/relationships/customXml" Target="../ink/ink930.xml"/><Relationship Id="rId20" Type="http://schemas.openxmlformats.org/officeDocument/2006/relationships/customXml" Target="../ink/ink931.xml"/><Relationship Id="rId21" Type="http://schemas.openxmlformats.org/officeDocument/2006/relationships/customXml" Target="../ink/ink932.xml"/><Relationship Id="rId22" Type="http://schemas.openxmlformats.org/officeDocument/2006/relationships/customXml" Target="../ink/ink933.xml"/><Relationship Id="rId23" Type="http://schemas.openxmlformats.org/officeDocument/2006/relationships/customXml" Target="../ink/ink934.xml"/><Relationship Id="rId24" Type="http://schemas.openxmlformats.org/officeDocument/2006/relationships/customXml" Target="../ink/ink935.xml"/><Relationship Id="rId25" Type="http://schemas.openxmlformats.org/officeDocument/2006/relationships/customXml" Target="../ink/ink938.xml"/><Relationship Id="rId26" Type="http://schemas.openxmlformats.org/officeDocument/2006/relationships/customXml" Target="../ink/ink939.xml"/><Relationship Id="rId27" Type="http://schemas.openxmlformats.org/officeDocument/2006/relationships/customXml" Target="../ink/ink940.xml"/><Relationship Id="rId28" Type="http://schemas.openxmlformats.org/officeDocument/2006/relationships/customXml" Target="../ink/ink941.xml"/><Relationship Id="rId29" Type="http://schemas.openxmlformats.org/officeDocument/2006/relationships/customXml" Target="../ink/ink943.xml"/><Relationship Id="rId30" Type="http://schemas.openxmlformats.org/officeDocument/2006/relationships/customXml" Target="../ink/ink944.xml"/><Relationship Id="rId31" Type="http://schemas.openxmlformats.org/officeDocument/2006/relationships/customXml" Target="../ink/ink945.xml"/><Relationship Id="rId32" Type="http://schemas.openxmlformats.org/officeDocument/2006/relationships/customXml" Target="../ink/ink946.xml"/><Relationship Id="rId33" Type="http://schemas.openxmlformats.org/officeDocument/2006/relationships/customXml" Target="../ink/ink947.xml"/><Relationship Id="rId34" Type="http://schemas.openxmlformats.org/officeDocument/2006/relationships/customXml" Target="../ink/ink948.xml"/><Relationship Id="rId35" Type="http://schemas.openxmlformats.org/officeDocument/2006/relationships/customXml" Target="../ink/ink949.xml"/><Relationship Id="rId36" Type="http://schemas.openxmlformats.org/officeDocument/2006/relationships/customXml" Target="../ink/ink950.xml"/><Relationship Id="rId37" Type="http://schemas.openxmlformats.org/officeDocument/2006/relationships/customXml" Target="../ink/ink951.xml"/><Relationship Id="rId38" Type="http://schemas.openxmlformats.org/officeDocument/2006/relationships/customXml" Target="../ink/ink952.xml"/><Relationship Id="rId39" Type="http://schemas.openxmlformats.org/officeDocument/2006/relationships/customXml" Target="../ink/ink953.xml"/><Relationship Id="rId40" Type="http://schemas.openxmlformats.org/officeDocument/2006/relationships/customXml" Target="../ink/ink954.xml"/><Relationship Id="rId41" Type="http://schemas.openxmlformats.org/officeDocument/2006/relationships/customXml" Target="../ink/ink955.xml"/><Relationship Id="rId42" Type="http://schemas.openxmlformats.org/officeDocument/2006/relationships/customXml" Target="../ink/ink956.xml"/><Relationship Id="rId43" Type="http://schemas.openxmlformats.org/officeDocument/2006/relationships/customXml" Target="../ink/ink957.xml"/><Relationship Id="rId44" Type="http://schemas.openxmlformats.org/officeDocument/2006/relationships/customXml" Target="../ink/ink958.xml"/><Relationship Id="rId45" Type="http://schemas.openxmlformats.org/officeDocument/2006/relationships/customXml" Target="../ink/ink959.xml"/><Relationship Id="rId46" Type="http://schemas.openxmlformats.org/officeDocument/2006/relationships/customXml" Target="../ink/ink980.xml"/><Relationship Id="rId47" Type="http://schemas.openxmlformats.org/officeDocument/2006/relationships/customXml" Target="../ink/ink981.xml"/><Relationship Id="rId48" Type="http://schemas.openxmlformats.org/officeDocument/2006/relationships/customXml" Target="../ink/ink982.xml"/><Relationship Id="rId49" Type="http://schemas.openxmlformats.org/officeDocument/2006/relationships/customXml" Target="../ink/ink983.xml"/><Relationship Id="rId50" Type="http://schemas.openxmlformats.org/officeDocument/2006/relationships/customXml" Target="../ink/ink984.xml"/><Relationship Id="rId51" Type="http://schemas.openxmlformats.org/officeDocument/2006/relationships/customXml" Target="../ink/ink985.xml"/><Relationship Id="rId52" Type="http://schemas.openxmlformats.org/officeDocument/2006/relationships/customXml" Target="../ink/ink986.xml"/><Relationship Id="rId53" Type="http://schemas.openxmlformats.org/officeDocument/2006/relationships/customXml" Target="../ink/ink987.xml"/><Relationship Id="rId54" Type="http://schemas.openxmlformats.org/officeDocument/2006/relationships/customXml" Target="../ink/ink988.xml"/><Relationship Id="rId55" Type="http://schemas.openxmlformats.org/officeDocument/2006/relationships/customXml" Target="../ink/ink989.xml"/><Relationship Id="rId56" Type="http://schemas.openxmlformats.org/officeDocument/2006/relationships/customXml" Target="../ink/ink990.xml"/><Relationship Id="rId57" Type="http://schemas.openxmlformats.org/officeDocument/2006/relationships/customXml" Target="../ink/ink991.xml"/><Relationship Id="rId58" Type="http://schemas.openxmlformats.org/officeDocument/2006/relationships/customXml" Target="../ink/ink992.xml"/><Relationship Id="rId59" Type="http://schemas.openxmlformats.org/officeDocument/2006/relationships/customXml" Target="../ink/ink993.xml"/><Relationship Id="rId60" Type="http://schemas.openxmlformats.org/officeDocument/2006/relationships/customXml" Target="../ink/ink994.xml"/><Relationship Id="rId61" Type="http://schemas.openxmlformats.org/officeDocument/2006/relationships/customXml" Target="../ink/ink995.xml"/><Relationship Id="rId62" Type="http://schemas.openxmlformats.org/officeDocument/2006/relationships/customXml" Target="../ink/ink996.xml"/><Relationship Id="rId63" Type="http://schemas.openxmlformats.org/officeDocument/2006/relationships/customXml" Target="../ink/ink997.xml"/><Relationship Id="rId64" Type="http://schemas.openxmlformats.org/officeDocument/2006/relationships/customXml" Target="../ink/ink998.xml"/><Relationship Id="rId65" Type="http://schemas.openxmlformats.org/officeDocument/2006/relationships/customXml" Target="../ink/ink999.xml"/><Relationship Id="rId66" Type="http://schemas.openxmlformats.org/officeDocument/2006/relationships/customXml" Target="../ink/ink1000.xml"/><Relationship Id="rId67" Type="http://schemas.openxmlformats.org/officeDocument/2006/relationships/customXml" Target="../ink/ink1001.xml"/><Relationship Id="rId68" Type="http://schemas.openxmlformats.org/officeDocument/2006/relationships/customXml" Target="../ink/ink1002.xml"/><Relationship Id="rId69" Type="http://schemas.openxmlformats.org/officeDocument/2006/relationships/customXml" Target="../ink/ink1003.xml"/><Relationship Id="rId70" Type="http://schemas.openxmlformats.org/officeDocument/2006/relationships/customXml" Target="../ink/ink1004.xml"/><Relationship Id="rId71" Type="http://schemas.openxmlformats.org/officeDocument/2006/relationships/customXml" Target="../ink/ink1005.xml"/><Relationship Id="rId72" Type="http://schemas.openxmlformats.org/officeDocument/2006/relationships/customXml" Target="../ink/ink1006.xml"/><Relationship Id="rId73" Type="http://schemas.openxmlformats.org/officeDocument/2006/relationships/customXml" Target="../ink/ink1007.xml"/><Relationship Id="rId74" Type="http://schemas.openxmlformats.org/officeDocument/2006/relationships/customXml" Target="../ink/ink1008.xml"/><Relationship Id="rId75" Type="http://schemas.openxmlformats.org/officeDocument/2006/relationships/customXml" Target="../ink/ink1009.xml"/><Relationship Id="rId76" Type="http://schemas.openxmlformats.org/officeDocument/2006/relationships/customXml" Target="../ink/ink1010.xml"/><Relationship Id="rId77" Type="http://schemas.openxmlformats.org/officeDocument/2006/relationships/customXml" Target="../ink/ink1011.xml"/><Relationship Id="rId78" Type="http://schemas.openxmlformats.org/officeDocument/2006/relationships/customXml" Target="../ink/ink1012.xml"/><Relationship Id="rId79" Type="http://schemas.openxmlformats.org/officeDocument/2006/relationships/customXml" Target="../ink/ink1013.xml"/><Relationship Id="rId80" Type="http://schemas.openxmlformats.org/officeDocument/2006/relationships/customXml" Target="../ink/ink1014.xml"/><Relationship Id="rId81" Type="http://schemas.openxmlformats.org/officeDocument/2006/relationships/customXml" Target="../ink/ink1015.xml"/><Relationship Id="rId82" Type="http://schemas.openxmlformats.org/officeDocument/2006/relationships/customXml" Target="../ink/ink1016.xml"/><Relationship Id="rId83" Type="http://schemas.openxmlformats.org/officeDocument/2006/relationships/customXml" Target="../ink/ink1017.xml"/><Relationship Id="rId84" Type="http://schemas.openxmlformats.org/officeDocument/2006/relationships/customXml" Target="../ink/ink1018.xml"/><Relationship Id="rId85" Type="http://schemas.openxmlformats.org/officeDocument/2006/relationships/customXml" Target="../ink/ink1019.xml"/><Relationship Id="rId86" Type="http://schemas.openxmlformats.org/officeDocument/2006/relationships/customXml" Target="../ink/ink1020.xml"/><Relationship Id="rId87" Type="http://schemas.openxmlformats.org/officeDocument/2006/relationships/customXml" Target="../ink/ink1021.xml"/><Relationship Id="rId88" Type="http://schemas.openxmlformats.org/officeDocument/2006/relationships/customXml" Target="../ink/ink1022.xml"/><Relationship Id="rId89" Type="http://schemas.openxmlformats.org/officeDocument/2006/relationships/customXml" Target="../ink/ink1023.xml"/><Relationship Id="rId90" Type="http://schemas.openxmlformats.org/officeDocument/2006/relationships/customXml" Target="../ink/ink1024.xml"/><Relationship Id="rId91" Type="http://schemas.openxmlformats.org/officeDocument/2006/relationships/customXml" Target="../ink/ink1025.xml"/><Relationship Id="rId92" Type="http://schemas.openxmlformats.org/officeDocument/2006/relationships/customXml" Target="../ink/ink1026.xml"/><Relationship Id="rId93" Type="http://schemas.openxmlformats.org/officeDocument/2006/relationships/customXml" Target="../ink/ink1027.xml"/><Relationship Id="rId94" Type="http://schemas.openxmlformats.org/officeDocument/2006/relationships/customXml" Target="../ink/ink1028.xml"/><Relationship Id="rId95" Type="http://schemas.openxmlformats.org/officeDocument/2006/relationships/customXml" Target="../ink/ink1029.xml"/><Relationship Id="rId96" Type="http://schemas.openxmlformats.org/officeDocument/2006/relationships/customXml" Target="../ink/ink1030.xml"/><Relationship Id="rId97" Type="http://schemas.openxmlformats.org/officeDocument/2006/relationships/customXml" Target="../ink/ink1031.xml"/><Relationship Id="rId98" Type="http://schemas.openxmlformats.org/officeDocument/2006/relationships/customXml" Target="../ink/ink1032.xml"/><Relationship Id="rId99" Type="http://schemas.openxmlformats.org/officeDocument/2006/relationships/customXml" Target="../ink/ink1033.xml"/><Relationship Id="rId100" Type="http://schemas.openxmlformats.org/officeDocument/2006/relationships/customXml" Target="../ink/ink1034.xml"/><Relationship Id="rId101" Type="http://schemas.openxmlformats.org/officeDocument/2006/relationships/customXml" Target="../ink/ink1035.xml"/><Relationship Id="rId102" Type="http://schemas.openxmlformats.org/officeDocument/2006/relationships/customXml" Target="../ink/ink1036.xml"/><Relationship Id="rId103" Type="http://schemas.openxmlformats.org/officeDocument/2006/relationships/customXml" Target="../ink/ink1037.xml"/><Relationship Id="rId104" Type="http://schemas.openxmlformats.org/officeDocument/2006/relationships/customXml" Target="../ink/ink1038.xml"/><Relationship Id="rId105" Type="http://schemas.openxmlformats.org/officeDocument/2006/relationships/customXml" Target="../ink/ink1039.xml"/><Relationship Id="rId106" Type="http://schemas.openxmlformats.org/officeDocument/2006/relationships/customXml" Target="../ink/ink1040.xml"/><Relationship Id="rId107" Type="http://schemas.openxmlformats.org/officeDocument/2006/relationships/customXml" Target="../ink/ink1041.xml"/><Relationship Id="rId108" Type="http://schemas.openxmlformats.org/officeDocument/2006/relationships/customXml" Target="../ink/ink1042.xml"/><Relationship Id="rId109" Type="http://schemas.openxmlformats.org/officeDocument/2006/relationships/customXml" Target="../ink/ink1043.xml"/><Relationship Id="rId110" Type="http://schemas.openxmlformats.org/officeDocument/2006/relationships/customXml" Target="../ink/ink1044.xml"/><Relationship Id="rId111" Type="http://schemas.openxmlformats.org/officeDocument/2006/relationships/customXml" Target="../ink/ink1045.xml"/><Relationship Id="rId112" Type="http://schemas.openxmlformats.org/officeDocument/2006/relationships/customXml" Target="../ink/ink1046.xml"/><Relationship Id="rId113" Type="http://schemas.openxmlformats.org/officeDocument/2006/relationships/customXml" Target="../ink/ink1047.xml"/><Relationship Id="rId11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customXml" Target="../ink/ink1048.xml"/><Relationship Id="rId4" Type="http://schemas.openxmlformats.org/officeDocument/2006/relationships/customXml" Target="../ink/ink1049.xml"/><Relationship Id="rId5"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customXml" Target="../ink/ink1050.xml"/><Relationship Id="rId2" Type="http://schemas.openxmlformats.org/officeDocument/2006/relationships/customXml" Target="../ink/ink1051.xml"/><Relationship Id="rId3" Type="http://schemas.openxmlformats.org/officeDocument/2006/relationships/customXml" Target="../ink/ink1052.xml"/><Relationship Id="rId4" Type="http://schemas.openxmlformats.org/officeDocument/2006/relationships/customXml" Target="../ink/ink1053.xml"/><Relationship Id="rId5" Type="http://schemas.openxmlformats.org/officeDocument/2006/relationships/customXml" Target="../ink/ink1054.xml"/><Relationship Id="rId6" Type="http://schemas.openxmlformats.org/officeDocument/2006/relationships/customXml" Target="../ink/ink1055.xml"/><Relationship Id="rId7" Type="http://schemas.openxmlformats.org/officeDocument/2006/relationships/customXml" Target="../ink/ink1056.xml"/><Relationship Id="rId8" Type="http://schemas.openxmlformats.org/officeDocument/2006/relationships/customXml" Target="../ink/ink1057.xml"/><Relationship Id="rId9" Type="http://schemas.openxmlformats.org/officeDocument/2006/relationships/customXml" Target="../ink/ink1058.xml"/><Relationship Id="rId10" Type="http://schemas.openxmlformats.org/officeDocument/2006/relationships/customXml" Target="../ink/ink1059.xml"/><Relationship Id="rId11" Type="http://schemas.openxmlformats.org/officeDocument/2006/relationships/customXml" Target="../ink/ink1060.xml"/><Relationship Id="rId12" Type="http://schemas.openxmlformats.org/officeDocument/2006/relationships/customXml" Target="../ink/ink1061.xml"/><Relationship Id="rId13" Type="http://schemas.openxmlformats.org/officeDocument/2006/relationships/customXml" Target="../ink/ink1062.xml"/><Relationship Id="rId14" Type="http://schemas.openxmlformats.org/officeDocument/2006/relationships/customXml" Target="../ink/ink1063.xml"/><Relationship Id="rId15" Type="http://schemas.openxmlformats.org/officeDocument/2006/relationships/customXml" Target="../ink/ink1064.xml"/><Relationship Id="rId16" Type="http://schemas.openxmlformats.org/officeDocument/2006/relationships/customXml" Target="../ink/ink1065.xml"/><Relationship Id="rId17" Type="http://schemas.openxmlformats.org/officeDocument/2006/relationships/customXml" Target="../ink/ink1066.xml"/><Relationship Id="rId18" Type="http://schemas.openxmlformats.org/officeDocument/2006/relationships/customXml" Target="../ink/ink1067.xml"/><Relationship Id="rId19" Type="http://schemas.openxmlformats.org/officeDocument/2006/relationships/customXml" Target="../ink/ink1068.xml"/><Relationship Id="rId20" Type="http://schemas.openxmlformats.org/officeDocument/2006/relationships/customXml" Target="../ink/ink1069.xml"/><Relationship Id="rId21" Type="http://schemas.openxmlformats.org/officeDocument/2006/relationships/customXml" Target="../ink/ink1070.xml"/><Relationship Id="rId22" Type="http://schemas.openxmlformats.org/officeDocument/2006/relationships/customXml" Target="../ink/ink1071.xml"/><Relationship Id="rId23" Type="http://schemas.openxmlformats.org/officeDocument/2006/relationships/customXml" Target="../ink/ink1072.xml"/><Relationship Id="rId24" Type="http://schemas.openxmlformats.org/officeDocument/2006/relationships/customXml" Target="../ink/ink1073.xml"/><Relationship Id="rId25" Type="http://schemas.openxmlformats.org/officeDocument/2006/relationships/customXml" Target="../ink/ink1074.xml"/><Relationship Id="rId26" Type="http://schemas.openxmlformats.org/officeDocument/2006/relationships/customXml" Target="../ink/ink1075.xml"/><Relationship Id="rId27" Type="http://schemas.openxmlformats.org/officeDocument/2006/relationships/customXml" Target="../ink/ink1076.xml"/><Relationship Id="rId28" Type="http://schemas.openxmlformats.org/officeDocument/2006/relationships/customXml" Target="../ink/ink1077.xml"/><Relationship Id="rId29" Type="http://schemas.openxmlformats.org/officeDocument/2006/relationships/customXml" Target="../ink/ink1078.xml"/><Relationship Id="rId30" Type="http://schemas.openxmlformats.org/officeDocument/2006/relationships/customXml" Target="../ink/ink1079.xml"/><Relationship Id="rId31" Type="http://schemas.openxmlformats.org/officeDocument/2006/relationships/customXml" Target="../ink/ink1080.xml"/><Relationship Id="rId32" Type="http://schemas.openxmlformats.org/officeDocument/2006/relationships/customXml" Target="../ink/ink1081.xml"/><Relationship Id="rId33" Type="http://schemas.openxmlformats.org/officeDocument/2006/relationships/customXml" Target="../ink/ink1082.xml"/><Relationship Id="rId34" Type="http://schemas.openxmlformats.org/officeDocument/2006/relationships/customXml" Target="../ink/ink1083.xml"/><Relationship Id="rId35" Type="http://schemas.openxmlformats.org/officeDocument/2006/relationships/customXml" Target="../ink/ink1084.xml"/><Relationship Id="rId36" Type="http://schemas.openxmlformats.org/officeDocument/2006/relationships/customXml" Target="../ink/ink1085.xml"/><Relationship Id="rId37" Type="http://schemas.openxmlformats.org/officeDocument/2006/relationships/customXml" Target="../ink/ink1086.xml"/><Relationship Id="rId38" Type="http://schemas.openxmlformats.org/officeDocument/2006/relationships/customXml" Target="../ink/ink1087.xml"/><Relationship Id="rId39" Type="http://schemas.openxmlformats.org/officeDocument/2006/relationships/customXml" Target="../ink/ink1088.xml"/><Relationship Id="rId40" Type="http://schemas.openxmlformats.org/officeDocument/2006/relationships/customXml" Target="../ink/ink1089.xml"/><Relationship Id="rId41" Type="http://schemas.openxmlformats.org/officeDocument/2006/relationships/customXml" Target="../ink/ink1090.xml"/><Relationship Id="rId42" Type="http://schemas.openxmlformats.org/officeDocument/2006/relationships/customXml" Target="../ink/ink1091.xml"/><Relationship Id="rId43" Type="http://schemas.openxmlformats.org/officeDocument/2006/relationships/customXml" Target="../ink/ink1092.xml"/><Relationship Id="rId44" Type="http://schemas.openxmlformats.org/officeDocument/2006/relationships/customXml" Target="../ink/ink1093.xml"/><Relationship Id="rId45" Type="http://schemas.openxmlformats.org/officeDocument/2006/relationships/customXml" Target="../ink/ink1094.xml"/><Relationship Id="rId46" Type="http://schemas.openxmlformats.org/officeDocument/2006/relationships/customXml" Target="../ink/ink1095.xml"/><Relationship Id="rId47" Type="http://schemas.openxmlformats.org/officeDocument/2006/relationships/customXml" Target="../ink/ink1096.xml"/><Relationship Id="rId48" Type="http://schemas.openxmlformats.org/officeDocument/2006/relationships/customXml" Target="../ink/ink1103.xml"/><Relationship Id="rId49" Type="http://schemas.openxmlformats.org/officeDocument/2006/relationships/customXml" Target="../ink/ink1104.xml"/><Relationship Id="rId50" Type="http://schemas.openxmlformats.org/officeDocument/2006/relationships/customXml" Target="../ink/ink1105.xml"/><Relationship Id="rId51" Type="http://schemas.openxmlformats.org/officeDocument/2006/relationships/customXml" Target="../ink/ink1106.xml"/><Relationship Id="rId52" Type="http://schemas.openxmlformats.org/officeDocument/2006/relationships/customXml" Target="../ink/ink1107.xml"/><Relationship Id="rId53" Type="http://schemas.openxmlformats.org/officeDocument/2006/relationships/customXml" Target="../ink/ink1108.xml"/><Relationship Id="rId54" Type="http://schemas.openxmlformats.org/officeDocument/2006/relationships/customXml" Target="../ink/ink1109.xml"/><Relationship Id="rId55" Type="http://schemas.openxmlformats.org/officeDocument/2006/relationships/customXml" Target="../ink/ink1110.xml"/><Relationship Id="rId56" Type="http://schemas.openxmlformats.org/officeDocument/2006/relationships/customXml" Target="../ink/ink1111.xml"/><Relationship Id="rId57" Type="http://schemas.openxmlformats.org/officeDocument/2006/relationships/customXml" Target="../ink/ink1112.xml"/><Relationship Id="rId58" Type="http://schemas.openxmlformats.org/officeDocument/2006/relationships/customXml" Target="../ink/ink1113.xml"/><Relationship Id="rId59" Type="http://schemas.openxmlformats.org/officeDocument/2006/relationships/customXml" Target="../ink/ink1114.xml"/><Relationship Id="rId60" Type="http://schemas.openxmlformats.org/officeDocument/2006/relationships/customXml" Target="../ink/ink1115.xml"/><Relationship Id="rId61" Type="http://schemas.openxmlformats.org/officeDocument/2006/relationships/customXml" Target="../ink/ink1116.xml"/><Relationship Id="rId62" Type="http://schemas.openxmlformats.org/officeDocument/2006/relationships/customXml" Target="../ink/ink1117.xml"/><Relationship Id="rId63" Type="http://schemas.openxmlformats.org/officeDocument/2006/relationships/customXml" Target="../ink/ink1118.xml"/><Relationship Id="rId64" Type="http://schemas.openxmlformats.org/officeDocument/2006/relationships/customXml" Target="../ink/ink1119.xml"/><Relationship Id="rId65" Type="http://schemas.openxmlformats.org/officeDocument/2006/relationships/customXml" Target="../ink/ink1120.xml"/><Relationship Id="rId66" Type="http://schemas.openxmlformats.org/officeDocument/2006/relationships/customXml" Target="../ink/ink1121.xml"/><Relationship Id="rId67" Type="http://schemas.openxmlformats.org/officeDocument/2006/relationships/customXml" Target="../ink/ink1122.xml"/><Relationship Id="rId68" Type="http://schemas.openxmlformats.org/officeDocument/2006/relationships/customXml" Target="../ink/ink1123.xml"/><Relationship Id="rId69" Type="http://schemas.openxmlformats.org/officeDocument/2006/relationships/customXml" Target="../ink/ink1124.xml"/><Relationship Id="rId70" Type="http://schemas.openxmlformats.org/officeDocument/2006/relationships/customXml" Target="../ink/ink1125.xml"/><Relationship Id="rId71" Type="http://schemas.openxmlformats.org/officeDocument/2006/relationships/customXml" Target="../ink/ink1126.xml"/><Relationship Id="rId72" Type="http://schemas.openxmlformats.org/officeDocument/2006/relationships/customXml" Target="../ink/ink1127.xml"/><Relationship Id="rId73" Type="http://schemas.openxmlformats.org/officeDocument/2006/relationships/customXml" Target="../ink/ink1128.xml"/><Relationship Id="rId74" Type="http://schemas.openxmlformats.org/officeDocument/2006/relationships/customXml" Target="../ink/ink1129.xml"/><Relationship Id="rId75" Type="http://schemas.openxmlformats.org/officeDocument/2006/relationships/customXml" Target="../ink/ink1130.xml"/><Relationship Id="rId76" Type="http://schemas.openxmlformats.org/officeDocument/2006/relationships/customXml" Target="../ink/ink1131.xml"/><Relationship Id="rId77" Type="http://schemas.openxmlformats.org/officeDocument/2006/relationships/customXml" Target="../ink/ink1132.xml"/><Relationship Id="rId78" Type="http://schemas.openxmlformats.org/officeDocument/2006/relationships/customXml" Target="../ink/ink1133.xml"/><Relationship Id="rId79" Type="http://schemas.openxmlformats.org/officeDocument/2006/relationships/customXml" Target="../ink/ink1134.xml"/><Relationship Id="rId80" Type="http://schemas.openxmlformats.org/officeDocument/2006/relationships/customXml" Target="../ink/ink1135.xml"/><Relationship Id="rId81" Type="http://schemas.openxmlformats.org/officeDocument/2006/relationships/customXml" Target="../ink/ink1136.xml"/><Relationship Id="rId82" Type="http://schemas.openxmlformats.org/officeDocument/2006/relationships/customXml" Target="../ink/ink1137.xml"/><Relationship Id="rId83" Type="http://schemas.openxmlformats.org/officeDocument/2006/relationships/customXml" Target="../ink/ink1138.xml"/><Relationship Id="rId84" Type="http://schemas.openxmlformats.org/officeDocument/2006/relationships/customXml" Target="../ink/ink1139.xml"/><Relationship Id="rId85" Type="http://schemas.openxmlformats.org/officeDocument/2006/relationships/customXml" Target="../ink/ink1140.xml"/><Relationship Id="rId86" Type="http://schemas.openxmlformats.org/officeDocument/2006/relationships/customXml" Target="../ink/ink1141.xml"/><Relationship Id="rId87" Type="http://schemas.openxmlformats.org/officeDocument/2006/relationships/customXml" Target="../ink/ink1142.xml"/><Relationship Id="rId88" Type="http://schemas.openxmlformats.org/officeDocument/2006/relationships/customXml" Target="../ink/ink1143.xml"/><Relationship Id="rId89" Type="http://schemas.openxmlformats.org/officeDocument/2006/relationships/customXml" Target="../ink/ink1144.xml"/><Relationship Id="rId90" Type="http://schemas.openxmlformats.org/officeDocument/2006/relationships/customXml" Target="../ink/ink1145.xml"/><Relationship Id="rId91" Type="http://schemas.openxmlformats.org/officeDocument/2006/relationships/customXml" Target="../ink/ink1146.xml"/><Relationship Id="rId92" Type="http://schemas.openxmlformats.org/officeDocument/2006/relationships/customXml" Target="../ink/ink1147.xml"/><Relationship Id="rId93" Type="http://schemas.openxmlformats.org/officeDocument/2006/relationships/customXml" Target="../ink/ink1148.xml"/><Relationship Id="rId94" Type="http://schemas.openxmlformats.org/officeDocument/2006/relationships/customXml" Target="../ink/ink1149.xml"/><Relationship Id="rId95" Type="http://schemas.openxmlformats.org/officeDocument/2006/relationships/customXml" Target="../ink/ink1150.xml"/><Relationship Id="rId96" Type="http://schemas.openxmlformats.org/officeDocument/2006/relationships/customXml" Target="../ink/ink1151.xml"/><Relationship Id="rId97" Type="http://schemas.openxmlformats.org/officeDocument/2006/relationships/customXml" Target="../ink/ink1152.xml"/><Relationship Id="rId98" Type="http://schemas.openxmlformats.org/officeDocument/2006/relationships/customXml" Target="../ink/ink1153.xml"/><Relationship Id="rId99" Type="http://schemas.openxmlformats.org/officeDocument/2006/relationships/customXml" Target="../ink/ink1154.xml"/><Relationship Id="rId100" Type="http://schemas.openxmlformats.org/officeDocument/2006/relationships/customXml" Target="../ink/ink1155.xml"/><Relationship Id="rId101" Type="http://schemas.openxmlformats.org/officeDocument/2006/relationships/customXml" Target="../ink/ink1156.xml"/><Relationship Id="rId102" Type="http://schemas.openxmlformats.org/officeDocument/2006/relationships/customXml" Target="../ink/ink1157.xml"/><Relationship Id="rId103" Type="http://schemas.openxmlformats.org/officeDocument/2006/relationships/customXml" Target="../ink/ink1158.xml"/><Relationship Id="rId104" Type="http://schemas.openxmlformats.org/officeDocument/2006/relationships/customXml" Target="../ink/ink1159.xml"/><Relationship Id="rId105" Type="http://schemas.openxmlformats.org/officeDocument/2006/relationships/customXml" Target="../ink/ink1160.xml"/><Relationship Id="rId106" Type="http://schemas.openxmlformats.org/officeDocument/2006/relationships/customXml" Target="../ink/ink1161.xml"/><Relationship Id="rId107" Type="http://schemas.openxmlformats.org/officeDocument/2006/relationships/customXml" Target="../ink/ink1162.xml"/><Relationship Id="rId108" Type="http://schemas.openxmlformats.org/officeDocument/2006/relationships/customXml" Target="../ink/ink1163.xml"/><Relationship Id="rId109" Type="http://schemas.openxmlformats.org/officeDocument/2006/relationships/customXml" Target="../ink/ink1164.xml"/><Relationship Id="rId110" Type="http://schemas.openxmlformats.org/officeDocument/2006/relationships/customXml" Target="../ink/ink1165.xml"/><Relationship Id="rId111" Type="http://schemas.openxmlformats.org/officeDocument/2006/relationships/customXml" Target="../ink/ink1166.xml"/><Relationship Id="rId112" Type="http://schemas.openxmlformats.org/officeDocument/2006/relationships/customXml" Target="../ink/ink1167.xml"/><Relationship Id="rId113" Type="http://schemas.openxmlformats.org/officeDocument/2006/relationships/customXml" Target="../ink/ink1168.xml"/><Relationship Id="rId114" Type="http://schemas.openxmlformats.org/officeDocument/2006/relationships/customXml" Target="../ink/ink1169.xml"/><Relationship Id="rId115" Type="http://schemas.openxmlformats.org/officeDocument/2006/relationships/customXml" Target="../ink/ink1170.xml"/><Relationship Id="rId116" Type="http://schemas.openxmlformats.org/officeDocument/2006/relationships/customXml" Target="../ink/ink1171.xml"/><Relationship Id="rId117" Type="http://schemas.openxmlformats.org/officeDocument/2006/relationships/customXml" Target="../ink/ink1172.xml"/><Relationship Id="rId118" Type="http://schemas.openxmlformats.org/officeDocument/2006/relationships/customXml" Target="../ink/ink1173.xml"/><Relationship Id="rId119" Type="http://schemas.openxmlformats.org/officeDocument/2006/relationships/customXml" Target="../ink/ink1174.xml"/><Relationship Id="rId120" Type="http://schemas.openxmlformats.org/officeDocument/2006/relationships/customXml" Target="../ink/ink1175.xml"/><Relationship Id="rId121" Type="http://schemas.openxmlformats.org/officeDocument/2006/relationships/customXml" Target="../ink/ink1176.xml"/><Relationship Id="rId122" Type="http://schemas.openxmlformats.org/officeDocument/2006/relationships/customXml" Target="../ink/ink1177.xml"/><Relationship Id="rId123" Type="http://schemas.openxmlformats.org/officeDocument/2006/relationships/customXml" Target="../ink/ink1178.xml"/><Relationship Id="rId124" Type="http://schemas.openxmlformats.org/officeDocument/2006/relationships/customXml" Target="../ink/ink1179.xml"/><Relationship Id="rId125" Type="http://schemas.openxmlformats.org/officeDocument/2006/relationships/customXml" Target="../ink/ink1180.xml"/><Relationship Id="rId126" Type="http://schemas.openxmlformats.org/officeDocument/2006/relationships/customXml" Target="../ink/ink1181.xml"/><Relationship Id="rId127" Type="http://schemas.openxmlformats.org/officeDocument/2006/relationships/customXml" Target="../ink/ink1182.xml"/><Relationship Id="rId128" Type="http://schemas.openxmlformats.org/officeDocument/2006/relationships/customXml" Target="../ink/ink1183.xml"/><Relationship Id="rId129" Type="http://schemas.openxmlformats.org/officeDocument/2006/relationships/customXml" Target="../ink/ink1184.xml"/><Relationship Id="rId130" Type="http://schemas.openxmlformats.org/officeDocument/2006/relationships/customXml" Target="../ink/ink1185.xml"/><Relationship Id="rId131" Type="http://schemas.openxmlformats.org/officeDocument/2006/relationships/customXml" Target="../ink/ink1186.xml"/><Relationship Id="rId132" Type="http://schemas.openxmlformats.org/officeDocument/2006/relationships/customXml" Target="../ink/ink1187.xml"/><Relationship Id="rId133" Type="http://schemas.openxmlformats.org/officeDocument/2006/relationships/customXml" Target="../ink/ink1188.xml"/><Relationship Id="rId134" Type="http://schemas.openxmlformats.org/officeDocument/2006/relationships/customXml" Target="../ink/ink1189.xml"/><Relationship Id="rId135" Type="http://schemas.openxmlformats.org/officeDocument/2006/relationships/customXml" Target="../ink/ink1190.xml"/><Relationship Id="rId136" Type="http://schemas.openxmlformats.org/officeDocument/2006/relationships/customXml" Target="../ink/ink1191.xml"/><Relationship Id="rId137" Type="http://schemas.openxmlformats.org/officeDocument/2006/relationships/customXml" Target="../ink/ink1192.xml"/><Relationship Id="rId138" Type="http://schemas.openxmlformats.org/officeDocument/2006/relationships/customXml" Target="../ink/ink1193.xml"/><Relationship Id="rId139" Type="http://schemas.openxmlformats.org/officeDocument/2006/relationships/customXml" Target="../ink/ink1194.xml"/><Relationship Id="rId140" Type="http://schemas.openxmlformats.org/officeDocument/2006/relationships/customXml" Target="../ink/ink1195.xml"/><Relationship Id="rId141" Type="http://schemas.openxmlformats.org/officeDocument/2006/relationships/customXml" Target="../ink/ink1196.xml"/><Relationship Id="rId142" Type="http://schemas.openxmlformats.org/officeDocument/2006/relationships/customXml" Target="../ink/ink1197.xml"/><Relationship Id="rId143" Type="http://schemas.openxmlformats.org/officeDocument/2006/relationships/customXml" Target="../ink/ink1198.xml"/><Relationship Id="rId144" Type="http://schemas.openxmlformats.org/officeDocument/2006/relationships/customXml" Target="../ink/ink1199.xml"/><Relationship Id="rId145" Type="http://schemas.openxmlformats.org/officeDocument/2006/relationships/customXml" Target="../ink/ink1200.xml"/><Relationship Id="rId146" Type="http://schemas.openxmlformats.org/officeDocument/2006/relationships/customXml" Target="../ink/ink1201.xml"/><Relationship Id="rId147" Type="http://schemas.openxmlformats.org/officeDocument/2006/relationships/customXml" Target="../ink/ink1202.xml"/><Relationship Id="rId148" Type="http://schemas.openxmlformats.org/officeDocument/2006/relationships/customXml" Target="../ink/ink1203.xml"/><Relationship Id="rId149" Type="http://schemas.openxmlformats.org/officeDocument/2006/relationships/customXml" Target="../ink/ink1204.xml"/><Relationship Id="rId150" Type="http://schemas.openxmlformats.org/officeDocument/2006/relationships/customXml" Target="../ink/ink1205.xml"/><Relationship Id="rId151" Type="http://schemas.openxmlformats.org/officeDocument/2006/relationships/customXml" Target="../ink/ink1206.xml"/><Relationship Id="rId152" Type="http://schemas.openxmlformats.org/officeDocument/2006/relationships/customXml" Target="../ink/ink1207.xml"/><Relationship Id="rId153" Type="http://schemas.openxmlformats.org/officeDocument/2006/relationships/customXml" Target="../ink/ink1208.xml"/><Relationship Id="rId154" Type="http://schemas.openxmlformats.org/officeDocument/2006/relationships/customXml" Target="../ink/ink1209.xml"/><Relationship Id="rId155" Type="http://schemas.openxmlformats.org/officeDocument/2006/relationships/customXml" Target="../ink/ink1210.xml"/><Relationship Id="rId156" Type="http://schemas.openxmlformats.org/officeDocument/2006/relationships/customXml" Target="../ink/ink1211.xml"/><Relationship Id="rId157" Type="http://schemas.openxmlformats.org/officeDocument/2006/relationships/customXml" Target="../ink/ink1224.xml"/><Relationship Id="rId158" Type="http://schemas.openxmlformats.org/officeDocument/2006/relationships/customXml" Target="../ink/ink1225.xml"/><Relationship Id="rId159" Type="http://schemas.openxmlformats.org/officeDocument/2006/relationships/customXml" Target="../ink/ink1226.xml"/><Relationship Id="rId160" Type="http://schemas.openxmlformats.org/officeDocument/2006/relationships/customXml" Target="../ink/ink1227.xml"/><Relationship Id="rId161" Type="http://schemas.openxmlformats.org/officeDocument/2006/relationships/customXml" Target="../ink/ink1228.xml"/><Relationship Id="rId162" Type="http://schemas.openxmlformats.org/officeDocument/2006/relationships/customXml" Target="../ink/ink1229.xml"/><Relationship Id="rId163" Type="http://schemas.openxmlformats.org/officeDocument/2006/relationships/customXml" Target="../ink/ink1230.xml"/><Relationship Id="rId164" Type="http://schemas.openxmlformats.org/officeDocument/2006/relationships/customXml" Target="../ink/ink1231.xml"/><Relationship Id="rId165" Type="http://schemas.openxmlformats.org/officeDocument/2006/relationships/customXml" Target="../ink/ink1232.xml"/><Relationship Id="rId166" Type="http://schemas.openxmlformats.org/officeDocument/2006/relationships/customXml" Target="../ink/ink1233.xml"/><Relationship Id="rId167" Type="http://schemas.openxmlformats.org/officeDocument/2006/relationships/customXml" Target="../ink/ink1234.xml"/><Relationship Id="rId168" Type="http://schemas.openxmlformats.org/officeDocument/2006/relationships/customXml" Target="../ink/ink1235.xml"/><Relationship Id="rId169" Type="http://schemas.openxmlformats.org/officeDocument/2006/relationships/customXml" Target="../ink/ink1236.xml"/><Relationship Id="rId170" Type="http://schemas.openxmlformats.org/officeDocument/2006/relationships/customXml" Target="../ink/ink1237.xml"/><Relationship Id="rId171" Type="http://schemas.openxmlformats.org/officeDocument/2006/relationships/customXml" Target="../ink/ink1238.xml"/><Relationship Id="rId172" Type="http://schemas.openxmlformats.org/officeDocument/2006/relationships/customXml" Target="../ink/ink1239.xml"/><Relationship Id="rId173" Type="http://schemas.openxmlformats.org/officeDocument/2006/relationships/customXml" Target="../ink/ink1240.xml"/><Relationship Id="rId174" Type="http://schemas.openxmlformats.org/officeDocument/2006/relationships/customXml" Target="../ink/ink1241.xml"/><Relationship Id="rId175" Type="http://schemas.openxmlformats.org/officeDocument/2006/relationships/customXml" Target="../ink/ink1242.xml"/><Relationship Id="rId176" Type="http://schemas.openxmlformats.org/officeDocument/2006/relationships/customXml" Target="../ink/ink1243.xml"/><Relationship Id="rId177" Type="http://schemas.openxmlformats.org/officeDocument/2006/relationships/customXml" Target="../ink/ink1244.xml"/><Relationship Id="rId178" Type="http://schemas.openxmlformats.org/officeDocument/2006/relationships/customXml" Target="../ink/ink1245.xml"/><Relationship Id="rId179" Type="http://schemas.openxmlformats.org/officeDocument/2006/relationships/customXml" Target="../ink/ink1246.xml"/><Relationship Id="rId180" Type="http://schemas.openxmlformats.org/officeDocument/2006/relationships/customXml" Target="../ink/ink1247.xml"/><Relationship Id="rId181" Type="http://schemas.openxmlformats.org/officeDocument/2006/relationships/customXml" Target="../ink/ink1248.xml"/><Relationship Id="rId182" Type="http://schemas.openxmlformats.org/officeDocument/2006/relationships/customXml" Target="../ink/ink1249.xml"/><Relationship Id="rId183" Type="http://schemas.openxmlformats.org/officeDocument/2006/relationships/customXml" Target="../ink/ink1250.xml"/><Relationship Id="rId184" Type="http://schemas.openxmlformats.org/officeDocument/2006/relationships/customXml" Target="../ink/ink1251.xml"/><Relationship Id="rId185" Type="http://schemas.openxmlformats.org/officeDocument/2006/relationships/customXml" Target="../ink/ink1252.xml"/><Relationship Id="rId186" Type="http://schemas.openxmlformats.org/officeDocument/2006/relationships/customXml" Target="../ink/ink1253.xml"/><Relationship Id="rId187" Type="http://schemas.openxmlformats.org/officeDocument/2006/relationships/customXml" Target="../ink/ink1254.xml"/><Relationship Id="rId188" Type="http://schemas.openxmlformats.org/officeDocument/2006/relationships/customXml" Target="../ink/ink1255.xml"/><Relationship Id="rId189" Type="http://schemas.openxmlformats.org/officeDocument/2006/relationships/customXml" Target="../ink/ink1256.xml"/><Relationship Id="rId190" Type="http://schemas.openxmlformats.org/officeDocument/2006/relationships/customXml" Target="../ink/ink1257.xml"/><Relationship Id="rId191" Type="http://schemas.openxmlformats.org/officeDocument/2006/relationships/customXml" Target="../ink/ink1258.xml"/><Relationship Id="rId192" Type="http://schemas.openxmlformats.org/officeDocument/2006/relationships/customXml" Target="../ink/ink1259.xml"/><Relationship Id="rId193" Type="http://schemas.openxmlformats.org/officeDocument/2006/relationships/customXml" Target="../ink/ink1260.xml"/><Relationship Id="rId194" Type="http://schemas.openxmlformats.org/officeDocument/2006/relationships/customXml" Target="../ink/ink1261.xml"/><Relationship Id="rId195" Type="http://schemas.openxmlformats.org/officeDocument/2006/relationships/customXml" Target="../ink/ink1262.xml"/><Relationship Id="rId196" Type="http://schemas.openxmlformats.org/officeDocument/2006/relationships/customXml" Target="../ink/ink1263.xml"/><Relationship Id="rId197" Type="http://schemas.openxmlformats.org/officeDocument/2006/relationships/customXml" Target="../ink/ink1264.xml"/><Relationship Id="rId198" Type="http://schemas.openxmlformats.org/officeDocument/2006/relationships/customXml" Target="../ink/ink1265.xml"/><Relationship Id="rId199" Type="http://schemas.openxmlformats.org/officeDocument/2006/relationships/customXml" Target="../ink/ink1266.xml"/><Relationship Id="rId200"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customXml" Target="../ink/ink1267.xml"/><Relationship Id="rId2" Type="http://schemas.openxmlformats.org/officeDocument/2006/relationships/customXml" Target="../ink/ink1268.xml"/><Relationship Id="rId3" Type="http://schemas.openxmlformats.org/officeDocument/2006/relationships/customXml" Target="../ink/ink1269.xml"/><Relationship Id="rId4" Type="http://schemas.openxmlformats.org/officeDocument/2006/relationships/customXml" Target="../ink/ink1270.xml"/><Relationship Id="rId5" Type="http://schemas.openxmlformats.org/officeDocument/2006/relationships/customXml" Target="../ink/ink1271.xml"/><Relationship Id="rId6" Type="http://schemas.openxmlformats.org/officeDocument/2006/relationships/customXml" Target="../ink/ink1272.xml"/><Relationship Id="rId7" Type="http://schemas.openxmlformats.org/officeDocument/2006/relationships/customXml" Target="../ink/ink1273.xml"/><Relationship Id="rId8" Type="http://schemas.openxmlformats.org/officeDocument/2006/relationships/customXml" Target="../ink/ink1274.xml"/><Relationship Id="rId9" Type="http://schemas.openxmlformats.org/officeDocument/2006/relationships/customXml" Target="../ink/ink1275.xml"/><Relationship Id="rId10" Type="http://schemas.openxmlformats.org/officeDocument/2006/relationships/customXml" Target="../ink/ink1276.xml"/><Relationship Id="rId11" Type="http://schemas.openxmlformats.org/officeDocument/2006/relationships/customXml" Target="../ink/ink1277.xml"/><Relationship Id="rId12" Type="http://schemas.openxmlformats.org/officeDocument/2006/relationships/customXml" Target="../ink/ink1278.xml"/><Relationship Id="rId13" Type="http://schemas.openxmlformats.org/officeDocument/2006/relationships/customXml" Target="../ink/ink1279.xml"/><Relationship Id="rId14" Type="http://schemas.openxmlformats.org/officeDocument/2006/relationships/customXml" Target="../ink/ink1280.xml"/><Relationship Id="rId15" Type="http://schemas.openxmlformats.org/officeDocument/2006/relationships/customXml" Target="../ink/ink1281.xml"/><Relationship Id="rId16" Type="http://schemas.openxmlformats.org/officeDocument/2006/relationships/customXml" Target="../ink/ink1282.xml"/><Relationship Id="rId17" Type="http://schemas.openxmlformats.org/officeDocument/2006/relationships/customXml" Target="../ink/ink1283.xml"/><Relationship Id="rId18" Type="http://schemas.openxmlformats.org/officeDocument/2006/relationships/customXml" Target="../ink/ink1284.xml"/><Relationship Id="rId19" Type="http://schemas.openxmlformats.org/officeDocument/2006/relationships/customXml" Target="../ink/ink1285.xml"/><Relationship Id="rId20" Type="http://schemas.openxmlformats.org/officeDocument/2006/relationships/customXml" Target="../ink/ink1286.xml"/><Relationship Id="rId21" Type="http://schemas.openxmlformats.org/officeDocument/2006/relationships/customXml" Target="../ink/ink1287.xml"/><Relationship Id="rId22" Type="http://schemas.openxmlformats.org/officeDocument/2006/relationships/customXml" Target="../ink/ink1288.xml"/><Relationship Id="rId23" Type="http://schemas.openxmlformats.org/officeDocument/2006/relationships/customXml" Target="../ink/ink1289.xml"/><Relationship Id="rId24" Type="http://schemas.openxmlformats.org/officeDocument/2006/relationships/customXml" Target="../ink/ink1290.xml"/><Relationship Id="rId25" Type="http://schemas.openxmlformats.org/officeDocument/2006/relationships/customXml" Target="../ink/ink1291.xml"/><Relationship Id="rId26" Type="http://schemas.openxmlformats.org/officeDocument/2006/relationships/customXml" Target="../ink/ink1292.xml"/><Relationship Id="rId27" Type="http://schemas.openxmlformats.org/officeDocument/2006/relationships/customXml" Target="../ink/ink1293.xml"/><Relationship Id="rId28" Type="http://schemas.openxmlformats.org/officeDocument/2006/relationships/customXml" Target="../ink/ink1294.xml"/><Relationship Id="rId29" Type="http://schemas.openxmlformats.org/officeDocument/2006/relationships/customXml" Target="../ink/ink1295.xml"/><Relationship Id="rId30" Type="http://schemas.openxmlformats.org/officeDocument/2006/relationships/customXml" Target="../ink/ink1296.xml"/><Relationship Id="rId31" Type="http://schemas.openxmlformats.org/officeDocument/2006/relationships/customXml" Target="../ink/ink1297.xml"/><Relationship Id="rId32" Type="http://schemas.openxmlformats.org/officeDocument/2006/relationships/customXml" Target="../ink/ink1298.xml"/><Relationship Id="rId33" Type="http://schemas.openxmlformats.org/officeDocument/2006/relationships/customXml" Target="../ink/ink1299.xml"/><Relationship Id="rId34" Type="http://schemas.openxmlformats.org/officeDocument/2006/relationships/customXml" Target="../ink/ink1300.xml"/><Relationship Id="rId35" Type="http://schemas.openxmlformats.org/officeDocument/2006/relationships/customXml" Target="../ink/ink1301.xml"/><Relationship Id="rId36" Type="http://schemas.openxmlformats.org/officeDocument/2006/relationships/customXml" Target="../ink/ink1302.xml"/><Relationship Id="rId37" Type="http://schemas.openxmlformats.org/officeDocument/2006/relationships/customXml" Target="../ink/ink1303.xml"/><Relationship Id="rId38" Type="http://schemas.openxmlformats.org/officeDocument/2006/relationships/customXml" Target="../ink/ink1304.xml"/><Relationship Id="rId39" Type="http://schemas.openxmlformats.org/officeDocument/2006/relationships/customXml" Target="../ink/ink1305.xml"/><Relationship Id="rId40" Type="http://schemas.openxmlformats.org/officeDocument/2006/relationships/customXml" Target="../ink/ink1306.xml"/><Relationship Id="rId41" Type="http://schemas.openxmlformats.org/officeDocument/2006/relationships/customXml" Target="../ink/ink1307.xml"/><Relationship Id="rId42" Type="http://schemas.openxmlformats.org/officeDocument/2006/relationships/customXml" Target="../ink/ink1308.xml"/><Relationship Id="rId43" Type="http://schemas.openxmlformats.org/officeDocument/2006/relationships/customXml" Target="../ink/ink1309.xml"/><Relationship Id="rId44" Type="http://schemas.openxmlformats.org/officeDocument/2006/relationships/customXml" Target="../ink/ink1310.xml"/><Relationship Id="rId45" Type="http://schemas.openxmlformats.org/officeDocument/2006/relationships/customXml" Target="../ink/ink1311.xml"/><Relationship Id="rId46" Type="http://schemas.openxmlformats.org/officeDocument/2006/relationships/customXml" Target="../ink/ink1312.xml"/><Relationship Id="rId47" Type="http://schemas.openxmlformats.org/officeDocument/2006/relationships/customXml" Target="../ink/ink1313.xml"/><Relationship Id="rId48" Type="http://schemas.openxmlformats.org/officeDocument/2006/relationships/customXml" Target="../ink/ink1314.xml"/><Relationship Id="rId49" Type="http://schemas.openxmlformats.org/officeDocument/2006/relationships/customXml" Target="../ink/ink1315.xml"/><Relationship Id="rId50" Type="http://schemas.openxmlformats.org/officeDocument/2006/relationships/customXml" Target="../ink/ink1316.xml"/><Relationship Id="rId51" Type="http://schemas.openxmlformats.org/officeDocument/2006/relationships/customXml" Target="../ink/ink1317.xml"/><Relationship Id="rId52" Type="http://schemas.openxmlformats.org/officeDocument/2006/relationships/customXml" Target="../ink/ink1318.xml"/><Relationship Id="rId53" Type="http://schemas.openxmlformats.org/officeDocument/2006/relationships/customXml" Target="../ink/ink1319.xml"/><Relationship Id="rId54" Type="http://schemas.openxmlformats.org/officeDocument/2006/relationships/customXml" Target="../ink/ink1320.xml"/><Relationship Id="rId55" Type="http://schemas.openxmlformats.org/officeDocument/2006/relationships/customXml" Target="../ink/ink1321.xml"/><Relationship Id="rId56" Type="http://schemas.openxmlformats.org/officeDocument/2006/relationships/customXml" Target="../ink/ink1322.xml"/><Relationship Id="rId57" Type="http://schemas.openxmlformats.org/officeDocument/2006/relationships/customXml" Target="../ink/ink1323.xml"/><Relationship Id="rId58" Type="http://schemas.openxmlformats.org/officeDocument/2006/relationships/customXml" Target="../ink/ink1324.xml"/><Relationship Id="rId59" Type="http://schemas.openxmlformats.org/officeDocument/2006/relationships/customXml" Target="../ink/ink1325.xml"/><Relationship Id="rId60" Type="http://schemas.openxmlformats.org/officeDocument/2006/relationships/customXml" Target="../ink/ink1326.xml"/><Relationship Id="rId61" Type="http://schemas.openxmlformats.org/officeDocument/2006/relationships/customXml" Target="../ink/ink1327.xml"/><Relationship Id="rId62" Type="http://schemas.openxmlformats.org/officeDocument/2006/relationships/customXml" Target="../ink/ink1328.xml"/><Relationship Id="rId63" Type="http://schemas.openxmlformats.org/officeDocument/2006/relationships/customXml" Target="../ink/ink1329.xml"/><Relationship Id="rId64" Type="http://schemas.openxmlformats.org/officeDocument/2006/relationships/customXml" Target="../ink/ink1330.xml"/><Relationship Id="rId65" Type="http://schemas.openxmlformats.org/officeDocument/2006/relationships/customXml" Target="../ink/ink1331.xml"/><Relationship Id="rId66" Type="http://schemas.openxmlformats.org/officeDocument/2006/relationships/customXml" Target="../ink/ink1332.xml"/><Relationship Id="rId67" Type="http://schemas.openxmlformats.org/officeDocument/2006/relationships/customXml" Target="../ink/ink1333.xml"/><Relationship Id="rId68" Type="http://schemas.openxmlformats.org/officeDocument/2006/relationships/customXml" Target="../ink/ink1334.xml"/><Relationship Id="rId69" Type="http://schemas.openxmlformats.org/officeDocument/2006/relationships/customXml" Target="../ink/ink1335.xml"/><Relationship Id="rId70" Type="http://schemas.openxmlformats.org/officeDocument/2006/relationships/customXml" Target="../ink/ink1336.xml"/><Relationship Id="rId71" Type="http://schemas.openxmlformats.org/officeDocument/2006/relationships/customXml" Target="../ink/ink1337.xml"/><Relationship Id="rId72" Type="http://schemas.openxmlformats.org/officeDocument/2006/relationships/customXml" Target="../ink/ink1338.xml"/><Relationship Id="rId73" Type="http://schemas.openxmlformats.org/officeDocument/2006/relationships/customXml" Target="../ink/ink1339.xml"/><Relationship Id="rId74" Type="http://schemas.openxmlformats.org/officeDocument/2006/relationships/customXml" Target="../ink/ink1340.xml"/><Relationship Id="rId75" Type="http://schemas.openxmlformats.org/officeDocument/2006/relationships/customXml" Target="../ink/ink1341.xml"/><Relationship Id="rId76" Type="http://schemas.openxmlformats.org/officeDocument/2006/relationships/customXml" Target="../ink/ink1342.xml"/><Relationship Id="rId77" Type="http://schemas.openxmlformats.org/officeDocument/2006/relationships/customXml" Target="../ink/ink1343.xml"/><Relationship Id="rId78" Type="http://schemas.openxmlformats.org/officeDocument/2006/relationships/customXml" Target="../ink/ink1344.xml"/><Relationship Id="rId79" Type="http://schemas.openxmlformats.org/officeDocument/2006/relationships/customXml" Target="../ink/ink1345.xml"/><Relationship Id="rId80" Type="http://schemas.openxmlformats.org/officeDocument/2006/relationships/customXml" Target="../ink/ink1346.xml"/><Relationship Id="rId81" Type="http://schemas.openxmlformats.org/officeDocument/2006/relationships/customXml" Target="../ink/ink1347.xml"/><Relationship Id="rId82" Type="http://schemas.openxmlformats.org/officeDocument/2006/relationships/customXml" Target="../ink/ink1348.xml"/><Relationship Id="rId83" Type="http://schemas.openxmlformats.org/officeDocument/2006/relationships/customXml" Target="../ink/ink1349.xml"/><Relationship Id="rId84" Type="http://schemas.openxmlformats.org/officeDocument/2006/relationships/customXml" Target="../ink/ink1350.xml"/><Relationship Id="rId85" Type="http://schemas.openxmlformats.org/officeDocument/2006/relationships/customXml" Target="../ink/ink1351.xml"/><Relationship Id="rId86" Type="http://schemas.openxmlformats.org/officeDocument/2006/relationships/customXml" Target="../ink/ink1352.xml"/><Relationship Id="rId87" Type="http://schemas.openxmlformats.org/officeDocument/2006/relationships/customXml" Target="../ink/ink1353.xml"/><Relationship Id="rId88" Type="http://schemas.openxmlformats.org/officeDocument/2006/relationships/customXml" Target="../ink/ink1354.xml"/><Relationship Id="rId89" Type="http://schemas.openxmlformats.org/officeDocument/2006/relationships/customXml" Target="../ink/ink1355.xml"/><Relationship Id="rId90" Type="http://schemas.openxmlformats.org/officeDocument/2006/relationships/customXml" Target="../ink/ink1356.xml"/><Relationship Id="rId91" Type="http://schemas.openxmlformats.org/officeDocument/2006/relationships/customXml" Target="../ink/ink1357.xml"/><Relationship Id="rId92" Type="http://schemas.openxmlformats.org/officeDocument/2006/relationships/customXml" Target="../ink/ink1358.xml"/><Relationship Id="rId93" Type="http://schemas.openxmlformats.org/officeDocument/2006/relationships/customXml" Target="../ink/ink1359.xml"/><Relationship Id="rId94" Type="http://schemas.openxmlformats.org/officeDocument/2006/relationships/customXml" Target="../ink/ink1360.xml"/><Relationship Id="rId95" Type="http://schemas.openxmlformats.org/officeDocument/2006/relationships/customXml" Target="../ink/ink1361.xml"/><Relationship Id="rId96" Type="http://schemas.openxmlformats.org/officeDocument/2006/relationships/customXml" Target="../ink/ink1362.xml"/><Relationship Id="rId97" Type="http://schemas.openxmlformats.org/officeDocument/2006/relationships/customXml" Target="../ink/ink1363.xml"/><Relationship Id="rId98" Type="http://schemas.openxmlformats.org/officeDocument/2006/relationships/customXml" Target="../ink/ink1364.xml"/><Relationship Id="rId99" Type="http://schemas.openxmlformats.org/officeDocument/2006/relationships/customXml" Target="../ink/ink1365.xml"/><Relationship Id="rId100" Type="http://schemas.openxmlformats.org/officeDocument/2006/relationships/customXml" Target="../ink/ink1366.xml"/><Relationship Id="rId101" Type="http://schemas.openxmlformats.org/officeDocument/2006/relationships/customXml" Target="../ink/ink1367.xml"/><Relationship Id="rId102" Type="http://schemas.openxmlformats.org/officeDocument/2006/relationships/customXml" Target="../ink/ink1368.xml"/><Relationship Id="rId103" Type="http://schemas.openxmlformats.org/officeDocument/2006/relationships/customXml" Target="../ink/ink1369.xml"/><Relationship Id="rId104" Type="http://schemas.openxmlformats.org/officeDocument/2006/relationships/customXml" Target="../ink/ink1370.xml"/><Relationship Id="rId105" Type="http://schemas.openxmlformats.org/officeDocument/2006/relationships/customXml" Target="../ink/ink1371.xml"/><Relationship Id="rId106" Type="http://schemas.openxmlformats.org/officeDocument/2006/relationships/customXml" Target="../ink/ink1372.xml"/><Relationship Id="rId107" Type="http://schemas.openxmlformats.org/officeDocument/2006/relationships/customXml" Target="../ink/ink1373.xml"/><Relationship Id="rId108" Type="http://schemas.openxmlformats.org/officeDocument/2006/relationships/customXml" Target="../ink/ink1374.xml"/><Relationship Id="rId109" Type="http://schemas.openxmlformats.org/officeDocument/2006/relationships/customXml" Target="../ink/ink1375.xml"/><Relationship Id="rId110" Type="http://schemas.openxmlformats.org/officeDocument/2006/relationships/customXml" Target="../ink/ink1376.xml"/><Relationship Id="rId111" Type="http://schemas.openxmlformats.org/officeDocument/2006/relationships/customXml" Target="../ink/ink1377.xml"/><Relationship Id="rId112" Type="http://schemas.openxmlformats.org/officeDocument/2006/relationships/customXml" Target="../ink/ink1378.xml"/><Relationship Id="rId113" Type="http://schemas.openxmlformats.org/officeDocument/2006/relationships/customXml" Target="../ink/ink1379.xml"/><Relationship Id="rId114" Type="http://schemas.openxmlformats.org/officeDocument/2006/relationships/customXml" Target="../ink/ink1380.xml"/><Relationship Id="rId115" Type="http://schemas.openxmlformats.org/officeDocument/2006/relationships/customXml" Target="../ink/ink1381.xml"/><Relationship Id="rId116" Type="http://schemas.openxmlformats.org/officeDocument/2006/relationships/customXml" Target="../ink/ink1382.xml"/><Relationship Id="rId117" Type="http://schemas.openxmlformats.org/officeDocument/2006/relationships/customXml" Target="../ink/ink1383.xml"/><Relationship Id="rId118" Type="http://schemas.openxmlformats.org/officeDocument/2006/relationships/customXml" Target="../ink/ink1384.xml"/><Relationship Id="rId119" Type="http://schemas.openxmlformats.org/officeDocument/2006/relationships/customXml" Target="../ink/ink1385.xml"/><Relationship Id="rId120" Type="http://schemas.openxmlformats.org/officeDocument/2006/relationships/customXml" Target="../ink/ink1386.xml"/><Relationship Id="rId121" Type="http://schemas.openxmlformats.org/officeDocument/2006/relationships/customXml" Target="../ink/ink1387.xml"/><Relationship Id="rId122" Type="http://schemas.openxmlformats.org/officeDocument/2006/relationships/customXml" Target="../ink/ink1388.xml"/><Relationship Id="rId123" Type="http://schemas.openxmlformats.org/officeDocument/2006/relationships/customXml" Target="../ink/ink1389.xml"/><Relationship Id="rId124" Type="http://schemas.openxmlformats.org/officeDocument/2006/relationships/customXml" Target="../ink/ink1390.xml"/><Relationship Id="rId125" Type="http://schemas.openxmlformats.org/officeDocument/2006/relationships/customXml" Target="../ink/ink1391.xml"/><Relationship Id="rId126" Type="http://schemas.openxmlformats.org/officeDocument/2006/relationships/customXml" Target="../ink/ink1392.xml"/><Relationship Id="rId127" Type="http://schemas.openxmlformats.org/officeDocument/2006/relationships/customXml" Target="../ink/ink1393.xml"/><Relationship Id="rId128" Type="http://schemas.openxmlformats.org/officeDocument/2006/relationships/customXml" Target="../ink/ink1394.xml"/><Relationship Id="rId129" Type="http://schemas.openxmlformats.org/officeDocument/2006/relationships/customXml" Target="../ink/ink1395.xml"/><Relationship Id="rId130" Type="http://schemas.openxmlformats.org/officeDocument/2006/relationships/customXml" Target="../ink/ink1396.xml"/><Relationship Id="rId131" Type="http://schemas.openxmlformats.org/officeDocument/2006/relationships/customXml" Target="../ink/ink1397.xml"/><Relationship Id="rId132" Type="http://schemas.openxmlformats.org/officeDocument/2006/relationships/customXml" Target="../ink/ink1398.xml"/><Relationship Id="rId133" Type="http://schemas.openxmlformats.org/officeDocument/2006/relationships/customXml" Target="../ink/ink1399.xml"/><Relationship Id="rId134" Type="http://schemas.openxmlformats.org/officeDocument/2006/relationships/customXml" Target="../ink/ink1400.xml"/><Relationship Id="rId135" Type="http://schemas.openxmlformats.org/officeDocument/2006/relationships/customXml" Target="../ink/ink1401.xml"/><Relationship Id="rId136" Type="http://schemas.openxmlformats.org/officeDocument/2006/relationships/customXml" Target="../ink/ink1402.xml"/><Relationship Id="rId137" Type="http://schemas.openxmlformats.org/officeDocument/2006/relationships/customXml" Target="../ink/ink1403.xml"/><Relationship Id="rId138" Type="http://schemas.openxmlformats.org/officeDocument/2006/relationships/customXml" Target="../ink/ink1404.xml"/><Relationship Id="rId139" Type="http://schemas.openxmlformats.org/officeDocument/2006/relationships/customXml" Target="../ink/ink1405.xml"/><Relationship Id="rId140" Type="http://schemas.openxmlformats.org/officeDocument/2006/relationships/customXml" Target="../ink/ink1406.xml"/><Relationship Id="rId141" Type="http://schemas.openxmlformats.org/officeDocument/2006/relationships/customXml" Target="../ink/ink1407.xml"/><Relationship Id="rId142" Type="http://schemas.openxmlformats.org/officeDocument/2006/relationships/customXml" Target="../ink/ink1408.xml"/><Relationship Id="rId143" Type="http://schemas.openxmlformats.org/officeDocument/2006/relationships/customXml" Target="../ink/ink1409.xml"/><Relationship Id="rId144" Type="http://schemas.openxmlformats.org/officeDocument/2006/relationships/customXml" Target="../ink/ink1410.xml"/><Relationship Id="rId145" Type="http://schemas.openxmlformats.org/officeDocument/2006/relationships/customXml" Target="../ink/ink1411.xml"/><Relationship Id="rId146" Type="http://schemas.openxmlformats.org/officeDocument/2006/relationships/customXml" Target="../ink/ink1412.xml"/><Relationship Id="rId147" Type="http://schemas.openxmlformats.org/officeDocument/2006/relationships/customXml" Target="../ink/ink1413.xml"/><Relationship Id="rId148" Type="http://schemas.openxmlformats.org/officeDocument/2006/relationships/customXml" Target="../ink/ink1414.xml"/><Relationship Id="rId149" Type="http://schemas.openxmlformats.org/officeDocument/2006/relationships/customXml" Target="../ink/ink1415.xml"/><Relationship Id="rId150" Type="http://schemas.openxmlformats.org/officeDocument/2006/relationships/customXml" Target="../ink/ink1416.xml"/><Relationship Id="rId151" Type="http://schemas.openxmlformats.org/officeDocument/2006/relationships/customXml" Target="../ink/ink1417.xml"/><Relationship Id="rId152" Type="http://schemas.openxmlformats.org/officeDocument/2006/relationships/customXml" Target="../ink/ink1418.xml"/><Relationship Id="rId153" Type="http://schemas.openxmlformats.org/officeDocument/2006/relationships/customXml" Target="../ink/ink1419.xml"/><Relationship Id="rId154" Type="http://schemas.openxmlformats.org/officeDocument/2006/relationships/customXml" Target="../ink/ink1420.xml"/><Relationship Id="rId155" Type="http://schemas.openxmlformats.org/officeDocument/2006/relationships/customXml" Target="../ink/ink1421.xml"/><Relationship Id="rId156" Type="http://schemas.openxmlformats.org/officeDocument/2006/relationships/customXml" Target="../ink/ink1422.xml"/><Relationship Id="rId157" Type="http://schemas.openxmlformats.org/officeDocument/2006/relationships/customXml" Target="../ink/ink1423.xml"/><Relationship Id="rId158" Type="http://schemas.openxmlformats.org/officeDocument/2006/relationships/customXml" Target="../ink/ink1424.xml"/><Relationship Id="rId159" Type="http://schemas.openxmlformats.org/officeDocument/2006/relationships/customXml" Target="../ink/ink1425.xml"/><Relationship Id="rId160" Type="http://schemas.openxmlformats.org/officeDocument/2006/relationships/customXml" Target="../ink/ink1426.xml"/><Relationship Id="rId161" Type="http://schemas.openxmlformats.org/officeDocument/2006/relationships/customXml" Target="../ink/ink1427.xml"/><Relationship Id="rId162" Type="http://schemas.openxmlformats.org/officeDocument/2006/relationships/customXml" Target="../ink/ink1428.xml"/><Relationship Id="rId163" Type="http://schemas.openxmlformats.org/officeDocument/2006/relationships/customXml" Target="../ink/ink1429.xml"/><Relationship Id="rId164" Type="http://schemas.openxmlformats.org/officeDocument/2006/relationships/customXml" Target="../ink/ink1430.xml"/><Relationship Id="rId165" Type="http://schemas.openxmlformats.org/officeDocument/2006/relationships/customXml" Target="../ink/ink1431.xml"/><Relationship Id="rId166" Type="http://schemas.openxmlformats.org/officeDocument/2006/relationships/customXml" Target="../ink/ink1432.xml"/><Relationship Id="rId167" Type="http://schemas.openxmlformats.org/officeDocument/2006/relationships/customXml" Target="../ink/ink1433.xml"/><Relationship Id="rId168" Type="http://schemas.openxmlformats.org/officeDocument/2006/relationships/customXml" Target="../ink/ink1434.xml"/><Relationship Id="rId169" Type="http://schemas.openxmlformats.org/officeDocument/2006/relationships/customXml" Target="../ink/ink1435.xml"/><Relationship Id="rId170"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89.png"/><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customXml" Target="../ink/ink1436.xml"/><Relationship Id="rId6"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93.png"/><Relationship Id="rId2" Type="http://schemas.openxmlformats.org/officeDocument/2006/relationships/customXml" Target="../ink/ink1438.xml"/><Relationship Id="rId3"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customXml" Target="../ink/ink1439.xml"/><Relationship Id="rId3" Type="http://schemas.openxmlformats.org/officeDocument/2006/relationships/customXml" Target="../ink/ink1440.xml"/><Relationship Id="rId4" Type="http://schemas.openxmlformats.org/officeDocument/2006/relationships/customXml" Target="../ink/ink1441.xml"/><Relationship Id="rId5" Type="http://schemas.openxmlformats.org/officeDocument/2006/relationships/customXml" Target="../ink/ink1442.xml"/><Relationship Id="rId6"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95.emf"/><Relationship Id="rId2" Type="http://schemas.openxmlformats.org/officeDocument/2006/relationships/customXml" Target="../ink/ink1443.xml"/><Relationship Id="rId3" Type="http://schemas.openxmlformats.org/officeDocument/2006/relationships/customXml" Target="../ink/ink1444.xml"/><Relationship Id="rId4" Type="http://schemas.openxmlformats.org/officeDocument/2006/relationships/customXml" Target="../ink/ink1445.xml"/><Relationship Id="rId5" Type="http://schemas.openxmlformats.org/officeDocument/2006/relationships/customXml" Target="../ink/ink1446.xml"/><Relationship Id="rId6" Type="http://schemas.openxmlformats.org/officeDocument/2006/relationships/customXml" Target="../ink/ink1447.xml"/><Relationship Id="rId7" Type="http://schemas.openxmlformats.org/officeDocument/2006/relationships/customXml" Target="../ink/ink1448.xml"/><Relationship Id="rId8" Type="http://schemas.openxmlformats.org/officeDocument/2006/relationships/customXml" Target="../ink/ink1449.xml"/><Relationship Id="rId9" Type="http://schemas.openxmlformats.org/officeDocument/2006/relationships/customXml" Target="../ink/ink1450.xml"/><Relationship Id="rId10" Type="http://schemas.openxmlformats.org/officeDocument/2006/relationships/customXml" Target="../ink/ink1451.xml"/><Relationship Id="rId11" Type="http://schemas.openxmlformats.org/officeDocument/2006/relationships/customXml" Target="../ink/ink1452.xml"/><Relationship Id="rId12" Type="http://schemas.openxmlformats.org/officeDocument/2006/relationships/customXml" Target="../ink/ink1453.xml"/><Relationship Id="rId13" Type="http://schemas.openxmlformats.org/officeDocument/2006/relationships/customXml" Target="../ink/ink1454.xml"/><Relationship Id="rId14" Type="http://schemas.openxmlformats.org/officeDocument/2006/relationships/customXml" Target="../ink/ink1455.xml"/><Relationship Id="rId15" Type="http://schemas.openxmlformats.org/officeDocument/2006/relationships/customXml" Target="../ink/ink1456.xml"/><Relationship Id="rId16" Type="http://schemas.openxmlformats.org/officeDocument/2006/relationships/customXml" Target="../ink/ink1457.xml"/><Relationship Id="rId17" Type="http://schemas.openxmlformats.org/officeDocument/2006/relationships/customXml" Target="../ink/ink1458.xml"/><Relationship Id="rId18" Type="http://schemas.openxmlformats.org/officeDocument/2006/relationships/customXml" Target="../ink/ink1459.xml"/><Relationship Id="rId19"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96.png"/><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customXml" Target="../ink/ink1460.xml"/><Relationship Id="rId6" Type="http://schemas.openxmlformats.org/officeDocument/2006/relationships/customXml" Target="../ink/ink1461.xml"/><Relationship Id="rId7" Type="http://schemas.openxmlformats.org/officeDocument/2006/relationships/customXml" Target="../ink/ink1462.xml"/><Relationship Id="rId8" Type="http://schemas.openxmlformats.org/officeDocument/2006/relationships/customXml" Target="../ink/ink1463.xml"/><Relationship Id="rId9" Type="http://schemas.openxmlformats.org/officeDocument/2006/relationships/customXml" Target="../ink/ink1464.xml"/><Relationship Id="rId10" Type="http://schemas.openxmlformats.org/officeDocument/2006/relationships/customXml" Target="../ink/ink1465.xml"/><Relationship Id="rId11" Type="http://schemas.openxmlformats.org/officeDocument/2006/relationships/customXml" Target="../ink/ink1466.xml"/><Relationship Id="rId12" Type="http://schemas.openxmlformats.org/officeDocument/2006/relationships/customXml" Target="../ink/ink1467.xml"/><Relationship Id="rId13" Type="http://schemas.openxmlformats.org/officeDocument/2006/relationships/customXml" Target="../ink/ink1468.xml"/><Relationship Id="rId14" Type="http://schemas.openxmlformats.org/officeDocument/2006/relationships/customXml" Target="../ink/ink1469.xml"/><Relationship Id="rId15" Type="http://schemas.openxmlformats.org/officeDocument/2006/relationships/customXml" Target="../ink/ink1470.xml"/><Relationship Id="rId16" Type="http://schemas.openxmlformats.org/officeDocument/2006/relationships/customXml" Target="../ink/ink1471.xml"/><Relationship Id="rId17" Type="http://schemas.openxmlformats.org/officeDocument/2006/relationships/customXml" Target="../ink/ink1472.xml"/><Relationship Id="rId18" Type="http://schemas.openxmlformats.org/officeDocument/2006/relationships/customXml" Target="../ink/ink1473.xml"/><Relationship Id="rId19" Type="http://schemas.openxmlformats.org/officeDocument/2006/relationships/customXml" Target="../ink/ink1474.xml"/><Relationship Id="rId20" Type="http://schemas.openxmlformats.org/officeDocument/2006/relationships/customXml" Target="../ink/ink1475.xml"/><Relationship Id="rId21" Type="http://schemas.openxmlformats.org/officeDocument/2006/relationships/customXml" Target="../ink/ink1476.xml"/><Relationship Id="rId22" Type="http://schemas.openxmlformats.org/officeDocument/2006/relationships/customXml" Target="../ink/ink1477.xml"/><Relationship Id="rId23" Type="http://schemas.openxmlformats.org/officeDocument/2006/relationships/customXml" Target="../ink/ink1478.xml"/><Relationship Id="rId24" Type="http://schemas.openxmlformats.org/officeDocument/2006/relationships/customXml" Target="../ink/ink1479.xml"/><Relationship Id="rId25" Type="http://schemas.openxmlformats.org/officeDocument/2006/relationships/customXml" Target="../ink/ink1480.xml"/><Relationship Id="rId26" Type="http://schemas.openxmlformats.org/officeDocument/2006/relationships/customXml" Target="../ink/ink1481.xml"/><Relationship Id="rId27" Type="http://schemas.openxmlformats.org/officeDocument/2006/relationships/customXml" Target="../ink/ink1482.xml"/><Relationship Id="rId28" Type="http://schemas.openxmlformats.org/officeDocument/2006/relationships/customXml" Target="../ink/ink1483.xml"/><Relationship Id="rId29" Type="http://schemas.openxmlformats.org/officeDocument/2006/relationships/customXml" Target="../ink/ink1484.xml"/><Relationship Id="rId30" Type="http://schemas.openxmlformats.org/officeDocument/2006/relationships/customXml" Target="../ink/ink1485.xml"/><Relationship Id="rId31" Type="http://schemas.openxmlformats.org/officeDocument/2006/relationships/customXml" Target="../ink/ink1486.xml"/><Relationship Id="rId32" Type="http://schemas.openxmlformats.org/officeDocument/2006/relationships/customXml" Target="../ink/ink1487.xml"/><Relationship Id="rId33" Type="http://schemas.openxmlformats.org/officeDocument/2006/relationships/customXml" Target="../ink/ink1488.xml"/><Relationship Id="rId34" Type="http://schemas.openxmlformats.org/officeDocument/2006/relationships/customXml" Target="../ink/ink1489.xml"/><Relationship Id="rId35" Type="http://schemas.openxmlformats.org/officeDocument/2006/relationships/customXml" Target="../ink/ink1490.xml"/><Relationship Id="rId36" Type="http://schemas.openxmlformats.org/officeDocument/2006/relationships/customXml" Target="../ink/ink1491.xml"/><Relationship Id="rId37" Type="http://schemas.openxmlformats.org/officeDocument/2006/relationships/customXml" Target="../ink/ink1492.xml"/><Relationship Id="rId38" Type="http://schemas.openxmlformats.org/officeDocument/2006/relationships/customXml" Target="../ink/ink1493.xml"/><Relationship Id="rId39" Type="http://schemas.openxmlformats.org/officeDocument/2006/relationships/customXml" Target="../ink/ink1494.xml"/><Relationship Id="rId40" Type="http://schemas.openxmlformats.org/officeDocument/2006/relationships/customXml" Target="../ink/ink1495.xml"/><Relationship Id="rId41" Type="http://schemas.openxmlformats.org/officeDocument/2006/relationships/customXml" Target="../ink/ink1496.xml"/><Relationship Id="rId42" Type="http://schemas.openxmlformats.org/officeDocument/2006/relationships/customXml" Target="../ink/ink1497.xml"/><Relationship Id="rId43" Type="http://schemas.openxmlformats.org/officeDocument/2006/relationships/customXml" Target="../ink/ink1498.xml"/><Relationship Id="rId44" Type="http://schemas.openxmlformats.org/officeDocument/2006/relationships/customXml" Target="../ink/ink1499.xml"/><Relationship Id="rId45" Type="http://schemas.openxmlformats.org/officeDocument/2006/relationships/customXml" Target="../ink/ink1500.xml"/><Relationship Id="rId46" Type="http://schemas.openxmlformats.org/officeDocument/2006/relationships/customXml" Target="../ink/ink1501.xml"/><Relationship Id="rId47" Type="http://schemas.openxmlformats.org/officeDocument/2006/relationships/customXml" Target="../ink/ink1502.xml"/><Relationship Id="rId48" Type="http://schemas.openxmlformats.org/officeDocument/2006/relationships/customXml" Target="../ink/ink1503.xml"/><Relationship Id="rId49" Type="http://schemas.openxmlformats.org/officeDocument/2006/relationships/customXml" Target="../ink/ink1504.xml"/><Relationship Id="rId50" Type="http://schemas.openxmlformats.org/officeDocument/2006/relationships/customXml" Target="../ink/ink1505.xml"/><Relationship Id="rId51" Type="http://schemas.openxmlformats.org/officeDocument/2006/relationships/customXml" Target="../ink/ink1506.xml"/><Relationship Id="rId52" Type="http://schemas.openxmlformats.org/officeDocument/2006/relationships/customXml" Target="../ink/ink1507.xml"/><Relationship Id="rId53" Type="http://schemas.openxmlformats.org/officeDocument/2006/relationships/customXml" Target="../ink/ink1508.xml"/><Relationship Id="rId54" Type="http://schemas.openxmlformats.org/officeDocument/2006/relationships/customXml" Target="../ink/ink1509.xml"/><Relationship Id="rId55" Type="http://schemas.openxmlformats.org/officeDocument/2006/relationships/customXml" Target="../ink/ink1510.xml"/><Relationship Id="rId56" Type="http://schemas.openxmlformats.org/officeDocument/2006/relationships/customXml" Target="../ink/ink1511.xml"/><Relationship Id="rId57"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image" Target="../media/image107.png"/><Relationship Id="rId9" Type="http://schemas.openxmlformats.org/officeDocument/2006/relationships/image" Target="../media/image108.png"/><Relationship Id="rId10" Type="http://schemas.openxmlformats.org/officeDocument/2006/relationships/image" Target="../media/image109.png"/><Relationship Id="rId11" Type="http://schemas.openxmlformats.org/officeDocument/2006/relationships/image" Target="../media/image110.png"/><Relationship Id="rId12" Type="http://schemas.openxmlformats.org/officeDocument/2006/relationships/image" Target="../media/image111.png"/><Relationship Id="rId13" Type="http://schemas.openxmlformats.org/officeDocument/2006/relationships/customXml" Target="../ink/ink1512.xml"/><Relationship Id="rId14" Type="http://schemas.openxmlformats.org/officeDocument/2006/relationships/customXml" Target="../ink/ink1513.xml"/><Relationship Id="rId15" Type="http://schemas.openxmlformats.org/officeDocument/2006/relationships/customXml" Target="../ink/ink1514.xml"/><Relationship Id="rId16" Type="http://schemas.openxmlformats.org/officeDocument/2006/relationships/customXml" Target="../ink/ink1515.xml"/><Relationship Id="rId17" Type="http://schemas.openxmlformats.org/officeDocument/2006/relationships/customXml" Target="../ink/ink1516.xml"/><Relationship Id="rId18" Type="http://schemas.openxmlformats.org/officeDocument/2006/relationships/customXml" Target="../ink/ink1517.xml"/><Relationship Id="rId19" Type="http://schemas.openxmlformats.org/officeDocument/2006/relationships/customXml" Target="../ink/ink1518.xml"/><Relationship Id="rId20" Type="http://schemas.openxmlformats.org/officeDocument/2006/relationships/customXml" Target="../ink/ink1519.xml"/><Relationship Id="rId21" Type="http://schemas.openxmlformats.org/officeDocument/2006/relationships/customXml" Target="../ink/ink1520.xml"/><Relationship Id="rId22" Type="http://schemas.openxmlformats.org/officeDocument/2006/relationships/customXml" Target="../ink/ink1521.xml"/><Relationship Id="rId23" Type="http://schemas.openxmlformats.org/officeDocument/2006/relationships/customXml" Target="../ink/ink1522.xml"/><Relationship Id="rId24" Type="http://schemas.openxmlformats.org/officeDocument/2006/relationships/customXml" Target="../ink/ink1523.xml"/><Relationship Id="rId25" Type="http://schemas.openxmlformats.org/officeDocument/2006/relationships/customXml" Target="../ink/ink1524.xml"/><Relationship Id="rId26" Type="http://schemas.openxmlformats.org/officeDocument/2006/relationships/customXml" Target="../ink/ink1525.xml"/><Relationship Id="rId27" Type="http://schemas.openxmlformats.org/officeDocument/2006/relationships/customXml" Target="../ink/ink1526.xml"/><Relationship Id="rId28" Type="http://schemas.openxmlformats.org/officeDocument/2006/relationships/customXml" Target="../ink/ink1527.xml"/><Relationship Id="rId29" Type="http://schemas.openxmlformats.org/officeDocument/2006/relationships/customXml" Target="../ink/ink1528.xml"/><Relationship Id="rId30" Type="http://schemas.openxmlformats.org/officeDocument/2006/relationships/customXml" Target="../ink/ink1529.xml"/><Relationship Id="rId31" Type="http://schemas.openxmlformats.org/officeDocument/2006/relationships/customXml" Target="../ink/ink1530.xml"/><Relationship Id="rId32" Type="http://schemas.openxmlformats.org/officeDocument/2006/relationships/customXml" Target="../ink/ink1531.xml"/><Relationship Id="rId33" Type="http://schemas.openxmlformats.org/officeDocument/2006/relationships/customXml" Target="../ink/ink1738.xml"/><Relationship Id="rId34" Type="http://schemas.openxmlformats.org/officeDocument/2006/relationships/customXml" Target="../ink/ink1739.xml"/><Relationship Id="rId35" Type="http://schemas.openxmlformats.org/officeDocument/2006/relationships/customXml" Target="../ink/ink1740.xml"/><Relationship Id="rId36" Type="http://schemas.openxmlformats.org/officeDocument/2006/relationships/customXml" Target="../ink/ink1862.xml"/><Relationship Id="rId37" Type="http://schemas.openxmlformats.org/officeDocument/2006/relationships/customXml" Target="../ink/ink1863.xml"/><Relationship Id="rId38"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customXml" Target="../ink/ink1532.xml"/><Relationship Id="rId2" Type="http://schemas.openxmlformats.org/officeDocument/2006/relationships/customXml" Target="../ink/ink1533.xml"/><Relationship Id="rId3" Type="http://schemas.openxmlformats.org/officeDocument/2006/relationships/customXml" Target="../ink/ink1534.xml"/><Relationship Id="rId4" Type="http://schemas.openxmlformats.org/officeDocument/2006/relationships/customXml" Target="../ink/ink1535.xml"/><Relationship Id="rId5" Type="http://schemas.openxmlformats.org/officeDocument/2006/relationships/customXml" Target="../ink/ink1536.xml"/><Relationship Id="rId6" Type="http://schemas.openxmlformats.org/officeDocument/2006/relationships/customXml" Target="../ink/ink1537.xml"/><Relationship Id="rId7" Type="http://schemas.openxmlformats.org/officeDocument/2006/relationships/customXml" Target="../ink/ink1538.xml"/><Relationship Id="rId8" Type="http://schemas.openxmlformats.org/officeDocument/2006/relationships/customXml" Target="../ink/ink1539.xml"/><Relationship Id="rId9" Type="http://schemas.openxmlformats.org/officeDocument/2006/relationships/customXml" Target="../ink/ink1540.xml"/><Relationship Id="rId10" Type="http://schemas.openxmlformats.org/officeDocument/2006/relationships/customXml" Target="../ink/ink1541.xml"/><Relationship Id="rId11" Type="http://schemas.openxmlformats.org/officeDocument/2006/relationships/customXml" Target="../ink/ink1542.xml"/><Relationship Id="rId12" Type="http://schemas.openxmlformats.org/officeDocument/2006/relationships/customXml" Target="../ink/ink1543.xml"/><Relationship Id="rId13" Type="http://schemas.openxmlformats.org/officeDocument/2006/relationships/customXml" Target="../ink/ink1544.xml"/><Relationship Id="rId14" Type="http://schemas.openxmlformats.org/officeDocument/2006/relationships/customXml" Target="../ink/ink1545.xml"/><Relationship Id="rId15" Type="http://schemas.openxmlformats.org/officeDocument/2006/relationships/customXml" Target="../ink/ink1546.xml"/><Relationship Id="rId16" Type="http://schemas.openxmlformats.org/officeDocument/2006/relationships/customXml" Target="../ink/ink1547.xml"/><Relationship Id="rId17" Type="http://schemas.openxmlformats.org/officeDocument/2006/relationships/customXml" Target="../ink/ink1548.xml"/><Relationship Id="rId18" Type="http://schemas.openxmlformats.org/officeDocument/2006/relationships/customXml" Target="../ink/ink1549.xml"/><Relationship Id="rId19" Type="http://schemas.openxmlformats.org/officeDocument/2006/relationships/customXml" Target="../ink/ink1550.xml"/><Relationship Id="rId20" Type="http://schemas.openxmlformats.org/officeDocument/2006/relationships/customXml" Target="../ink/ink1551.xml"/><Relationship Id="rId21" Type="http://schemas.openxmlformats.org/officeDocument/2006/relationships/customXml" Target="../ink/ink1552.xml"/><Relationship Id="rId22" Type="http://schemas.openxmlformats.org/officeDocument/2006/relationships/customXml" Target="../ink/ink1553.xml"/><Relationship Id="rId23" Type="http://schemas.openxmlformats.org/officeDocument/2006/relationships/customXml" Target="../ink/ink1554.xml"/><Relationship Id="rId24" Type="http://schemas.openxmlformats.org/officeDocument/2006/relationships/customXml" Target="../ink/ink1555.xml"/><Relationship Id="rId25" Type="http://schemas.openxmlformats.org/officeDocument/2006/relationships/customXml" Target="../ink/ink1556.xml"/><Relationship Id="rId26" Type="http://schemas.openxmlformats.org/officeDocument/2006/relationships/customXml" Target="../ink/ink1557.xml"/><Relationship Id="rId27" Type="http://schemas.openxmlformats.org/officeDocument/2006/relationships/customXml" Target="../ink/ink1558.xml"/><Relationship Id="rId28" Type="http://schemas.openxmlformats.org/officeDocument/2006/relationships/customXml" Target="../ink/ink1559.xml"/><Relationship Id="rId29" Type="http://schemas.openxmlformats.org/officeDocument/2006/relationships/customXml" Target="../ink/ink1560.xml"/><Relationship Id="rId30" Type="http://schemas.openxmlformats.org/officeDocument/2006/relationships/customXml" Target="../ink/ink1561.xml"/><Relationship Id="rId31" Type="http://schemas.openxmlformats.org/officeDocument/2006/relationships/customXml" Target="../ink/ink1562.xml"/><Relationship Id="rId32" Type="http://schemas.openxmlformats.org/officeDocument/2006/relationships/customXml" Target="../ink/ink1563.xml"/><Relationship Id="rId33" Type="http://schemas.openxmlformats.org/officeDocument/2006/relationships/customXml" Target="../ink/ink1564.xml"/><Relationship Id="rId34" Type="http://schemas.openxmlformats.org/officeDocument/2006/relationships/customXml" Target="../ink/ink1565.xml"/><Relationship Id="rId35" Type="http://schemas.openxmlformats.org/officeDocument/2006/relationships/customXml" Target="../ink/ink1566.xml"/><Relationship Id="rId36" Type="http://schemas.openxmlformats.org/officeDocument/2006/relationships/customXml" Target="../ink/ink1567.xml"/><Relationship Id="rId37" Type="http://schemas.openxmlformats.org/officeDocument/2006/relationships/customXml" Target="../ink/ink1568.xml"/><Relationship Id="rId38" Type="http://schemas.openxmlformats.org/officeDocument/2006/relationships/customXml" Target="../ink/ink1569.xml"/><Relationship Id="rId39" Type="http://schemas.openxmlformats.org/officeDocument/2006/relationships/customXml" Target="../ink/ink1570.xml"/><Relationship Id="rId40" Type="http://schemas.openxmlformats.org/officeDocument/2006/relationships/customXml" Target="../ink/ink1571.xml"/><Relationship Id="rId41" Type="http://schemas.openxmlformats.org/officeDocument/2006/relationships/customXml" Target="../ink/ink1572.xml"/><Relationship Id="rId42" Type="http://schemas.openxmlformats.org/officeDocument/2006/relationships/customXml" Target="../ink/ink1573.xml"/><Relationship Id="rId43" Type="http://schemas.openxmlformats.org/officeDocument/2006/relationships/customXml" Target="../ink/ink1574.xml"/><Relationship Id="rId44" Type="http://schemas.openxmlformats.org/officeDocument/2006/relationships/customXml" Target="../ink/ink1575.xml"/><Relationship Id="rId45" Type="http://schemas.openxmlformats.org/officeDocument/2006/relationships/customXml" Target="../ink/ink1576.xml"/><Relationship Id="rId46" Type="http://schemas.openxmlformats.org/officeDocument/2006/relationships/customXml" Target="../ink/ink1577.xml"/><Relationship Id="rId47" Type="http://schemas.openxmlformats.org/officeDocument/2006/relationships/customXml" Target="../ink/ink1578.xml"/><Relationship Id="rId48" Type="http://schemas.openxmlformats.org/officeDocument/2006/relationships/customXml" Target="../ink/ink1579.xml"/><Relationship Id="rId49" Type="http://schemas.openxmlformats.org/officeDocument/2006/relationships/customXml" Target="../ink/ink1580.xml"/><Relationship Id="rId50" Type="http://schemas.openxmlformats.org/officeDocument/2006/relationships/customXml" Target="../ink/ink1581.xml"/><Relationship Id="rId51" Type="http://schemas.openxmlformats.org/officeDocument/2006/relationships/customXml" Target="../ink/ink1582.xml"/><Relationship Id="rId52" Type="http://schemas.openxmlformats.org/officeDocument/2006/relationships/customXml" Target="../ink/ink1583.xml"/><Relationship Id="rId53" Type="http://schemas.openxmlformats.org/officeDocument/2006/relationships/customXml" Target="../ink/ink1584.xml"/><Relationship Id="rId54" Type="http://schemas.openxmlformats.org/officeDocument/2006/relationships/customXml" Target="../ink/ink1585.xml"/><Relationship Id="rId55" Type="http://schemas.openxmlformats.org/officeDocument/2006/relationships/customXml" Target="../ink/ink1586.xml"/><Relationship Id="rId56" Type="http://schemas.openxmlformats.org/officeDocument/2006/relationships/customXml" Target="../ink/ink1587.xml"/><Relationship Id="rId57" Type="http://schemas.openxmlformats.org/officeDocument/2006/relationships/customXml" Target="../ink/ink1588.xml"/><Relationship Id="rId58" Type="http://schemas.openxmlformats.org/officeDocument/2006/relationships/customXml" Target="../ink/ink1589.xml"/><Relationship Id="rId59" Type="http://schemas.openxmlformats.org/officeDocument/2006/relationships/customXml" Target="../ink/ink1590.xml"/><Relationship Id="rId60" Type="http://schemas.openxmlformats.org/officeDocument/2006/relationships/customXml" Target="../ink/ink1591.xml"/><Relationship Id="rId61" Type="http://schemas.openxmlformats.org/officeDocument/2006/relationships/customXml" Target="../ink/ink1592.xml"/><Relationship Id="rId62" Type="http://schemas.openxmlformats.org/officeDocument/2006/relationships/customXml" Target="../ink/ink1593.xml"/><Relationship Id="rId63" Type="http://schemas.openxmlformats.org/officeDocument/2006/relationships/customXml" Target="../ink/ink1594.xml"/><Relationship Id="rId64" Type="http://schemas.openxmlformats.org/officeDocument/2006/relationships/customXml" Target="../ink/ink1595.xml"/><Relationship Id="rId65" Type="http://schemas.openxmlformats.org/officeDocument/2006/relationships/customXml" Target="../ink/ink1596.xml"/><Relationship Id="rId66" Type="http://schemas.openxmlformats.org/officeDocument/2006/relationships/customXml" Target="../ink/ink1597.xml"/><Relationship Id="rId67" Type="http://schemas.openxmlformats.org/officeDocument/2006/relationships/customXml" Target="../ink/ink1598.xml"/><Relationship Id="rId68" Type="http://schemas.openxmlformats.org/officeDocument/2006/relationships/customXml" Target="../ink/ink1599.xml"/><Relationship Id="rId69" Type="http://schemas.openxmlformats.org/officeDocument/2006/relationships/customXml" Target="../ink/ink1600.xml"/><Relationship Id="rId70" Type="http://schemas.openxmlformats.org/officeDocument/2006/relationships/customXml" Target="../ink/ink1601.xml"/><Relationship Id="rId71" Type="http://schemas.openxmlformats.org/officeDocument/2006/relationships/customXml" Target="../ink/ink1602.xml"/><Relationship Id="rId72" Type="http://schemas.openxmlformats.org/officeDocument/2006/relationships/customXml" Target="../ink/ink1603.xml"/><Relationship Id="rId73" Type="http://schemas.openxmlformats.org/officeDocument/2006/relationships/customXml" Target="../ink/ink1604.xml"/><Relationship Id="rId74" Type="http://schemas.openxmlformats.org/officeDocument/2006/relationships/customXml" Target="../ink/ink1605.xml"/><Relationship Id="rId75" Type="http://schemas.openxmlformats.org/officeDocument/2006/relationships/customXml" Target="../ink/ink1606.xml"/><Relationship Id="rId76" Type="http://schemas.openxmlformats.org/officeDocument/2006/relationships/customXml" Target="../ink/ink1607.xml"/><Relationship Id="rId77" Type="http://schemas.openxmlformats.org/officeDocument/2006/relationships/customXml" Target="../ink/ink1608.xml"/><Relationship Id="rId78" Type="http://schemas.openxmlformats.org/officeDocument/2006/relationships/customXml" Target="../ink/ink1609.xml"/><Relationship Id="rId79" Type="http://schemas.openxmlformats.org/officeDocument/2006/relationships/customXml" Target="../ink/ink1610.xml"/><Relationship Id="rId80" Type="http://schemas.openxmlformats.org/officeDocument/2006/relationships/customXml" Target="../ink/ink1611.xml"/><Relationship Id="rId81" Type="http://schemas.openxmlformats.org/officeDocument/2006/relationships/customXml" Target="../ink/ink1612.xml"/><Relationship Id="rId82" Type="http://schemas.openxmlformats.org/officeDocument/2006/relationships/customXml" Target="../ink/ink1613.xml"/><Relationship Id="rId83" Type="http://schemas.openxmlformats.org/officeDocument/2006/relationships/customXml" Target="../ink/ink1614.xml"/><Relationship Id="rId84" Type="http://schemas.openxmlformats.org/officeDocument/2006/relationships/customXml" Target="../ink/ink1615.xml"/><Relationship Id="rId85" Type="http://schemas.openxmlformats.org/officeDocument/2006/relationships/customXml" Target="../ink/ink1616.xml"/><Relationship Id="rId86" Type="http://schemas.openxmlformats.org/officeDocument/2006/relationships/customXml" Target="../ink/ink1617.xml"/><Relationship Id="rId87" Type="http://schemas.openxmlformats.org/officeDocument/2006/relationships/customXml" Target="../ink/ink1618.xml"/><Relationship Id="rId88" Type="http://schemas.openxmlformats.org/officeDocument/2006/relationships/customXml" Target="../ink/ink1619.xml"/><Relationship Id="rId89" Type="http://schemas.openxmlformats.org/officeDocument/2006/relationships/customXml" Target="../ink/ink1620.xml"/><Relationship Id="rId90" Type="http://schemas.openxmlformats.org/officeDocument/2006/relationships/customXml" Target="../ink/ink1621.xml"/><Relationship Id="rId91" Type="http://schemas.openxmlformats.org/officeDocument/2006/relationships/customXml" Target="../ink/ink1622.xml"/><Relationship Id="rId92" Type="http://schemas.openxmlformats.org/officeDocument/2006/relationships/customXml" Target="../ink/ink1623.xml"/><Relationship Id="rId93" Type="http://schemas.openxmlformats.org/officeDocument/2006/relationships/customXml" Target="../ink/ink1624.xml"/><Relationship Id="rId94" Type="http://schemas.openxmlformats.org/officeDocument/2006/relationships/customXml" Target="../ink/ink1625.xml"/><Relationship Id="rId95" Type="http://schemas.openxmlformats.org/officeDocument/2006/relationships/customXml" Target="../ink/ink1626.xml"/><Relationship Id="rId96" Type="http://schemas.openxmlformats.org/officeDocument/2006/relationships/customXml" Target="../ink/ink1627.xml"/><Relationship Id="rId97" Type="http://schemas.openxmlformats.org/officeDocument/2006/relationships/customXml" Target="../ink/ink1628.xml"/><Relationship Id="rId98" Type="http://schemas.openxmlformats.org/officeDocument/2006/relationships/customXml" Target="../ink/ink1629.xml"/><Relationship Id="rId99" Type="http://schemas.openxmlformats.org/officeDocument/2006/relationships/customXml" Target="../ink/ink1630.xml"/><Relationship Id="rId100" Type="http://schemas.openxmlformats.org/officeDocument/2006/relationships/customXml" Target="../ink/ink1631.xml"/><Relationship Id="rId101" Type="http://schemas.openxmlformats.org/officeDocument/2006/relationships/customXml" Target="../ink/ink1632.xml"/><Relationship Id="rId102" Type="http://schemas.openxmlformats.org/officeDocument/2006/relationships/customXml" Target="../ink/ink1633.xml"/><Relationship Id="rId103" Type="http://schemas.openxmlformats.org/officeDocument/2006/relationships/customXml" Target="../ink/ink1634.xml"/><Relationship Id="rId104" Type="http://schemas.openxmlformats.org/officeDocument/2006/relationships/customXml" Target="../ink/ink1635.xml"/><Relationship Id="rId105" Type="http://schemas.openxmlformats.org/officeDocument/2006/relationships/customXml" Target="../ink/ink1636.xml"/><Relationship Id="rId106" Type="http://schemas.openxmlformats.org/officeDocument/2006/relationships/customXml" Target="../ink/ink1637.xml"/><Relationship Id="rId107" Type="http://schemas.openxmlformats.org/officeDocument/2006/relationships/customXml" Target="../ink/ink1638.xml"/><Relationship Id="rId108" Type="http://schemas.openxmlformats.org/officeDocument/2006/relationships/customXml" Target="../ink/ink1639.xml"/><Relationship Id="rId109" Type="http://schemas.openxmlformats.org/officeDocument/2006/relationships/customXml" Target="../ink/ink1640.xml"/><Relationship Id="rId110" Type="http://schemas.openxmlformats.org/officeDocument/2006/relationships/customXml" Target="../ink/ink1641.xml"/><Relationship Id="rId111" Type="http://schemas.openxmlformats.org/officeDocument/2006/relationships/customXml" Target="../ink/ink1642.xml"/><Relationship Id="rId112" Type="http://schemas.openxmlformats.org/officeDocument/2006/relationships/customXml" Target="../ink/ink1643.xml"/><Relationship Id="rId113" Type="http://schemas.openxmlformats.org/officeDocument/2006/relationships/customXml" Target="../ink/ink1644.xml"/><Relationship Id="rId11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customXml" Target="../ink/ink1645.xml"/><Relationship Id="rId2" Type="http://schemas.openxmlformats.org/officeDocument/2006/relationships/customXml" Target="../ink/ink1646.xml"/><Relationship Id="rId3" Type="http://schemas.openxmlformats.org/officeDocument/2006/relationships/customXml" Target="../ink/ink1647.xml"/><Relationship Id="rId4" Type="http://schemas.openxmlformats.org/officeDocument/2006/relationships/customXml" Target="../ink/ink1648.xml"/><Relationship Id="rId5" Type="http://schemas.openxmlformats.org/officeDocument/2006/relationships/customXml" Target="../ink/ink1649.xml"/><Relationship Id="rId6" Type="http://schemas.openxmlformats.org/officeDocument/2006/relationships/customXml" Target="../ink/ink1650.xml"/><Relationship Id="rId7" Type="http://schemas.openxmlformats.org/officeDocument/2006/relationships/customXml" Target="../ink/ink1651.xml"/><Relationship Id="rId8" Type="http://schemas.openxmlformats.org/officeDocument/2006/relationships/customXml" Target="../ink/ink1652.xml"/><Relationship Id="rId9" Type="http://schemas.openxmlformats.org/officeDocument/2006/relationships/customXml" Target="../ink/ink1653.xml"/><Relationship Id="rId10" Type="http://schemas.openxmlformats.org/officeDocument/2006/relationships/customXml" Target="../ink/ink1654.xml"/><Relationship Id="rId11" Type="http://schemas.openxmlformats.org/officeDocument/2006/relationships/customXml" Target="../ink/ink1655.xml"/><Relationship Id="rId12" Type="http://schemas.openxmlformats.org/officeDocument/2006/relationships/customXml" Target="../ink/ink1656.xml"/><Relationship Id="rId13" Type="http://schemas.openxmlformats.org/officeDocument/2006/relationships/customXml" Target="../ink/ink1657.xml"/><Relationship Id="rId14" Type="http://schemas.openxmlformats.org/officeDocument/2006/relationships/customXml" Target="../ink/ink1658.xml"/><Relationship Id="rId15" Type="http://schemas.openxmlformats.org/officeDocument/2006/relationships/customXml" Target="../ink/ink1659.xml"/><Relationship Id="rId16" Type="http://schemas.openxmlformats.org/officeDocument/2006/relationships/customXml" Target="../ink/ink1660.xml"/><Relationship Id="rId17" Type="http://schemas.openxmlformats.org/officeDocument/2006/relationships/customXml" Target="../ink/ink1661.xml"/><Relationship Id="rId18" Type="http://schemas.openxmlformats.org/officeDocument/2006/relationships/customXml" Target="../ink/ink1662.xml"/><Relationship Id="rId19" Type="http://schemas.openxmlformats.org/officeDocument/2006/relationships/customXml" Target="../ink/ink1663.xml"/><Relationship Id="rId20" Type="http://schemas.openxmlformats.org/officeDocument/2006/relationships/customXml" Target="../ink/ink1664.xml"/><Relationship Id="rId21" Type="http://schemas.openxmlformats.org/officeDocument/2006/relationships/customXml" Target="../ink/ink1665.xml"/><Relationship Id="rId22" Type="http://schemas.openxmlformats.org/officeDocument/2006/relationships/customXml" Target="../ink/ink1666.xml"/><Relationship Id="rId23" Type="http://schemas.openxmlformats.org/officeDocument/2006/relationships/customXml" Target="../ink/ink1667.xml"/><Relationship Id="rId24" Type="http://schemas.openxmlformats.org/officeDocument/2006/relationships/customXml" Target="../ink/ink1668.xml"/><Relationship Id="rId25" Type="http://schemas.openxmlformats.org/officeDocument/2006/relationships/customXml" Target="../ink/ink1669.xml"/><Relationship Id="rId26" Type="http://schemas.openxmlformats.org/officeDocument/2006/relationships/customXml" Target="../ink/ink1670.xml"/><Relationship Id="rId27" Type="http://schemas.openxmlformats.org/officeDocument/2006/relationships/customXml" Target="../ink/ink1671.xml"/><Relationship Id="rId28" Type="http://schemas.openxmlformats.org/officeDocument/2006/relationships/customXml" Target="../ink/ink1672.xml"/><Relationship Id="rId29" Type="http://schemas.openxmlformats.org/officeDocument/2006/relationships/customXml" Target="../ink/ink1673.xml"/><Relationship Id="rId30" Type="http://schemas.openxmlformats.org/officeDocument/2006/relationships/customXml" Target="../ink/ink1674.xml"/><Relationship Id="rId31" Type="http://schemas.openxmlformats.org/officeDocument/2006/relationships/customXml" Target="../ink/ink1675.xml"/><Relationship Id="rId32" Type="http://schemas.openxmlformats.org/officeDocument/2006/relationships/customXml" Target="../ink/ink1676.xml"/><Relationship Id="rId33" Type="http://schemas.openxmlformats.org/officeDocument/2006/relationships/customXml" Target="../ink/ink1677.xml"/><Relationship Id="rId34" Type="http://schemas.openxmlformats.org/officeDocument/2006/relationships/customXml" Target="../ink/ink1678.xml"/><Relationship Id="rId35" Type="http://schemas.openxmlformats.org/officeDocument/2006/relationships/customXml" Target="../ink/ink1679.xml"/><Relationship Id="rId36" Type="http://schemas.openxmlformats.org/officeDocument/2006/relationships/customXml" Target="../ink/ink1680.xml"/><Relationship Id="rId37" Type="http://schemas.openxmlformats.org/officeDocument/2006/relationships/customXml" Target="../ink/ink1681.xml"/><Relationship Id="rId38" Type="http://schemas.openxmlformats.org/officeDocument/2006/relationships/customXml" Target="../ink/ink1682.xml"/><Relationship Id="rId39" Type="http://schemas.openxmlformats.org/officeDocument/2006/relationships/customXml" Target="../ink/ink1683.xml"/><Relationship Id="rId40" Type="http://schemas.openxmlformats.org/officeDocument/2006/relationships/customXml" Target="../ink/ink1684.xml"/><Relationship Id="rId41" Type="http://schemas.openxmlformats.org/officeDocument/2006/relationships/customXml" Target="../ink/ink1685.xml"/><Relationship Id="rId42" Type="http://schemas.openxmlformats.org/officeDocument/2006/relationships/customXml" Target="../ink/ink1686.xml"/><Relationship Id="rId43" Type="http://schemas.openxmlformats.org/officeDocument/2006/relationships/customXml" Target="../ink/ink1687.xml"/><Relationship Id="rId44" Type="http://schemas.openxmlformats.org/officeDocument/2006/relationships/customXml" Target="../ink/ink1688.xml"/><Relationship Id="rId45" Type="http://schemas.openxmlformats.org/officeDocument/2006/relationships/customXml" Target="../ink/ink1689.xml"/><Relationship Id="rId46" Type="http://schemas.openxmlformats.org/officeDocument/2006/relationships/customXml" Target="../ink/ink1690.xml"/><Relationship Id="rId47" Type="http://schemas.openxmlformats.org/officeDocument/2006/relationships/customXml" Target="../ink/ink1691.xml"/><Relationship Id="rId48" Type="http://schemas.openxmlformats.org/officeDocument/2006/relationships/customXml" Target="../ink/ink1692.xml"/><Relationship Id="rId49" Type="http://schemas.openxmlformats.org/officeDocument/2006/relationships/customXml" Target="../ink/ink1693.xml"/><Relationship Id="rId50" Type="http://schemas.openxmlformats.org/officeDocument/2006/relationships/customXml" Target="../ink/ink1694.xml"/><Relationship Id="rId51" Type="http://schemas.openxmlformats.org/officeDocument/2006/relationships/customXml" Target="../ink/ink1695.xml"/><Relationship Id="rId52" Type="http://schemas.openxmlformats.org/officeDocument/2006/relationships/customXml" Target="../ink/ink1696.xml"/><Relationship Id="rId53" Type="http://schemas.openxmlformats.org/officeDocument/2006/relationships/customXml" Target="../ink/ink1697.xml"/><Relationship Id="rId54" Type="http://schemas.openxmlformats.org/officeDocument/2006/relationships/customXml" Target="../ink/ink1698.xml"/><Relationship Id="rId55" Type="http://schemas.openxmlformats.org/officeDocument/2006/relationships/customXml" Target="../ink/ink1699.xml"/><Relationship Id="rId56" Type="http://schemas.openxmlformats.org/officeDocument/2006/relationships/customXml" Target="../ink/ink1700.xml"/><Relationship Id="rId57" Type="http://schemas.openxmlformats.org/officeDocument/2006/relationships/customXml" Target="../ink/ink1701.xml"/><Relationship Id="rId58" Type="http://schemas.openxmlformats.org/officeDocument/2006/relationships/customXml" Target="../ink/ink1702.xml"/><Relationship Id="rId59" Type="http://schemas.openxmlformats.org/officeDocument/2006/relationships/customXml" Target="../ink/ink1703.xml"/><Relationship Id="rId60" Type="http://schemas.openxmlformats.org/officeDocument/2006/relationships/customXml" Target="../ink/ink1704.xml"/><Relationship Id="rId61" Type="http://schemas.openxmlformats.org/officeDocument/2006/relationships/customXml" Target="../ink/ink1705.xml"/><Relationship Id="rId62" Type="http://schemas.openxmlformats.org/officeDocument/2006/relationships/customXml" Target="../ink/ink1706.xml"/><Relationship Id="rId63" Type="http://schemas.openxmlformats.org/officeDocument/2006/relationships/customXml" Target="../ink/ink1707.xml"/><Relationship Id="rId64" Type="http://schemas.openxmlformats.org/officeDocument/2006/relationships/customXml" Target="../ink/ink1708.xml"/><Relationship Id="rId65" Type="http://schemas.openxmlformats.org/officeDocument/2006/relationships/customXml" Target="../ink/ink1709.xml"/><Relationship Id="rId66" Type="http://schemas.openxmlformats.org/officeDocument/2006/relationships/customXml" Target="../ink/ink1710.xml"/><Relationship Id="rId67" Type="http://schemas.openxmlformats.org/officeDocument/2006/relationships/customXml" Target="../ink/ink1711.xml"/><Relationship Id="rId68" Type="http://schemas.openxmlformats.org/officeDocument/2006/relationships/customXml" Target="../ink/ink1712.xml"/><Relationship Id="rId69" Type="http://schemas.openxmlformats.org/officeDocument/2006/relationships/customXml" Target="../ink/ink1713.xml"/><Relationship Id="rId70" Type="http://schemas.openxmlformats.org/officeDocument/2006/relationships/customXml" Target="../ink/ink1714.xml"/><Relationship Id="rId71" Type="http://schemas.openxmlformats.org/officeDocument/2006/relationships/customXml" Target="../ink/ink1715.xml"/><Relationship Id="rId72" Type="http://schemas.openxmlformats.org/officeDocument/2006/relationships/customXml" Target="../ink/ink1716.xml"/><Relationship Id="rId73" Type="http://schemas.openxmlformats.org/officeDocument/2006/relationships/customXml" Target="../ink/ink1717.xml"/><Relationship Id="rId74" Type="http://schemas.openxmlformats.org/officeDocument/2006/relationships/customXml" Target="../ink/ink1718.xml"/><Relationship Id="rId75" Type="http://schemas.openxmlformats.org/officeDocument/2006/relationships/customXml" Target="../ink/ink1719.xml"/><Relationship Id="rId76" Type="http://schemas.openxmlformats.org/officeDocument/2006/relationships/customXml" Target="../ink/ink1720.xml"/><Relationship Id="rId77" Type="http://schemas.openxmlformats.org/officeDocument/2006/relationships/customXml" Target="../ink/ink1721.xml"/><Relationship Id="rId78" Type="http://schemas.openxmlformats.org/officeDocument/2006/relationships/customXml" Target="../ink/ink1722.xml"/><Relationship Id="rId79" Type="http://schemas.openxmlformats.org/officeDocument/2006/relationships/customXml" Target="../ink/ink1723.xml"/><Relationship Id="rId80" Type="http://schemas.openxmlformats.org/officeDocument/2006/relationships/customXml" Target="../ink/ink1724.xml"/><Relationship Id="rId81" Type="http://schemas.openxmlformats.org/officeDocument/2006/relationships/customXml" Target="../ink/ink1725.xml"/><Relationship Id="rId82" Type="http://schemas.openxmlformats.org/officeDocument/2006/relationships/customXml" Target="../ink/ink1726.xml"/><Relationship Id="rId83" Type="http://schemas.openxmlformats.org/officeDocument/2006/relationships/customXml" Target="../ink/ink1727.xml"/><Relationship Id="rId84" Type="http://schemas.openxmlformats.org/officeDocument/2006/relationships/customXml" Target="../ink/ink1728.xml"/><Relationship Id="rId85" Type="http://schemas.openxmlformats.org/officeDocument/2006/relationships/customXml" Target="../ink/ink1729.xml"/><Relationship Id="rId86" Type="http://schemas.openxmlformats.org/officeDocument/2006/relationships/customXml" Target="../ink/ink1730.xml"/><Relationship Id="rId87" Type="http://schemas.openxmlformats.org/officeDocument/2006/relationships/customXml" Target="../ink/ink1731.xml"/><Relationship Id="rId88" Type="http://schemas.openxmlformats.org/officeDocument/2006/relationships/customXml" Target="../ink/ink1732.xml"/><Relationship Id="rId89" Type="http://schemas.openxmlformats.org/officeDocument/2006/relationships/customXml" Target="../ink/ink1733.xml"/><Relationship Id="rId90" Type="http://schemas.openxmlformats.org/officeDocument/2006/relationships/customXml" Target="../ink/ink1734.xml"/><Relationship Id="rId91" Type="http://schemas.openxmlformats.org/officeDocument/2006/relationships/customXml" Target="../ink/ink1735.xml"/><Relationship Id="rId92" Type="http://schemas.openxmlformats.org/officeDocument/2006/relationships/customXml" Target="../ink/ink1736.xml"/><Relationship Id="rId93" Type="http://schemas.openxmlformats.org/officeDocument/2006/relationships/customXml" Target="../ink/ink1737.xml"/><Relationship Id="rId9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112.png"/><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8.emf"/><Relationship Id="rId8" Type="http://schemas.openxmlformats.org/officeDocument/2006/relationships/image" Target="../media/image119.png"/><Relationship Id="rId9" Type="http://schemas.openxmlformats.org/officeDocument/2006/relationships/customXml" Target="../ink/ink1741.xml"/><Relationship Id="rId10" Type="http://schemas.openxmlformats.org/officeDocument/2006/relationships/customXml" Target="../ink/ink1742.xml"/><Relationship Id="rId11" Type="http://schemas.openxmlformats.org/officeDocument/2006/relationships/customXml" Target="../ink/ink1743.xml"/><Relationship Id="rId12" Type="http://schemas.openxmlformats.org/officeDocument/2006/relationships/customXml" Target="../ink/ink1744.xml"/><Relationship Id="rId13" Type="http://schemas.openxmlformats.org/officeDocument/2006/relationships/customXml" Target="../ink/ink1745.xml"/><Relationship Id="rId14" Type="http://schemas.openxmlformats.org/officeDocument/2006/relationships/customXml" Target="../ink/ink1746.xml"/><Relationship Id="rId15" Type="http://schemas.openxmlformats.org/officeDocument/2006/relationships/customXml" Target="../ink/ink1747.xml"/><Relationship Id="rId16" Type="http://schemas.openxmlformats.org/officeDocument/2006/relationships/customXml" Target="../ink/ink1748.xml"/><Relationship Id="rId17" Type="http://schemas.openxmlformats.org/officeDocument/2006/relationships/customXml" Target="../ink/ink1749.xml"/><Relationship Id="rId18" Type="http://schemas.openxmlformats.org/officeDocument/2006/relationships/customXml" Target="../ink/ink1750.xml"/><Relationship Id="rId19" Type="http://schemas.openxmlformats.org/officeDocument/2006/relationships/customXml" Target="../ink/ink1751.xml"/><Relationship Id="rId20" Type="http://schemas.openxmlformats.org/officeDocument/2006/relationships/customXml" Target="../ink/ink1752.xml"/><Relationship Id="rId21" Type="http://schemas.openxmlformats.org/officeDocument/2006/relationships/customXml" Target="../ink/ink1753.xml"/><Relationship Id="rId22" Type="http://schemas.openxmlformats.org/officeDocument/2006/relationships/customXml" Target="../ink/ink1754.xml"/><Relationship Id="rId23" Type="http://schemas.openxmlformats.org/officeDocument/2006/relationships/customXml" Target="../ink/ink1755.xml"/><Relationship Id="rId24" Type="http://schemas.openxmlformats.org/officeDocument/2006/relationships/customXml" Target="../ink/ink1756.xml"/><Relationship Id="rId25" Type="http://schemas.openxmlformats.org/officeDocument/2006/relationships/customXml" Target="../ink/ink1757.xml"/><Relationship Id="rId26" Type="http://schemas.openxmlformats.org/officeDocument/2006/relationships/customXml" Target="../ink/ink1758.xml"/><Relationship Id="rId27" Type="http://schemas.openxmlformats.org/officeDocument/2006/relationships/customXml" Target="../ink/ink1759.xml"/><Relationship Id="rId28" Type="http://schemas.openxmlformats.org/officeDocument/2006/relationships/customXml" Target="../ink/ink1760.xml"/><Relationship Id="rId29" Type="http://schemas.openxmlformats.org/officeDocument/2006/relationships/customXml" Target="../ink/ink1761.xml"/><Relationship Id="rId30" Type="http://schemas.openxmlformats.org/officeDocument/2006/relationships/customXml" Target="../ink/ink1762.xml"/><Relationship Id="rId31" Type="http://schemas.openxmlformats.org/officeDocument/2006/relationships/customXml" Target="../ink/ink1854.xml"/><Relationship Id="rId32" Type="http://schemas.openxmlformats.org/officeDocument/2006/relationships/customXml" Target="../ink/ink1855.xml"/><Relationship Id="rId33" Type="http://schemas.openxmlformats.org/officeDocument/2006/relationships/customXml" Target="../ink/ink1856.xml"/><Relationship Id="rId34" Type="http://schemas.openxmlformats.org/officeDocument/2006/relationships/customXml" Target="../ink/ink1857.xml"/><Relationship Id="rId35"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customXml" Target="../ink/ink1763.xml"/><Relationship Id="rId2" Type="http://schemas.openxmlformats.org/officeDocument/2006/relationships/customXml" Target="../ink/ink1764.xml"/><Relationship Id="rId3" Type="http://schemas.openxmlformats.org/officeDocument/2006/relationships/customXml" Target="../ink/ink1765.xml"/><Relationship Id="rId4" Type="http://schemas.openxmlformats.org/officeDocument/2006/relationships/customXml" Target="../ink/ink1766.xml"/><Relationship Id="rId5" Type="http://schemas.openxmlformats.org/officeDocument/2006/relationships/customXml" Target="../ink/ink1767.xml"/><Relationship Id="rId6" Type="http://schemas.openxmlformats.org/officeDocument/2006/relationships/customXml" Target="../ink/ink1768.xml"/><Relationship Id="rId7" Type="http://schemas.openxmlformats.org/officeDocument/2006/relationships/customXml" Target="../ink/ink1769.xml"/><Relationship Id="rId8" Type="http://schemas.openxmlformats.org/officeDocument/2006/relationships/customXml" Target="../ink/ink1770.xml"/><Relationship Id="rId9" Type="http://schemas.openxmlformats.org/officeDocument/2006/relationships/customXml" Target="../ink/ink1771.xml"/><Relationship Id="rId10" Type="http://schemas.openxmlformats.org/officeDocument/2006/relationships/customXml" Target="../ink/ink1772.xml"/><Relationship Id="rId11" Type="http://schemas.openxmlformats.org/officeDocument/2006/relationships/customXml" Target="../ink/ink1773.xml"/><Relationship Id="rId12" Type="http://schemas.openxmlformats.org/officeDocument/2006/relationships/customXml" Target="../ink/ink1774.xml"/><Relationship Id="rId13" Type="http://schemas.openxmlformats.org/officeDocument/2006/relationships/customXml" Target="../ink/ink1775.xml"/><Relationship Id="rId14" Type="http://schemas.openxmlformats.org/officeDocument/2006/relationships/customXml" Target="../ink/ink1776.xml"/><Relationship Id="rId15" Type="http://schemas.openxmlformats.org/officeDocument/2006/relationships/customXml" Target="../ink/ink1777.xml"/><Relationship Id="rId16" Type="http://schemas.openxmlformats.org/officeDocument/2006/relationships/customXml" Target="../ink/ink1778.xml"/><Relationship Id="rId17" Type="http://schemas.openxmlformats.org/officeDocument/2006/relationships/customXml" Target="../ink/ink1779.xml"/><Relationship Id="rId18" Type="http://schemas.openxmlformats.org/officeDocument/2006/relationships/customXml" Target="../ink/ink1780.xml"/><Relationship Id="rId19" Type="http://schemas.openxmlformats.org/officeDocument/2006/relationships/customXml" Target="../ink/ink1781.xml"/><Relationship Id="rId20" Type="http://schemas.openxmlformats.org/officeDocument/2006/relationships/customXml" Target="../ink/ink1782.xml"/><Relationship Id="rId21" Type="http://schemas.openxmlformats.org/officeDocument/2006/relationships/customXml" Target="../ink/ink1783.xml"/><Relationship Id="rId22" Type="http://schemas.openxmlformats.org/officeDocument/2006/relationships/customXml" Target="../ink/ink1784.xml"/><Relationship Id="rId23" Type="http://schemas.openxmlformats.org/officeDocument/2006/relationships/customXml" Target="../ink/ink1785.xml"/><Relationship Id="rId24" Type="http://schemas.openxmlformats.org/officeDocument/2006/relationships/customXml" Target="../ink/ink1786.xml"/><Relationship Id="rId25" Type="http://schemas.openxmlformats.org/officeDocument/2006/relationships/customXml" Target="../ink/ink1787.xml"/><Relationship Id="rId26" Type="http://schemas.openxmlformats.org/officeDocument/2006/relationships/customXml" Target="../ink/ink1788.xml"/><Relationship Id="rId27" Type="http://schemas.openxmlformats.org/officeDocument/2006/relationships/customXml" Target="../ink/ink1789.xml"/><Relationship Id="rId28" Type="http://schemas.openxmlformats.org/officeDocument/2006/relationships/customXml" Target="../ink/ink1790.xml"/><Relationship Id="rId29" Type="http://schemas.openxmlformats.org/officeDocument/2006/relationships/customXml" Target="../ink/ink1791.xml"/><Relationship Id="rId30" Type="http://schemas.openxmlformats.org/officeDocument/2006/relationships/customXml" Target="../ink/ink1792.xml"/><Relationship Id="rId31" Type="http://schemas.openxmlformats.org/officeDocument/2006/relationships/customXml" Target="../ink/ink1793.xml"/><Relationship Id="rId32" Type="http://schemas.openxmlformats.org/officeDocument/2006/relationships/customXml" Target="../ink/ink1794.xml"/><Relationship Id="rId33" Type="http://schemas.openxmlformats.org/officeDocument/2006/relationships/customXml" Target="../ink/ink1795.xml"/><Relationship Id="rId34" Type="http://schemas.openxmlformats.org/officeDocument/2006/relationships/customXml" Target="../ink/ink1796.xml"/><Relationship Id="rId35" Type="http://schemas.openxmlformats.org/officeDocument/2006/relationships/customXml" Target="../ink/ink1797.xml"/><Relationship Id="rId36" Type="http://schemas.openxmlformats.org/officeDocument/2006/relationships/customXml" Target="../ink/ink1798.xml"/><Relationship Id="rId37" Type="http://schemas.openxmlformats.org/officeDocument/2006/relationships/customXml" Target="../ink/ink1799.xml"/><Relationship Id="rId38" Type="http://schemas.openxmlformats.org/officeDocument/2006/relationships/customXml" Target="../ink/ink1800.xml"/><Relationship Id="rId39" Type="http://schemas.openxmlformats.org/officeDocument/2006/relationships/customXml" Target="../ink/ink1801.xml"/><Relationship Id="rId40" Type="http://schemas.openxmlformats.org/officeDocument/2006/relationships/customXml" Target="../ink/ink1802.xml"/><Relationship Id="rId41" Type="http://schemas.openxmlformats.org/officeDocument/2006/relationships/customXml" Target="../ink/ink1803.xml"/><Relationship Id="rId42" Type="http://schemas.openxmlformats.org/officeDocument/2006/relationships/customXml" Target="../ink/ink1804.xml"/><Relationship Id="rId43" Type="http://schemas.openxmlformats.org/officeDocument/2006/relationships/customXml" Target="../ink/ink1805.xml"/><Relationship Id="rId44" Type="http://schemas.openxmlformats.org/officeDocument/2006/relationships/customXml" Target="../ink/ink1806.xml"/><Relationship Id="rId45" Type="http://schemas.openxmlformats.org/officeDocument/2006/relationships/customXml" Target="../ink/ink1807.xml"/><Relationship Id="rId46" Type="http://schemas.openxmlformats.org/officeDocument/2006/relationships/customXml" Target="../ink/ink1808.xml"/><Relationship Id="rId47" Type="http://schemas.openxmlformats.org/officeDocument/2006/relationships/customXml" Target="../ink/ink1809.xml"/><Relationship Id="rId48" Type="http://schemas.openxmlformats.org/officeDocument/2006/relationships/customXml" Target="../ink/ink1810.xml"/><Relationship Id="rId49" Type="http://schemas.openxmlformats.org/officeDocument/2006/relationships/customXml" Target="../ink/ink1811.xml"/><Relationship Id="rId50" Type="http://schemas.openxmlformats.org/officeDocument/2006/relationships/customXml" Target="../ink/ink1812.xml"/><Relationship Id="rId51" Type="http://schemas.openxmlformats.org/officeDocument/2006/relationships/customXml" Target="../ink/ink1813.xml"/><Relationship Id="rId52" Type="http://schemas.openxmlformats.org/officeDocument/2006/relationships/customXml" Target="../ink/ink1814.xml"/><Relationship Id="rId53" Type="http://schemas.openxmlformats.org/officeDocument/2006/relationships/customXml" Target="../ink/ink1815.xml"/><Relationship Id="rId54" Type="http://schemas.openxmlformats.org/officeDocument/2006/relationships/customXml" Target="../ink/ink1816.xml"/><Relationship Id="rId55" Type="http://schemas.openxmlformats.org/officeDocument/2006/relationships/customXml" Target="../ink/ink1817.xml"/><Relationship Id="rId56" Type="http://schemas.openxmlformats.org/officeDocument/2006/relationships/customXml" Target="../ink/ink1818.xml"/><Relationship Id="rId57" Type="http://schemas.openxmlformats.org/officeDocument/2006/relationships/customXml" Target="../ink/ink1819.xml"/><Relationship Id="rId58" Type="http://schemas.openxmlformats.org/officeDocument/2006/relationships/customXml" Target="../ink/ink1820.xml"/><Relationship Id="rId59" Type="http://schemas.openxmlformats.org/officeDocument/2006/relationships/customXml" Target="../ink/ink1821.xml"/><Relationship Id="rId60" Type="http://schemas.openxmlformats.org/officeDocument/2006/relationships/customXml" Target="../ink/ink1822.xml"/><Relationship Id="rId61" Type="http://schemas.openxmlformats.org/officeDocument/2006/relationships/customXml" Target="../ink/ink1823.xml"/><Relationship Id="rId62" Type="http://schemas.openxmlformats.org/officeDocument/2006/relationships/customXml" Target="../ink/ink1824.xml"/><Relationship Id="rId63" Type="http://schemas.openxmlformats.org/officeDocument/2006/relationships/customXml" Target="../ink/ink1825.xml"/><Relationship Id="rId64" Type="http://schemas.openxmlformats.org/officeDocument/2006/relationships/customXml" Target="../ink/ink1826.xml"/><Relationship Id="rId65" Type="http://schemas.openxmlformats.org/officeDocument/2006/relationships/customXml" Target="../ink/ink1827.xml"/><Relationship Id="rId66" Type="http://schemas.openxmlformats.org/officeDocument/2006/relationships/customXml" Target="../ink/ink1828.xml"/><Relationship Id="rId67" Type="http://schemas.openxmlformats.org/officeDocument/2006/relationships/customXml" Target="../ink/ink1829.xml"/><Relationship Id="rId68" Type="http://schemas.openxmlformats.org/officeDocument/2006/relationships/customXml" Target="../ink/ink1830.xml"/><Relationship Id="rId69" Type="http://schemas.openxmlformats.org/officeDocument/2006/relationships/customXml" Target="../ink/ink1831.xml"/><Relationship Id="rId70" Type="http://schemas.openxmlformats.org/officeDocument/2006/relationships/customXml" Target="../ink/ink1832.xml"/><Relationship Id="rId71" Type="http://schemas.openxmlformats.org/officeDocument/2006/relationships/customXml" Target="../ink/ink1833.xml"/><Relationship Id="rId72" Type="http://schemas.openxmlformats.org/officeDocument/2006/relationships/customXml" Target="../ink/ink1834.xml"/><Relationship Id="rId73" Type="http://schemas.openxmlformats.org/officeDocument/2006/relationships/customXml" Target="../ink/ink1835.xml"/><Relationship Id="rId74" Type="http://schemas.openxmlformats.org/officeDocument/2006/relationships/customXml" Target="../ink/ink1836.xml"/><Relationship Id="rId75" Type="http://schemas.openxmlformats.org/officeDocument/2006/relationships/customXml" Target="../ink/ink1837.xml"/><Relationship Id="rId76" Type="http://schemas.openxmlformats.org/officeDocument/2006/relationships/customXml" Target="../ink/ink1838.xml"/><Relationship Id="rId77" Type="http://schemas.openxmlformats.org/officeDocument/2006/relationships/customXml" Target="../ink/ink1839.xml"/><Relationship Id="rId78" Type="http://schemas.openxmlformats.org/officeDocument/2006/relationships/customXml" Target="../ink/ink1840.xml"/><Relationship Id="rId79" Type="http://schemas.openxmlformats.org/officeDocument/2006/relationships/customXml" Target="../ink/ink1841.xml"/><Relationship Id="rId80" Type="http://schemas.openxmlformats.org/officeDocument/2006/relationships/customXml" Target="../ink/ink1842.xml"/><Relationship Id="rId81" Type="http://schemas.openxmlformats.org/officeDocument/2006/relationships/customXml" Target="../ink/ink1843.xml"/><Relationship Id="rId82" Type="http://schemas.openxmlformats.org/officeDocument/2006/relationships/customXml" Target="../ink/ink1844.xml"/><Relationship Id="rId83" Type="http://schemas.openxmlformats.org/officeDocument/2006/relationships/customXml" Target="../ink/ink1845.xml"/><Relationship Id="rId84" Type="http://schemas.openxmlformats.org/officeDocument/2006/relationships/customXml" Target="../ink/ink1846.xml"/><Relationship Id="rId85" Type="http://schemas.openxmlformats.org/officeDocument/2006/relationships/customXml" Target="../ink/ink1847.xml"/><Relationship Id="rId86" Type="http://schemas.openxmlformats.org/officeDocument/2006/relationships/customXml" Target="../ink/ink1848.xml"/><Relationship Id="rId87" Type="http://schemas.openxmlformats.org/officeDocument/2006/relationships/customXml" Target="../ink/ink1849.xml"/><Relationship Id="rId88" Type="http://schemas.openxmlformats.org/officeDocument/2006/relationships/customXml" Target="../ink/ink1850.xml"/><Relationship Id="rId89" Type="http://schemas.openxmlformats.org/officeDocument/2006/relationships/customXml" Target="../ink/ink1851.xml"/><Relationship Id="rId90" Type="http://schemas.openxmlformats.org/officeDocument/2006/relationships/customXml" Target="../ink/ink1852.xml"/><Relationship Id="rId91" Type="http://schemas.openxmlformats.org/officeDocument/2006/relationships/customXml" Target="../ink/ink1853.xml"/><Relationship Id="rId92" Type="http://schemas.openxmlformats.org/officeDocument/2006/relationships/customXml" Target="../ink/ink1870.xml"/><Relationship Id="rId93" Type="http://schemas.openxmlformats.org/officeDocument/2006/relationships/customXml" Target="../ink/ink1871.xml"/><Relationship Id="rId94" Type="http://schemas.openxmlformats.org/officeDocument/2006/relationships/customXml" Target="../ink/ink1872.xml"/><Relationship Id="rId95" Type="http://schemas.openxmlformats.org/officeDocument/2006/relationships/customXml" Target="../ink/ink1873.xml"/><Relationship Id="rId96" Type="http://schemas.openxmlformats.org/officeDocument/2006/relationships/customXml" Target="../ink/ink1874.xml"/><Relationship Id="rId97" Type="http://schemas.openxmlformats.org/officeDocument/2006/relationships/customXml" Target="../ink/ink1875.xml"/><Relationship Id="rId98" Type="http://schemas.openxmlformats.org/officeDocument/2006/relationships/customXml" Target="../ink/ink1876.xml"/><Relationship Id="rId99" Type="http://schemas.openxmlformats.org/officeDocument/2006/relationships/customXml" Target="../ink/ink1877.xml"/><Relationship Id="rId100" Type="http://schemas.openxmlformats.org/officeDocument/2006/relationships/customXml" Target="../ink/ink1878.xml"/><Relationship Id="rId101" Type="http://schemas.openxmlformats.org/officeDocument/2006/relationships/customXml" Target="../ink/ink1879.xml"/><Relationship Id="rId102" Type="http://schemas.openxmlformats.org/officeDocument/2006/relationships/customXml" Target="../ink/ink1880.xml"/><Relationship Id="rId103" Type="http://schemas.openxmlformats.org/officeDocument/2006/relationships/customXml" Target="../ink/ink1881.xml"/><Relationship Id="rId104" Type="http://schemas.openxmlformats.org/officeDocument/2006/relationships/customXml" Target="../ink/ink1882.xml"/><Relationship Id="rId105" Type="http://schemas.openxmlformats.org/officeDocument/2006/relationships/customXml" Target="../ink/ink1883.xml"/><Relationship Id="rId106" Type="http://schemas.openxmlformats.org/officeDocument/2006/relationships/customXml" Target="../ink/ink1884.xml"/><Relationship Id="rId107" Type="http://schemas.openxmlformats.org/officeDocument/2006/relationships/customXml" Target="../ink/ink1885.xml"/><Relationship Id="rId108" Type="http://schemas.openxmlformats.org/officeDocument/2006/relationships/customXml" Target="../ink/ink1886.xml"/><Relationship Id="rId109" Type="http://schemas.openxmlformats.org/officeDocument/2006/relationships/customXml" Target="../ink/ink1887.xml"/><Relationship Id="rId110" Type="http://schemas.openxmlformats.org/officeDocument/2006/relationships/customXml" Target="../ink/ink1888.xml"/><Relationship Id="rId111" Type="http://schemas.openxmlformats.org/officeDocument/2006/relationships/customXml" Target="../ink/ink1889.xml"/><Relationship Id="rId112" Type="http://schemas.openxmlformats.org/officeDocument/2006/relationships/customXml" Target="../ink/ink1890.xml"/><Relationship Id="rId113" Type="http://schemas.openxmlformats.org/officeDocument/2006/relationships/customXml" Target="../ink/ink1891.xml"/><Relationship Id="rId114" Type="http://schemas.openxmlformats.org/officeDocument/2006/relationships/customXml" Target="../ink/ink1892.xml"/><Relationship Id="rId115" Type="http://schemas.openxmlformats.org/officeDocument/2006/relationships/customXml" Target="../ink/ink1893.xml"/><Relationship Id="rId116" Type="http://schemas.openxmlformats.org/officeDocument/2006/relationships/customXml" Target="../ink/ink1894.xml"/><Relationship Id="rId117" Type="http://schemas.openxmlformats.org/officeDocument/2006/relationships/customXml" Target="../ink/ink1895.xml"/><Relationship Id="rId118" Type="http://schemas.openxmlformats.org/officeDocument/2006/relationships/customXml" Target="../ink/ink1896.xml"/><Relationship Id="rId119" Type="http://schemas.openxmlformats.org/officeDocument/2006/relationships/customXml" Target="../ink/ink1897.xml"/><Relationship Id="rId120" Type="http://schemas.openxmlformats.org/officeDocument/2006/relationships/customXml" Target="../ink/ink1898.xml"/><Relationship Id="rId121" Type="http://schemas.openxmlformats.org/officeDocument/2006/relationships/customXml" Target="../ink/ink1899.xml"/><Relationship Id="rId122" Type="http://schemas.openxmlformats.org/officeDocument/2006/relationships/customXml" Target="../ink/ink1900.xml"/><Relationship Id="rId123" Type="http://schemas.openxmlformats.org/officeDocument/2006/relationships/customXml" Target="../ink/ink1901.xml"/><Relationship Id="rId124" Type="http://schemas.openxmlformats.org/officeDocument/2006/relationships/customXml" Target="../ink/ink1902.xml"/><Relationship Id="rId125" Type="http://schemas.openxmlformats.org/officeDocument/2006/relationships/customXml" Target="../ink/ink1903.xml"/><Relationship Id="rId126" Type="http://schemas.openxmlformats.org/officeDocument/2006/relationships/customXml" Target="../ink/ink1904.xml"/><Relationship Id="rId127" Type="http://schemas.openxmlformats.org/officeDocument/2006/relationships/customXml" Target="../ink/ink1905.xml"/><Relationship Id="rId128" Type="http://schemas.openxmlformats.org/officeDocument/2006/relationships/customXml" Target="../ink/ink1906.xml"/><Relationship Id="rId129" Type="http://schemas.openxmlformats.org/officeDocument/2006/relationships/customXml" Target="../ink/ink1907.xml"/><Relationship Id="rId130" Type="http://schemas.openxmlformats.org/officeDocument/2006/relationships/customXml" Target="../ink/ink1908.xml"/><Relationship Id="rId131" Type="http://schemas.openxmlformats.org/officeDocument/2006/relationships/customXml" Target="../ink/ink1909.xml"/><Relationship Id="rId132" Type="http://schemas.openxmlformats.org/officeDocument/2006/relationships/customXml" Target="../ink/ink1910.xml"/><Relationship Id="rId133" Type="http://schemas.openxmlformats.org/officeDocument/2006/relationships/customXml" Target="../ink/ink1911.xml"/><Relationship Id="rId134" Type="http://schemas.openxmlformats.org/officeDocument/2006/relationships/customXml" Target="../ink/ink1912.xml"/><Relationship Id="rId135" Type="http://schemas.openxmlformats.org/officeDocument/2006/relationships/customXml" Target="../ink/ink1913.xml"/><Relationship Id="rId136" Type="http://schemas.openxmlformats.org/officeDocument/2006/relationships/customXml" Target="../ink/ink1914.xml"/><Relationship Id="rId137" Type="http://schemas.openxmlformats.org/officeDocument/2006/relationships/customXml" Target="../ink/ink1915.xml"/><Relationship Id="rId138" Type="http://schemas.openxmlformats.org/officeDocument/2006/relationships/customXml" Target="../ink/ink1916.xml"/><Relationship Id="rId139" Type="http://schemas.openxmlformats.org/officeDocument/2006/relationships/customXml" Target="../ink/ink1917.xml"/><Relationship Id="rId140" Type="http://schemas.openxmlformats.org/officeDocument/2006/relationships/customXml" Target="../ink/ink1918.xml"/><Relationship Id="rId141" Type="http://schemas.openxmlformats.org/officeDocument/2006/relationships/customXml" Target="../ink/ink1919.xml"/><Relationship Id="rId142" Type="http://schemas.openxmlformats.org/officeDocument/2006/relationships/customXml" Target="../ink/ink1920.xml"/><Relationship Id="rId143" Type="http://schemas.openxmlformats.org/officeDocument/2006/relationships/customXml" Target="../ink/ink1921.xml"/><Relationship Id="rId144" Type="http://schemas.openxmlformats.org/officeDocument/2006/relationships/customXml" Target="../ink/ink1922.xml"/><Relationship Id="rId145" Type="http://schemas.openxmlformats.org/officeDocument/2006/relationships/customXml" Target="../ink/ink1923.xml"/><Relationship Id="rId146" Type="http://schemas.openxmlformats.org/officeDocument/2006/relationships/customXml" Target="../ink/ink1924.xml"/><Relationship Id="rId147" Type="http://schemas.openxmlformats.org/officeDocument/2006/relationships/customXml" Target="../ink/ink1925.xml"/><Relationship Id="rId148" Type="http://schemas.openxmlformats.org/officeDocument/2006/relationships/customXml" Target="../ink/ink1926.xml"/><Relationship Id="rId149" Type="http://schemas.openxmlformats.org/officeDocument/2006/relationships/customXml" Target="../ink/ink1927.xml"/><Relationship Id="rId150" Type="http://schemas.openxmlformats.org/officeDocument/2006/relationships/customXml" Target="../ink/ink1928.xml"/><Relationship Id="rId151" Type="http://schemas.openxmlformats.org/officeDocument/2006/relationships/customXml" Target="../ink/ink1929.xml"/><Relationship Id="rId152" Type="http://schemas.openxmlformats.org/officeDocument/2006/relationships/customXml" Target="../ink/ink1930.xml"/><Relationship Id="rId153" Type="http://schemas.openxmlformats.org/officeDocument/2006/relationships/customXml" Target="../ink/ink1931.xml"/><Relationship Id="rId154" Type="http://schemas.openxmlformats.org/officeDocument/2006/relationships/customXml" Target="../ink/ink1932.xml"/><Relationship Id="rId155" Type="http://schemas.openxmlformats.org/officeDocument/2006/relationships/customXml" Target="../ink/ink1933.xml"/><Relationship Id="rId156" Type="http://schemas.openxmlformats.org/officeDocument/2006/relationships/customXml" Target="../ink/ink1934.xml"/><Relationship Id="rId157" Type="http://schemas.openxmlformats.org/officeDocument/2006/relationships/customXml" Target="../ink/ink1935.xml"/><Relationship Id="rId158" Type="http://schemas.openxmlformats.org/officeDocument/2006/relationships/customXml" Target="../ink/ink1936.xml"/><Relationship Id="rId159" Type="http://schemas.openxmlformats.org/officeDocument/2006/relationships/customXml" Target="../ink/ink1937.xml"/><Relationship Id="rId160" Type="http://schemas.openxmlformats.org/officeDocument/2006/relationships/customXml" Target="../ink/ink1938.xml"/><Relationship Id="rId161" Type="http://schemas.openxmlformats.org/officeDocument/2006/relationships/customXml" Target="../ink/ink1939.xml"/><Relationship Id="rId162" Type="http://schemas.openxmlformats.org/officeDocument/2006/relationships/customXml" Target="../ink/ink1940.xml"/><Relationship Id="rId163" Type="http://schemas.openxmlformats.org/officeDocument/2006/relationships/customXml" Target="../ink/ink1941.xml"/><Relationship Id="rId164" Type="http://schemas.openxmlformats.org/officeDocument/2006/relationships/customXml" Target="../ink/ink1942.xml"/><Relationship Id="rId165" Type="http://schemas.openxmlformats.org/officeDocument/2006/relationships/customXml" Target="../ink/ink1943.xml"/><Relationship Id="rId166" Type="http://schemas.openxmlformats.org/officeDocument/2006/relationships/customXml" Target="../ink/ink1944.xml"/><Relationship Id="rId167" Type="http://schemas.openxmlformats.org/officeDocument/2006/relationships/customXml" Target="../ink/ink1945.xml"/><Relationship Id="rId168" Type="http://schemas.openxmlformats.org/officeDocument/2006/relationships/customXml" Target="../ink/ink1946.xml"/><Relationship Id="rId169" Type="http://schemas.openxmlformats.org/officeDocument/2006/relationships/customXml" Target="../ink/ink1947.xml"/><Relationship Id="rId170" Type="http://schemas.openxmlformats.org/officeDocument/2006/relationships/customXml" Target="../ink/ink1948.xml"/><Relationship Id="rId171" Type="http://schemas.openxmlformats.org/officeDocument/2006/relationships/customXml" Target="../ink/ink1949.xml"/><Relationship Id="rId172" Type="http://schemas.openxmlformats.org/officeDocument/2006/relationships/customXml" Target="../ink/ink1950.xml"/><Relationship Id="rId173" Type="http://schemas.openxmlformats.org/officeDocument/2006/relationships/customXml" Target="../ink/ink1951.xml"/><Relationship Id="rId174" Type="http://schemas.openxmlformats.org/officeDocument/2006/relationships/customXml" Target="../ink/ink1952.xml"/><Relationship Id="rId175" Type="http://schemas.openxmlformats.org/officeDocument/2006/relationships/customXml" Target="../ink/ink1953.xml"/><Relationship Id="rId176" Type="http://schemas.openxmlformats.org/officeDocument/2006/relationships/customXml" Target="../ink/ink1954.xml"/><Relationship Id="rId177" Type="http://schemas.openxmlformats.org/officeDocument/2006/relationships/customXml" Target="../ink/ink1955.xml"/><Relationship Id="rId178" Type="http://schemas.openxmlformats.org/officeDocument/2006/relationships/customXml" Target="../ink/ink1956.xml"/><Relationship Id="rId179" Type="http://schemas.openxmlformats.org/officeDocument/2006/relationships/customXml" Target="../ink/ink1957.xml"/><Relationship Id="rId180" Type="http://schemas.openxmlformats.org/officeDocument/2006/relationships/customXml" Target="../ink/ink1958.xml"/><Relationship Id="rId181" Type="http://schemas.openxmlformats.org/officeDocument/2006/relationships/customXml" Target="../ink/ink1959.xml"/><Relationship Id="rId182" Type="http://schemas.openxmlformats.org/officeDocument/2006/relationships/customXml" Target="../ink/ink1960.xml"/><Relationship Id="rId183" Type="http://schemas.openxmlformats.org/officeDocument/2006/relationships/customXml" Target="../ink/ink1961.xml"/><Relationship Id="rId184" Type="http://schemas.openxmlformats.org/officeDocument/2006/relationships/customXml" Target="../ink/ink1962.xml"/><Relationship Id="rId185" Type="http://schemas.openxmlformats.org/officeDocument/2006/relationships/customXml" Target="../ink/ink1963.xml"/><Relationship Id="rId186" Type="http://schemas.openxmlformats.org/officeDocument/2006/relationships/customXml" Target="../ink/ink1964.xml"/><Relationship Id="rId187" Type="http://schemas.openxmlformats.org/officeDocument/2006/relationships/customXml" Target="../ink/ink1965.xml"/><Relationship Id="rId188" Type="http://schemas.openxmlformats.org/officeDocument/2006/relationships/customXml" Target="../ink/ink1966.xml"/><Relationship Id="rId189"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120.png"/><Relationship Id="rId2" Type="http://schemas.openxmlformats.org/officeDocument/2006/relationships/image" Target="../media/image118.emf"/><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image" Target="../media/image127.png"/><Relationship Id="rId10" Type="http://schemas.openxmlformats.org/officeDocument/2006/relationships/image" Target="../media/image128.png"/><Relationship Id="rId11" Type="http://schemas.openxmlformats.org/officeDocument/2006/relationships/image" Target="../media/image129.png"/><Relationship Id="rId12" Type="http://schemas.openxmlformats.org/officeDocument/2006/relationships/image" Target="../media/image130.png"/><Relationship Id="rId13" Type="http://schemas.openxmlformats.org/officeDocument/2006/relationships/customXml" Target="../ink/ink1858.xml"/><Relationship Id="rId14" Type="http://schemas.openxmlformats.org/officeDocument/2006/relationships/customXml" Target="../ink/ink1859.xml"/><Relationship Id="rId15" Type="http://schemas.openxmlformats.org/officeDocument/2006/relationships/customXml" Target="../ink/ink1860.xml"/><Relationship Id="rId16" Type="http://schemas.openxmlformats.org/officeDocument/2006/relationships/customXml" Target="../ink/ink1861.xml"/><Relationship Id="rId17" Type="http://schemas.openxmlformats.org/officeDocument/2006/relationships/customXml" Target="../ink/ink1864.xml"/><Relationship Id="rId18"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customXml" Target="../ink/ink1865.xml"/><Relationship Id="rId11" Type="http://schemas.openxmlformats.org/officeDocument/2006/relationships/customXml" Target="../ink/ink1866.xml"/><Relationship Id="rId12" Type="http://schemas.openxmlformats.org/officeDocument/2006/relationships/customXml" Target="../ink/ink1867.xml"/><Relationship Id="rId13" Type="http://schemas.openxmlformats.org/officeDocument/2006/relationships/customXml" Target="../ink/ink1868.xml"/><Relationship Id="rId14" Type="http://schemas.openxmlformats.org/officeDocument/2006/relationships/customXml" Target="../ink/ink1869.xml"/><Relationship Id="rId15"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re 1"/>
          <p:cNvSpPr>
            <a:spLocks noGrp="1"/>
          </p:cNvSpPr>
          <p:nvPr>
            <p:ph type="ctrTitle"/>
          </p:nvPr>
        </p:nvSpPr>
        <p:spPr>
          <a:xfrm>
            <a:off x="1197735" y="1481071"/>
            <a:ext cx="9689206" cy="1050098"/>
          </a:xfrm>
          <a:solidFill>
            <a:srgbClr val="FFFF00"/>
          </a:solidFill>
        </p:spPr>
        <p:txBody>
          <a:bodyPr>
            <a:noAutofit/>
          </a:bodyPr>
          <a:p>
            <a:r>
              <a:rPr dirty="0" sz="6600" lang="fr-MA">
                <a:effectLst>
                  <a:outerShdw algn="tl" blurRad="38100" dir="2700000" dist="38100">
                    <a:srgbClr val="000000">
                      <a:alpha val="43137"/>
                    </a:srgbClr>
                  </a:outerShdw>
                </a:effectLst>
                <a:latin typeface="AR BLANCA" panose="02000000000000000000" pitchFamily="2" charset="0"/>
              </a:rPr>
              <a:t>Mouvements à force centrale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592" name="ZoneTexte 3"/>
          <p:cNvSpPr txBox="1"/>
          <p:nvPr/>
        </p:nvSpPr>
        <p:spPr>
          <a:xfrm>
            <a:off x="559588" y="206062"/>
            <a:ext cx="4604839" cy="929640"/>
          </a:xfrm>
          <a:prstGeom prst="rect"/>
          <a:solidFill>
            <a:srgbClr val="FFFF00"/>
          </a:solidFill>
        </p:spPr>
        <p:txBody>
          <a:bodyPr rtlCol="0" wrap="square">
            <a:spAutoFit/>
          </a:bodyPr>
          <a:p>
            <a:r>
              <a:rPr dirty="0" sz="2800" lang="fr-MA">
                <a:effectLst>
                  <a:outerShdw algn="tl" blurRad="38100" dir="2700000" dist="38100">
                    <a:srgbClr val="000000">
                      <a:alpha val="43137"/>
                    </a:srgbClr>
                  </a:outerShdw>
                </a:effectLst>
                <a:latin typeface="AR BLANCA" panose="02000000000000000000" pitchFamily="2" charset="0"/>
              </a:rPr>
              <a:t>1. Force centrale conservative</a:t>
            </a:r>
          </a:p>
        </p:txBody>
      </p:sp>
      <p:sp>
        <p:nvSpPr>
          <p:cNvPr id="1048593" name="Rectangle 4"/>
          <p:cNvSpPr/>
          <p:nvPr/>
        </p:nvSpPr>
        <p:spPr>
          <a:xfrm>
            <a:off x="559588" y="861742"/>
            <a:ext cx="2443480" cy="510540"/>
          </a:xfrm>
          <a:prstGeom prst="rect"/>
          <a:solidFill>
            <a:srgbClr val="92D050"/>
          </a:solidFill>
        </p:spPr>
        <p:txBody>
          <a:bodyPr wrap="none">
            <a:spAutoFit/>
          </a:bodyPr>
          <a:p>
            <a:r>
              <a:rPr baseline="0" dirty="0" sz="2800" i="0" lang="fr-MA" strike="noStrike" u="none">
                <a:effectLst>
                  <a:outerShdw algn="tl" blurRad="38100" dir="2700000" dist="38100">
                    <a:srgbClr val="000000">
                      <a:alpha val="43137"/>
                    </a:srgbClr>
                  </a:outerShdw>
                </a:effectLst>
                <a:latin typeface="AR BLANCA" panose="02000000000000000000" pitchFamily="2" charset="0"/>
              </a:rPr>
              <a:t>1.1 Définitions</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594" name="Rectangle 5"/>
          <p:cNvSpPr>
            <a:spLocks noChangeAspect="1" noMove="1" noResize="1" noRot="1" noAdjustHandles="1" noEditPoints="1" noChangeArrowheads="1" noChangeShapeType="1" noTextEdit="1"/>
          </p:cNvSpPr>
          <p:nvPr/>
        </p:nvSpPr>
        <p:spPr>
          <a:xfrm>
            <a:off x="559587" y="1517422"/>
            <a:ext cx="11430643" cy="4239237"/>
          </a:xfrm>
          <a:prstGeom prst="rect"/>
          <a:blipFill rotWithShape="0">
            <a:blip xmlns:r="http://schemas.openxmlformats.org/officeDocument/2006/relationships" r:embed="rId1"/>
            <a:stretch>
              <a:fillRect l="-480" t="-719" r="-533" b="-144"/>
            </a:stretch>
          </a:blipFill>
        </p:spPr>
        <p:txBody>
          <a:bodyPr/>
          <a:p>
            <a:r>
              <a:rPr lang="fr-MA">
                <a:noFill/>
              </a:rPr>
              <a:t> </a:t>
            </a:r>
          </a:p>
        </p:txBody>
      </p:sp>
      <p:cxnSp>
        <p:nvCxnSpPr>
          <p:cNvPr id="3145728" name="Connecteur droit avec flèche 7"/>
          <p:cNvCxnSpPr>
            <a:cxnSpLocks/>
          </p:cNvCxnSpPr>
          <p:nvPr/>
        </p:nvCxnSpPr>
        <p:spPr>
          <a:xfrm flipV="1">
            <a:off x="8950818" y="2354097"/>
            <a:ext cx="0" cy="1174715"/>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29" name="Connecteur droit avec flèche 8"/>
          <p:cNvCxnSpPr>
            <a:cxnSpLocks/>
          </p:cNvCxnSpPr>
          <p:nvPr/>
        </p:nvCxnSpPr>
        <p:spPr>
          <a:xfrm flipH="1">
            <a:off x="8100812" y="3528812"/>
            <a:ext cx="850006" cy="618185"/>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0" name="Connecteur droit avec flèche 12"/>
          <p:cNvCxnSpPr>
            <a:cxnSpLocks/>
          </p:cNvCxnSpPr>
          <p:nvPr/>
        </p:nvCxnSpPr>
        <p:spPr>
          <a:xfrm>
            <a:off x="8950818" y="3528812"/>
            <a:ext cx="1725769" cy="1"/>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595" name="Ellipse 15"/>
          <p:cNvSpPr/>
          <p:nvPr/>
        </p:nvSpPr>
        <p:spPr>
          <a:xfrm flipH="1">
            <a:off x="8925065" y="3490171"/>
            <a:ext cx="64394" cy="90152"/>
          </a:xfrm>
          <a:prstGeom prst="ellipse"/>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596" name="Ellipse 16"/>
          <p:cNvSpPr/>
          <p:nvPr/>
        </p:nvSpPr>
        <p:spPr>
          <a:xfrm flipH="1">
            <a:off x="10494145" y="2486557"/>
            <a:ext cx="64394" cy="90152"/>
          </a:xfrm>
          <a:prstGeom prst="ellipse"/>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597" name="Forme libre 17"/>
          <p:cNvSpPr/>
          <p:nvPr/>
        </p:nvSpPr>
        <p:spPr>
          <a:xfrm>
            <a:off x="9684913" y="2293632"/>
            <a:ext cx="1959362" cy="885783"/>
          </a:xfrm>
          <a:custGeom>
            <a:avLst/>
            <a:gdLst>
              <a:gd name="connsiteX0" fmla="*/ 0 w 1959362"/>
              <a:gd name="connsiteY0" fmla="*/ 63202 h 885783"/>
              <a:gd name="connsiteX1" fmla="*/ 669702 w 1959362"/>
              <a:gd name="connsiteY1" fmla="*/ 63202 h 885783"/>
              <a:gd name="connsiteX2" fmla="*/ 1352282 w 1959362"/>
              <a:gd name="connsiteY2" fmla="*/ 720025 h 885783"/>
              <a:gd name="connsiteX3" fmla="*/ 1906074 w 1959362"/>
              <a:gd name="connsiteY3" fmla="*/ 874571 h 885783"/>
              <a:gd name="connsiteX4" fmla="*/ 1906074 w 1959362"/>
              <a:gd name="connsiteY4" fmla="*/ 861692 h 885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362" h="885783">
                <a:moveTo>
                  <a:pt x="0" y="63202"/>
                </a:moveTo>
                <a:cubicBezTo>
                  <a:pt x="222161" y="8467"/>
                  <a:pt x="444322" y="-46268"/>
                  <a:pt x="669702" y="63202"/>
                </a:cubicBezTo>
                <a:cubicBezTo>
                  <a:pt x="895082" y="172672"/>
                  <a:pt x="1146220" y="584797"/>
                  <a:pt x="1352282" y="720025"/>
                </a:cubicBezTo>
                <a:cubicBezTo>
                  <a:pt x="1558344" y="855253"/>
                  <a:pt x="1813775" y="850960"/>
                  <a:pt x="1906074" y="874571"/>
                </a:cubicBezTo>
                <a:cubicBezTo>
                  <a:pt x="1998373" y="898182"/>
                  <a:pt x="1952223" y="879937"/>
                  <a:pt x="1906074" y="8616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31" name="Connecteur droit avec flèche 19"/>
          <p:cNvCxnSpPr>
            <a:cxnSpLocks/>
          </p:cNvCxnSpPr>
          <p:nvPr/>
        </p:nvCxnSpPr>
        <p:spPr>
          <a:xfrm flipH="1">
            <a:off x="9491731" y="2531633"/>
            <a:ext cx="1034611" cy="647782"/>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2" name="Connecteur droit 21"/>
          <p:cNvCxnSpPr>
            <a:cxnSpLocks/>
          </p:cNvCxnSpPr>
          <p:nvPr/>
        </p:nvCxnSpPr>
        <p:spPr>
          <a:xfrm flipH="1">
            <a:off x="8950818" y="2538069"/>
            <a:ext cx="1575524" cy="997178"/>
          </a:xfrm>
          <a:prstGeom prst="line"/>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598" name="ZoneTexte 24"/>
          <p:cNvSpPr txBox="1"/>
          <p:nvPr/>
        </p:nvSpPr>
        <p:spPr>
          <a:xfrm>
            <a:off x="10331554" y="2006661"/>
            <a:ext cx="525780" cy="447040"/>
          </a:xfrm>
          <a:prstGeom prst="rect"/>
          <a:noFill/>
        </p:spPr>
        <p:txBody>
          <a:bodyPr rtlCol="0" wrap="none">
            <a:spAutoFit/>
          </a:bodyPr>
          <a:p>
            <a:r>
              <a:rPr b="1" dirty="0" sz="2400" i="1" lang="fr-MA"/>
              <a:t>M</a:t>
            </a:r>
            <a:endParaRPr b="1" dirty="0" i="1" lang="fr-MA"/>
          </a:p>
        </p:txBody>
      </p:sp>
      <p:sp>
        <p:nvSpPr>
          <p:cNvPr id="1048599" name="ZoneTexte 25"/>
          <p:cNvSpPr txBox="1">
            <a:spLocks noChangeAspect="1" noMove="1" noResize="1" noRot="1" noAdjustHandles="1" noEditPoints="1" noChangeArrowheads="1" noChangeShapeType="1" noTextEdit="1"/>
          </p:cNvSpPr>
          <p:nvPr/>
        </p:nvSpPr>
        <p:spPr>
          <a:xfrm>
            <a:off x="10009036" y="2798154"/>
            <a:ext cx="453201" cy="506421"/>
          </a:xfrm>
          <a:prstGeom prst="rect"/>
          <a:blipFill rotWithShape="0">
            <a:blip xmlns:r="http://schemas.openxmlformats.org/officeDocument/2006/relationships" r:embed="rId2"/>
            <a:stretch>
              <a:fillRect/>
            </a:stretch>
          </a:blipFill>
        </p:spPr>
        <p:txBody>
          <a:bodyPr/>
          <a:p>
            <a:r>
              <a:rPr lang="fr-MA">
                <a:noFill/>
              </a:rPr>
              <a:t> </a:t>
            </a:r>
          </a:p>
        </p:txBody>
      </p:sp>
      <p:sp>
        <p:nvSpPr>
          <p:cNvPr id="1048600" name="ZoneTexte 26"/>
          <p:cNvSpPr txBox="1"/>
          <p:nvPr/>
        </p:nvSpPr>
        <p:spPr>
          <a:xfrm>
            <a:off x="8567412" y="3179415"/>
            <a:ext cx="474980" cy="447040"/>
          </a:xfrm>
          <a:prstGeom prst="rect"/>
          <a:noFill/>
        </p:spPr>
        <p:txBody>
          <a:bodyPr rtlCol="0" wrap="none">
            <a:spAutoFit/>
          </a:bodyPr>
          <a:p>
            <a:r>
              <a:rPr b="1" dirty="0" sz="2400" i="1" lang="fr-MA"/>
              <a:t>O</a:t>
            </a:r>
            <a:endParaRPr b="1" dirty="0" i="1" lang="fr-MA"/>
          </a:p>
        </p:txBody>
      </p:sp>
      <p:sp>
        <p:nvSpPr>
          <p:cNvPr id="1048601" name="Rectangle 29"/>
          <p:cNvSpPr>
            <a:spLocks noChangeAspect="1" noMove="1" noResize="1" noRot="1" noAdjustHandles="1" noEditPoints="1" noChangeArrowheads="1" noChangeShapeType="1" noTextEdit="1"/>
          </p:cNvSpPr>
          <p:nvPr/>
        </p:nvSpPr>
        <p:spPr>
          <a:xfrm>
            <a:off x="4500448" y="5889119"/>
            <a:ext cx="1801454" cy="506421"/>
          </a:xfrm>
          <a:prstGeom prst="rect"/>
          <a:blipFill rotWithShape="0">
            <a:blip xmlns:r="http://schemas.openxmlformats.org/officeDocument/2006/relationships" r:embed="rId3"/>
            <a:stretch>
              <a:fillRect/>
            </a:stretch>
          </a:blipFill>
        </p:spPr>
        <p:txBody>
          <a:bodyPr/>
          <a:p>
            <a:r>
              <a:rPr lang="fr-MA">
                <a:noFill/>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02" name="ZoneTexte 3"/>
          <p:cNvSpPr txBox="1"/>
          <p:nvPr/>
        </p:nvSpPr>
        <p:spPr>
          <a:xfrm>
            <a:off x="656822" y="193183"/>
            <a:ext cx="1910080" cy="510540"/>
          </a:xfrm>
          <a:prstGeom prst="rect"/>
          <a:solidFill>
            <a:schemeClr val="accent2">
              <a:lumMod val="60000"/>
              <a:lumOff val="40000"/>
            </a:schemeClr>
          </a:solidFill>
        </p:spPr>
        <p:txBody>
          <a:bodyPr rtlCol="0" wrap="none">
            <a:spAutoFit/>
          </a:bodyPr>
          <a:p>
            <a:r>
              <a:rPr dirty="0" sz="2800" lang="fr-MA" u="sng">
                <a:effectLst>
                  <a:outerShdw algn="tl" blurRad="38100" dir="2700000" dist="38100">
                    <a:srgbClr val="000000">
                      <a:alpha val="43137"/>
                    </a:srgbClr>
                  </a:outerShdw>
                </a:effectLst>
                <a:latin typeface="AR BLANCA" panose="02000000000000000000" pitchFamily="2" charset="0"/>
              </a:rPr>
              <a:t>Exemples :</a:t>
            </a:r>
          </a:p>
        </p:txBody>
      </p:sp>
      <p:sp>
        <p:nvSpPr>
          <p:cNvPr id="1048603" name="ZoneTexte 4"/>
          <p:cNvSpPr txBox="1"/>
          <p:nvPr/>
        </p:nvSpPr>
        <p:spPr>
          <a:xfrm>
            <a:off x="656822" y="1056068"/>
            <a:ext cx="7167880" cy="396241"/>
          </a:xfrm>
          <a:prstGeom prst="rect"/>
          <a:noFill/>
        </p:spPr>
        <p:txBody>
          <a:bodyPr rtlCol="0" wrap="none">
            <a:spAutoFit/>
          </a:bodyPr>
          <a:p>
            <a:pPr indent="-285750" marL="285750">
              <a:buFont typeface="Calibri" panose="020F0502020204030204" pitchFamily="34" charset="0"/>
              <a:buChar char="❶"/>
            </a:pPr>
            <a:r>
              <a:rPr dirty="0" sz="2000" lang="fr-MA"/>
              <a:t> Interaction gravitationnelle entre deux masses ponctuelles</a:t>
            </a:r>
          </a:p>
        </p:txBody>
      </p:sp>
      <p:sp>
        <p:nvSpPr>
          <p:cNvPr id="1048604" name="ZoneTexte 5"/>
          <p:cNvSpPr txBox="1">
            <a:spLocks noChangeAspect="1" noMove="1" noResize="1" noRot="1" noAdjustHandles="1" noEditPoints="1" noChangeArrowheads="1" noChangeShapeType="1" noTextEdit="1"/>
          </p:cNvSpPr>
          <p:nvPr/>
        </p:nvSpPr>
        <p:spPr>
          <a:xfrm>
            <a:off x="2202287" y="1584101"/>
            <a:ext cx="2083776" cy="630109"/>
          </a:xfrm>
          <a:prstGeom prst="rect"/>
          <a:blipFill rotWithShape="0">
            <a:blip xmlns:r="http://schemas.openxmlformats.org/officeDocument/2006/relationships" r:embed="rId1"/>
            <a:stretch>
              <a:fillRect/>
            </a:stretch>
          </a:blipFill>
        </p:spPr>
        <p:txBody>
          <a:bodyPr/>
          <a:p>
            <a:r>
              <a:rPr lang="fr-MA">
                <a:noFill/>
              </a:rPr>
              <a:t> </a:t>
            </a:r>
          </a:p>
        </p:txBody>
      </p:sp>
      <p:sp>
        <p:nvSpPr>
          <p:cNvPr id="1048605" name="Rectangle 6"/>
          <p:cNvSpPr>
            <a:spLocks noChangeAspect="1" noMove="1" noResize="1" noRot="1" noAdjustHandles="1" noEditPoints="1" noChangeArrowheads="1" noChangeShapeType="1" noTextEdit="1"/>
          </p:cNvSpPr>
          <p:nvPr/>
        </p:nvSpPr>
        <p:spPr>
          <a:xfrm>
            <a:off x="5452735" y="1584101"/>
            <a:ext cx="2543709" cy="744884"/>
          </a:xfrm>
          <a:prstGeom prst="rect"/>
          <a:blipFill rotWithShape="0">
            <a:blip xmlns:r="http://schemas.openxmlformats.org/officeDocument/2006/relationships" r:embed="rId2"/>
            <a:stretch>
              <a:fillRect/>
            </a:stretch>
          </a:blipFill>
        </p:spPr>
        <p:txBody>
          <a:bodyPr/>
          <a:p>
            <a:r>
              <a:rPr lang="fr-MA">
                <a:noFill/>
              </a:rPr>
              <a:t> </a:t>
            </a:r>
          </a:p>
        </p:txBody>
      </p:sp>
      <p:sp>
        <p:nvSpPr>
          <p:cNvPr id="1048606" name="ZoneTexte 7"/>
          <p:cNvSpPr txBox="1"/>
          <p:nvPr/>
        </p:nvSpPr>
        <p:spPr>
          <a:xfrm>
            <a:off x="656821" y="2541054"/>
            <a:ext cx="8399780" cy="396240"/>
          </a:xfrm>
          <a:prstGeom prst="rect"/>
          <a:noFill/>
        </p:spPr>
        <p:txBody>
          <a:bodyPr rtlCol="0" wrap="none">
            <a:spAutoFit/>
          </a:bodyPr>
          <a:p>
            <a:pPr indent="-342900" marL="342900">
              <a:buFont typeface="Calibri" panose="020F0502020204030204" pitchFamily="34" charset="0"/>
              <a:buChar char="❷"/>
            </a:pPr>
            <a:r>
              <a:rPr dirty="0" sz="2000" lang="fr-MA"/>
              <a:t> Interaction coulombienne entre deux charges électriques ponctuelles</a:t>
            </a:r>
          </a:p>
        </p:txBody>
      </p:sp>
      <p:sp>
        <p:nvSpPr>
          <p:cNvPr id="1048607" name="ZoneTexte 8"/>
          <p:cNvSpPr txBox="1">
            <a:spLocks noChangeAspect="1" noMove="1" noResize="1" noRot="1" noAdjustHandles="1" noEditPoints="1" noChangeArrowheads="1" noChangeShapeType="1" noTextEdit="1"/>
          </p:cNvSpPr>
          <p:nvPr/>
        </p:nvSpPr>
        <p:spPr>
          <a:xfrm>
            <a:off x="2084230" y="2984031"/>
            <a:ext cx="2084994" cy="756617"/>
          </a:xfrm>
          <a:prstGeom prst="rect"/>
          <a:blipFill rotWithShape="0">
            <a:blip xmlns:r="http://schemas.openxmlformats.org/officeDocument/2006/relationships" r:embed="rId3"/>
            <a:stretch>
              <a:fillRect/>
            </a:stretch>
          </a:blipFill>
        </p:spPr>
        <p:txBody>
          <a:bodyPr/>
          <a:p>
            <a:r>
              <a:rPr lang="fr-MA">
                <a:noFill/>
              </a:rPr>
              <a:t> </a:t>
            </a:r>
          </a:p>
        </p:txBody>
      </p:sp>
      <p:sp>
        <p:nvSpPr>
          <p:cNvPr id="1048608" name="Rectangle 9"/>
          <p:cNvSpPr>
            <a:spLocks noChangeAspect="1" noMove="1" noResize="1" noRot="1" noAdjustHandles="1" noEditPoints="1" noChangeArrowheads="1" noChangeShapeType="1" noTextEdit="1"/>
          </p:cNvSpPr>
          <p:nvPr/>
        </p:nvSpPr>
        <p:spPr>
          <a:xfrm>
            <a:off x="5205890" y="3041419"/>
            <a:ext cx="2544927" cy="848950"/>
          </a:xfrm>
          <a:prstGeom prst="rect"/>
          <a:blipFill rotWithShape="0">
            <a:blip xmlns:r="http://schemas.openxmlformats.org/officeDocument/2006/relationships" r:embed="rId4"/>
            <a:stretch>
              <a:fillRect/>
            </a:stretch>
          </a:blipFill>
        </p:spPr>
        <p:txBody>
          <a:bodyPr/>
          <a:p>
            <a:r>
              <a:rPr lang="fr-MA">
                <a:noFill/>
              </a:rPr>
              <a:t> </a:t>
            </a:r>
          </a:p>
        </p:txBody>
      </p:sp>
      <p:sp>
        <p:nvSpPr>
          <p:cNvPr id="1048609" name="ZoneTexte 10"/>
          <p:cNvSpPr txBox="1">
            <a:spLocks noChangeAspect="1" noMove="1" noResize="1" noRot="1" noAdjustHandles="1" noEditPoints="1" noChangeArrowheads="1" noChangeShapeType="1" noTextEdit="1"/>
          </p:cNvSpPr>
          <p:nvPr/>
        </p:nvSpPr>
        <p:spPr>
          <a:xfrm>
            <a:off x="656821" y="4299743"/>
            <a:ext cx="6924460" cy="369332"/>
          </a:xfrm>
          <a:prstGeom prst="rect"/>
          <a:blipFill rotWithShape="0">
            <a:blip xmlns:r="http://schemas.openxmlformats.org/officeDocument/2006/relationships" r:embed="rId5"/>
            <a:stretch>
              <a:fillRect l="-792" t="-8197" b="-24590"/>
            </a:stretch>
          </a:blipFill>
        </p:spPr>
        <p:txBody>
          <a:bodyPr/>
          <a:p>
            <a:r>
              <a:rPr lang="fr-MA">
                <a:noFill/>
              </a:rPr>
              <a:t> </a:t>
            </a:r>
          </a:p>
        </p:txBody>
      </p:sp>
      <p:sp>
        <p:nvSpPr>
          <p:cNvPr id="1048610" name="Rectangle 11"/>
          <p:cNvSpPr>
            <a:spLocks noChangeAspect="1" noMove="1" noResize="1" noRot="1" noAdjustHandles="1" noEditPoints="1" noChangeArrowheads="1" noChangeShapeType="1" noTextEdit="1"/>
          </p:cNvSpPr>
          <p:nvPr/>
        </p:nvSpPr>
        <p:spPr>
          <a:xfrm>
            <a:off x="1808866" y="4865628"/>
            <a:ext cx="2635722" cy="783804"/>
          </a:xfrm>
          <a:prstGeom prst="rect"/>
          <a:blipFill rotWithShape="0">
            <a:blip xmlns:r="http://schemas.openxmlformats.org/officeDocument/2006/relationships" r:embed="rId6"/>
            <a:stretch>
              <a:fillRect/>
            </a:stretch>
          </a:blipFill>
        </p:spPr>
        <p:txBody>
          <a:bodyPr/>
          <a:p>
            <a:r>
              <a:rPr lang="fr-MA">
                <a:noFill/>
              </a:rPr>
              <a:t> </a:t>
            </a:r>
          </a:p>
        </p:txBody>
      </p:sp>
      <p:sp>
        <p:nvSpPr>
          <p:cNvPr id="1048611" name="Rectangle 12"/>
          <p:cNvSpPr>
            <a:spLocks noChangeAspect="1" noMove="1" noResize="1" noRot="1" noAdjustHandles="1" noEditPoints="1" noChangeArrowheads="1" noChangeShapeType="1" noTextEdit="1"/>
          </p:cNvSpPr>
          <p:nvPr/>
        </p:nvSpPr>
        <p:spPr>
          <a:xfrm>
            <a:off x="5205890" y="5026697"/>
            <a:ext cx="2699457" cy="461665"/>
          </a:xfrm>
          <a:prstGeom prst="rect"/>
          <a:blipFill rotWithShape="0">
            <a:blip xmlns:r="http://schemas.openxmlformats.org/officeDocument/2006/relationships" r:embed="rId7"/>
            <a:stretch>
              <a:fillRect r="-226" b="-18667"/>
            </a:stretch>
          </a:blipFill>
        </p:spPr>
        <p:txBody>
          <a:bodyPr/>
          <a:p>
            <a:r>
              <a:rPr lang="fr-MA">
                <a:noFill/>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12" name="Rectangle 3"/>
          <p:cNvSpPr/>
          <p:nvPr/>
        </p:nvSpPr>
        <p:spPr>
          <a:xfrm>
            <a:off x="442632" y="333709"/>
            <a:ext cx="6278880" cy="510540"/>
          </a:xfrm>
          <a:prstGeom prst="rect"/>
          <a:solidFill>
            <a:srgbClr val="92D050"/>
          </a:solidFill>
        </p:spPr>
        <p:txBody>
          <a:bodyPr wrap="non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1.2 Conservation du moment cinétique</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13" name="Rectangle 4"/>
          <p:cNvSpPr/>
          <p:nvPr/>
        </p:nvSpPr>
        <p:spPr>
          <a:xfrm>
            <a:off x="652530" y="1045215"/>
            <a:ext cx="9431628" cy="400110"/>
          </a:xfrm>
          <a:prstGeom prst="rect"/>
        </p:spPr>
        <p:txBody>
          <a:bodyPr wrap="square">
            <a:spAutoFit/>
          </a:bodyPr>
          <a:p>
            <a:pPr algn="just" indent="-285750" marL="285750">
              <a:buFont typeface="Wingdings" panose="05000000000000000000" pitchFamily="2" charset="2"/>
              <a:buChar char="Ø"/>
            </a:pPr>
            <a:r>
              <a:rPr baseline="0" b="0" dirty="0" sz="2000" i="0" lang="fr-FR" strike="noStrike" u="none">
                <a:latin typeface="Bembo"/>
              </a:rPr>
              <a:t>On applique le théorème du moment cinétique en </a:t>
            </a:r>
            <a:r>
              <a:rPr baseline="0" b="0" dirty="0" sz="2000" i="1" lang="fr-FR" strike="noStrike" u="none">
                <a:latin typeface="Bembo-Italic"/>
              </a:rPr>
              <a:t>O </a:t>
            </a:r>
            <a:r>
              <a:rPr baseline="0" b="0" dirty="0" sz="2000" i="0" lang="fr-FR" strike="noStrike" u="none">
                <a:latin typeface="Bembo"/>
              </a:rPr>
              <a:t>(qui est un point fixe) :</a:t>
            </a:r>
            <a:endParaRPr dirty="0" sz="2000" lang="fr-MA"/>
          </a:p>
        </p:txBody>
      </p:sp>
      <p:sp>
        <p:nvSpPr>
          <p:cNvPr id="1048614" name="ZoneTexte 5"/>
          <p:cNvSpPr txBox="1">
            <a:spLocks noChangeAspect="1" noMove="1" noResize="1" noRot="1" noAdjustHandles="1" noEditPoints="1" noChangeArrowheads="1" noChangeShapeType="1" noTextEdit="1"/>
          </p:cNvSpPr>
          <p:nvPr/>
        </p:nvSpPr>
        <p:spPr>
          <a:xfrm>
            <a:off x="1738648" y="1602833"/>
            <a:ext cx="2745110" cy="879280"/>
          </a:xfrm>
          <a:prstGeom prst="rect"/>
          <a:blipFill rotWithShape="0">
            <a:blip xmlns:r="http://schemas.openxmlformats.org/officeDocument/2006/relationships" r:embed="rId1"/>
            <a:stretch>
              <a:fillRect/>
            </a:stretch>
          </a:blipFill>
        </p:spPr>
        <p:txBody>
          <a:bodyPr/>
          <a:p>
            <a:r>
              <a:rPr lang="fr-MA">
                <a:noFill/>
              </a:rPr>
              <a:t> </a:t>
            </a:r>
          </a:p>
        </p:txBody>
      </p:sp>
      <p:sp>
        <p:nvSpPr>
          <p:cNvPr id="1048615" name="Rectangle 6"/>
          <p:cNvSpPr/>
          <p:nvPr/>
        </p:nvSpPr>
        <p:spPr>
          <a:xfrm>
            <a:off x="652529" y="2670399"/>
            <a:ext cx="11080125" cy="400110"/>
          </a:xfrm>
          <a:prstGeom prst="rect"/>
        </p:spPr>
        <p:txBody>
          <a:bodyPr wrap="square">
            <a:spAutoFit/>
          </a:bodyPr>
          <a:p>
            <a:pPr algn="just" indent="-285750" marL="285750">
              <a:buFont typeface="Wingdings" panose="05000000000000000000" pitchFamily="2" charset="2"/>
              <a:buChar char="Ø"/>
            </a:pPr>
            <a:r>
              <a:rPr baseline="0" b="0" dirty="0" sz="2000" i="0" lang="fr-FR" strike="noStrike" u="none">
                <a:latin typeface="Bembo"/>
              </a:rPr>
              <a:t>Le moment cinétique par rapport au point fixe </a:t>
            </a:r>
            <a:r>
              <a:rPr baseline="0" b="0" dirty="0" sz="2000" i="1" lang="fr-FR" strike="noStrike" u="none">
                <a:latin typeface="Bembo-Italic"/>
              </a:rPr>
              <a:t>O </a:t>
            </a:r>
            <a:r>
              <a:rPr baseline="0" b="0" dirty="0" sz="2000" i="0" lang="fr-FR" strike="noStrike" u="none">
                <a:latin typeface="Bembo"/>
              </a:rPr>
              <a:t>vers lequel est dirigée la force </a:t>
            </a:r>
            <a:r>
              <a:rPr baseline="0" b="0" dirty="0" sz="2000" i="0" lang="fr-MA" strike="noStrike" u="none">
                <a:latin typeface="Bembo"/>
              </a:rPr>
              <a:t>centrale :</a:t>
            </a:r>
            <a:endParaRPr dirty="0" sz="2000" lang="fr-MA"/>
          </a:p>
        </p:txBody>
      </p:sp>
      <p:sp>
        <p:nvSpPr>
          <p:cNvPr id="1048616" name="Rectangle 7"/>
          <p:cNvSpPr>
            <a:spLocks noChangeAspect="1" noMove="1" noResize="1" noRot="1" noAdjustHandles="1" noEditPoints="1" noChangeArrowheads="1" noChangeShapeType="1" noTextEdit="1"/>
          </p:cNvSpPr>
          <p:nvPr/>
        </p:nvSpPr>
        <p:spPr>
          <a:xfrm>
            <a:off x="1255507" y="3258795"/>
            <a:ext cx="2061590" cy="474232"/>
          </a:xfrm>
          <a:prstGeom prst="rect"/>
          <a:blipFill rotWithShape="0">
            <a:blip xmlns:r="http://schemas.openxmlformats.org/officeDocument/2006/relationships" r:embed="rId2"/>
            <a:stretch>
              <a:fillRect/>
            </a:stretch>
          </a:blipFill>
        </p:spPr>
        <p:txBody>
          <a:bodyPr/>
          <a:p>
            <a:r>
              <a:rPr lang="fr-MA">
                <a:noFill/>
              </a:rPr>
              <a:t> </a:t>
            </a:r>
          </a:p>
        </p:txBody>
      </p:sp>
      <p:sp>
        <p:nvSpPr>
          <p:cNvPr id="1048617" name="ZoneTexte 8"/>
          <p:cNvSpPr txBox="1"/>
          <p:nvPr/>
        </p:nvSpPr>
        <p:spPr>
          <a:xfrm>
            <a:off x="3780244" y="3333275"/>
            <a:ext cx="4437381" cy="396240"/>
          </a:xfrm>
          <a:prstGeom prst="rect"/>
          <a:noFill/>
        </p:spPr>
        <p:txBody>
          <a:bodyPr rtlCol="0" wrap="none">
            <a:spAutoFit/>
          </a:bodyPr>
          <a:p>
            <a:r>
              <a:rPr dirty="0" sz="2000" lang="fr-MA">
                <a:latin typeface="Bembo"/>
              </a:rPr>
              <a:t>Se conserve au cours du mouvement.</a:t>
            </a:r>
          </a:p>
        </p:txBody>
      </p:sp>
      <p:sp>
        <p:nvSpPr>
          <p:cNvPr id="1048618" name="Rectangle 9"/>
          <p:cNvSpPr/>
          <p:nvPr/>
        </p:nvSpPr>
        <p:spPr>
          <a:xfrm>
            <a:off x="442632" y="3952449"/>
            <a:ext cx="3408680" cy="510540"/>
          </a:xfrm>
          <a:prstGeom prst="rect"/>
          <a:solidFill>
            <a:srgbClr val="92D050"/>
          </a:solidFill>
        </p:spPr>
        <p:txBody>
          <a:bodyPr wrap="none">
            <a:spAutoFit/>
          </a:bodyPr>
          <a:p>
            <a:r>
              <a:rPr baseline="0" dirty="0" sz="2800" i="0" lang="fr-MA" strike="noStrike" u="none">
                <a:effectLst>
                  <a:outerShdw algn="tl" blurRad="38100" dir="2700000" dist="38100">
                    <a:srgbClr val="000000">
                      <a:alpha val="43137"/>
                    </a:srgbClr>
                  </a:outerShdw>
                </a:effectLst>
                <a:latin typeface="AR BLANCA" panose="02000000000000000000" pitchFamily="2" charset="0"/>
              </a:rPr>
              <a:t>1.3 Mouvement plan</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19" name="Rectangle 10"/>
          <p:cNvSpPr>
            <a:spLocks noChangeAspect="1" noMove="1" noResize="1" noRot="1" noAdjustHandles="1" noEditPoints="1" noChangeArrowheads="1" noChangeShapeType="1" noTextEdit="1"/>
          </p:cNvSpPr>
          <p:nvPr/>
        </p:nvSpPr>
        <p:spPr>
          <a:xfrm>
            <a:off x="652529" y="4695091"/>
            <a:ext cx="11080126" cy="1742528"/>
          </a:xfrm>
          <a:prstGeom prst="rect"/>
          <a:blipFill rotWithShape="0">
            <a:blip xmlns:r="http://schemas.openxmlformats.org/officeDocument/2006/relationships" r:embed="rId3"/>
            <a:stretch>
              <a:fillRect l="-495" t="-1399" r="-605" b="-3497"/>
            </a:stretch>
          </a:blipFill>
        </p:spPr>
        <p:txBody>
          <a:bodyPr/>
          <a:p>
            <a:r>
              <a:rPr lang="fr-MA">
                <a:noFill/>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20" name="Rectangle 3"/>
          <p:cNvSpPr>
            <a:spLocks noChangeAspect="1" noMove="1" noResize="1" noRot="1" noAdjustHandles="1" noEditPoints="1" noChangeArrowheads="1" noChangeShapeType="1" noTextEdit="1"/>
          </p:cNvSpPr>
          <p:nvPr/>
        </p:nvSpPr>
        <p:spPr>
          <a:xfrm>
            <a:off x="716923" y="301408"/>
            <a:ext cx="10912700" cy="400110"/>
          </a:xfrm>
          <a:prstGeom prst="rect"/>
          <a:blipFill rotWithShape="0">
            <a:blip xmlns:r="http://schemas.openxmlformats.org/officeDocument/2006/relationships" r:embed="rId1"/>
            <a:stretch>
              <a:fillRect l="-503" t="-18182" b="-25758"/>
            </a:stretch>
          </a:blipFill>
        </p:spPr>
        <p:txBody>
          <a:bodyPr/>
          <a:p>
            <a:r>
              <a:rPr lang="fr-MA">
                <a:noFill/>
              </a:rPr>
              <a:t> </a:t>
            </a:r>
          </a:p>
        </p:txBody>
      </p:sp>
      <p:cxnSp>
        <p:nvCxnSpPr>
          <p:cNvPr id="3145733" name="Connecteur droit avec flèche 5"/>
          <p:cNvCxnSpPr>
            <a:cxnSpLocks/>
          </p:cNvCxnSpPr>
          <p:nvPr/>
        </p:nvCxnSpPr>
        <p:spPr>
          <a:xfrm flipH="1">
            <a:off x="8397026" y="1876233"/>
            <a:ext cx="850006" cy="618185"/>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4" name="Connecteur droit avec flèche 6"/>
          <p:cNvCxnSpPr>
            <a:cxnSpLocks/>
          </p:cNvCxnSpPr>
          <p:nvPr/>
        </p:nvCxnSpPr>
        <p:spPr>
          <a:xfrm>
            <a:off x="9247032" y="1876233"/>
            <a:ext cx="1725769" cy="1"/>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21" name="ZoneTexte 7"/>
          <p:cNvSpPr txBox="1"/>
          <p:nvPr/>
        </p:nvSpPr>
        <p:spPr>
          <a:xfrm>
            <a:off x="8863626" y="1526836"/>
            <a:ext cx="474979" cy="447041"/>
          </a:xfrm>
          <a:prstGeom prst="rect"/>
          <a:noFill/>
        </p:spPr>
        <p:txBody>
          <a:bodyPr rtlCol="0" wrap="none">
            <a:spAutoFit/>
          </a:bodyPr>
          <a:p>
            <a:r>
              <a:rPr b="1" dirty="0" sz="2400" i="1" lang="fr-MA"/>
              <a:t>O</a:t>
            </a:r>
            <a:endParaRPr b="1" dirty="0" i="1" lang="fr-MA"/>
          </a:p>
        </p:txBody>
      </p:sp>
      <p:cxnSp>
        <p:nvCxnSpPr>
          <p:cNvPr id="3145735" name="Connecteur droit avec flèche 9"/>
          <p:cNvCxnSpPr>
            <a:cxnSpLocks/>
          </p:cNvCxnSpPr>
          <p:nvPr/>
        </p:nvCxnSpPr>
        <p:spPr>
          <a:xfrm flipV="1">
            <a:off x="9247032" y="991673"/>
            <a:ext cx="6444" cy="884561"/>
          </a:xfrm>
          <a:prstGeom prst="straightConnector1"/>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36" name="Connecteur droit avec flèche 4"/>
          <p:cNvCxnSpPr>
            <a:cxnSpLocks/>
          </p:cNvCxnSpPr>
          <p:nvPr/>
        </p:nvCxnSpPr>
        <p:spPr>
          <a:xfrm flipV="1">
            <a:off x="9247032" y="701518"/>
            <a:ext cx="0" cy="1174715"/>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22" name="Rectangle 11"/>
          <p:cNvSpPr>
            <a:spLocks noChangeAspect="1" noMove="1" noResize="1" noRot="1" noAdjustHandles="1" noEditPoints="1" noChangeArrowheads="1" noChangeShapeType="1" noTextEdit="1"/>
          </p:cNvSpPr>
          <p:nvPr/>
        </p:nvSpPr>
        <p:spPr>
          <a:xfrm>
            <a:off x="8545719" y="733179"/>
            <a:ext cx="694870" cy="575479"/>
          </a:xfrm>
          <a:prstGeom prst="rect"/>
          <a:blipFill rotWithShape="0">
            <a:blip xmlns:r="http://schemas.openxmlformats.org/officeDocument/2006/relationships" r:embed="rId2"/>
            <a:stretch>
              <a:fillRect/>
            </a:stretch>
          </a:blipFill>
        </p:spPr>
        <p:txBody>
          <a:bodyPr/>
          <a:p>
            <a:r>
              <a:rPr lang="fr-MA">
                <a:noFill/>
              </a:rPr>
              <a:t> </a:t>
            </a:r>
          </a:p>
        </p:txBody>
      </p:sp>
      <p:sp>
        <p:nvSpPr>
          <p:cNvPr id="1048623" name="Forme libre 12"/>
          <p:cNvSpPr/>
          <p:nvPr/>
        </p:nvSpPr>
        <p:spPr>
          <a:xfrm rot="811895">
            <a:off x="9278431" y="2094228"/>
            <a:ext cx="1365161" cy="485418"/>
          </a:xfrm>
          <a:custGeom>
            <a:avLst/>
            <a:gdLst>
              <a:gd name="connsiteX0" fmla="*/ 0 w 1365161"/>
              <a:gd name="connsiteY0" fmla="*/ 425003 h 485418"/>
              <a:gd name="connsiteX1" fmla="*/ 463639 w 1365161"/>
              <a:gd name="connsiteY1" fmla="*/ 463640 h 485418"/>
              <a:gd name="connsiteX2" fmla="*/ 978794 w 1365161"/>
              <a:gd name="connsiteY2" fmla="*/ 128789 h 485418"/>
              <a:gd name="connsiteX3" fmla="*/ 1365161 w 1365161"/>
              <a:gd name="connsiteY3" fmla="*/ 0 h 485418"/>
            </a:gdLst>
            <a:ahLst/>
            <a:cxnLst>
              <a:cxn ang="0">
                <a:pos x="connsiteX0" y="connsiteY0"/>
              </a:cxn>
              <a:cxn ang="0">
                <a:pos x="connsiteX1" y="connsiteY1"/>
              </a:cxn>
              <a:cxn ang="0">
                <a:pos x="connsiteX2" y="connsiteY2"/>
              </a:cxn>
              <a:cxn ang="0">
                <a:pos x="connsiteX3" y="connsiteY3"/>
              </a:cxn>
            </a:cxnLst>
            <a:rect l="l" t="t" r="r" b="b"/>
            <a:pathLst>
              <a:path w="1365161" h="485418">
                <a:moveTo>
                  <a:pt x="0" y="425003"/>
                </a:moveTo>
                <a:cubicBezTo>
                  <a:pt x="150253" y="469006"/>
                  <a:pt x="300507" y="513009"/>
                  <a:pt x="463639" y="463640"/>
                </a:cubicBezTo>
                <a:cubicBezTo>
                  <a:pt x="626771" y="414271"/>
                  <a:pt x="828540" y="206062"/>
                  <a:pt x="978794" y="128789"/>
                </a:cubicBezTo>
                <a:cubicBezTo>
                  <a:pt x="1129048" y="51516"/>
                  <a:pt x="1247104" y="25758"/>
                  <a:pt x="1365161"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37" name="Connecteur droit avec flèche 14"/>
          <p:cNvCxnSpPr>
            <a:cxnSpLocks/>
          </p:cNvCxnSpPr>
          <p:nvPr/>
        </p:nvCxnSpPr>
        <p:spPr>
          <a:xfrm flipV="1">
            <a:off x="9723688" y="2388802"/>
            <a:ext cx="695320" cy="129605"/>
          </a:xfrm>
          <a:prstGeom prst="straightConnector1"/>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45738" name="Connecteur droit avec flèche 16"/>
          <p:cNvCxnSpPr>
            <a:cxnSpLocks/>
          </p:cNvCxnSpPr>
          <p:nvPr/>
        </p:nvCxnSpPr>
        <p:spPr>
          <a:xfrm>
            <a:off x="9253475" y="1889480"/>
            <a:ext cx="487227" cy="611223"/>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8624" name="ZoneTexte 17"/>
          <p:cNvSpPr txBox="1">
            <a:spLocks noChangeAspect="1" noMove="1" noResize="1" noRot="1" noAdjustHandles="1" noEditPoints="1" noChangeArrowheads="1" noChangeShapeType="1" noTextEdit="1"/>
          </p:cNvSpPr>
          <p:nvPr/>
        </p:nvSpPr>
        <p:spPr>
          <a:xfrm>
            <a:off x="9116418" y="1970794"/>
            <a:ext cx="274114" cy="430887"/>
          </a:xfrm>
          <a:prstGeom prst="rect"/>
          <a:blipFill rotWithShape="0">
            <a:blip xmlns:r="http://schemas.openxmlformats.org/officeDocument/2006/relationships" r:embed="rId3"/>
            <a:stretch>
              <a:fillRect/>
            </a:stretch>
          </a:blipFill>
          <a:ln>
            <a:noFill/>
          </a:ln>
        </p:spPr>
        <p:txBody>
          <a:bodyPr/>
          <a:p>
            <a:r>
              <a:rPr lang="fr-MA">
                <a:noFill/>
              </a:rPr>
              <a:t> </a:t>
            </a:r>
          </a:p>
        </p:txBody>
      </p:sp>
      <p:sp>
        <p:nvSpPr>
          <p:cNvPr id="1048625" name="Rectangle 23"/>
          <p:cNvSpPr>
            <a:spLocks noChangeAspect="1" noMove="1" noResize="1" noRot="1" noAdjustHandles="1" noEditPoints="1" noChangeArrowheads="1" noChangeShapeType="1" noTextEdit="1"/>
          </p:cNvSpPr>
          <p:nvPr/>
        </p:nvSpPr>
        <p:spPr>
          <a:xfrm>
            <a:off x="10015125" y="2388802"/>
            <a:ext cx="437940" cy="461665"/>
          </a:xfrm>
          <a:prstGeom prst="rect"/>
          <a:blipFill rotWithShape="0">
            <a:blip xmlns:r="http://schemas.openxmlformats.org/officeDocument/2006/relationships" r:embed="rId4"/>
            <a:stretch>
              <a:fillRect/>
            </a:stretch>
          </a:blipFill>
        </p:spPr>
        <p:txBody>
          <a:bodyPr/>
          <a:p>
            <a:r>
              <a:rPr lang="fr-MA">
                <a:noFill/>
              </a:rPr>
              <a:t> </a:t>
            </a:r>
          </a:p>
        </p:txBody>
      </p:sp>
      <p:sp>
        <p:nvSpPr>
          <p:cNvPr id="1048626" name="ZoneTexte 24"/>
          <p:cNvSpPr txBox="1"/>
          <p:nvPr/>
        </p:nvSpPr>
        <p:spPr>
          <a:xfrm>
            <a:off x="9462646" y="2513949"/>
            <a:ext cx="525780" cy="447041"/>
          </a:xfrm>
          <a:prstGeom prst="rect"/>
          <a:noFill/>
        </p:spPr>
        <p:txBody>
          <a:bodyPr rtlCol="0" wrap="none">
            <a:spAutoFit/>
          </a:bodyPr>
          <a:p>
            <a:r>
              <a:rPr b="1" dirty="0" sz="2400" i="1" lang="fr-MA"/>
              <a:t>M</a:t>
            </a:r>
            <a:endParaRPr b="1" dirty="0" i="1" lang="fr-MA"/>
          </a:p>
        </p:txBody>
      </p:sp>
      <p:sp>
        <p:nvSpPr>
          <p:cNvPr id="1048627" name="ZoneTexte 25"/>
          <p:cNvSpPr txBox="1"/>
          <p:nvPr/>
        </p:nvSpPr>
        <p:spPr>
          <a:xfrm>
            <a:off x="8114861" y="2290281"/>
            <a:ext cx="303288" cy="400110"/>
          </a:xfrm>
          <a:prstGeom prst="rect"/>
          <a:noFill/>
        </p:spPr>
        <p:txBody>
          <a:bodyPr rtlCol="0" wrap="none">
            <a:spAutoFit/>
          </a:bodyPr>
          <a:p>
            <a:r>
              <a:rPr b="1" dirty="0" sz="2000" lang="fr-MA"/>
              <a:t>x</a:t>
            </a:r>
          </a:p>
        </p:txBody>
      </p:sp>
      <p:sp>
        <p:nvSpPr>
          <p:cNvPr id="1048628" name="ZoneTexte 26"/>
          <p:cNvSpPr txBox="1"/>
          <p:nvPr/>
        </p:nvSpPr>
        <p:spPr>
          <a:xfrm>
            <a:off x="9238888" y="408726"/>
            <a:ext cx="287258" cy="400110"/>
          </a:xfrm>
          <a:prstGeom prst="rect"/>
          <a:noFill/>
        </p:spPr>
        <p:txBody>
          <a:bodyPr rtlCol="0" wrap="none">
            <a:spAutoFit/>
          </a:bodyPr>
          <a:p>
            <a:r>
              <a:rPr b="1" dirty="0" sz="2000" lang="fr-MA"/>
              <a:t>z</a:t>
            </a:r>
          </a:p>
        </p:txBody>
      </p:sp>
      <p:sp>
        <p:nvSpPr>
          <p:cNvPr id="1048629" name="ZoneTexte 27"/>
          <p:cNvSpPr txBox="1"/>
          <p:nvPr/>
        </p:nvSpPr>
        <p:spPr>
          <a:xfrm>
            <a:off x="10913196" y="1757668"/>
            <a:ext cx="306494" cy="400110"/>
          </a:xfrm>
          <a:prstGeom prst="rect"/>
          <a:noFill/>
        </p:spPr>
        <p:txBody>
          <a:bodyPr rtlCol="0" wrap="none">
            <a:spAutoFit/>
          </a:bodyPr>
          <a:p>
            <a:r>
              <a:rPr b="1" dirty="0" sz="2000" lang="fr-MA"/>
              <a:t>y</a:t>
            </a:r>
          </a:p>
        </p:txBody>
      </p:sp>
      <p:sp>
        <p:nvSpPr>
          <p:cNvPr id="1048630" name="Rectangle 29"/>
          <p:cNvSpPr>
            <a:spLocks noChangeAspect="1" noMove="1" noResize="1" noRot="1" noAdjustHandles="1" noEditPoints="1" noChangeArrowheads="1" noChangeShapeType="1" noTextEdit="1"/>
          </p:cNvSpPr>
          <p:nvPr/>
        </p:nvSpPr>
        <p:spPr>
          <a:xfrm>
            <a:off x="754723" y="1142957"/>
            <a:ext cx="7360138" cy="1389355"/>
          </a:xfrm>
          <a:prstGeom prst="rect"/>
          <a:blipFill rotWithShape="0">
            <a:blip xmlns:r="http://schemas.openxmlformats.org/officeDocument/2006/relationships" r:embed="rId5"/>
            <a:stretch>
              <a:fillRect l="-746" t="-1754" r="-829" b="-4825"/>
            </a:stretch>
          </a:blipFill>
        </p:spPr>
        <p:txBody>
          <a:bodyPr/>
          <a:p>
            <a:r>
              <a:rPr lang="fr-MA">
                <a:noFill/>
              </a:rPr>
              <a:t> </a:t>
            </a:r>
          </a:p>
        </p:txBody>
      </p:sp>
      <p:cxnSp>
        <p:nvCxnSpPr>
          <p:cNvPr id="3145739" name="Connecteur droit avec flèche 31"/>
          <p:cNvCxnSpPr>
            <a:cxnSpLocks/>
          </p:cNvCxnSpPr>
          <p:nvPr/>
        </p:nvCxnSpPr>
        <p:spPr>
          <a:xfrm flipV="1">
            <a:off x="8545719" y="2975614"/>
            <a:ext cx="0" cy="1635023"/>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40" name="Connecteur droit avec flèche 32"/>
          <p:cNvCxnSpPr>
            <a:cxnSpLocks/>
          </p:cNvCxnSpPr>
          <p:nvPr/>
        </p:nvCxnSpPr>
        <p:spPr>
          <a:xfrm>
            <a:off x="8541155" y="4610637"/>
            <a:ext cx="2635289" cy="2145"/>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31" name="Forme libre 34"/>
          <p:cNvSpPr/>
          <p:nvPr/>
        </p:nvSpPr>
        <p:spPr>
          <a:xfrm rot="13534792">
            <a:off x="8805951" y="3404408"/>
            <a:ext cx="1365161" cy="485418"/>
          </a:xfrm>
          <a:custGeom>
            <a:avLst/>
            <a:gdLst>
              <a:gd name="connsiteX0" fmla="*/ 0 w 1365161"/>
              <a:gd name="connsiteY0" fmla="*/ 425003 h 485418"/>
              <a:gd name="connsiteX1" fmla="*/ 463639 w 1365161"/>
              <a:gd name="connsiteY1" fmla="*/ 463640 h 485418"/>
              <a:gd name="connsiteX2" fmla="*/ 978794 w 1365161"/>
              <a:gd name="connsiteY2" fmla="*/ 128789 h 485418"/>
              <a:gd name="connsiteX3" fmla="*/ 1365161 w 1365161"/>
              <a:gd name="connsiteY3" fmla="*/ 0 h 485418"/>
            </a:gdLst>
            <a:ahLst/>
            <a:cxnLst>
              <a:cxn ang="0">
                <a:pos x="connsiteX0" y="connsiteY0"/>
              </a:cxn>
              <a:cxn ang="0">
                <a:pos x="connsiteX1" y="connsiteY1"/>
              </a:cxn>
              <a:cxn ang="0">
                <a:pos x="connsiteX2" y="connsiteY2"/>
              </a:cxn>
              <a:cxn ang="0">
                <a:pos x="connsiteX3" y="connsiteY3"/>
              </a:cxn>
            </a:cxnLst>
            <a:rect l="l" t="t" r="r" b="b"/>
            <a:pathLst>
              <a:path w="1365161" h="485418">
                <a:moveTo>
                  <a:pt x="0" y="425003"/>
                </a:moveTo>
                <a:cubicBezTo>
                  <a:pt x="150253" y="469006"/>
                  <a:pt x="300507" y="513009"/>
                  <a:pt x="463639" y="463640"/>
                </a:cubicBezTo>
                <a:cubicBezTo>
                  <a:pt x="626771" y="414271"/>
                  <a:pt x="828540" y="206062"/>
                  <a:pt x="978794" y="128789"/>
                </a:cubicBezTo>
                <a:cubicBezTo>
                  <a:pt x="1129048" y="51516"/>
                  <a:pt x="1247104" y="25758"/>
                  <a:pt x="1365161"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2" name="ZoneTexte 35"/>
          <p:cNvSpPr txBox="1"/>
          <p:nvPr/>
        </p:nvSpPr>
        <p:spPr>
          <a:xfrm>
            <a:off x="11170657" y="4610637"/>
            <a:ext cx="303288" cy="400110"/>
          </a:xfrm>
          <a:prstGeom prst="rect"/>
          <a:noFill/>
        </p:spPr>
        <p:txBody>
          <a:bodyPr rtlCol="0" wrap="none">
            <a:spAutoFit/>
          </a:bodyPr>
          <a:p>
            <a:r>
              <a:rPr b="1" dirty="0" sz="2000" lang="fr-MA"/>
              <a:t>x</a:t>
            </a:r>
          </a:p>
        </p:txBody>
      </p:sp>
      <p:sp>
        <p:nvSpPr>
          <p:cNvPr id="1048633" name="ZoneTexte 36"/>
          <p:cNvSpPr txBox="1"/>
          <p:nvPr/>
        </p:nvSpPr>
        <p:spPr>
          <a:xfrm>
            <a:off x="8100758" y="2839733"/>
            <a:ext cx="306494" cy="400110"/>
          </a:xfrm>
          <a:prstGeom prst="rect"/>
          <a:noFill/>
        </p:spPr>
        <p:txBody>
          <a:bodyPr rtlCol="0" wrap="none">
            <a:spAutoFit/>
          </a:bodyPr>
          <a:p>
            <a:r>
              <a:rPr b="1" dirty="0" sz="2000" lang="fr-MA"/>
              <a:t>y</a:t>
            </a:r>
          </a:p>
        </p:txBody>
      </p:sp>
      <p:sp>
        <p:nvSpPr>
          <p:cNvPr id="1048634" name="ZoneTexte 37"/>
          <p:cNvSpPr txBox="1"/>
          <p:nvPr/>
        </p:nvSpPr>
        <p:spPr>
          <a:xfrm>
            <a:off x="9871817" y="3345773"/>
            <a:ext cx="525780" cy="447040"/>
          </a:xfrm>
          <a:prstGeom prst="rect"/>
          <a:noFill/>
        </p:spPr>
        <p:txBody>
          <a:bodyPr rtlCol="0" wrap="none">
            <a:spAutoFit/>
          </a:bodyPr>
          <a:p>
            <a:r>
              <a:rPr b="1" dirty="0" sz="2400" i="1" lang="fr-MA"/>
              <a:t>M</a:t>
            </a:r>
            <a:endParaRPr b="1" dirty="0" i="1" lang="fr-MA"/>
          </a:p>
        </p:txBody>
      </p:sp>
      <p:cxnSp>
        <p:nvCxnSpPr>
          <p:cNvPr id="3145741" name="Connecteur droit avec flèche 38"/>
          <p:cNvCxnSpPr>
            <a:cxnSpLocks/>
          </p:cNvCxnSpPr>
          <p:nvPr/>
        </p:nvCxnSpPr>
        <p:spPr>
          <a:xfrm flipV="1">
            <a:off x="8541155" y="3623524"/>
            <a:ext cx="1148476" cy="987112"/>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8635" name="ZoneTexte 41"/>
          <p:cNvSpPr txBox="1">
            <a:spLocks noChangeAspect="1" noMove="1" noResize="1" noRot="1" noAdjustHandles="1" noEditPoints="1" noChangeArrowheads="1" noChangeShapeType="1" noTextEdit="1"/>
          </p:cNvSpPr>
          <p:nvPr/>
        </p:nvSpPr>
        <p:spPr>
          <a:xfrm>
            <a:off x="8921494" y="3747692"/>
            <a:ext cx="274114" cy="430887"/>
          </a:xfrm>
          <a:prstGeom prst="rect"/>
          <a:blipFill rotWithShape="0">
            <a:blip xmlns:r="http://schemas.openxmlformats.org/officeDocument/2006/relationships" r:embed="rId6"/>
            <a:stretch>
              <a:fillRect/>
            </a:stretch>
          </a:blipFill>
          <a:ln>
            <a:noFill/>
          </a:ln>
        </p:spPr>
        <p:txBody>
          <a:bodyPr/>
          <a:p>
            <a:r>
              <a:rPr lang="fr-MA">
                <a:noFill/>
              </a:rPr>
              <a:t> </a:t>
            </a:r>
          </a:p>
        </p:txBody>
      </p:sp>
      <p:cxnSp>
        <p:nvCxnSpPr>
          <p:cNvPr id="3145742" name="Connecteur droit avec flèche 42"/>
          <p:cNvCxnSpPr>
            <a:cxnSpLocks/>
          </p:cNvCxnSpPr>
          <p:nvPr/>
        </p:nvCxnSpPr>
        <p:spPr>
          <a:xfrm flipH="1" flipV="1">
            <a:off x="8731877" y="3406526"/>
            <a:ext cx="977537" cy="177937"/>
          </a:xfrm>
          <a:prstGeom prst="straightConnector1"/>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8636" name="Rectangle 46"/>
          <p:cNvSpPr>
            <a:spLocks noChangeAspect="1" noMove="1" noResize="1" noRot="1" noAdjustHandles="1" noEditPoints="1" noChangeArrowheads="1" noChangeShapeType="1" noTextEdit="1"/>
          </p:cNvSpPr>
          <p:nvPr/>
        </p:nvSpPr>
        <p:spPr>
          <a:xfrm>
            <a:off x="8621323" y="3454776"/>
            <a:ext cx="437940" cy="461665"/>
          </a:xfrm>
          <a:prstGeom prst="rect"/>
          <a:blipFill rotWithShape="0">
            <a:blip xmlns:r="http://schemas.openxmlformats.org/officeDocument/2006/relationships" r:embed="rId7"/>
            <a:stretch>
              <a:fillRect/>
            </a:stretch>
          </a:blipFill>
        </p:spPr>
        <p:txBody>
          <a:bodyPr/>
          <a:p>
            <a:r>
              <a:rPr lang="fr-MA">
                <a:noFill/>
              </a:rPr>
              <a:t> </a:t>
            </a:r>
          </a:p>
        </p:txBody>
      </p:sp>
      <p:cxnSp>
        <p:nvCxnSpPr>
          <p:cNvPr id="3145743" name="Connecteur droit avec flèche 48"/>
          <p:cNvCxnSpPr>
            <a:cxnSpLocks/>
          </p:cNvCxnSpPr>
          <p:nvPr/>
        </p:nvCxnSpPr>
        <p:spPr>
          <a:xfrm flipH="1" flipV="1">
            <a:off x="9115393" y="3068828"/>
            <a:ext cx="570436" cy="520659"/>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44" name="Connecteur droit avec flèche 49"/>
          <p:cNvCxnSpPr>
            <a:cxnSpLocks/>
          </p:cNvCxnSpPr>
          <p:nvPr/>
        </p:nvCxnSpPr>
        <p:spPr>
          <a:xfrm flipV="1">
            <a:off x="9685066" y="3154377"/>
            <a:ext cx="538011" cy="458280"/>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8637" name="ZoneTexte 54"/>
          <p:cNvSpPr txBox="1">
            <a:spLocks noChangeAspect="1" noMove="1" noResize="1" noRot="1" noAdjustHandles="1" noEditPoints="1" noChangeArrowheads="1" noChangeShapeType="1" noTextEdit="1"/>
          </p:cNvSpPr>
          <p:nvPr/>
        </p:nvSpPr>
        <p:spPr>
          <a:xfrm>
            <a:off x="10302032" y="3051553"/>
            <a:ext cx="400686" cy="369332"/>
          </a:xfrm>
          <a:prstGeom prst="rect"/>
          <a:blipFill rotWithShape="0">
            <a:blip xmlns:r="http://schemas.openxmlformats.org/officeDocument/2006/relationships" r:embed="rId8"/>
            <a:stretch>
              <a:fillRect l="-10606" r="-1515" b="-10000"/>
            </a:stretch>
          </a:blipFill>
        </p:spPr>
        <p:txBody>
          <a:bodyPr/>
          <a:p>
            <a:r>
              <a:rPr lang="fr-MA">
                <a:noFill/>
              </a:rPr>
              <a:t> </a:t>
            </a:r>
          </a:p>
        </p:txBody>
      </p:sp>
      <p:sp>
        <p:nvSpPr>
          <p:cNvPr id="1048638" name="ZoneTexte 55"/>
          <p:cNvSpPr txBox="1">
            <a:spLocks noChangeAspect="1" noMove="1" noResize="1" noRot="1" noAdjustHandles="1" noEditPoints="1" noChangeArrowheads="1" noChangeShapeType="1" noTextEdit="1"/>
          </p:cNvSpPr>
          <p:nvPr/>
        </p:nvSpPr>
        <p:spPr>
          <a:xfrm>
            <a:off x="8921494" y="2689639"/>
            <a:ext cx="419922" cy="369332"/>
          </a:xfrm>
          <a:prstGeom prst="rect"/>
          <a:blipFill rotWithShape="0">
            <a:blip xmlns:r="http://schemas.openxmlformats.org/officeDocument/2006/relationships" r:embed="rId9"/>
            <a:stretch>
              <a:fillRect l="-8696" r="-7246" b="-14754"/>
            </a:stretch>
          </a:blipFill>
        </p:spPr>
        <p:txBody>
          <a:bodyPr/>
          <a:p>
            <a:r>
              <a:rPr lang="fr-MA">
                <a:noFill/>
              </a:rPr>
              <a:t> </a:t>
            </a:r>
          </a:p>
        </p:txBody>
      </p:sp>
      <p:sp>
        <p:nvSpPr>
          <p:cNvPr id="1048639" name="Arc 56"/>
          <p:cNvSpPr/>
          <p:nvPr/>
        </p:nvSpPr>
        <p:spPr>
          <a:xfrm>
            <a:off x="8651276" y="4257518"/>
            <a:ext cx="507047" cy="832168"/>
          </a:xfrm>
          <a:prstGeom prst="arc">
            <a:avLst>
              <a:gd name="adj1" fmla="val 16727849"/>
              <a:gd name="adj2" fmla="val 20380753"/>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sz="2000" lang="fr-MA"/>
          </a:p>
        </p:txBody>
      </p:sp>
      <p:sp>
        <p:nvSpPr>
          <p:cNvPr id="1048640" name="Rectangle 57"/>
          <p:cNvSpPr>
            <a:spLocks noChangeAspect="1" noMove="1" noResize="1" noRot="1" noAdjustHandles="1" noEditPoints="1" noChangeArrowheads="1" noChangeShapeType="1" noTextEdit="1"/>
          </p:cNvSpPr>
          <p:nvPr/>
        </p:nvSpPr>
        <p:spPr>
          <a:xfrm>
            <a:off x="9058500" y="4146729"/>
            <a:ext cx="445955" cy="461665"/>
          </a:xfrm>
          <a:prstGeom prst="rect"/>
          <a:blipFill rotWithShape="0">
            <a:blip xmlns:r="http://schemas.openxmlformats.org/officeDocument/2006/relationships" r:embed="rId10"/>
            <a:stretch>
              <a:fillRect/>
            </a:stretch>
          </a:blipFill>
        </p:spPr>
        <p:txBody>
          <a:bodyPr/>
          <a:p>
            <a:r>
              <a:rPr lang="fr-MA">
                <a:noFill/>
              </a:rPr>
              <a:t> </a:t>
            </a:r>
          </a:p>
        </p:txBody>
      </p:sp>
      <p:sp>
        <p:nvSpPr>
          <p:cNvPr id="1048641" name="ZoneTexte 58"/>
          <p:cNvSpPr txBox="1">
            <a:spLocks noChangeAspect="1" noMove="1" noResize="1" noRot="1" noAdjustHandles="1" noEditPoints="1" noChangeArrowheads="1" noChangeShapeType="1" noTextEdit="1"/>
          </p:cNvSpPr>
          <p:nvPr/>
        </p:nvSpPr>
        <p:spPr>
          <a:xfrm>
            <a:off x="1184855" y="2732620"/>
            <a:ext cx="1472519" cy="416524"/>
          </a:xfrm>
          <a:prstGeom prst="rect"/>
          <a:blipFill rotWithShape="0">
            <a:blip xmlns:r="http://schemas.openxmlformats.org/officeDocument/2006/relationships" r:embed="rId11"/>
            <a:stretch>
              <a:fillRect/>
            </a:stretch>
          </a:blipFill>
        </p:spPr>
        <p:txBody>
          <a:bodyPr/>
          <a:p>
            <a:r>
              <a:rPr lang="fr-MA">
                <a:noFill/>
              </a:rPr>
              <a:t> </a:t>
            </a:r>
          </a:p>
        </p:txBody>
      </p:sp>
      <p:sp>
        <p:nvSpPr>
          <p:cNvPr id="1048642" name="ZoneTexte 59"/>
          <p:cNvSpPr txBox="1">
            <a:spLocks noChangeAspect="1" noMove="1" noResize="1" noRot="1" noAdjustHandles="1" noEditPoints="1" noChangeArrowheads="1" noChangeShapeType="1" noTextEdit="1"/>
          </p:cNvSpPr>
          <p:nvPr/>
        </p:nvSpPr>
        <p:spPr>
          <a:xfrm>
            <a:off x="3604957" y="2796498"/>
            <a:ext cx="2205604" cy="386452"/>
          </a:xfrm>
          <a:prstGeom prst="rect"/>
          <a:blipFill rotWithShape="0">
            <a:blip xmlns:r="http://schemas.openxmlformats.org/officeDocument/2006/relationships" r:embed="rId12"/>
            <a:stretch>
              <a:fillRect l="-1657" t="-15873" r="-1105" b="-15873"/>
            </a:stretch>
          </a:blipFill>
        </p:spPr>
        <p:txBody>
          <a:bodyPr/>
          <a:p>
            <a:r>
              <a:rPr lang="fr-MA">
                <a:noFill/>
              </a:rPr>
              <a:t> </a:t>
            </a:r>
          </a:p>
        </p:txBody>
      </p:sp>
      <p:sp>
        <p:nvSpPr>
          <p:cNvPr id="1048643" name="Rectangle 60"/>
          <p:cNvSpPr>
            <a:spLocks noChangeAspect="1" noMove="1" noResize="1" noRot="1" noAdjustHandles="1" noEditPoints="1" noChangeArrowheads="1" noChangeShapeType="1" noTextEdit="1"/>
          </p:cNvSpPr>
          <p:nvPr/>
        </p:nvSpPr>
        <p:spPr>
          <a:xfrm>
            <a:off x="1300765" y="3406526"/>
            <a:ext cx="3817905" cy="508857"/>
          </a:xfrm>
          <a:prstGeom prst="rect"/>
          <a:blipFill rotWithShape="0">
            <a:blip xmlns:r="http://schemas.openxmlformats.org/officeDocument/2006/relationships" r:embed="rId13"/>
            <a:stretch>
              <a:fillRect/>
            </a:stretch>
          </a:blipFill>
        </p:spPr>
        <p:txBody>
          <a:bodyPr/>
          <a:p>
            <a:r>
              <a:rPr lang="fr-MA">
                <a:noFill/>
              </a:rPr>
              <a:t> </a:t>
            </a:r>
          </a:p>
        </p:txBody>
      </p:sp>
      <p:sp>
        <p:nvSpPr>
          <p:cNvPr id="1048644" name="Rectangle 62"/>
          <p:cNvSpPr/>
          <p:nvPr/>
        </p:nvSpPr>
        <p:spPr>
          <a:xfrm>
            <a:off x="385420" y="4350547"/>
            <a:ext cx="3878580" cy="510540"/>
          </a:xfrm>
          <a:prstGeom prst="rect"/>
          <a:solidFill>
            <a:srgbClr val="92D050"/>
          </a:solidFill>
        </p:spPr>
        <p:txBody>
          <a:bodyPr wrap="none">
            <a:spAutoFit/>
          </a:bodyPr>
          <a:p>
            <a:r>
              <a:rPr baseline="0" dirty="0" sz="2800" i="0" lang="fr-MA" strike="noStrike" u="none">
                <a:effectLst>
                  <a:outerShdw algn="tl" blurRad="38100" dir="2700000" dist="38100">
                    <a:srgbClr val="000000">
                      <a:alpha val="43137"/>
                    </a:srgbClr>
                  </a:outerShdw>
                </a:effectLst>
                <a:latin typeface="AR BLANCA" panose="02000000000000000000" pitchFamily="2" charset="0"/>
              </a:rPr>
              <a:t>1.4 Constante des aires</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45" name="Rectangle 63"/>
          <p:cNvSpPr>
            <a:spLocks noChangeAspect="1" noMove="1" noResize="1" noRot="1" noAdjustHandles="1" noEditPoints="1" noChangeArrowheads="1" noChangeShapeType="1" noTextEdit="1"/>
          </p:cNvSpPr>
          <p:nvPr/>
        </p:nvSpPr>
        <p:spPr>
          <a:xfrm>
            <a:off x="714177" y="4997189"/>
            <a:ext cx="10915446" cy="1053045"/>
          </a:xfrm>
          <a:prstGeom prst="rect"/>
          <a:blipFill rotWithShape="0">
            <a:blip xmlns:r="http://schemas.openxmlformats.org/officeDocument/2006/relationships" r:embed="rId14"/>
            <a:stretch>
              <a:fillRect l="-503" b="-10465"/>
            </a:stretch>
          </a:blipFill>
        </p:spPr>
        <p:txBody>
          <a:bodyPr/>
          <a:p>
            <a:r>
              <a:rPr lang="fr-MA">
                <a:noFill/>
              </a:rPr>
              <a:t> </a:t>
            </a:r>
          </a:p>
        </p:txBody>
      </p:sp>
      <p:sp>
        <p:nvSpPr>
          <p:cNvPr id="1048646" name="Rectangle 64"/>
          <p:cNvSpPr>
            <a:spLocks noChangeAspect="1" noMove="1" noResize="1" noRot="1" noAdjustHandles="1" noEditPoints="1" noChangeArrowheads="1" noChangeShapeType="1" noTextEdit="1"/>
          </p:cNvSpPr>
          <p:nvPr/>
        </p:nvSpPr>
        <p:spPr>
          <a:xfrm>
            <a:off x="6902994" y="5571449"/>
            <a:ext cx="1351011" cy="478785"/>
          </a:xfrm>
          <a:prstGeom prst="rect"/>
          <a:blipFill rotWithShape="0">
            <a:blip xmlns:r="http://schemas.openxmlformats.org/officeDocument/2006/relationships" r:embed="rId15"/>
            <a:stretch>
              <a:fillRect t="-2564" r="-901"/>
            </a:stretch>
          </a:blipFill>
        </p:spPr>
        <p:txBody>
          <a:bodyPr/>
          <a:p>
            <a:r>
              <a:rPr lang="fr-MA">
                <a:no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47" name="Triangle isocèle 30"/>
          <p:cNvSpPr/>
          <p:nvPr/>
        </p:nvSpPr>
        <p:spPr>
          <a:xfrm rot="13992635">
            <a:off x="9416433" y="866575"/>
            <a:ext cx="594221" cy="2508802"/>
          </a:xfrm>
          <a:prstGeom prst="triangle">
            <a:avLst>
              <a:gd name="adj" fmla="val 83526"/>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8" name="ZoneTexte 3"/>
          <p:cNvSpPr txBox="1"/>
          <p:nvPr/>
        </p:nvSpPr>
        <p:spPr>
          <a:xfrm>
            <a:off x="540913" y="231820"/>
            <a:ext cx="5504180" cy="447040"/>
          </a:xfrm>
          <a:prstGeom prst="rect"/>
          <a:solidFill>
            <a:schemeClr val="accent4">
              <a:lumMod val="60000"/>
              <a:lumOff val="40000"/>
            </a:schemeClr>
          </a:solidFill>
        </p:spPr>
        <p:txBody>
          <a:bodyPr rtlCol="0" wrap="none">
            <a:spAutoFit/>
          </a:bodyPr>
          <a:p>
            <a:r>
              <a:rPr dirty="0" sz="2400" lang="fr-MA">
                <a:effectLst>
                  <a:outerShdw algn="tl" blurRad="38100" dir="2700000" dist="38100">
                    <a:srgbClr val="000000">
                      <a:alpha val="43137"/>
                    </a:srgbClr>
                  </a:outerShdw>
                </a:effectLst>
                <a:latin typeface="AR BLANCA" panose="02000000000000000000" pitchFamily="2" charset="0"/>
              </a:rPr>
              <a:t>Interprétation de la constante des aires</a:t>
            </a:r>
          </a:p>
        </p:txBody>
      </p:sp>
      <p:cxnSp>
        <p:nvCxnSpPr>
          <p:cNvPr id="3145745" name="Connecteur droit avec flèche 4"/>
          <p:cNvCxnSpPr>
            <a:cxnSpLocks/>
          </p:cNvCxnSpPr>
          <p:nvPr/>
        </p:nvCxnSpPr>
        <p:spPr>
          <a:xfrm flipV="1">
            <a:off x="8545719" y="1095299"/>
            <a:ext cx="0" cy="1635023"/>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46" name="Connecteur droit avec flèche 5"/>
          <p:cNvCxnSpPr>
            <a:cxnSpLocks/>
          </p:cNvCxnSpPr>
          <p:nvPr/>
        </p:nvCxnSpPr>
        <p:spPr>
          <a:xfrm>
            <a:off x="8541155" y="2730322"/>
            <a:ext cx="2635289" cy="2145"/>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49" name="Forme libre 6"/>
          <p:cNvSpPr/>
          <p:nvPr/>
        </p:nvSpPr>
        <p:spPr>
          <a:xfrm rot="14472455">
            <a:off x="9033544" y="998340"/>
            <a:ext cx="2722757" cy="514340"/>
          </a:xfrm>
          <a:custGeom>
            <a:avLst/>
            <a:gdLst>
              <a:gd name="connsiteX0" fmla="*/ 0 w 1365161"/>
              <a:gd name="connsiteY0" fmla="*/ 425003 h 485418"/>
              <a:gd name="connsiteX1" fmla="*/ 463639 w 1365161"/>
              <a:gd name="connsiteY1" fmla="*/ 463640 h 485418"/>
              <a:gd name="connsiteX2" fmla="*/ 978794 w 1365161"/>
              <a:gd name="connsiteY2" fmla="*/ 128789 h 485418"/>
              <a:gd name="connsiteX3" fmla="*/ 1365161 w 1365161"/>
              <a:gd name="connsiteY3" fmla="*/ 0 h 485418"/>
            </a:gdLst>
            <a:ahLst/>
            <a:cxnLst>
              <a:cxn ang="0">
                <a:pos x="connsiteX0" y="connsiteY0"/>
              </a:cxn>
              <a:cxn ang="0">
                <a:pos x="connsiteX1" y="connsiteY1"/>
              </a:cxn>
              <a:cxn ang="0">
                <a:pos x="connsiteX2" y="connsiteY2"/>
              </a:cxn>
              <a:cxn ang="0">
                <a:pos x="connsiteX3" y="connsiteY3"/>
              </a:cxn>
            </a:cxnLst>
            <a:rect l="l" t="t" r="r" b="b"/>
            <a:pathLst>
              <a:path w="1365161" h="485418">
                <a:moveTo>
                  <a:pt x="0" y="425003"/>
                </a:moveTo>
                <a:cubicBezTo>
                  <a:pt x="150253" y="469006"/>
                  <a:pt x="300507" y="513009"/>
                  <a:pt x="463639" y="463640"/>
                </a:cubicBezTo>
                <a:cubicBezTo>
                  <a:pt x="626771" y="414271"/>
                  <a:pt x="828540" y="206062"/>
                  <a:pt x="978794" y="128789"/>
                </a:cubicBezTo>
                <a:cubicBezTo>
                  <a:pt x="1129048" y="51516"/>
                  <a:pt x="1247104" y="25758"/>
                  <a:pt x="1365161"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0" name="ZoneTexte 7"/>
          <p:cNvSpPr txBox="1"/>
          <p:nvPr/>
        </p:nvSpPr>
        <p:spPr>
          <a:xfrm>
            <a:off x="11170657" y="2730322"/>
            <a:ext cx="303288" cy="400110"/>
          </a:xfrm>
          <a:prstGeom prst="rect"/>
          <a:noFill/>
        </p:spPr>
        <p:txBody>
          <a:bodyPr rtlCol="0" wrap="none">
            <a:spAutoFit/>
          </a:bodyPr>
          <a:p>
            <a:r>
              <a:rPr b="1" dirty="0" sz="2000" lang="fr-MA"/>
              <a:t>x</a:t>
            </a:r>
          </a:p>
        </p:txBody>
      </p:sp>
      <p:sp>
        <p:nvSpPr>
          <p:cNvPr id="1048651" name="ZoneTexte 8"/>
          <p:cNvSpPr txBox="1"/>
          <p:nvPr/>
        </p:nvSpPr>
        <p:spPr>
          <a:xfrm>
            <a:off x="8100758" y="959418"/>
            <a:ext cx="306494" cy="400110"/>
          </a:xfrm>
          <a:prstGeom prst="rect"/>
          <a:noFill/>
        </p:spPr>
        <p:txBody>
          <a:bodyPr rtlCol="0" wrap="none">
            <a:spAutoFit/>
          </a:bodyPr>
          <a:p>
            <a:r>
              <a:rPr b="1" dirty="0" sz="2000" lang="fr-MA"/>
              <a:t>y</a:t>
            </a:r>
          </a:p>
        </p:txBody>
      </p:sp>
      <p:sp>
        <p:nvSpPr>
          <p:cNvPr id="1048652" name="Rectangle 18"/>
          <p:cNvSpPr>
            <a:spLocks noChangeAspect="1" noMove="1" noResize="1" noRot="1" noAdjustHandles="1" noEditPoints="1" noChangeArrowheads="1" noChangeShapeType="1" noTextEdit="1"/>
          </p:cNvSpPr>
          <p:nvPr/>
        </p:nvSpPr>
        <p:spPr>
          <a:xfrm>
            <a:off x="9494901" y="1709094"/>
            <a:ext cx="644728" cy="461665"/>
          </a:xfrm>
          <a:prstGeom prst="rect"/>
          <a:blipFill rotWithShape="0">
            <a:blip xmlns:r="http://schemas.openxmlformats.org/officeDocument/2006/relationships" r:embed="rId1"/>
            <a:stretch>
              <a:fillRect/>
            </a:stretch>
          </a:blipFill>
        </p:spPr>
        <p:txBody>
          <a:bodyPr/>
          <a:p>
            <a:r>
              <a:rPr lang="fr-MA">
                <a:noFill/>
              </a:rPr>
              <a:t> </a:t>
            </a:r>
          </a:p>
        </p:txBody>
      </p:sp>
      <p:grpSp>
        <p:nvGrpSpPr>
          <p:cNvPr id="45" name="Groupe 29"/>
          <p:cNvGrpSpPr/>
          <p:nvPr/>
        </p:nvGrpSpPr>
        <p:grpSpPr>
          <a:xfrm>
            <a:off x="8562284" y="1156848"/>
            <a:ext cx="2354898" cy="1550875"/>
            <a:chOff x="8541155" y="1179447"/>
            <a:chExt cx="2354898" cy="1550875"/>
          </a:xfrm>
        </p:grpSpPr>
        <p:cxnSp>
          <p:nvCxnSpPr>
            <p:cNvPr id="3145747" name="Connecteur droit avec flèche 10"/>
            <p:cNvCxnSpPr>
              <a:cxnSpLocks/>
            </p:cNvCxnSpPr>
            <p:nvPr/>
          </p:nvCxnSpPr>
          <p:spPr>
            <a:xfrm flipV="1">
              <a:off x="8541155" y="1609859"/>
              <a:ext cx="2354898" cy="1120463"/>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145748" name="Connecteur droit avec flèche 20"/>
            <p:cNvCxnSpPr>
              <a:cxnSpLocks/>
            </p:cNvCxnSpPr>
            <p:nvPr/>
          </p:nvCxnSpPr>
          <p:spPr>
            <a:xfrm flipV="1">
              <a:off x="8541155" y="1179447"/>
              <a:ext cx="1962392" cy="1527705"/>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145749" name="Connecteur droit 24"/>
            <p:cNvCxnSpPr>
              <a:cxnSpLocks/>
            </p:cNvCxnSpPr>
            <p:nvPr/>
          </p:nvCxnSpPr>
          <p:spPr>
            <a:xfrm>
              <a:off x="10486676" y="1199872"/>
              <a:ext cx="409377" cy="430412"/>
            </a:xfrm>
            <a:prstGeom prst="line"/>
            <a:ln w="57150">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1048653" name="Forme libre 26"/>
          <p:cNvSpPr/>
          <p:nvPr/>
        </p:nvSpPr>
        <p:spPr>
          <a:xfrm>
            <a:off x="10663707" y="1065165"/>
            <a:ext cx="506950" cy="274238"/>
          </a:xfrm>
          <a:custGeom>
            <a:avLst/>
            <a:gdLst>
              <a:gd name="connsiteX0" fmla="*/ 0 w 540913"/>
              <a:gd name="connsiteY0" fmla="*/ 438344 h 438344"/>
              <a:gd name="connsiteX1" fmla="*/ 64394 w 540913"/>
              <a:gd name="connsiteY1" fmla="*/ 425465 h 438344"/>
              <a:gd name="connsiteX2" fmla="*/ 103031 w 540913"/>
              <a:gd name="connsiteY2" fmla="*/ 399707 h 438344"/>
              <a:gd name="connsiteX3" fmla="*/ 141668 w 540913"/>
              <a:gd name="connsiteY3" fmla="*/ 386828 h 438344"/>
              <a:gd name="connsiteX4" fmla="*/ 257578 w 540913"/>
              <a:gd name="connsiteY4" fmla="*/ 296676 h 438344"/>
              <a:gd name="connsiteX5" fmla="*/ 296214 w 540913"/>
              <a:gd name="connsiteY5" fmla="*/ 270918 h 438344"/>
              <a:gd name="connsiteX6" fmla="*/ 347730 w 540913"/>
              <a:gd name="connsiteY6" fmla="*/ 193645 h 438344"/>
              <a:gd name="connsiteX7" fmla="*/ 437882 w 540913"/>
              <a:gd name="connsiteY7" fmla="*/ 90614 h 438344"/>
              <a:gd name="connsiteX8" fmla="*/ 528034 w 540913"/>
              <a:gd name="connsiteY8" fmla="*/ 462 h 438344"/>
              <a:gd name="connsiteX9" fmla="*/ 540913 w 540913"/>
              <a:gd name="connsiteY9" fmla="*/ 462 h 43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13" h="438344">
                <a:moveTo>
                  <a:pt x="0" y="438344"/>
                </a:moveTo>
                <a:cubicBezTo>
                  <a:pt x="21465" y="434051"/>
                  <a:pt x="43898" y="433151"/>
                  <a:pt x="64394" y="425465"/>
                </a:cubicBezTo>
                <a:cubicBezTo>
                  <a:pt x="78887" y="420030"/>
                  <a:pt x="89186" y="406629"/>
                  <a:pt x="103031" y="399707"/>
                </a:cubicBezTo>
                <a:cubicBezTo>
                  <a:pt x="115173" y="393636"/>
                  <a:pt x="128789" y="391121"/>
                  <a:pt x="141668" y="386828"/>
                </a:cubicBezTo>
                <a:cubicBezTo>
                  <a:pt x="202195" y="326301"/>
                  <a:pt x="165148" y="358296"/>
                  <a:pt x="257578" y="296676"/>
                </a:cubicBezTo>
                <a:lnTo>
                  <a:pt x="296214" y="270918"/>
                </a:lnTo>
                <a:cubicBezTo>
                  <a:pt x="320845" y="197026"/>
                  <a:pt x="291454" y="266000"/>
                  <a:pt x="347730" y="193645"/>
                </a:cubicBezTo>
                <a:cubicBezTo>
                  <a:pt x="428636" y="89623"/>
                  <a:pt x="363085" y="140479"/>
                  <a:pt x="437882" y="90614"/>
                </a:cubicBezTo>
                <a:cubicBezTo>
                  <a:pt x="486589" y="17553"/>
                  <a:pt x="464562" y="16330"/>
                  <a:pt x="528034" y="462"/>
                </a:cubicBezTo>
                <a:cubicBezTo>
                  <a:pt x="532199" y="-579"/>
                  <a:pt x="536620" y="462"/>
                  <a:pt x="540913" y="462"/>
                </a:cubicBezTo>
              </a:path>
            </a:pathLst>
          </a:custGeom>
          <a:noFill/>
          <a:ln w="38100">
            <a:solidFill>
              <a:srgbClr val="0070C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4" name="ZoneTexte 27"/>
          <p:cNvSpPr txBox="1">
            <a:spLocks noChangeAspect="1" noMove="1" noResize="1" noRot="1" noAdjustHandles="1" noEditPoints="1" noChangeArrowheads="1" noChangeShapeType="1" noTextEdit="1"/>
          </p:cNvSpPr>
          <p:nvPr/>
        </p:nvSpPr>
        <p:spPr>
          <a:xfrm>
            <a:off x="11069594" y="771908"/>
            <a:ext cx="914033" cy="523220"/>
          </a:xfrm>
          <a:prstGeom prst="rect"/>
          <a:blipFill rotWithShape="0">
            <a:blip xmlns:r="http://schemas.openxmlformats.org/officeDocument/2006/relationships" r:embed="rId2"/>
            <a:stretch>
              <a:fillRect/>
            </a:stretch>
          </a:blipFill>
        </p:spPr>
        <p:txBody>
          <a:bodyPr/>
          <a:p>
            <a:r>
              <a:rPr lang="fr-MA">
                <a:noFill/>
              </a:rPr>
              <a:t> </a:t>
            </a:r>
          </a:p>
        </p:txBody>
      </p:sp>
      <p:sp>
        <p:nvSpPr>
          <p:cNvPr id="1048655" name="Arc 28"/>
          <p:cNvSpPr/>
          <p:nvPr/>
        </p:nvSpPr>
        <p:spPr>
          <a:xfrm>
            <a:off x="9296036" y="1992688"/>
            <a:ext cx="356287" cy="468514"/>
          </a:xfrm>
          <a:prstGeom prst="arc">
            <a:avLst>
              <a:gd name="adj1" fmla="val 16200000"/>
              <a:gd name="adj2" fmla="val 20782386"/>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rtlCol="0"/>
          <a:p>
            <a:pPr algn="ctr"/>
            <a:endParaRPr lang="fr-MA"/>
          </a:p>
        </p:txBody>
      </p:sp>
      <p:sp>
        <p:nvSpPr>
          <p:cNvPr id="1048656" name="Forme libre 31"/>
          <p:cNvSpPr/>
          <p:nvPr/>
        </p:nvSpPr>
        <p:spPr>
          <a:xfrm rot="20493905">
            <a:off x="9376589" y="1042811"/>
            <a:ext cx="695459" cy="746975"/>
          </a:xfrm>
          <a:custGeom>
            <a:avLst/>
            <a:gdLst>
              <a:gd name="connsiteX0" fmla="*/ 695459 w 695459"/>
              <a:gd name="connsiteY0" fmla="*/ 746975 h 746975"/>
              <a:gd name="connsiteX1" fmla="*/ 669701 w 695459"/>
              <a:gd name="connsiteY1" fmla="*/ 643944 h 746975"/>
              <a:gd name="connsiteX2" fmla="*/ 605307 w 695459"/>
              <a:gd name="connsiteY2" fmla="*/ 553792 h 746975"/>
              <a:gd name="connsiteX3" fmla="*/ 566670 w 695459"/>
              <a:gd name="connsiteY3" fmla="*/ 528034 h 746975"/>
              <a:gd name="connsiteX4" fmla="*/ 553791 w 695459"/>
              <a:gd name="connsiteY4" fmla="*/ 476519 h 746975"/>
              <a:gd name="connsiteX5" fmla="*/ 476518 w 695459"/>
              <a:gd name="connsiteY5" fmla="*/ 425003 h 746975"/>
              <a:gd name="connsiteX6" fmla="*/ 450760 w 695459"/>
              <a:gd name="connsiteY6" fmla="*/ 386366 h 746975"/>
              <a:gd name="connsiteX7" fmla="*/ 412124 w 695459"/>
              <a:gd name="connsiteY7" fmla="*/ 373488 h 746975"/>
              <a:gd name="connsiteX8" fmla="*/ 321972 w 695459"/>
              <a:gd name="connsiteY8" fmla="*/ 347730 h 746975"/>
              <a:gd name="connsiteX9" fmla="*/ 270456 w 695459"/>
              <a:gd name="connsiteY9" fmla="*/ 296214 h 746975"/>
              <a:gd name="connsiteX10" fmla="*/ 231819 w 695459"/>
              <a:gd name="connsiteY10" fmla="*/ 257578 h 746975"/>
              <a:gd name="connsiteX11" fmla="*/ 193183 w 695459"/>
              <a:gd name="connsiteY11" fmla="*/ 231820 h 746975"/>
              <a:gd name="connsiteX12" fmla="*/ 154546 w 695459"/>
              <a:gd name="connsiteY12" fmla="*/ 193183 h 746975"/>
              <a:gd name="connsiteX13" fmla="*/ 115910 w 695459"/>
              <a:gd name="connsiteY13" fmla="*/ 167426 h 746975"/>
              <a:gd name="connsiteX14" fmla="*/ 64394 w 695459"/>
              <a:gd name="connsiteY14" fmla="*/ 128789 h 746975"/>
              <a:gd name="connsiteX15" fmla="*/ 12879 w 695459"/>
              <a:gd name="connsiteY15" fmla="*/ 12879 h 746975"/>
              <a:gd name="connsiteX16" fmla="*/ 0 w 695459"/>
              <a:gd name="connsiteY16" fmla="*/ 0 h 74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5459" h="746975">
                <a:moveTo>
                  <a:pt x="695459" y="746975"/>
                </a:moveTo>
                <a:cubicBezTo>
                  <a:pt x="690560" y="722483"/>
                  <a:pt x="682902" y="670345"/>
                  <a:pt x="669701" y="643944"/>
                </a:cubicBezTo>
                <a:cubicBezTo>
                  <a:pt x="662389" y="629319"/>
                  <a:pt x="611140" y="559625"/>
                  <a:pt x="605307" y="553792"/>
                </a:cubicBezTo>
                <a:cubicBezTo>
                  <a:pt x="594362" y="542847"/>
                  <a:pt x="579549" y="536620"/>
                  <a:pt x="566670" y="528034"/>
                </a:cubicBezTo>
                <a:cubicBezTo>
                  <a:pt x="562377" y="510862"/>
                  <a:pt x="565447" y="489840"/>
                  <a:pt x="553791" y="476519"/>
                </a:cubicBezTo>
                <a:cubicBezTo>
                  <a:pt x="533406" y="453221"/>
                  <a:pt x="476518" y="425003"/>
                  <a:pt x="476518" y="425003"/>
                </a:cubicBezTo>
                <a:cubicBezTo>
                  <a:pt x="467932" y="412124"/>
                  <a:pt x="462847" y="396035"/>
                  <a:pt x="450760" y="386366"/>
                </a:cubicBezTo>
                <a:cubicBezTo>
                  <a:pt x="440160" y="377886"/>
                  <a:pt x="425177" y="377217"/>
                  <a:pt x="412124" y="373488"/>
                </a:cubicBezTo>
                <a:cubicBezTo>
                  <a:pt x="298951" y="341154"/>
                  <a:pt x="414587" y="378602"/>
                  <a:pt x="321972" y="347730"/>
                </a:cubicBezTo>
                <a:cubicBezTo>
                  <a:pt x="297441" y="274137"/>
                  <a:pt x="329331" y="335463"/>
                  <a:pt x="270456" y="296214"/>
                </a:cubicBezTo>
                <a:cubicBezTo>
                  <a:pt x="255301" y="286111"/>
                  <a:pt x="245811" y="269238"/>
                  <a:pt x="231819" y="257578"/>
                </a:cubicBezTo>
                <a:cubicBezTo>
                  <a:pt x="219928" y="247669"/>
                  <a:pt x="205074" y="241729"/>
                  <a:pt x="193183" y="231820"/>
                </a:cubicBezTo>
                <a:cubicBezTo>
                  <a:pt x="179191" y="220160"/>
                  <a:pt x="168538" y="204843"/>
                  <a:pt x="154546" y="193183"/>
                </a:cubicBezTo>
                <a:cubicBezTo>
                  <a:pt x="142655" y="183274"/>
                  <a:pt x="128505" y="176422"/>
                  <a:pt x="115910" y="167426"/>
                </a:cubicBezTo>
                <a:cubicBezTo>
                  <a:pt x="98443" y="154950"/>
                  <a:pt x="81566" y="141668"/>
                  <a:pt x="64394" y="128789"/>
                </a:cubicBezTo>
                <a:cubicBezTo>
                  <a:pt x="40902" y="58315"/>
                  <a:pt x="49614" y="61860"/>
                  <a:pt x="12879" y="12879"/>
                </a:cubicBezTo>
                <a:cubicBezTo>
                  <a:pt x="9236" y="8022"/>
                  <a:pt x="4293" y="4293"/>
                  <a:pt x="0" y="0"/>
                </a:cubicBezTo>
              </a:path>
            </a:pathLst>
          </a:custGeom>
          <a:noFill/>
          <a:ln w="38100">
            <a:solidFill>
              <a:schemeClr val="tx1"/>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7" name="ZoneTexte 32"/>
          <p:cNvSpPr txBox="1"/>
          <p:nvPr/>
        </p:nvSpPr>
        <p:spPr>
          <a:xfrm>
            <a:off x="8992793" y="732290"/>
            <a:ext cx="690880" cy="510540"/>
          </a:xfrm>
          <a:prstGeom prst="rect"/>
          <a:noFill/>
        </p:spPr>
        <p:txBody>
          <a:bodyPr rtlCol="0" wrap="none">
            <a:spAutoFit/>
          </a:bodyPr>
          <a:p>
            <a:r>
              <a:rPr b="1" dirty="0" sz="2800" i="1" lang="fr-MA" err="1">
                <a:effectLst>
                  <a:outerShdw algn="tl" blurRad="38100" dir="2700000" dist="38100">
                    <a:srgbClr val="000000">
                      <a:alpha val="43137"/>
                    </a:srgbClr>
                  </a:outerShdw>
                </a:effectLst>
              </a:rPr>
              <a:t>dS</a:t>
            </a:r>
            <a:endParaRPr b="1" dirty="0" sz="2800" i="1" lang="fr-MA">
              <a:effectLst>
                <a:outerShdw algn="tl" blurRad="38100" dir="2700000" dist="38100">
                  <a:srgbClr val="000000">
                    <a:alpha val="43137"/>
                  </a:srgbClr>
                </a:outerShdw>
              </a:effectLst>
            </a:endParaRPr>
          </a:p>
        </p:txBody>
      </p:sp>
      <p:sp>
        <p:nvSpPr>
          <p:cNvPr id="1048658" name="ZoneTexte 33"/>
          <p:cNvSpPr txBox="1">
            <a:spLocks noChangeAspect="1" noMove="1" noResize="1" noRot="1" noAdjustHandles="1" noEditPoints="1" noChangeArrowheads="1" noChangeShapeType="1" noTextEdit="1"/>
          </p:cNvSpPr>
          <p:nvPr/>
        </p:nvSpPr>
        <p:spPr>
          <a:xfrm>
            <a:off x="901521" y="903226"/>
            <a:ext cx="3279809" cy="783804"/>
          </a:xfrm>
          <a:prstGeom prst="rect"/>
          <a:blipFill rotWithShape="0">
            <a:blip xmlns:r="http://schemas.openxmlformats.org/officeDocument/2006/relationships" r:embed="rId3"/>
            <a:stretch>
              <a:fillRect/>
            </a:stretch>
          </a:blipFill>
        </p:spPr>
        <p:txBody>
          <a:bodyPr/>
          <a:p>
            <a:r>
              <a:rPr lang="fr-MA">
                <a:noFill/>
              </a:rPr>
              <a:t> </a:t>
            </a:r>
          </a:p>
        </p:txBody>
      </p:sp>
      <p:sp>
        <p:nvSpPr>
          <p:cNvPr id="1048659" name="Rectangle 34"/>
          <p:cNvSpPr>
            <a:spLocks noChangeAspect="1" noMove="1" noResize="1" noRot="1" noAdjustHandles="1" noEditPoints="1" noChangeArrowheads="1" noChangeShapeType="1" noTextEdit="1"/>
          </p:cNvSpPr>
          <p:nvPr/>
        </p:nvSpPr>
        <p:spPr>
          <a:xfrm>
            <a:off x="9666586" y="1993604"/>
            <a:ext cx="458780" cy="523220"/>
          </a:xfrm>
          <a:prstGeom prst="rect"/>
          <a:blipFill rotWithShape="0">
            <a:blip xmlns:r="http://schemas.openxmlformats.org/officeDocument/2006/relationships" r:embed="rId4"/>
            <a:stretch>
              <a:fillRect/>
            </a:stretch>
          </a:blipFill>
        </p:spPr>
        <p:txBody>
          <a:bodyPr/>
          <a:p>
            <a:r>
              <a:rPr lang="fr-MA">
                <a:noFill/>
              </a:rPr>
              <a:t> </a:t>
            </a:r>
          </a:p>
        </p:txBody>
      </p:sp>
      <p:sp>
        <p:nvSpPr>
          <p:cNvPr id="1048660" name="ZoneTexte 35"/>
          <p:cNvSpPr txBox="1"/>
          <p:nvPr/>
        </p:nvSpPr>
        <p:spPr>
          <a:xfrm>
            <a:off x="901521" y="1992688"/>
            <a:ext cx="686406" cy="430887"/>
          </a:xfrm>
          <a:prstGeom prst="rect"/>
          <a:noFill/>
        </p:spPr>
        <p:txBody>
          <a:bodyPr rtlCol="0" wrap="none">
            <a:spAutoFit/>
          </a:bodyPr>
          <a:p>
            <a:r>
              <a:rPr dirty="0" sz="2200" lang="fr-MA"/>
              <a:t>Soit </a:t>
            </a:r>
          </a:p>
        </p:txBody>
      </p:sp>
      <p:sp>
        <p:nvSpPr>
          <p:cNvPr id="1048661" name="Rectangle 36"/>
          <p:cNvSpPr>
            <a:spLocks noChangeAspect="1" noMove="1" noResize="1" noRot="1" noAdjustHandles="1" noEditPoints="1" noChangeArrowheads="1" noChangeShapeType="1" noTextEdit="1"/>
          </p:cNvSpPr>
          <p:nvPr/>
        </p:nvSpPr>
        <p:spPr>
          <a:xfrm>
            <a:off x="2266162" y="1939926"/>
            <a:ext cx="2971967" cy="783804"/>
          </a:xfrm>
          <a:prstGeom prst="rect"/>
          <a:blipFill rotWithShape="0">
            <a:blip xmlns:r="http://schemas.openxmlformats.org/officeDocument/2006/relationships" r:embed="rId5"/>
            <a:stretch>
              <a:fillRect/>
            </a:stretch>
          </a:blipFill>
        </p:spPr>
        <p:txBody>
          <a:bodyPr/>
          <a:p>
            <a:r>
              <a:rPr lang="fr-MA">
                <a:noFill/>
              </a:rPr>
              <a:t> </a:t>
            </a:r>
          </a:p>
        </p:txBody>
      </p:sp>
      <p:sp>
        <p:nvSpPr>
          <p:cNvPr id="1048662" name="ZoneTexte 37"/>
          <p:cNvSpPr txBox="1"/>
          <p:nvPr/>
        </p:nvSpPr>
        <p:spPr>
          <a:xfrm>
            <a:off x="901521" y="2930377"/>
            <a:ext cx="1196161" cy="430887"/>
          </a:xfrm>
          <a:prstGeom prst="rect"/>
          <a:noFill/>
        </p:spPr>
        <p:txBody>
          <a:bodyPr rtlCol="0" wrap="none">
            <a:spAutoFit/>
          </a:bodyPr>
          <a:p>
            <a:r>
              <a:rPr dirty="0" sz="2200" lang="fr-MA"/>
              <a:t>On pose </a:t>
            </a:r>
          </a:p>
        </p:txBody>
      </p:sp>
      <p:sp>
        <p:nvSpPr>
          <p:cNvPr id="1048663" name="Rectangle 38"/>
          <p:cNvSpPr>
            <a:spLocks noChangeAspect="1" noMove="1" noResize="1" noRot="1" noAdjustHandles="1" noEditPoints="1" noChangeArrowheads="1" noChangeShapeType="1" noTextEdit="1"/>
          </p:cNvSpPr>
          <p:nvPr/>
        </p:nvSpPr>
        <p:spPr>
          <a:xfrm>
            <a:off x="2195922" y="2930377"/>
            <a:ext cx="1906740" cy="793872"/>
          </a:xfrm>
          <a:prstGeom prst="rect"/>
          <a:blipFill rotWithShape="0">
            <a:blip xmlns:r="http://schemas.openxmlformats.org/officeDocument/2006/relationships" r:embed="rId6"/>
            <a:stretch>
              <a:fillRect/>
            </a:stretch>
          </a:blipFill>
        </p:spPr>
        <p:txBody>
          <a:bodyPr/>
          <a:p>
            <a:r>
              <a:rPr lang="fr-MA">
                <a:noFill/>
              </a:rPr>
              <a:t> </a:t>
            </a:r>
          </a:p>
        </p:txBody>
      </p:sp>
      <p:sp>
        <p:nvSpPr>
          <p:cNvPr id="1048664" name="ZoneTexte 39"/>
          <p:cNvSpPr txBox="1"/>
          <p:nvPr/>
        </p:nvSpPr>
        <p:spPr>
          <a:xfrm>
            <a:off x="4383053" y="2942844"/>
            <a:ext cx="6513000" cy="1158240"/>
          </a:xfrm>
          <a:prstGeom prst="rect"/>
          <a:noFill/>
        </p:spPr>
        <p:txBody>
          <a:bodyPr rtlCol="0" wrap="square">
            <a:spAutoFit/>
          </a:bodyPr>
          <a:p>
            <a:pPr algn="just"/>
            <a:r>
              <a:rPr dirty="0" sz="2200" lang="fr-MA"/>
              <a:t>Vitesse aréolaire </a:t>
            </a:r>
            <a:r>
              <a:rPr dirty="0" sz="2400" lang="fr-FR"/>
              <a:t>à laquelle le rayon vecteur balaie l’aire définie par la trajectoire dans le plan du mouvement.</a:t>
            </a:r>
            <a:endParaRPr dirty="0" sz="2200" lang="fr-MA"/>
          </a:p>
        </p:txBody>
      </p:sp>
      <p:sp>
        <p:nvSpPr>
          <p:cNvPr id="1048665" name="Rectangle 40"/>
          <p:cNvSpPr/>
          <p:nvPr/>
        </p:nvSpPr>
        <p:spPr>
          <a:xfrm>
            <a:off x="276550" y="4149714"/>
            <a:ext cx="6570980" cy="510540"/>
          </a:xfrm>
          <a:prstGeom prst="rect"/>
          <a:solidFill>
            <a:srgbClr val="92D050"/>
          </a:solidFill>
        </p:spPr>
        <p:txBody>
          <a:bodyPr wrap="non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1.5 Conservation de l’énergie mécanique</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66" name="Rectangle 41"/>
          <p:cNvSpPr/>
          <p:nvPr/>
        </p:nvSpPr>
        <p:spPr>
          <a:xfrm>
            <a:off x="330577" y="4733460"/>
            <a:ext cx="11196033" cy="707886"/>
          </a:xfrm>
          <a:prstGeom prst="rect"/>
        </p:spPr>
        <p:txBody>
          <a:bodyPr wrap="square">
            <a:spAutoFit/>
          </a:bodyPr>
          <a:p>
            <a:pPr algn="just" indent="-285750" marL="285750">
              <a:buFont typeface="Wingdings" panose="05000000000000000000" pitchFamily="2" charset="2"/>
              <a:buChar char="Ø"/>
            </a:pPr>
            <a:r>
              <a:rPr baseline="0" b="0" dirty="0" sz="2000" i="0" lang="fr-FR" strike="noStrike" u="none">
                <a:latin typeface="Bembo"/>
              </a:rPr>
              <a:t>Si le système ne subit aucune autre force que la force centrale conservative, il y a </a:t>
            </a:r>
            <a:r>
              <a:rPr baseline="0" b="0" dirty="0" sz="2000" i="0" lang="fr-MA" strike="noStrike" u="none">
                <a:latin typeface="Bembo"/>
              </a:rPr>
              <a:t>conservation de l’énergie mécanique.</a:t>
            </a:r>
            <a:endParaRPr dirty="0" sz="2000" lang="fr-MA"/>
          </a:p>
        </p:txBody>
      </p:sp>
      <p:sp>
        <p:nvSpPr>
          <p:cNvPr id="1048667" name="ZoneTexte 42"/>
          <p:cNvSpPr txBox="1">
            <a:spLocks noChangeAspect="1" noMove="1" noResize="1" noRot="1" noAdjustHandles="1" noEditPoints="1" noChangeArrowheads="1" noChangeShapeType="1" noTextEdit="1"/>
          </p:cNvSpPr>
          <p:nvPr/>
        </p:nvSpPr>
        <p:spPr>
          <a:xfrm>
            <a:off x="3752145" y="5575742"/>
            <a:ext cx="3653757" cy="397866"/>
          </a:xfrm>
          <a:prstGeom prst="rect"/>
          <a:blipFill rotWithShape="0">
            <a:blip xmlns:r="http://schemas.openxmlformats.org/officeDocument/2006/relationships" r:embed="rId7"/>
            <a:stretch>
              <a:fillRect l="-1669" r="-1169" b="-20000"/>
            </a:stretch>
          </a:blipFill>
        </p:spPr>
        <p:txBody>
          <a:bodyPr/>
          <a:p>
            <a:r>
              <a:rPr lang="fr-MA">
                <a:noFil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68" name="ZoneTexte 3"/>
          <p:cNvSpPr txBox="1"/>
          <p:nvPr/>
        </p:nvSpPr>
        <p:spPr>
          <a:xfrm>
            <a:off x="785610" y="334851"/>
            <a:ext cx="3503055" cy="400110"/>
          </a:xfrm>
          <a:prstGeom prst="rect"/>
          <a:noFill/>
        </p:spPr>
        <p:txBody>
          <a:bodyPr rtlCol="0" wrap="square">
            <a:spAutoFit/>
          </a:bodyPr>
          <a:p>
            <a:pPr algn="just" indent="-342900" marL="342900">
              <a:buFont typeface="Wingdings" panose="05000000000000000000" pitchFamily="2" charset="2"/>
              <a:buChar char="§"/>
            </a:pPr>
            <a:r>
              <a:rPr dirty="0" sz="2000" lang="fr-MA">
                <a:latin typeface="Bembo"/>
              </a:rPr>
              <a:t>l’énergie cinétique s’écrit :</a:t>
            </a:r>
          </a:p>
        </p:txBody>
      </p:sp>
      <p:sp>
        <p:nvSpPr>
          <p:cNvPr id="1048669" name="ZoneTexte 4"/>
          <p:cNvSpPr txBox="1">
            <a:spLocks noChangeAspect="1" noMove="1" noResize="1" noRot="1" noAdjustHandles="1" noEditPoints="1" noChangeArrowheads="1" noChangeShapeType="1" noTextEdit="1"/>
          </p:cNvSpPr>
          <p:nvPr/>
        </p:nvSpPr>
        <p:spPr>
          <a:xfrm>
            <a:off x="4739425" y="189170"/>
            <a:ext cx="4035592" cy="691471"/>
          </a:xfrm>
          <a:prstGeom prst="rect"/>
          <a:blipFill rotWithShape="0">
            <a:blip xmlns:r="http://schemas.openxmlformats.org/officeDocument/2006/relationships" r:embed="rId1"/>
            <a:stretch>
              <a:fillRect/>
            </a:stretch>
          </a:blipFill>
        </p:spPr>
        <p:txBody>
          <a:bodyPr/>
          <a:p>
            <a:r>
              <a:rPr lang="fr-MA">
                <a:noFill/>
              </a:rPr>
              <a:t> </a:t>
            </a:r>
          </a:p>
        </p:txBody>
      </p:sp>
      <p:sp>
        <p:nvSpPr>
          <p:cNvPr id="1048670" name="Rectangle 5"/>
          <p:cNvSpPr/>
          <p:nvPr/>
        </p:nvSpPr>
        <p:spPr>
          <a:xfrm>
            <a:off x="899750" y="1209472"/>
            <a:ext cx="4855816" cy="400110"/>
          </a:xfrm>
          <a:prstGeom prst="rect"/>
        </p:spPr>
        <p:txBody>
          <a:bodyPr wrap="none">
            <a:spAutoFit/>
          </a:bodyPr>
          <a:p>
            <a:r>
              <a:rPr baseline="0" b="0" dirty="0" sz="2000" i="0" lang="fr-FR" strike="noStrike" u="none">
                <a:latin typeface="Bembo"/>
              </a:rPr>
              <a:t>En introduisant la constante des aires </a:t>
            </a:r>
            <a:r>
              <a:rPr baseline="0" b="0" dirty="0" sz="2000" i="1" lang="fr-FR" strike="noStrike" u="none">
                <a:latin typeface="Bembo-Italic"/>
              </a:rPr>
              <a:t>C </a:t>
            </a:r>
            <a:r>
              <a:rPr baseline="0" b="0" dirty="0" sz="2000" i="0" lang="fr-FR" strike="noStrike" u="none">
                <a:latin typeface="Bembo"/>
              </a:rPr>
              <a:t>:</a:t>
            </a:r>
            <a:endParaRPr dirty="0" sz="2000" lang="fr-MA"/>
          </a:p>
        </p:txBody>
      </p:sp>
      <p:sp>
        <p:nvSpPr>
          <p:cNvPr id="1048671" name="ZoneTexte 6"/>
          <p:cNvSpPr txBox="1">
            <a:spLocks noChangeAspect="1" noMove="1" noResize="1" noRot="1" noAdjustHandles="1" noEditPoints="1" noChangeArrowheads="1" noChangeShapeType="1" noTextEdit="1"/>
          </p:cNvSpPr>
          <p:nvPr/>
        </p:nvSpPr>
        <p:spPr>
          <a:xfrm>
            <a:off x="5755566" y="1063791"/>
            <a:ext cx="2813527" cy="738728"/>
          </a:xfrm>
          <a:prstGeom prst="rect"/>
          <a:blipFill rotWithShape="0">
            <a:blip xmlns:r="http://schemas.openxmlformats.org/officeDocument/2006/relationships" r:embed="rId2"/>
            <a:stretch>
              <a:fillRect/>
            </a:stretch>
          </a:blipFill>
        </p:spPr>
        <p:txBody>
          <a:bodyPr/>
          <a:p>
            <a:r>
              <a:rPr lang="fr-MA">
                <a:noFill/>
              </a:rPr>
              <a:t> </a:t>
            </a:r>
          </a:p>
        </p:txBody>
      </p:sp>
      <p:sp>
        <p:nvSpPr>
          <p:cNvPr id="1048672" name="Rectangle 7"/>
          <p:cNvSpPr/>
          <p:nvPr/>
        </p:nvSpPr>
        <p:spPr>
          <a:xfrm>
            <a:off x="899750" y="2252661"/>
            <a:ext cx="3611881" cy="396240"/>
          </a:xfrm>
          <a:prstGeom prst="rect"/>
        </p:spPr>
        <p:txBody>
          <a:bodyPr wrap="none">
            <a:spAutoFit/>
          </a:bodyPr>
          <a:p>
            <a:r>
              <a:rPr baseline="0" b="0" dirty="0" sz="2000" i="0" lang="fr-MA" strike="noStrike" u="none">
                <a:latin typeface="Bembo"/>
              </a:rPr>
              <a:t>et l’énergie mécanique s’écrit :</a:t>
            </a:r>
            <a:endParaRPr dirty="0" sz="2000" lang="fr-MA"/>
          </a:p>
        </p:txBody>
      </p:sp>
      <p:sp>
        <p:nvSpPr>
          <p:cNvPr id="1048673" name="ZoneTexte 8"/>
          <p:cNvSpPr txBox="1">
            <a:spLocks noChangeAspect="1" noMove="1" noResize="1" noRot="1" noAdjustHandles="1" noEditPoints="1" noChangeArrowheads="1" noChangeShapeType="1" noTextEdit="1"/>
          </p:cNvSpPr>
          <p:nvPr/>
        </p:nvSpPr>
        <p:spPr>
          <a:xfrm>
            <a:off x="4851898" y="2010285"/>
            <a:ext cx="4013984" cy="738728"/>
          </a:xfrm>
          <a:prstGeom prst="rect"/>
          <a:blipFill rotWithShape="0">
            <a:blip xmlns:r="http://schemas.openxmlformats.org/officeDocument/2006/relationships" r:embed="rId3"/>
            <a:stretch>
              <a:fillRect/>
            </a:stretch>
          </a:blipFill>
        </p:spPr>
        <p:txBody>
          <a:bodyPr/>
          <a:p>
            <a:r>
              <a:rPr lang="fr-MA">
                <a:noFill/>
              </a:rPr>
              <a:t> </a:t>
            </a:r>
          </a:p>
        </p:txBody>
      </p:sp>
      <p:sp>
        <p:nvSpPr>
          <p:cNvPr id="1048674" name="Rectangle 9"/>
          <p:cNvSpPr/>
          <p:nvPr/>
        </p:nvSpPr>
        <p:spPr>
          <a:xfrm>
            <a:off x="326370" y="3034240"/>
            <a:ext cx="9603241" cy="929640"/>
          </a:xfrm>
          <a:prstGeom prst="rect"/>
          <a:solidFill>
            <a:srgbClr val="92D050"/>
          </a:solidFill>
        </p:spPr>
        <p:txBody>
          <a:bodyPr wrap="squar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1.6 Énergie potentielle effective et étude qualitative du mouvement</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75" name="Rectangle 10"/>
          <p:cNvSpPr/>
          <p:nvPr/>
        </p:nvSpPr>
        <p:spPr>
          <a:xfrm>
            <a:off x="634132" y="3804339"/>
            <a:ext cx="6250622" cy="1323439"/>
          </a:xfrm>
          <a:prstGeom prst="rect"/>
        </p:spPr>
        <p:txBody>
          <a:bodyPr wrap="none">
            <a:spAutoFit/>
          </a:bodyPr>
          <a:p>
            <a:pPr indent="-285750" marL="285750">
              <a:buFont typeface="Wingdings" panose="05000000000000000000" pitchFamily="2" charset="2"/>
              <a:buChar char="Ø"/>
            </a:pPr>
            <a:r>
              <a:rPr baseline="0" b="0" dirty="0" sz="2000" i="0" lang="fr-FR" strike="noStrike" u="none">
                <a:latin typeface="Bembo"/>
              </a:rPr>
              <a:t>On introduit donc une énergie potentielle effective :</a:t>
            </a:r>
          </a:p>
          <a:p>
            <a:pPr indent="-285750" marL="285750">
              <a:buFont typeface="Wingdings" panose="05000000000000000000" pitchFamily="2" charset="2"/>
              <a:buChar char="Ø"/>
            </a:pPr>
            <a:endParaRPr dirty="0" sz="2000" lang="fr-FR">
              <a:latin typeface="Bembo"/>
            </a:endParaRPr>
          </a:p>
          <a:p>
            <a:pPr indent="-285750" marL="285750">
              <a:buFont typeface="Wingdings" panose="05000000000000000000" pitchFamily="2" charset="2"/>
              <a:buChar char="Ø"/>
            </a:pPr>
            <a:endParaRPr dirty="0" sz="2000" lang="fr-FR">
              <a:latin typeface="Bembo"/>
            </a:endParaRPr>
          </a:p>
          <a:p>
            <a:pPr indent="-285750" marL="285750">
              <a:buFont typeface="Wingdings" panose="05000000000000000000" pitchFamily="2" charset="2"/>
              <a:buChar char="Ø"/>
            </a:pPr>
            <a:r>
              <a:rPr dirty="0" sz="2000" lang="fr-MA"/>
              <a:t> Et donc </a:t>
            </a:r>
            <a:endParaRPr dirty="0" sz="2000" lang="fr-FR">
              <a:latin typeface="Bembo"/>
            </a:endParaRPr>
          </a:p>
        </p:txBody>
      </p:sp>
      <p:sp>
        <p:nvSpPr>
          <p:cNvPr id="1048676" name="Rectangle 11"/>
          <p:cNvSpPr>
            <a:spLocks noChangeAspect="1" noMove="1" noResize="1" noRot="1" noAdjustHandles="1" noEditPoints="1" noChangeArrowheads="1" noChangeShapeType="1" noTextEdit="1"/>
          </p:cNvSpPr>
          <p:nvPr/>
        </p:nvSpPr>
        <p:spPr>
          <a:xfrm>
            <a:off x="6886519" y="3588863"/>
            <a:ext cx="3776996" cy="831061"/>
          </a:xfrm>
          <a:prstGeom prst="rect"/>
          <a:blipFill rotWithShape="0">
            <a:blip xmlns:r="http://schemas.openxmlformats.org/officeDocument/2006/relationships" r:embed="rId4"/>
            <a:stretch>
              <a:fillRect/>
            </a:stretch>
          </a:blipFill>
        </p:spPr>
        <p:txBody>
          <a:bodyPr/>
          <a:p>
            <a:r>
              <a:rPr lang="fr-MA">
                <a:noFill/>
              </a:rPr>
              <a:t> </a:t>
            </a:r>
          </a:p>
        </p:txBody>
      </p:sp>
      <p:sp>
        <p:nvSpPr>
          <p:cNvPr id="1048677" name="ZoneTexte 12"/>
          <p:cNvSpPr txBox="1">
            <a:spLocks noChangeAspect="1" noMove="1" noResize="1" noRot="1" noAdjustHandles="1" noEditPoints="1" noChangeArrowheads="1" noChangeShapeType="1" noTextEdit="1"/>
          </p:cNvSpPr>
          <p:nvPr/>
        </p:nvSpPr>
        <p:spPr>
          <a:xfrm>
            <a:off x="2143378" y="4606314"/>
            <a:ext cx="4934749" cy="691471"/>
          </a:xfrm>
          <a:prstGeom prst="rect"/>
          <a:blipFill rotWithShape="0">
            <a:blip xmlns:r="http://schemas.openxmlformats.org/officeDocument/2006/relationships" r:embed="rId5"/>
            <a:stretch>
              <a:fillRect/>
            </a:stretch>
          </a:blipFill>
        </p:spPr>
        <p:txBody>
          <a:bodyPr/>
          <a:p>
            <a:r>
              <a:rPr lang="fr-MA">
                <a:noFill/>
              </a:rPr>
              <a:t> </a:t>
            </a:r>
          </a:p>
        </p:txBody>
      </p:sp>
      <p:sp>
        <p:nvSpPr>
          <p:cNvPr id="1048678" name="ZoneTexte 13"/>
          <p:cNvSpPr txBox="1">
            <a:spLocks noChangeAspect="1" noMove="1" noResize="1" noRot="1" noAdjustHandles="1" noEditPoints="1" noChangeArrowheads="1" noChangeShapeType="1" noTextEdit="1"/>
          </p:cNvSpPr>
          <p:nvPr/>
        </p:nvSpPr>
        <p:spPr>
          <a:xfrm>
            <a:off x="1121920" y="5469071"/>
            <a:ext cx="3732176" cy="691471"/>
          </a:xfrm>
          <a:prstGeom prst="rect"/>
          <a:blipFill rotWithShape="0">
            <a:blip xmlns:r="http://schemas.openxmlformats.org/officeDocument/2006/relationships" r:embed="rId6"/>
            <a:stretch>
              <a:fillRect/>
            </a:stretch>
          </a:blipFill>
        </p:spPr>
        <p:txBody>
          <a:bodyPr/>
          <a:p>
            <a:r>
              <a:rPr lang="fr-MA">
                <a:noFill/>
              </a:rPr>
              <a:t> </a:t>
            </a:r>
          </a:p>
        </p:txBody>
      </p:sp>
      <p:sp>
        <p:nvSpPr>
          <p:cNvPr id="1048679" name="ZoneTexte 14"/>
          <p:cNvSpPr txBox="1"/>
          <p:nvPr/>
        </p:nvSpPr>
        <p:spPr>
          <a:xfrm>
            <a:off x="5383369" y="5814806"/>
            <a:ext cx="3776980" cy="358140"/>
          </a:xfrm>
          <a:prstGeom prst="rect"/>
          <a:noFill/>
        </p:spPr>
        <p:txBody>
          <a:bodyPr rtlCol="0" wrap="none">
            <a:spAutoFit/>
          </a:bodyPr>
          <a:p>
            <a:r>
              <a:rPr dirty="0" lang="fr-MA"/>
              <a:t>Le mouvement n’est possible que si </a:t>
            </a:r>
          </a:p>
        </p:txBody>
      </p:sp>
      <p:sp>
        <p:nvSpPr>
          <p:cNvPr id="1048680" name="Rectangle 15"/>
          <p:cNvSpPr>
            <a:spLocks noChangeAspect="1" noMove="1" noResize="1" noRot="1" noAdjustHandles="1" noEditPoints="1" noChangeArrowheads="1" noChangeShapeType="1" noTextEdit="1"/>
          </p:cNvSpPr>
          <p:nvPr/>
        </p:nvSpPr>
        <p:spPr>
          <a:xfrm>
            <a:off x="8951141" y="5727204"/>
            <a:ext cx="2192652" cy="491288"/>
          </a:xfrm>
          <a:prstGeom prst="rect"/>
          <a:blipFill rotWithShape="0">
            <a:blip xmlns:r="http://schemas.openxmlformats.org/officeDocument/2006/relationships" r:embed="rId7"/>
            <a:stretch>
              <a:fillRect b="-12500"/>
            </a:stretch>
          </a:blipFill>
        </p:spPr>
        <p:txBody>
          <a:bodyPr/>
          <a:p>
            <a:r>
              <a:rPr lang="fr-MA">
                <a:noFill/>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81" name="Rectangle 3"/>
          <p:cNvSpPr>
            <a:spLocks noChangeAspect="1" noMove="1" noResize="1" noRot="1" noAdjustHandles="1" noEditPoints="1" noChangeArrowheads="1" noChangeShapeType="1" noTextEdit="1"/>
          </p:cNvSpPr>
          <p:nvPr/>
        </p:nvSpPr>
        <p:spPr>
          <a:xfrm>
            <a:off x="536619" y="340045"/>
            <a:ext cx="11131640" cy="707886"/>
          </a:xfrm>
          <a:prstGeom prst="rect"/>
          <a:blipFill rotWithShape="0">
            <a:blip xmlns:r="http://schemas.openxmlformats.org/officeDocument/2006/relationships" r:embed="rId1"/>
            <a:stretch>
              <a:fillRect l="-493" t="-4310" r="-602" b="-13793"/>
            </a:stretch>
          </a:blipFill>
        </p:spPr>
        <p:txBody>
          <a:bodyPr/>
          <a:p>
            <a:r>
              <a:rPr lang="fr-MA">
                <a:noFill/>
              </a:rPr>
              <a:t> </a:t>
            </a:r>
          </a:p>
        </p:txBody>
      </p:sp>
      <p:sp>
        <p:nvSpPr>
          <p:cNvPr id="1048682" name="Rectangle 4"/>
          <p:cNvSpPr>
            <a:spLocks noChangeAspect="1" noMove="1" noResize="1" noRot="1" noAdjustHandles="1" noEditPoints="1" noChangeArrowheads="1" noChangeShapeType="1" noTextEdit="1"/>
          </p:cNvSpPr>
          <p:nvPr/>
        </p:nvSpPr>
        <p:spPr>
          <a:xfrm>
            <a:off x="691167" y="1247902"/>
            <a:ext cx="10977092" cy="1446550"/>
          </a:xfrm>
          <a:prstGeom prst="rect"/>
          <a:blipFill rotWithShape="0">
            <a:blip xmlns:r="http://schemas.openxmlformats.org/officeDocument/2006/relationships" r:embed="rId2"/>
            <a:stretch>
              <a:fillRect l="-555" t="-2110" b="-11392"/>
            </a:stretch>
          </a:blipFill>
        </p:spPr>
        <p:txBody>
          <a:bodyPr/>
          <a:p>
            <a:r>
              <a:rPr lang="fr-MA">
                <a:noFill/>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83" name="ZoneTexte 3"/>
          <p:cNvSpPr txBox="1"/>
          <p:nvPr/>
        </p:nvSpPr>
        <p:spPr>
          <a:xfrm>
            <a:off x="559588" y="206062"/>
            <a:ext cx="8243522" cy="510540"/>
          </a:xfrm>
          <a:prstGeom prst="rect"/>
          <a:solidFill>
            <a:srgbClr val="FFFF00"/>
          </a:solidFill>
        </p:spPr>
        <p:txBody>
          <a:bodyPr rtlCol="0" wrap="square">
            <a:spAutoFit/>
          </a:bodyPr>
          <a:p>
            <a:r>
              <a:rPr dirty="0" sz="2800" lang="fr-MA">
                <a:effectLst>
                  <a:outerShdw algn="tl" blurRad="38100" dir="2700000" dist="38100">
                    <a:srgbClr val="000000">
                      <a:alpha val="43137"/>
                    </a:srgbClr>
                  </a:outerShdw>
                </a:effectLst>
                <a:latin typeface="AR BLANCA" panose="02000000000000000000" pitchFamily="2" charset="0"/>
              </a:rPr>
              <a:t>2. Force newtonienne, potentiel newtonien</a:t>
            </a:r>
          </a:p>
        </p:txBody>
      </p:sp>
      <p:sp>
        <p:nvSpPr>
          <p:cNvPr id="1048684" name="Rectangle 4"/>
          <p:cNvSpPr/>
          <p:nvPr/>
        </p:nvSpPr>
        <p:spPr>
          <a:xfrm>
            <a:off x="559588" y="848864"/>
            <a:ext cx="4551680" cy="510540"/>
          </a:xfrm>
          <a:prstGeom prst="rect"/>
          <a:solidFill>
            <a:srgbClr val="92D050"/>
          </a:solidFill>
        </p:spPr>
        <p:txBody>
          <a:bodyPr wrap="none">
            <a:spAutoFit/>
          </a:bodyPr>
          <a:p>
            <a:r>
              <a:rPr baseline="0" dirty="0" sz="2800" i="0" lang="fr-MA" strike="noStrike" u="none">
                <a:effectLst>
                  <a:outerShdw algn="tl" blurRad="38100" dir="2700000" dist="38100">
                    <a:srgbClr val="000000">
                      <a:alpha val="43137"/>
                    </a:srgbClr>
                  </a:outerShdw>
                </a:effectLst>
                <a:latin typeface="AR BLANCA" panose="02000000000000000000" pitchFamily="2" charset="0"/>
              </a:rPr>
              <a:t>2.1 Interaction newtonienne</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85" name="Rectangle 5"/>
          <p:cNvSpPr>
            <a:spLocks noChangeAspect="1" noMove="1" noResize="1" noRot="1" noAdjustHandles="1" noEditPoints="1" noChangeArrowheads="1" noChangeShapeType="1" noTextEdit="1"/>
          </p:cNvSpPr>
          <p:nvPr/>
        </p:nvSpPr>
        <p:spPr>
          <a:xfrm>
            <a:off x="559587" y="1491666"/>
            <a:ext cx="11160187" cy="1635961"/>
          </a:xfrm>
          <a:prstGeom prst="rect"/>
          <a:blipFill rotWithShape="0">
            <a:blip xmlns:r="http://schemas.openxmlformats.org/officeDocument/2006/relationships" r:embed="rId1"/>
            <a:stretch>
              <a:fillRect l="-492" t="-1866" b="-5970"/>
            </a:stretch>
          </a:blipFill>
        </p:spPr>
        <p:txBody>
          <a:bodyPr/>
          <a:p>
            <a:r>
              <a:rPr lang="fr-MA">
                <a:noFill/>
              </a:rPr>
              <a:t> </a:t>
            </a:r>
          </a:p>
        </p:txBody>
      </p:sp>
      <p:sp>
        <p:nvSpPr>
          <p:cNvPr id="1048686" name="Rectangle 6"/>
          <p:cNvSpPr/>
          <p:nvPr/>
        </p:nvSpPr>
        <p:spPr>
          <a:xfrm>
            <a:off x="559587" y="3548958"/>
            <a:ext cx="8234680" cy="510540"/>
          </a:xfrm>
          <a:prstGeom prst="rect"/>
          <a:solidFill>
            <a:srgbClr val="92D050"/>
          </a:solidFill>
        </p:spPr>
        <p:txBody>
          <a:bodyPr wrap="non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2.2 Expression de l’énergie potentielle newtonienne</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87" name="Rectangle 7"/>
          <p:cNvSpPr/>
          <p:nvPr/>
        </p:nvSpPr>
        <p:spPr>
          <a:xfrm>
            <a:off x="559587" y="4191760"/>
            <a:ext cx="10590727" cy="400110"/>
          </a:xfrm>
          <a:prstGeom prst="rect"/>
        </p:spPr>
        <p:txBody>
          <a:bodyPr wrap="square">
            <a:spAutoFit/>
          </a:bodyPr>
          <a:p>
            <a:pPr algn="just" indent="-285750" marL="285750">
              <a:buFont typeface="Wingdings" panose="05000000000000000000" pitchFamily="2" charset="2"/>
              <a:buChar char="Ø"/>
            </a:pPr>
            <a:r>
              <a:rPr baseline="0" b="0" dirty="0" sz="2000" i="0" lang="fr-FR" strike="noStrike" u="none">
                <a:latin typeface="Bembo"/>
              </a:rPr>
              <a:t>La force d’interaction newtonienne dérive d’un potentiel du type :</a:t>
            </a:r>
            <a:endParaRPr dirty="0" sz="2000" lang="fr-MA"/>
          </a:p>
        </p:txBody>
      </p:sp>
      <p:sp>
        <p:nvSpPr>
          <p:cNvPr id="1048688" name="ZoneTexte 8"/>
          <p:cNvSpPr txBox="1">
            <a:spLocks noChangeAspect="1" noMove="1" noResize="1" noRot="1" noAdjustHandles="1" noEditPoints="1" noChangeArrowheads="1" noChangeShapeType="1" noTextEdit="1"/>
          </p:cNvSpPr>
          <p:nvPr/>
        </p:nvSpPr>
        <p:spPr>
          <a:xfrm>
            <a:off x="4257875" y="4591870"/>
            <a:ext cx="1999522" cy="689035"/>
          </a:xfrm>
          <a:prstGeom prst="rect"/>
          <a:blipFill rotWithShape="0">
            <a:blip xmlns:r="http://schemas.openxmlformats.org/officeDocument/2006/relationships" r:embed="rId2"/>
            <a:stretch>
              <a:fillRect/>
            </a:stretch>
          </a:blipFill>
        </p:spPr>
        <p:txBody>
          <a:bodyPr/>
          <a:p>
            <a:r>
              <a:rPr lang="fr-MA">
                <a:noFill/>
              </a:rPr>
              <a:t> </a:t>
            </a:r>
          </a:p>
        </p:txBody>
      </p:sp>
      <p:sp>
        <p:nvSpPr>
          <p:cNvPr id="1048689" name="Rectangle 9"/>
          <p:cNvSpPr/>
          <p:nvPr/>
        </p:nvSpPr>
        <p:spPr>
          <a:xfrm>
            <a:off x="546708" y="5478670"/>
            <a:ext cx="11173066" cy="707886"/>
          </a:xfrm>
          <a:prstGeom prst="rect"/>
        </p:spPr>
        <p:txBody>
          <a:bodyPr wrap="square">
            <a:spAutoFit/>
          </a:bodyPr>
          <a:p>
            <a:pPr algn="just" indent="-285750" marL="285750">
              <a:buFont typeface="Wingdings" panose="05000000000000000000" pitchFamily="2" charset="2"/>
              <a:buChar char="Ø"/>
            </a:pPr>
            <a:r>
              <a:rPr baseline="0" b="0" dirty="0" sz="2000" i="0" lang="fr-FR" strike="noStrike" u="none">
                <a:latin typeface="Bembo"/>
              </a:rPr>
              <a:t>On choisit l’origine des potentiels nulle à l’infini, ce qui traduit le fait que des points matériels infiniment éloignés n’exercent pas d’interaction entre eux.</a:t>
            </a:r>
            <a:endParaRPr dirty="0" sz="2000" lang="fr-MA"/>
          </a:p>
        </p:txBody>
      </p:sp>
      <p:sp>
        <p:nvSpPr>
          <p:cNvPr id="1048690" name="Rectangle 10"/>
          <p:cNvSpPr>
            <a:spLocks noChangeAspect="1" noMove="1" noResize="1" noRot="1" noAdjustHandles="1" noEditPoints="1" noChangeArrowheads="1" noChangeShapeType="1" noTextEdit="1"/>
          </p:cNvSpPr>
          <p:nvPr/>
        </p:nvSpPr>
        <p:spPr>
          <a:xfrm>
            <a:off x="3496384" y="2565488"/>
            <a:ext cx="1522981" cy="781368"/>
          </a:xfrm>
          <a:prstGeom prst="rect"/>
          <a:blipFill rotWithShape="0">
            <a:blip xmlns:r="http://schemas.openxmlformats.org/officeDocument/2006/relationships" r:embed="rId3"/>
            <a:stretch>
              <a:fillRect/>
            </a:stretch>
          </a:blipFill>
        </p:spPr>
        <p:txBody>
          <a:bodyPr/>
          <a:p>
            <a:r>
              <a:rPr lang="fr-MA">
                <a:noFill/>
              </a:rPr>
              <a:t> </a:t>
            </a:r>
          </a:p>
        </p:txBody>
      </p:sp>
      <p:sp>
        <p:nvSpPr>
          <p:cNvPr id="1048691" name="ZoneTexte 11"/>
          <p:cNvSpPr txBox="1">
            <a:spLocks noChangeAspect="1" noMove="1" noResize="1" noRot="1" noAdjustHandles="1" noEditPoints="1" noChangeArrowheads="1" noChangeShapeType="1" noTextEdit="1"/>
          </p:cNvSpPr>
          <p:nvPr/>
        </p:nvSpPr>
        <p:spPr>
          <a:xfrm>
            <a:off x="7655751" y="5842038"/>
            <a:ext cx="1237134" cy="803810"/>
          </a:xfrm>
          <a:prstGeom prst="rect"/>
          <a:blipFill rotWithShape="0">
            <a:blip xmlns:r="http://schemas.openxmlformats.org/officeDocument/2006/relationships" r:embed="rId4"/>
            <a:stretch>
              <a:fillRect/>
            </a:stretch>
          </a:blipFill>
        </p:spPr>
        <p:txBody>
          <a:bodyPr/>
          <a:p>
            <a:r>
              <a:rPr lang="fr-MA">
                <a:noFill/>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92" name="Rectangle 3"/>
          <p:cNvSpPr/>
          <p:nvPr/>
        </p:nvSpPr>
        <p:spPr>
          <a:xfrm>
            <a:off x="461593" y="230678"/>
            <a:ext cx="6024880" cy="510540"/>
          </a:xfrm>
          <a:prstGeom prst="rect"/>
          <a:solidFill>
            <a:srgbClr val="92D050"/>
          </a:solidFill>
        </p:spPr>
        <p:txBody>
          <a:bodyPr wrap="non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2.3 Interaction attractive ou répulsive</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693" name="Rectangle 4"/>
          <p:cNvSpPr/>
          <p:nvPr/>
        </p:nvSpPr>
        <p:spPr>
          <a:xfrm>
            <a:off x="767752" y="926137"/>
            <a:ext cx="7002780" cy="396241"/>
          </a:xfrm>
          <a:prstGeom prst="rect"/>
        </p:spPr>
        <p:txBody>
          <a:bodyPr wrap="none">
            <a:spAutoFit/>
          </a:bodyPr>
          <a:p>
            <a:pPr algn="just" indent="-285750" marL="285750">
              <a:buFont typeface="Wingdings" panose="05000000000000000000" pitchFamily="2" charset="2"/>
              <a:buChar char="Ø"/>
            </a:pPr>
            <a:r>
              <a:rPr baseline="0" b="0" dirty="0" sz="2000" i="0" lang="fr-FR" strike="noStrike" u="none">
                <a:latin typeface="Bembo"/>
              </a:rPr>
              <a:t>L’interaction sera attractive si </a:t>
            </a:r>
            <a:r>
              <a:rPr baseline="0" b="0" dirty="0" sz="2000" i="1" lang="fr-FR" strike="noStrike" u="none">
                <a:latin typeface="Bembo-Italic"/>
              </a:rPr>
              <a:t>K </a:t>
            </a:r>
            <a:r>
              <a:rPr baseline="0" b="0" dirty="0" sz="2000" i="1" lang="fr-FR" strike="noStrike" u="none">
                <a:latin typeface="CMMI10"/>
              </a:rPr>
              <a:t>&lt; </a:t>
            </a:r>
            <a:r>
              <a:rPr baseline="0" b="0" dirty="0" sz="2000" i="0" lang="fr-FR" strike="noStrike" u="none">
                <a:latin typeface="Bembo"/>
              </a:rPr>
              <a:t>0 et répulsive si </a:t>
            </a:r>
            <a:r>
              <a:rPr baseline="0" b="0" dirty="0" sz="2000" i="1" lang="fr-FR" strike="noStrike" u="none">
                <a:latin typeface="Bembo-Italic"/>
              </a:rPr>
              <a:t>K </a:t>
            </a:r>
            <a:r>
              <a:rPr baseline="0" b="0" dirty="0" sz="2000" i="1" lang="fr-FR" strike="noStrike" u="none">
                <a:latin typeface="CMMI10"/>
              </a:rPr>
              <a:t>&gt; </a:t>
            </a:r>
            <a:r>
              <a:rPr baseline="0" b="0" dirty="0" sz="2000" i="0" lang="fr-FR" strike="noStrike" u="none">
                <a:latin typeface="Bembo"/>
              </a:rPr>
              <a:t>0.</a:t>
            </a:r>
            <a:endParaRPr dirty="0" sz="2000" lang="fr-MA"/>
          </a:p>
        </p:txBody>
      </p:sp>
      <p:sp>
        <p:nvSpPr>
          <p:cNvPr id="1048694" name="Rectangle 5"/>
          <p:cNvSpPr/>
          <p:nvPr/>
        </p:nvSpPr>
        <p:spPr>
          <a:xfrm>
            <a:off x="762943" y="1646351"/>
            <a:ext cx="6901180" cy="396241"/>
          </a:xfrm>
          <a:prstGeom prst="rect"/>
        </p:spPr>
        <p:txBody>
          <a:bodyPr wrap="none">
            <a:spAutoFit/>
          </a:bodyPr>
          <a:p>
            <a:pPr indent="-285750" marL="285750">
              <a:buFont typeface="Wingdings" panose="05000000000000000000" pitchFamily="2" charset="2"/>
              <a:buChar char="Ø"/>
            </a:pPr>
            <a:r>
              <a:rPr baseline="0" b="0" dirty="0" sz="2000" i="0" lang="fr-FR" strike="noStrike" u="none">
                <a:latin typeface="Bembo"/>
              </a:rPr>
              <a:t>L’interaction gravitationnelle est donc toujours attractive.</a:t>
            </a:r>
            <a:endParaRPr dirty="0" sz="2000" lang="fr-MA"/>
          </a:p>
        </p:txBody>
      </p:sp>
      <p:sp>
        <p:nvSpPr>
          <p:cNvPr id="1048695" name="ZoneTexte 6"/>
          <p:cNvSpPr txBox="1">
            <a:spLocks noChangeAspect="1" noMove="1" noResize="1" noRot="1" noAdjustHandles="1" noEditPoints="1" noChangeArrowheads="1" noChangeShapeType="1" noTextEdit="1"/>
          </p:cNvSpPr>
          <p:nvPr/>
        </p:nvSpPr>
        <p:spPr>
          <a:xfrm>
            <a:off x="7598725" y="1612251"/>
            <a:ext cx="2495876" cy="369332"/>
          </a:xfrm>
          <a:prstGeom prst="rect"/>
          <a:blipFill rotWithShape="0">
            <a:blip xmlns:r="http://schemas.openxmlformats.org/officeDocument/2006/relationships" r:embed="rId1"/>
            <a:stretch>
              <a:fillRect l="-2445" r="-2445" b="-13115"/>
            </a:stretch>
          </a:blipFill>
        </p:spPr>
        <p:txBody>
          <a:bodyPr/>
          <a:p>
            <a:r>
              <a:rPr lang="fr-MA">
                <a:noFill/>
              </a:rPr>
              <a:t> </a:t>
            </a:r>
          </a:p>
        </p:txBody>
      </p:sp>
      <p:sp>
        <p:nvSpPr>
          <p:cNvPr id="1048696" name="Rectangle 8"/>
          <p:cNvSpPr/>
          <p:nvPr/>
        </p:nvSpPr>
        <p:spPr>
          <a:xfrm>
            <a:off x="767752" y="2400665"/>
            <a:ext cx="10668000" cy="707886"/>
          </a:xfrm>
          <a:prstGeom prst="rect"/>
        </p:spPr>
        <p:txBody>
          <a:bodyPr wrap="square">
            <a:spAutoFit/>
          </a:bodyPr>
          <a:p>
            <a:pPr algn="just" indent="-285750" marL="285750">
              <a:buFont typeface="Wingdings" panose="05000000000000000000" pitchFamily="2" charset="2"/>
              <a:buChar char="Ø"/>
            </a:pPr>
            <a:r>
              <a:rPr baseline="0" b="0" dirty="0" sz="2000" i="0" lang="fr-MA" strike="noStrike" u="none">
                <a:latin typeface="Bembo"/>
              </a:rPr>
              <a:t>l’interaction coulombienne est attractive </a:t>
            </a:r>
            <a:r>
              <a:rPr baseline="0" b="0" dirty="0" sz="2000" i="0" lang="fr-FR" strike="noStrike" u="none">
                <a:latin typeface="Bembo"/>
              </a:rPr>
              <a:t>pour deux charges de signe opposé et répulsive pour deux charges de même signe.</a:t>
            </a:r>
            <a:endParaRPr dirty="0" sz="2000" lang="fr-MA"/>
          </a:p>
        </p:txBody>
      </p:sp>
      <p:sp>
        <p:nvSpPr>
          <p:cNvPr id="1048697" name="ZoneTexte 9"/>
          <p:cNvSpPr txBox="1">
            <a:spLocks noChangeAspect="1" noMove="1" noResize="1" noRot="1" noAdjustHandles="1" noEditPoints="1" noChangeArrowheads="1" noChangeShapeType="1" noTextEdit="1"/>
          </p:cNvSpPr>
          <p:nvPr/>
        </p:nvSpPr>
        <p:spPr>
          <a:xfrm>
            <a:off x="1751527" y="3408126"/>
            <a:ext cx="1329146" cy="695255"/>
          </a:xfrm>
          <a:prstGeom prst="rect"/>
          <a:blipFill rotWithShape="0">
            <a:blip xmlns:r="http://schemas.openxmlformats.org/officeDocument/2006/relationships" r:embed="rId2"/>
            <a:stretch>
              <a:fillRect/>
            </a:stretch>
          </a:blipFill>
        </p:spPr>
        <p:txBody>
          <a:bodyPr/>
          <a:p>
            <a:r>
              <a:rPr lang="fr-MA">
                <a:noFill/>
              </a:rPr>
              <a:t> </a:t>
            </a:r>
          </a:p>
        </p:txBody>
      </p:sp>
      <p:sp>
        <p:nvSpPr>
          <p:cNvPr id="1048698" name="Rectangle 10"/>
          <p:cNvSpPr>
            <a:spLocks noChangeAspect="1" noMove="1" noResize="1" noRot="1" noAdjustHandles="1" noEditPoints="1" noChangeArrowheads="1" noChangeShapeType="1" noTextEdit="1"/>
          </p:cNvSpPr>
          <p:nvPr/>
        </p:nvSpPr>
        <p:spPr>
          <a:xfrm>
            <a:off x="7598725" y="3339680"/>
            <a:ext cx="867545" cy="369332"/>
          </a:xfrm>
          <a:prstGeom prst="rect"/>
          <a:blipFill rotWithShape="0">
            <a:blip xmlns:r="http://schemas.openxmlformats.org/officeDocument/2006/relationships" r:embed="rId3"/>
            <a:stretch>
              <a:fillRect t="-10000" r="-4930" b="-26667"/>
            </a:stretch>
          </a:blipFill>
        </p:spPr>
        <p:txBody>
          <a:bodyPr/>
          <a:p>
            <a:r>
              <a:rPr lang="fr-MA">
                <a:noFill/>
              </a:rPr>
              <a:t> </a:t>
            </a:r>
          </a:p>
        </p:txBody>
      </p:sp>
      <p:sp>
        <p:nvSpPr>
          <p:cNvPr id="1048699" name="Rectangle 11"/>
          <p:cNvSpPr/>
          <p:nvPr/>
        </p:nvSpPr>
        <p:spPr>
          <a:xfrm>
            <a:off x="4338537" y="3365438"/>
            <a:ext cx="2976880" cy="358140"/>
          </a:xfrm>
          <a:prstGeom prst="rect"/>
        </p:spPr>
        <p:txBody>
          <a:bodyPr wrap="none">
            <a:spAutoFit/>
          </a:bodyPr>
          <a:p>
            <a:pPr indent="-285750" marL="285750">
              <a:buFont typeface="Arial" panose="020B0604020202020204" pitchFamily="34" charset="0"/>
              <a:buChar char="•"/>
            </a:pPr>
            <a:r>
              <a:rPr baseline="0" b="0" dirty="0" i="0" lang="fr-FR" strike="noStrike" u="none">
                <a:latin typeface="Bembo"/>
              </a:rPr>
              <a:t>charges de signe opposé </a:t>
            </a:r>
            <a:endParaRPr dirty="0" lang="fr-MA"/>
          </a:p>
        </p:txBody>
      </p:sp>
      <p:sp>
        <p:nvSpPr>
          <p:cNvPr id="1048700" name="Rectangle 12"/>
          <p:cNvSpPr/>
          <p:nvPr/>
        </p:nvSpPr>
        <p:spPr>
          <a:xfrm>
            <a:off x="4338536" y="3820459"/>
            <a:ext cx="2887980" cy="358140"/>
          </a:xfrm>
          <a:prstGeom prst="rect"/>
        </p:spPr>
        <p:txBody>
          <a:bodyPr wrap="none">
            <a:spAutoFit/>
          </a:bodyPr>
          <a:p>
            <a:pPr indent="-285750" marL="285750">
              <a:buFont typeface="Arial" panose="020B0604020202020204" pitchFamily="34" charset="0"/>
              <a:buChar char="•"/>
            </a:pPr>
            <a:r>
              <a:rPr baseline="0" b="0" dirty="0" i="0" lang="fr-FR" strike="noStrike" u="none">
                <a:latin typeface="Bembo"/>
              </a:rPr>
              <a:t>charges de même signe</a:t>
            </a:r>
            <a:endParaRPr dirty="0" lang="fr-MA"/>
          </a:p>
        </p:txBody>
      </p:sp>
      <p:sp>
        <p:nvSpPr>
          <p:cNvPr id="1048701" name="Rectangle 13"/>
          <p:cNvSpPr>
            <a:spLocks noChangeAspect="1" noMove="1" noResize="1" noRot="1" noAdjustHandles="1" noEditPoints="1" noChangeArrowheads="1" noChangeShapeType="1" noTextEdit="1"/>
          </p:cNvSpPr>
          <p:nvPr/>
        </p:nvSpPr>
        <p:spPr>
          <a:xfrm>
            <a:off x="7598724" y="3755475"/>
            <a:ext cx="989373" cy="369332"/>
          </a:xfrm>
          <a:prstGeom prst="rect"/>
          <a:blipFill rotWithShape="0">
            <a:blip xmlns:r="http://schemas.openxmlformats.org/officeDocument/2006/relationships" r:embed="rId4"/>
            <a:stretch>
              <a:fillRect t="-8197" r="-4321" b="-24590"/>
            </a:stretch>
          </a:blipFill>
        </p:spPr>
        <p:txBody>
          <a:bodyPr/>
          <a:p>
            <a:r>
              <a:rPr lang="fr-MA">
                <a:noFill/>
              </a:rPr>
              <a:t> </a:t>
            </a:r>
          </a:p>
        </p:txBody>
      </p:sp>
      <p:sp>
        <p:nvSpPr>
          <p:cNvPr id="1048702" name="Rectangle 14"/>
          <p:cNvSpPr/>
          <p:nvPr/>
        </p:nvSpPr>
        <p:spPr>
          <a:xfrm>
            <a:off x="461593" y="4292069"/>
            <a:ext cx="6672580" cy="510540"/>
          </a:xfrm>
          <a:prstGeom prst="rect"/>
          <a:solidFill>
            <a:srgbClr val="92D050"/>
          </a:solidFill>
        </p:spPr>
        <p:txBody>
          <a:bodyPr wrap="non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2.4 Discussion qualitative du mouvement</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03" name="Rectangle 15"/>
          <p:cNvSpPr>
            <a:spLocks noChangeAspect="1" noMove="1" noResize="1" noRot="1" noAdjustHandles="1" noEditPoints="1" noChangeArrowheads="1" noChangeShapeType="1" noTextEdit="1"/>
          </p:cNvSpPr>
          <p:nvPr/>
        </p:nvSpPr>
        <p:spPr>
          <a:xfrm>
            <a:off x="2166930" y="5149317"/>
            <a:ext cx="5647123" cy="831061"/>
          </a:xfrm>
          <a:prstGeom prst="rect"/>
          <a:blipFill rotWithShape="0">
            <a:blip xmlns:r="http://schemas.openxmlformats.org/officeDocument/2006/relationships" r:embed="rId5"/>
            <a:stretch>
              <a:fillRect/>
            </a:stretch>
          </a:blipFill>
        </p:spPr>
        <p:txBody>
          <a:bodyPr/>
          <a:p>
            <a:r>
              <a:rPr lang="fr-MA">
                <a:noFill/>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704" name="Rectangle 3"/>
          <p:cNvSpPr/>
          <p:nvPr/>
        </p:nvSpPr>
        <p:spPr>
          <a:xfrm>
            <a:off x="721743" y="230678"/>
            <a:ext cx="3827780" cy="447040"/>
          </a:xfrm>
          <a:prstGeom prst="rect"/>
          <a:solidFill>
            <a:schemeClr val="accent4">
              <a:lumMod val="60000"/>
              <a:lumOff val="40000"/>
            </a:schemeClr>
          </a:solidFill>
        </p:spPr>
        <p:txBody>
          <a:bodyPr wrap="none">
            <a:spAutoFit/>
          </a:bodyPr>
          <a:p>
            <a:r>
              <a:rPr baseline="0" dirty="0" sz="2400" i="0" lang="fr-MA" strike="noStrike" u="none">
                <a:effectLst>
                  <a:outerShdw algn="tl" blurRad="38100" dir="2700000" dist="38100">
                    <a:srgbClr val="000000">
                      <a:alpha val="43137"/>
                    </a:srgbClr>
                  </a:outerShdw>
                </a:effectLst>
                <a:latin typeface="AR BLANCA" panose="02000000000000000000" pitchFamily="2" charset="0"/>
              </a:rPr>
              <a:t>2.4.1. Interaction attractive</a:t>
            </a:r>
            <a:endParaRPr dirty="0" sz="2400" lang="fr-MA">
              <a:effectLst>
                <a:outerShdw algn="tl" blurRad="38100" dir="2700000" dist="38100">
                  <a:srgbClr val="000000">
                    <a:alpha val="43137"/>
                  </a:srgbClr>
                </a:outerShdw>
              </a:effectLst>
              <a:latin typeface="AR BLANCA" panose="02000000000000000000" pitchFamily="2" charset="0"/>
            </a:endParaRPr>
          </a:p>
        </p:txBody>
      </p:sp>
      <p:sp>
        <p:nvSpPr>
          <p:cNvPr id="1048705" name="Rectangle 4"/>
          <p:cNvSpPr/>
          <p:nvPr/>
        </p:nvSpPr>
        <p:spPr>
          <a:xfrm>
            <a:off x="721743" y="797349"/>
            <a:ext cx="2860078" cy="461665"/>
          </a:xfrm>
          <a:prstGeom prst="rect"/>
          <a:solidFill>
            <a:srgbClr val="FFC000"/>
          </a:solidFill>
        </p:spPr>
        <p:txBody>
          <a:bodyPr wrap="none">
            <a:spAutoFit/>
          </a:bodyPr>
          <a:p>
            <a:r>
              <a:rPr baseline="0" b="0" dirty="0" sz="2400" i="0" lang="fr-FR" strike="noStrike" u="none">
                <a:latin typeface="Bembo"/>
              </a:rPr>
              <a:t>Dans ce cas, </a:t>
            </a:r>
            <a:r>
              <a:rPr baseline="0" b="0" dirty="0" sz="2400" i="1" lang="fr-FR" strike="noStrike" u="none">
                <a:latin typeface="Bembo-Italic"/>
              </a:rPr>
              <a:t>K </a:t>
            </a:r>
            <a:r>
              <a:rPr baseline="0" b="0" dirty="0" sz="2400" i="1" lang="fr-FR" strike="noStrike" u="none">
                <a:latin typeface="CMMI10"/>
              </a:rPr>
              <a:t>&lt; </a:t>
            </a:r>
            <a:r>
              <a:rPr baseline="0" b="0" dirty="0" sz="2400" i="0" lang="fr-FR" strike="noStrike" u="none">
                <a:latin typeface="Bembo"/>
              </a:rPr>
              <a:t>0.</a:t>
            </a:r>
            <a:endParaRPr dirty="0" sz="2400" lang="fr-MA"/>
          </a:p>
        </p:txBody>
      </p:sp>
      <p:pic>
        <p:nvPicPr>
          <p:cNvPr id="2097152" name="Image 5"/>
          <p:cNvPicPr>
            <a:picLocks noChangeAspect="1"/>
          </p:cNvPicPr>
          <p:nvPr/>
        </p:nvPicPr>
        <p:blipFill>
          <a:blip xmlns:r="http://schemas.openxmlformats.org/officeDocument/2006/relationships" r:embed="rId1">
            <a:lum bright="-40000" contrast="20000"/>
          </a:blip>
          <a:stretch>
            <a:fillRect/>
          </a:stretch>
        </p:blipFill>
        <p:spPr>
          <a:xfrm>
            <a:off x="7261534" y="174579"/>
            <a:ext cx="4660554" cy="3060231"/>
          </a:xfrm>
          <a:prstGeom prst="rect"/>
        </p:spPr>
      </p:pic>
      <p:sp>
        <p:nvSpPr>
          <p:cNvPr id="1048706" name="ZoneTexte 6"/>
          <p:cNvSpPr txBox="1">
            <a:spLocks noChangeAspect="1" noMove="1" noResize="1" noRot="1" noAdjustHandles="1" noEditPoints="1" noChangeArrowheads="1" noChangeShapeType="1" noTextEdit="1"/>
          </p:cNvSpPr>
          <p:nvPr/>
        </p:nvSpPr>
        <p:spPr>
          <a:xfrm>
            <a:off x="526379" y="1338441"/>
            <a:ext cx="5498753" cy="732508"/>
          </a:xfrm>
          <a:prstGeom prst="rect"/>
          <a:blipFill rotWithShape="0">
            <a:blip xmlns:r="http://schemas.openxmlformats.org/officeDocument/2006/relationships" r:embed="rId2"/>
            <a:stretch>
              <a:fillRect l="-998" t="-5000" r="-1220" b="-15000"/>
            </a:stretch>
          </a:blipFill>
        </p:spPr>
        <p:txBody>
          <a:bodyPr/>
          <a:p>
            <a:r>
              <a:rPr lang="fr-MA">
                <a:noFill/>
              </a:rPr>
              <a:t> </a:t>
            </a:r>
          </a:p>
        </p:txBody>
      </p:sp>
      <p:sp>
        <p:nvSpPr>
          <p:cNvPr id="1048707" name="ZoneTexte 7"/>
          <p:cNvSpPr txBox="1">
            <a:spLocks noChangeAspect="1" noMove="1" noResize="1" noRot="1" noAdjustHandles="1" noEditPoints="1" noChangeArrowheads="1" noChangeShapeType="1" noTextEdit="1"/>
          </p:cNvSpPr>
          <p:nvPr/>
        </p:nvSpPr>
        <p:spPr>
          <a:xfrm>
            <a:off x="567197" y="2083551"/>
            <a:ext cx="1510542" cy="738728"/>
          </a:xfrm>
          <a:prstGeom prst="rect"/>
          <a:blipFill rotWithShape="0">
            <a:blip xmlns:r="http://schemas.openxmlformats.org/officeDocument/2006/relationships" r:embed="rId3"/>
            <a:stretch>
              <a:fillRect/>
            </a:stretch>
          </a:blipFill>
        </p:spPr>
        <p:txBody>
          <a:bodyPr/>
          <a:p>
            <a:r>
              <a:rPr lang="fr-MA">
                <a:noFill/>
              </a:rPr>
              <a:t> </a:t>
            </a:r>
          </a:p>
        </p:txBody>
      </p:sp>
      <p:sp>
        <p:nvSpPr>
          <p:cNvPr id="1048708" name="ZoneTexte 8"/>
          <p:cNvSpPr txBox="1">
            <a:spLocks noChangeAspect="1" noMove="1" noResize="1" noRot="1" noAdjustHandles="1" noEditPoints="1" noChangeArrowheads="1" noChangeShapeType="1" noTextEdit="1"/>
          </p:cNvSpPr>
          <p:nvPr/>
        </p:nvSpPr>
        <p:spPr>
          <a:xfrm>
            <a:off x="3014147" y="2090347"/>
            <a:ext cx="2739404" cy="741165"/>
          </a:xfrm>
          <a:prstGeom prst="rect"/>
          <a:blipFill rotWithShape="0">
            <a:blip xmlns:r="http://schemas.openxmlformats.org/officeDocument/2006/relationships" r:embed="rId4"/>
            <a:stretch>
              <a:fillRect/>
            </a:stretch>
          </a:blipFill>
        </p:spPr>
        <p:txBody>
          <a:bodyPr/>
          <a:p>
            <a:r>
              <a:rPr lang="fr-MA">
                <a:noFill/>
              </a:rPr>
              <a:t> </a:t>
            </a:r>
          </a:p>
        </p:txBody>
      </p:sp>
      <p:sp>
        <p:nvSpPr>
          <p:cNvPr id="1048709" name="Rectangle 9"/>
          <p:cNvSpPr/>
          <p:nvPr/>
        </p:nvSpPr>
        <p:spPr>
          <a:xfrm>
            <a:off x="567197" y="4105895"/>
            <a:ext cx="3751580" cy="447041"/>
          </a:xfrm>
          <a:prstGeom prst="rect"/>
          <a:solidFill>
            <a:schemeClr val="accent4">
              <a:lumMod val="60000"/>
              <a:lumOff val="40000"/>
            </a:schemeClr>
          </a:solidFill>
        </p:spPr>
        <p:txBody>
          <a:bodyPr wrap="none">
            <a:spAutoFit/>
          </a:bodyPr>
          <a:p>
            <a:r>
              <a:rPr baseline="0" dirty="0" sz="2400" i="0" lang="fr-MA" strike="noStrike" u="none">
                <a:effectLst>
                  <a:outerShdw algn="tl" blurRad="38100" dir="2700000" dist="38100">
                    <a:srgbClr val="000000">
                      <a:alpha val="43137"/>
                    </a:srgbClr>
                  </a:outerShdw>
                </a:effectLst>
                <a:latin typeface="AR BLANCA" panose="02000000000000000000" pitchFamily="2" charset="0"/>
              </a:rPr>
              <a:t>2.4.1. Interaction répulsive</a:t>
            </a:r>
            <a:endParaRPr dirty="0" sz="2400" lang="fr-MA">
              <a:effectLst>
                <a:outerShdw algn="tl" blurRad="38100" dir="2700000" dist="38100">
                  <a:srgbClr val="000000">
                    <a:alpha val="43137"/>
                  </a:srgbClr>
                </a:outerShdw>
              </a:effectLst>
              <a:latin typeface="AR BLANCA" panose="02000000000000000000" pitchFamily="2" charset="0"/>
            </a:endParaRPr>
          </a:p>
        </p:txBody>
      </p:sp>
      <p:sp>
        <p:nvSpPr>
          <p:cNvPr id="1048710" name="Rectangle 10"/>
          <p:cNvSpPr/>
          <p:nvPr/>
        </p:nvSpPr>
        <p:spPr>
          <a:xfrm>
            <a:off x="567197" y="4793397"/>
            <a:ext cx="2860078" cy="461665"/>
          </a:xfrm>
          <a:prstGeom prst="rect"/>
          <a:solidFill>
            <a:srgbClr val="FFC000"/>
          </a:solidFill>
        </p:spPr>
        <p:txBody>
          <a:bodyPr wrap="none">
            <a:spAutoFit/>
          </a:bodyPr>
          <a:p>
            <a:r>
              <a:rPr baseline="0" b="0" dirty="0" sz="2400" i="0" lang="fr-FR" strike="noStrike" u="none">
                <a:latin typeface="Bembo"/>
              </a:rPr>
              <a:t>Dans ce cas, </a:t>
            </a:r>
            <a:r>
              <a:rPr baseline="0" b="0" dirty="0" sz="2400" i="1" lang="fr-FR" strike="noStrike" u="none">
                <a:latin typeface="Bembo-Italic"/>
              </a:rPr>
              <a:t>K </a:t>
            </a:r>
            <a:r>
              <a:rPr dirty="0" sz="2400" i="1" lang="fr-FR">
                <a:latin typeface="CMMI10"/>
              </a:rPr>
              <a:t>&gt;</a:t>
            </a:r>
            <a:r>
              <a:rPr baseline="0" b="0" dirty="0" sz="2400" i="1" lang="fr-FR" strike="noStrike" u="none">
                <a:latin typeface="CMMI10"/>
              </a:rPr>
              <a:t> </a:t>
            </a:r>
            <a:r>
              <a:rPr baseline="0" b="0" dirty="0" sz="2400" i="0" lang="fr-FR" strike="noStrike" u="none">
                <a:latin typeface="Bembo"/>
              </a:rPr>
              <a:t>0.</a:t>
            </a:r>
            <a:endParaRPr dirty="0" sz="2400" lang="fr-MA"/>
          </a:p>
        </p:txBody>
      </p:sp>
      <p:pic>
        <p:nvPicPr>
          <p:cNvPr id="2097153" name="Image 11"/>
          <p:cNvPicPr>
            <a:picLocks noChangeAspect="1"/>
          </p:cNvPicPr>
          <p:nvPr/>
        </p:nvPicPr>
        <p:blipFill>
          <a:blip xmlns:r="http://schemas.openxmlformats.org/officeDocument/2006/relationships" r:embed="rId5">
            <a:lum bright="-40000" contrast="20000"/>
          </a:blip>
          <a:stretch>
            <a:fillRect/>
          </a:stretch>
        </p:blipFill>
        <p:spPr>
          <a:xfrm>
            <a:off x="7712295" y="3898193"/>
            <a:ext cx="3759032" cy="2731032"/>
          </a:xfrm>
          <a:prstGeom prst="rect"/>
        </p:spPr>
      </p:pic>
      <p:sp>
        <p:nvSpPr>
          <p:cNvPr id="1048711" name="Rectangle 12"/>
          <p:cNvSpPr/>
          <p:nvPr/>
        </p:nvSpPr>
        <p:spPr>
          <a:xfrm>
            <a:off x="526379" y="5590609"/>
            <a:ext cx="7137041" cy="707886"/>
          </a:xfrm>
          <a:prstGeom prst="rect"/>
        </p:spPr>
        <p:txBody>
          <a:bodyPr wrap="square">
            <a:spAutoFit/>
          </a:bodyPr>
          <a:p>
            <a:pPr algn="just" indent="-285750" marL="285750">
              <a:buFont typeface="Arial" panose="020B0604020202020204" pitchFamily="34" charset="0"/>
              <a:buChar char="•"/>
            </a:pPr>
            <a:r>
              <a:rPr baseline="0" b="0" dirty="0" sz="2000" i="0" lang="fr-FR" strike="noStrike" u="none">
                <a:latin typeface="Bembo"/>
              </a:rPr>
              <a:t>On en déduit qu’il n’y a que des états libres possibles dans le cas d’un potentiel newtonien répulsif.</a:t>
            </a:r>
            <a:endParaRPr dirty="0" sz="2000" lang="fr-MA"/>
          </a:p>
        </p:txBody>
      </p:sp>
      <p:sp>
        <p:nvSpPr>
          <p:cNvPr id="1048712" name="Rectangle 13"/>
          <p:cNvSpPr/>
          <p:nvPr/>
        </p:nvSpPr>
        <p:spPr>
          <a:xfrm>
            <a:off x="526379" y="3100111"/>
            <a:ext cx="6441347" cy="707886"/>
          </a:xfrm>
          <a:prstGeom prst="rect"/>
        </p:spPr>
        <p:txBody>
          <a:bodyPr wrap="square">
            <a:spAutoFit/>
          </a:bodyPr>
          <a:p>
            <a:pPr algn="just" indent="-285750" marL="285750">
              <a:buFont typeface="Arial" panose="020B0604020202020204" pitchFamily="34" charset="0"/>
              <a:buChar char="•"/>
            </a:pPr>
            <a:r>
              <a:rPr baseline="0" b="0" dirty="0" sz="2000" i="0" lang="fr-FR" strike="noStrike" u="none">
                <a:latin typeface="Bembo"/>
              </a:rPr>
              <a:t>On en déduit l’existence d’états libres et d’états liés dans le cas d’un potentiel newtonien </a:t>
            </a:r>
            <a:r>
              <a:rPr baseline="0" b="0" dirty="0" sz="2000" i="0" lang="fr-MA" strike="noStrike" u="none">
                <a:latin typeface="Bembo"/>
              </a:rPr>
              <a:t>attractif.</a:t>
            </a:r>
            <a:endParaRPr dirty="0" sz="2000" lang="fr-MA"/>
          </a:p>
        </p:txBody>
      </p:sp>
      <mc:AlternateContent xmlns:mc="http://schemas.openxmlformats.org/markup-compatibility/2006">
        <mc:Choice xmlns:p14="http://schemas.microsoft.com/office/powerpoint/2010/main" Requires="p14">
          <p:contentPart p14:bwMode="auto" r:id="rId6">
            <p14:nvContentPartPr>
              <p14:cNvPr id="1048923" name=""/>
              <p14:cNvContentPartPr/>
              <p14:nvPr/>
            </p14:nvContentPartPr>
            <p14:xfrm>
              <a:off x="6941640" y="1992230"/>
              <a:ext cx="81533" cy="342090"/>
            </p14:xfrm>
          </p:contentPart>
        </mc:Choice>
        <mc:Fallback>
          <p:sp>
            <p:nvSpPr>
              <p:cNvPr id="1048923" name=""/>
              <p:cNvSpPr/>
              <p:nvPr/>
            </p:nvSpPr>
            <p:spPr>
              <a:xfrm>
                <a:off x="6941640" y="1992230"/>
                <a:ext cx="81533" cy="342090"/>
              </a:xfrm>
            </p:spPr>
          </p:sp>
        </mc:Fallback>
      </mc:AlternateContent>
      <mc:AlternateContent xmlns:mc="http://schemas.openxmlformats.org/markup-compatibility/2006">
        <mc:Choice xmlns:p14="http://schemas.microsoft.com/office/powerpoint/2010/main" Requires="p14">
          <p:contentPart p14:bwMode="auto" r:id="rId7">
            <p14:nvContentPartPr>
              <p14:cNvPr id="1048924" name=""/>
              <p14:cNvContentPartPr/>
              <p14:nvPr/>
            </p14:nvContentPartPr>
            <p14:xfrm>
              <a:off x="6969937" y="2088780"/>
              <a:ext cx="156486" cy="275502"/>
            </p14:xfrm>
          </p:contentPart>
        </mc:Choice>
        <mc:Fallback>
          <p:sp>
            <p:nvSpPr>
              <p:cNvPr id="1048924" name=""/>
              <p:cNvSpPr/>
              <p:nvPr/>
            </p:nvSpPr>
            <p:spPr>
              <a:xfrm>
                <a:off x="6969937" y="2088780"/>
                <a:ext cx="156486" cy="275502"/>
              </a:xfrm>
            </p:spPr>
          </p:sp>
        </mc:Fallback>
      </mc:AlternateContent>
      <mc:AlternateContent xmlns:mc="http://schemas.openxmlformats.org/markup-compatibility/2006">
        <mc:Choice xmlns:p14="http://schemas.microsoft.com/office/powerpoint/2010/main" Requires="p14">
          <p:contentPart p14:bwMode="auto" r:id="rId8">
            <p14:nvContentPartPr>
              <p14:cNvPr id="1048925" name=""/>
              <p14:cNvContentPartPr/>
              <p14:nvPr/>
            </p14:nvContentPartPr>
            <p14:xfrm>
              <a:off x="7163654" y="2095977"/>
              <a:ext cx="141473" cy="300818"/>
            </p14:xfrm>
          </p:contentPart>
        </mc:Choice>
        <mc:Fallback>
          <p:sp>
            <p:nvSpPr>
              <p:cNvPr id="1048925" name=""/>
              <p:cNvSpPr/>
              <p:nvPr/>
            </p:nvSpPr>
            <p:spPr>
              <a:xfrm>
                <a:off x="7163654" y="2095977"/>
                <a:ext cx="141473" cy="300818"/>
              </a:xfrm>
            </p:spPr>
          </p:sp>
        </mc:Fallback>
      </mc:AlternateContent>
      <mc:AlternateContent xmlns:mc="http://schemas.openxmlformats.org/markup-compatibility/2006">
        <mc:Choice xmlns:p14="http://schemas.microsoft.com/office/powerpoint/2010/main" Requires="p14">
          <p:contentPart p14:bwMode="auto" r:id="rId9">
            <p14:nvContentPartPr>
              <p14:cNvPr id="1048926" name=""/>
              <p14:cNvContentPartPr/>
              <p14:nvPr/>
            </p14:nvContentPartPr>
            <p14:xfrm>
              <a:off x="7322966" y="2204689"/>
              <a:ext cx="87386" cy="129865"/>
            </p14:xfrm>
          </p:contentPart>
        </mc:Choice>
        <mc:Fallback>
          <p:sp>
            <p:nvSpPr>
              <p:cNvPr id="1048926" name=""/>
              <p:cNvSpPr/>
              <p:nvPr/>
            </p:nvSpPr>
            <p:spPr>
              <a:xfrm>
                <a:off x="7322966" y="2204689"/>
                <a:ext cx="87386" cy="129865"/>
              </a:xfrm>
            </p:spPr>
          </p:sp>
        </mc:Fallback>
      </mc:AlternateContent>
      <mc:AlternateContent xmlns:mc="http://schemas.openxmlformats.org/markup-compatibility/2006">
        <mc:Choice xmlns:p14="http://schemas.microsoft.com/office/powerpoint/2010/main" Requires="p14">
          <p:contentPart p14:bwMode="auto" r:id="rId10">
            <p14:nvContentPartPr>
              <p14:cNvPr id="1048927" name=""/>
              <p14:cNvContentPartPr/>
              <p14:nvPr/>
            </p14:nvContentPartPr>
            <p14:xfrm>
              <a:off x="6807905" y="1918980"/>
              <a:ext cx="697569" cy="645557"/>
            </p14:xfrm>
          </p:contentPart>
        </mc:Choice>
        <mc:Fallback>
          <p:sp>
            <p:nvSpPr>
              <p:cNvPr id="1048927" name=""/>
              <p:cNvSpPr/>
              <p:nvPr/>
            </p:nvSpPr>
            <p:spPr>
              <a:xfrm>
                <a:off x="6807905" y="1918980"/>
                <a:ext cx="697569" cy="645557"/>
              </a:xfrm>
            </p:spPr>
          </p:sp>
        </mc:Fallback>
      </mc:AlternateContent>
      <mc:AlternateContent xmlns:mc="http://schemas.openxmlformats.org/markup-compatibility/2006">
        <mc:Choice xmlns:p14="http://schemas.microsoft.com/office/powerpoint/2010/main" Requires="p14">
          <p:contentPart p14:bwMode="auto" r:id="rId11">
            <p14:nvContentPartPr>
              <p14:cNvPr id="1048928" name=""/>
              <p14:cNvContentPartPr/>
              <p14:nvPr/>
            </p14:nvContentPartPr>
            <p14:xfrm>
              <a:off x="6755809" y="2722941"/>
              <a:ext cx="195663" cy="168929"/>
            </p14:xfrm>
          </p:contentPart>
        </mc:Choice>
        <mc:Fallback>
          <p:sp>
            <p:nvSpPr>
              <p:cNvPr id="1048928" name=""/>
              <p:cNvSpPr/>
              <p:nvPr/>
            </p:nvSpPr>
            <p:spPr>
              <a:xfrm>
                <a:off x="6755809" y="2722941"/>
                <a:ext cx="195663" cy="168929"/>
              </a:xfrm>
            </p:spPr>
          </p:sp>
        </mc:Fallback>
      </mc:AlternateContent>
      <mc:AlternateContent xmlns:mc="http://schemas.openxmlformats.org/markup-compatibility/2006">
        <mc:Choice xmlns:p14="http://schemas.microsoft.com/office/powerpoint/2010/main" Requires="p14">
          <p:contentPart p14:bwMode="auto" r:id="rId12">
            <p14:nvContentPartPr>
              <p14:cNvPr id="1048929" name=""/>
              <p14:cNvContentPartPr/>
              <p14:nvPr/>
            </p14:nvContentPartPr>
            <p14:xfrm>
              <a:off x="6965706" y="2619432"/>
              <a:ext cx="35845" cy="288056"/>
            </p14:xfrm>
          </p:contentPart>
        </mc:Choice>
        <mc:Fallback>
          <p:sp>
            <p:nvSpPr>
              <p:cNvPr id="1048929" name=""/>
              <p:cNvSpPr/>
              <p:nvPr/>
            </p:nvSpPr>
            <p:spPr>
              <a:xfrm>
                <a:off x="6965706" y="2619432"/>
                <a:ext cx="35845" cy="288056"/>
              </a:xfrm>
            </p:spPr>
          </p:sp>
        </mc:Fallback>
      </mc:AlternateContent>
      <mc:AlternateContent xmlns:mc="http://schemas.openxmlformats.org/markup-compatibility/2006">
        <mc:Choice xmlns:p14="http://schemas.microsoft.com/office/powerpoint/2010/main" Requires="p14">
          <p:contentPart p14:bwMode="auto" r:id="rId13">
            <p14:nvContentPartPr>
              <p14:cNvPr id="1048930" name=""/>
              <p14:cNvContentPartPr/>
              <p14:nvPr/>
            </p14:nvContentPartPr>
            <p14:xfrm>
              <a:off x="7025240" y="2617446"/>
              <a:ext cx="51323" cy="272216"/>
            </p14:xfrm>
          </p:contentPart>
        </mc:Choice>
        <mc:Fallback>
          <p:sp>
            <p:nvSpPr>
              <p:cNvPr id="1048930" name=""/>
              <p:cNvSpPr/>
              <p:nvPr/>
            </p:nvSpPr>
            <p:spPr>
              <a:xfrm>
                <a:off x="7025240" y="2617446"/>
                <a:ext cx="51323" cy="272216"/>
              </a:xfrm>
            </p:spPr>
          </p:sp>
        </mc:Fallback>
      </mc:AlternateContent>
      <mc:AlternateContent xmlns:mc="http://schemas.openxmlformats.org/markup-compatibility/2006">
        <mc:Choice xmlns:p14="http://schemas.microsoft.com/office/powerpoint/2010/main" Requires="p14">
          <p:contentPart p14:bwMode="auto" r:id="rId14">
            <p14:nvContentPartPr>
              <p14:cNvPr id="1048931" name=""/>
              <p14:cNvContentPartPr/>
              <p14:nvPr/>
            </p14:nvContentPartPr>
            <p14:xfrm>
              <a:off x="6968900" y="2762962"/>
              <a:ext cx="225476" cy="197519"/>
            </p14:xfrm>
          </p:contentPart>
        </mc:Choice>
        <mc:Fallback>
          <p:sp>
            <p:nvSpPr>
              <p:cNvPr id="1048931" name=""/>
              <p:cNvSpPr/>
              <p:nvPr/>
            </p:nvSpPr>
            <p:spPr>
              <a:xfrm>
                <a:off x="6968900" y="2762962"/>
                <a:ext cx="225476" cy="197519"/>
              </a:xfrm>
            </p:spPr>
          </p:sp>
        </mc:Fallback>
      </mc:AlternateContent>
      <mc:AlternateContent xmlns:mc="http://schemas.openxmlformats.org/markup-compatibility/2006">
        <mc:Choice xmlns:p14="http://schemas.microsoft.com/office/powerpoint/2010/main" Requires="p14">
          <p:contentPart p14:bwMode="auto" r:id="rId15">
            <p14:nvContentPartPr>
              <p14:cNvPr id="1048932" name=""/>
              <p14:cNvContentPartPr/>
              <p14:nvPr/>
            </p14:nvContentPartPr>
            <p14:xfrm>
              <a:off x="7186572" y="2814776"/>
              <a:ext cx="126190" cy="169675"/>
            </p14:xfrm>
          </p:contentPart>
        </mc:Choice>
        <mc:Fallback>
          <p:sp>
            <p:nvSpPr>
              <p:cNvPr id="1048932" name=""/>
              <p:cNvSpPr/>
              <p:nvPr/>
            </p:nvSpPr>
            <p:spPr>
              <a:xfrm>
                <a:off x="7186572" y="2814776"/>
                <a:ext cx="126190" cy="169675"/>
              </a:xfrm>
            </p:spPr>
          </p:sp>
        </mc:Fallback>
      </mc:AlternateContent>
      <mc:AlternateContent xmlns:mc="http://schemas.openxmlformats.org/markup-compatibility/2006">
        <mc:Choice xmlns:p14="http://schemas.microsoft.com/office/powerpoint/2010/main" Requires="p14">
          <p:contentPart p14:bwMode="auto" r:id="rId16">
            <p14:nvContentPartPr>
              <p14:cNvPr id="1048933" name=""/>
              <p14:cNvContentPartPr/>
              <p14:nvPr/>
            </p14:nvContentPartPr>
            <p14:xfrm>
              <a:off x="7380928" y="2851002"/>
              <a:ext cx="74978" cy="134902"/>
            </p14:xfrm>
          </p:contentPart>
        </mc:Choice>
        <mc:Fallback>
          <p:sp>
            <p:nvSpPr>
              <p:cNvPr id="1048933" name=""/>
              <p:cNvSpPr/>
              <p:nvPr/>
            </p:nvSpPr>
            <p:spPr>
              <a:xfrm>
                <a:off x="7380928" y="2851002"/>
                <a:ext cx="74978" cy="134902"/>
              </a:xfrm>
            </p:spPr>
          </p:sp>
        </mc:Fallback>
      </mc:AlternateContent>
      <mc:AlternateContent xmlns:mc="http://schemas.openxmlformats.org/markup-compatibility/2006">
        <mc:Choice xmlns:p14="http://schemas.microsoft.com/office/powerpoint/2010/main" Requires="p14">
          <p:contentPart p14:bwMode="auto" r:id="rId17">
            <p14:nvContentPartPr>
              <p14:cNvPr id="1048934" name=""/>
              <p14:cNvContentPartPr/>
              <p14:nvPr/>
            </p14:nvContentPartPr>
            <p14:xfrm>
              <a:off x="7455592" y="2731122"/>
              <a:ext cx="60892" cy="320922"/>
            </p14:xfrm>
          </p:contentPart>
        </mc:Choice>
        <mc:Fallback>
          <p:sp>
            <p:nvSpPr>
              <p:cNvPr id="1048934" name=""/>
              <p:cNvSpPr/>
              <p:nvPr/>
            </p:nvSpPr>
            <p:spPr>
              <a:xfrm>
                <a:off x="7455592" y="2731122"/>
                <a:ext cx="60892" cy="320922"/>
              </a:xfrm>
            </p:spPr>
          </p:sp>
        </mc:Fallback>
      </mc:AlternateContent>
      <mc:AlternateContent xmlns:mc="http://schemas.openxmlformats.org/markup-compatibility/2006">
        <mc:Choice xmlns:p14="http://schemas.microsoft.com/office/powerpoint/2010/main" Requires="p14">
          <p:contentPart p14:bwMode="auto" r:id="rId18">
            <p14:nvContentPartPr>
              <p14:cNvPr id="1048935" name=""/>
              <p14:cNvContentPartPr/>
              <p14:nvPr/>
            </p14:nvContentPartPr>
            <p14:xfrm>
              <a:off x="7483832" y="2926016"/>
              <a:ext cx="100292" cy="119652"/>
            </p14:xfrm>
          </p:contentPart>
        </mc:Choice>
        <mc:Fallback>
          <p:sp>
            <p:nvSpPr>
              <p:cNvPr id="1048935" name=""/>
              <p:cNvSpPr/>
              <p:nvPr/>
            </p:nvSpPr>
            <p:spPr>
              <a:xfrm>
                <a:off x="7483832" y="2926016"/>
                <a:ext cx="100292" cy="119652"/>
              </a:xfrm>
            </p:spPr>
          </p:sp>
        </mc:Fallback>
      </mc:AlternateContent>
      <mc:AlternateContent xmlns:mc="http://schemas.openxmlformats.org/markup-compatibility/2006">
        <mc:Choice xmlns:p14="http://schemas.microsoft.com/office/powerpoint/2010/main" Requires="p14">
          <p:contentPart p14:bwMode="auto" r:id="rId19">
            <p14:nvContentPartPr>
              <p14:cNvPr id="1048936" name=""/>
              <p14:cNvContentPartPr/>
              <p14:nvPr/>
            </p14:nvContentPartPr>
            <p14:xfrm>
              <a:off x="7656818" y="2976463"/>
              <a:ext cx="156485" cy="137383"/>
            </p14:xfrm>
          </p:contentPart>
        </mc:Choice>
        <mc:Fallback>
          <p:sp>
            <p:nvSpPr>
              <p:cNvPr id="1048936" name=""/>
              <p:cNvSpPr/>
              <p:nvPr/>
            </p:nvSpPr>
            <p:spPr>
              <a:xfrm>
                <a:off x="7656818" y="2976463"/>
                <a:ext cx="156485" cy="137383"/>
              </a:xfrm>
            </p:spPr>
          </p:sp>
        </mc:Fallback>
      </mc:AlternateContent>
      <mc:AlternateContent xmlns:mc="http://schemas.openxmlformats.org/markup-compatibility/2006">
        <mc:Choice xmlns:p14="http://schemas.microsoft.com/office/powerpoint/2010/main" Requires="p14">
          <p:contentPart p14:bwMode="auto" r:id="rId20">
            <p14:nvContentPartPr>
              <p14:cNvPr id="1048937" name=""/>
              <p14:cNvContentPartPr/>
              <p14:nvPr/>
            </p14:nvContentPartPr>
            <p14:xfrm>
              <a:off x="7078002" y="4001410"/>
              <a:ext cx="70043" cy="521233"/>
            </p14:xfrm>
          </p:contentPart>
        </mc:Choice>
        <mc:Fallback>
          <p:sp>
            <p:nvSpPr>
              <p:cNvPr id="1048937" name=""/>
              <p:cNvSpPr/>
              <p:nvPr/>
            </p:nvSpPr>
            <p:spPr>
              <a:xfrm>
                <a:off x="7078002" y="4001410"/>
                <a:ext cx="70043" cy="521233"/>
              </a:xfrm>
            </p:spPr>
          </p:sp>
        </mc:Fallback>
      </mc:AlternateContent>
      <mc:AlternateContent xmlns:mc="http://schemas.openxmlformats.org/markup-compatibility/2006">
        <mc:Choice xmlns:p14="http://schemas.microsoft.com/office/powerpoint/2010/main" Requires="p14">
          <p:contentPart p14:bwMode="auto" r:id="rId21">
            <p14:nvContentPartPr>
              <p14:cNvPr id="1048938" name=""/>
              <p14:cNvContentPartPr/>
              <p14:nvPr/>
            </p14:nvContentPartPr>
            <p14:xfrm>
              <a:off x="7109822" y="4142139"/>
              <a:ext cx="192658" cy="394882"/>
            </p14:xfrm>
          </p:contentPart>
        </mc:Choice>
        <mc:Fallback>
          <p:sp>
            <p:nvSpPr>
              <p:cNvPr id="1048938" name=""/>
              <p:cNvSpPr/>
              <p:nvPr/>
            </p:nvSpPr>
            <p:spPr>
              <a:xfrm>
                <a:off x="7109822" y="4142139"/>
                <a:ext cx="192658" cy="394882"/>
              </a:xfrm>
            </p:spPr>
          </p:sp>
        </mc:Fallback>
      </mc:AlternateContent>
      <mc:AlternateContent xmlns:mc="http://schemas.openxmlformats.org/markup-compatibility/2006">
        <mc:Choice xmlns:p14="http://schemas.microsoft.com/office/powerpoint/2010/main" Requires="p14">
          <p:contentPart p14:bwMode="auto" r:id="rId22">
            <p14:nvContentPartPr>
              <p14:cNvPr id="1048939" name=""/>
              <p14:cNvContentPartPr/>
              <p14:nvPr/>
            </p14:nvContentPartPr>
            <p14:xfrm>
              <a:off x="7283948" y="4327049"/>
              <a:ext cx="161739" cy="259992"/>
            </p14:xfrm>
          </p:contentPart>
        </mc:Choice>
        <mc:Fallback>
          <p:sp>
            <p:nvSpPr>
              <p:cNvPr id="1048939" name=""/>
              <p:cNvSpPr/>
              <p:nvPr/>
            </p:nvSpPr>
            <p:spPr>
              <a:xfrm>
                <a:off x="7283948" y="4327049"/>
                <a:ext cx="161739" cy="259992"/>
              </a:xfrm>
            </p:spPr>
          </p:sp>
        </mc:Fallback>
      </mc:AlternateContent>
      <mc:AlternateContent xmlns:mc="http://schemas.openxmlformats.org/markup-compatibility/2006">
        <mc:Choice xmlns:p14="http://schemas.microsoft.com/office/powerpoint/2010/main" Requires="p14">
          <p:contentPart p14:bwMode="auto" r:id="rId23">
            <p14:nvContentPartPr>
              <p14:cNvPr id="1048940" name=""/>
              <p14:cNvContentPartPr/>
              <p14:nvPr/>
            </p14:nvContentPartPr>
            <p14:xfrm>
              <a:off x="7550226" y="4308752"/>
              <a:ext cx="117425" cy="163722"/>
            </p14:xfrm>
          </p:contentPart>
        </mc:Choice>
        <mc:Fallback>
          <p:sp>
            <p:nvSpPr>
              <p:cNvPr id="1048940" name=""/>
              <p:cNvSpPr/>
              <p:nvPr/>
            </p:nvSpPr>
            <p:spPr>
              <a:xfrm>
                <a:off x="7550226" y="4308752"/>
                <a:ext cx="117425" cy="163722"/>
              </a:xfrm>
            </p:spPr>
          </p:sp>
        </mc:Fallback>
      </mc:AlternateContent>
      <mc:AlternateContent xmlns:mc="http://schemas.openxmlformats.org/markup-compatibility/2006">
        <mc:Choice xmlns:p14="http://schemas.microsoft.com/office/powerpoint/2010/main" Requires="p14">
          <p:contentPart p14:bwMode="auto" r:id="rId24">
            <p14:nvContentPartPr>
              <p14:cNvPr id="1048941" name=""/>
              <p14:cNvContentPartPr/>
              <p14:nvPr/>
            </p14:nvContentPartPr>
            <p14:xfrm>
              <a:off x="6968900" y="4639720"/>
              <a:ext cx="606711" cy="24632"/>
            </p14:xfrm>
          </p:contentPart>
        </mc:Choice>
        <mc:Fallback>
          <p:sp>
            <p:nvSpPr>
              <p:cNvPr id="1048941" name=""/>
              <p:cNvSpPr/>
              <p:nvPr/>
            </p:nvSpPr>
            <p:spPr>
              <a:xfrm>
                <a:off x="6968900" y="4639720"/>
                <a:ext cx="606711" cy="24632"/>
              </a:xfrm>
            </p:spPr>
          </p:sp>
        </mc:Fallback>
      </mc:AlternateContent>
      <mc:AlternateContent xmlns:mc="http://schemas.openxmlformats.org/markup-compatibility/2006">
        <mc:Choice xmlns:p14="http://schemas.microsoft.com/office/powerpoint/2010/main" Requires="p14">
          <p:contentPart p14:bwMode="auto" r:id="rId25">
            <p14:nvContentPartPr>
              <p14:cNvPr id="1048942" name=""/>
              <p14:cNvContentPartPr/>
              <p14:nvPr/>
            </p14:nvContentPartPr>
            <p14:xfrm>
              <a:off x="6754455" y="4933473"/>
              <a:ext cx="271807" cy="219337"/>
            </p14:xfrm>
          </p:contentPart>
        </mc:Choice>
        <mc:Fallback>
          <p:sp>
            <p:nvSpPr>
              <p:cNvPr id="1048942" name=""/>
              <p:cNvSpPr/>
              <p:nvPr/>
            </p:nvSpPr>
            <p:spPr>
              <a:xfrm>
                <a:off x="6754455" y="4933473"/>
                <a:ext cx="271807" cy="219337"/>
              </a:xfrm>
            </p:spPr>
          </p:sp>
        </mc:Fallback>
      </mc:AlternateContent>
      <mc:AlternateContent xmlns:mc="http://schemas.openxmlformats.org/markup-compatibility/2006">
        <mc:Choice xmlns:p14="http://schemas.microsoft.com/office/powerpoint/2010/main" Requires="p14">
          <p:contentPart p14:bwMode="auto" r:id="rId26">
            <p14:nvContentPartPr>
              <p14:cNvPr id="1048943" name=""/>
              <p14:cNvContentPartPr/>
              <p14:nvPr/>
            </p14:nvContentPartPr>
            <p14:xfrm>
              <a:off x="6904227" y="4821463"/>
              <a:ext cx="45698" cy="64515"/>
            </p14:xfrm>
          </p:contentPart>
        </mc:Choice>
        <mc:Fallback>
          <p:sp>
            <p:nvSpPr>
              <p:cNvPr id="1048943" name=""/>
              <p:cNvSpPr/>
              <p:nvPr/>
            </p:nvSpPr>
            <p:spPr>
              <a:xfrm>
                <a:off x="6904227" y="4821463"/>
                <a:ext cx="45698" cy="64515"/>
              </a:xfrm>
            </p:spPr>
          </p:sp>
        </mc:Fallback>
      </mc:AlternateContent>
      <mc:AlternateContent xmlns:mc="http://schemas.openxmlformats.org/markup-compatibility/2006">
        <mc:Choice xmlns:p14="http://schemas.microsoft.com/office/powerpoint/2010/main" Requires="p14">
          <p:contentPart p14:bwMode="auto" r:id="rId27">
            <p14:nvContentPartPr>
              <p14:cNvPr id="1048944" name=""/>
              <p14:cNvContentPartPr/>
              <p14:nvPr/>
            </p14:nvContentPartPr>
            <p14:xfrm>
              <a:off x="7084399" y="4993466"/>
              <a:ext cx="138721" cy="416600"/>
            </p14:xfrm>
          </p:contentPart>
        </mc:Choice>
        <mc:Fallback>
          <p:sp>
            <p:nvSpPr>
              <p:cNvPr id="1048944" name=""/>
              <p:cNvSpPr/>
              <p:nvPr/>
            </p:nvSpPr>
            <p:spPr>
              <a:xfrm>
                <a:off x="7084399" y="4993466"/>
                <a:ext cx="138721" cy="416600"/>
              </a:xfrm>
            </p:spPr>
          </p:sp>
        </mc:Fallback>
      </mc:AlternateContent>
      <mc:AlternateContent xmlns:mc="http://schemas.openxmlformats.org/markup-compatibility/2006">
        <mc:Choice xmlns:p14="http://schemas.microsoft.com/office/powerpoint/2010/main" Requires="p14">
          <p:contentPart p14:bwMode="auto" r:id="rId28">
            <p14:nvContentPartPr>
              <p14:cNvPr id="1048945" name=""/>
              <p14:cNvContentPartPr/>
              <p14:nvPr/>
            </p14:nvContentPartPr>
            <p14:xfrm>
              <a:off x="7269252" y="4861157"/>
              <a:ext cx="202673" cy="403108"/>
            </p14:xfrm>
          </p:contentPart>
        </mc:Choice>
        <mc:Fallback>
          <p:sp>
            <p:nvSpPr>
              <p:cNvPr id="1048945" name=""/>
              <p:cNvSpPr/>
              <p:nvPr/>
            </p:nvSpPr>
            <p:spPr>
              <a:xfrm>
                <a:off x="7269252" y="4861157"/>
                <a:ext cx="202673" cy="403108"/>
              </a:xfrm>
            </p:spPr>
          </p:sp>
        </mc:Fallback>
      </mc:AlternateContent>
      <mc:AlternateContent xmlns:mc="http://schemas.openxmlformats.org/markup-compatibility/2006">
        <mc:Choice xmlns:p14="http://schemas.microsoft.com/office/powerpoint/2010/main" Requires="p14">
          <p:contentPart p14:bwMode="auto" r:id="rId29">
            <p14:nvContentPartPr>
              <p14:cNvPr id="1048946" name=""/>
              <p14:cNvContentPartPr/>
              <p14:nvPr/>
            </p14:nvContentPartPr>
            <p14:xfrm>
              <a:off x="7483934" y="5008358"/>
              <a:ext cx="64320" cy="240923"/>
            </p14:xfrm>
          </p:contentPart>
        </mc:Choice>
        <mc:Fallback>
          <p:sp>
            <p:nvSpPr>
              <p:cNvPr id="1048946" name=""/>
              <p:cNvSpPr/>
              <p:nvPr/>
            </p:nvSpPr>
            <p:spPr>
              <a:xfrm>
                <a:off x="7483934" y="5008358"/>
                <a:ext cx="64320" cy="240923"/>
              </a:xfrm>
            </p:spPr>
          </p:sp>
        </mc:Fallback>
      </mc:AlternateContent>
      <mc:AlternateContent xmlns:mc="http://schemas.openxmlformats.org/markup-compatibility/2006">
        <mc:Choice xmlns:p14="http://schemas.microsoft.com/office/powerpoint/2010/main" Requires="p14">
          <p:contentPart p14:bwMode="auto" r:id="rId30">
            <p14:nvContentPartPr>
              <p14:cNvPr id="1048947" name=""/>
              <p14:cNvContentPartPr/>
              <p14:nvPr/>
            </p14:nvContentPartPr>
            <p14:xfrm>
              <a:off x="7589269" y="5102177"/>
              <a:ext cx="12970" cy="172419"/>
            </p14:xfrm>
          </p:contentPart>
        </mc:Choice>
        <mc:Fallback>
          <p:sp>
            <p:nvSpPr>
              <p:cNvPr id="1048947" name=""/>
              <p:cNvSpPr/>
              <p:nvPr/>
            </p:nvSpPr>
            <p:spPr>
              <a:xfrm>
                <a:off x="7589269" y="5102177"/>
                <a:ext cx="12970" cy="172419"/>
              </a:xfrm>
            </p:spPr>
          </p:sp>
        </mc:Fallback>
      </mc:AlternateContent>
      <mc:AlternateContent xmlns:mc="http://schemas.openxmlformats.org/markup-compatibility/2006">
        <mc:Choice xmlns:p14="http://schemas.microsoft.com/office/powerpoint/2010/main" Requires="p14">
          <p:contentPart p14:bwMode="auto" r:id="rId31">
            <p14:nvContentPartPr>
              <p14:cNvPr id="1048948" name=""/>
              <p14:cNvContentPartPr/>
              <p14:nvPr/>
            </p14:nvContentPartPr>
            <p14:xfrm>
              <a:off x="7605616" y="4957229"/>
              <a:ext cx="7281" cy="31100"/>
            </p14:xfrm>
          </p:contentPart>
        </mc:Choice>
        <mc:Fallback>
          <p:sp>
            <p:nvSpPr>
              <p:cNvPr id="1048948" name=""/>
              <p:cNvSpPr/>
              <p:nvPr/>
            </p:nvSpPr>
            <p:spPr>
              <a:xfrm>
                <a:off x="7605616" y="4957229"/>
                <a:ext cx="7281" cy="31100"/>
              </a:xfrm>
            </p:spPr>
          </p:sp>
        </mc:Fallback>
      </mc:AlternateContent>
      <mc:AlternateContent xmlns:mc="http://schemas.openxmlformats.org/markup-compatibility/2006">
        <mc:Choice xmlns:p14="http://schemas.microsoft.com/office/powerpoint/2010/main" Requires="p14">
          <p:contentPart p14:bwMode="auto" r:id="rId32">
            <p14:nvContentPartPr>
              <p14:cNvPr id="1048949" name=""/>
              <p14:cNvContentPartPr/>
              <p14:nvPr/>
            </p14:nvContentPartPr>
            <p14:xfrm>
              <a:off x="7670037" y="5079500"/>
              <a:ext cx="116523" cy="234964"/>
            </p14:xfrm>
          </p:contentPart>
        </mc:Choice>
        <mc:Fallback>
          <p:sp>
            <p:nvSpPr>
              <p:cNvPr id="1048949" name=""/>
              <p:cNvSpPr/>
              <p:nvPr/>
            </p:nvSpPr>
            <p:spPr>
              <a:xfrm>
                <a:off x="7670037" y="5079500"/>
                <a:ext cx="116523" cy="234964"/>
              </a:xfrm>
            </p:spPr>
          </p:sp>
        </mc:Fallback>
      </mc:AlternateContent>
      <mc:AlternateContent xmlns:mc="http://schemas.openxmlformats.org/markup-compatibility/2006">
        <mc:Choice xmlns:p14="http://schemas.microsoft.com/office/powerpoint/2010/main" Requires="p14">
          <p:contentPart p14:bwMode="auto" r:id="rId33">
            <p14:nvContentPartPr>
              <p14:cNvPr id="1048950" name=""/>
              <p14:cNvContentPartPr/>
              <p14:nvPr/>
            </p14:nvContentPartPr>
            <p14:xfrm>
              <a:off x="7810926" y="5117734"/>
              <a:ext cx="101379" cy="227924"/>
            </p14:xfrm>
          </p:contentPart>
        </mc:Choice>
        <mc:Fallback>
          <p:sp>
            <p:nvSpPr>
              <p:cNvPr id="1048950" name=""/>
              <p:cNvSpPr/>
              <p:nvPr/>
            </p:nvSpPr>
            <p:spPr>
              <a:xfrm>
                <a:off x="7810926" y="5117734"/>
                <a:ext cx="101379" cy="227924"/>
              </a:xfrm>
            </p:spPr>
          </p:sp>
        </mc:Fallback>
      </mc:AlternateContent>
      <mc:AlternateContent xmlns:mc="http://schemas.openxmlformats.org/markup-compatibility/2006">
        <mc:Choice xmlns:p14="http://schemas.microsoft.com/office/powerpoint/2010/main" Requires="p14">
          <p:contentPart p14:bwMode="auto" r:id="rId34">
            <p14:nvContentPartPr>
              <p14:cNvPr id="1048951" name=""/>
              <p14:cNvContentPartPr/>
              <p14:nvPr/>
            </p14:nvContentPartPr>
            <p14:xfrm>
              <a:off x="6922491" y="5355444"/>
              <a:ext cx="804466" cy="79817"/>
            </p14:xfrm>
          </p:contentPart>
        </mc:Choice>
        <mc:Fallback>
          <p:sp>
            <p:nvSpPr>
              <p:cNvPr id="1048951" name=""/>
              <p:cNvSpPr/>
              <p:nvPr/>
            </p:nvSpPr>
            <p:spPr>
              <a:xfrm>
                <a:off x="6922491" y="5355444"/>
                <a:ext cx="804466" cy="79817"/>
              </a:xfrm>
            </p:spPr>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713" name="Rectangle 3"/>
          <p:cNvSpPr/>
          <p:nvPr/>
        </p:nvSpPr>
        <p:spPr>
          <a:xfrm>
            <a:off x="470693" y="192041"/>
            <a:ext cx="7764780" cy="510540"/>
          </a:xfrm>
          <a:prstGeom prst="rect"/>
          <a:solidFill>
            <a:srgbClr val="FFFF00"/>
          </a:solidFill>
        </p:spPr>
        <p:txBody>
          <a:bodyPr wrap="non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3. Détermination de l’expression de la trajectoire</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14" name="Rectangle 4"/>
          <p:cNvSpPr/>
          <p:nvPr/>
        </p:nvSpPr>
        <p:spPr>
          <a:xfrm>
            <a:off x="470693" y="831171"/>
            <a:ext cx="10069521" cy="510540"/>
          </a:xfrm>
          <a:prstGeom prst="rect"/>
          <a:solidFill>
            <a:srgbClr val="92D050"/>
          </a:solidFill>
        </p:spPr>
        <p:txBody>
          <a:bodyPr wrap="squar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3.1 Établissement de la trajectoire par les formules de Binet</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15" name="Rectangle 5"/>
          <p:cNvSpPr>
            <a:spLocks noChangeAspect="1" noMove="1" noResize="1" noRot="1" noAdjustHandles="1" noEditPoints="1" noChangeArrowheads="1" noChangeShapeType="1" noTextEdit="1"/>
          </p:cNvSpPr>
          <p:nvPr/>
        </p:nvSpPr>
        <p:spPr>
          <a:xfrm>
            <a:off x="542121" y="1416926"/>
            <a:ext cx="8397748" cy="2855141"/>
          </a:xfrm>
          <a:prstGeom prst="rect"/>
          <a:blipFill rotWithShape="0">
            <a:blip xmlns:r="http://schemas.openxmlformats.org/officeDocument/2006/relationships" r:embed="rId1"/>
            <a:stretch>
              <a:fillRect l="-653" t="-853" r="-435"/>
            </a:stretch>
          </a:blipFill>
        </p:spPr>
        <p:txBody>
          <a:bodyPr/>
          <a:p>
            <a:r>
              <a:rPr lang="fr-MA">
                <a:noFill/>
              </a:rPr>
              <a:t> </a:t>
            </a:r>
          </a:p>
        </p:txBody>
      </p:sp>
      <p:sp>
        <p:nvSpPr>
          <p:cNvPr id="1048716" name="ZoneTexte 6"/>
          <p:cNvSpPr txBox="1">
            <a:spLocks noChangeAspect="1" noMove="1" noResize="1" noRot="1" noAdjustHandles="1" noEditPoints="1" noChangeArrowheads="1" noChangeShapeType="1" noTextEdit="1"/>
          </p:cNvSpPr>
          <p:nvPr/>
        </p:nvSpPr>
        <p:spPr>
          <a:xfrm>
            <a:off x="6864439" y="1470301"/>
            <a:ext cx="4407938" cy="416845"/>
          </a:xfrm>
          <a:prstGeom prst="rect"/>
          <a:blipFill rotWithShape="0">
            <a:blip xmlns:r="http://schemas.openxmlformats.org/officeDocument/2006/relationships" r:embed="rId2"/>
            <a:stretch>
              <a:fillRect/>
            </a:stretch>
          </a:blipFill>
        </p:spPr>
        <p:txBody>
          <a:bodyPr/>
          <a:p>
            <a:r>
              <a:rPr lang="fr-MA">
                <a:noFill/>
              </a:rPr>
              <a:t> </a:t>
            </a:r>
          </a:p>
        </p:txBody>
      </p:sp>
      <p:sp>
        <p:nvSpPr>
          <p:cNvPr id="1048717" name="Rectangle 7"/>
          <p:cNvSpPr>
            <a:spLocks noChangeAspect="1" noMove="1" noResize="1" noRot="1" noAdjustHandles="1" noEditPoints="1" noChangeArrowheads="1" noChangeShapeType="1" noTextEdit="1"/>
          </p:cNvSpPr>
          <p:nvPr/>
        </p:nvSpPr>
        <p:spPr>
          <a:xfrm>
            <a:off x="1583658" y="1678723"/>
            <a:ext cx="2915029" cy="971997"/>
          </a:xfrm>
          <a:prstGeom prst="rect"/>
          <a:blipFill rotWithShape="0">
            <a:blip xmlns:r="http://schemas.openxmlformats.org/officeDocument/2006/relationships" r:embed="rId3"/>
            <a:stretch>
              <a:fillRect/>
            </a:stretch>
          </a:blipFill>
        </p:spPr>
        <p:txBody>
          <a:bodyPr/>
          <a:p>
            <a:r>
              <a:rPr lang="fr-MA">
                <a:noFill/>
              </a:rPr>
              <a:t> </a:t>
            </a:r>
          </a:p>
        </p:txBody>
      </p:sp>
      <p:sp>
        <p:nvSpPr>
          <p:cNvPr id="1048718" name="Rectangle 8"/>
          <p:cNvSpPr>
            <a:spLocks noChangeAspect="1" noMove="1" noResize="1" noRot="1" noAdjustHandles="1" noEditPoints="1" noChangeArrowheads="1" noChangeShapeType="1" noTextEdit="1"/>
          </p:cNvSpPr>
          <p:nvPr/>
        </p:nvSpPr>
        <p:spPr>
          <a:xfrm>
            <a:off x="1828083" y="2648429"/>
            <a:ext cx="2875852" cy="578685"/>
          </a:xfrm>
          <a:prstGeom prst="rect"/>
          <a:blipFill rotWithShape="0">
            <a:blip xmlns:r="http://schemas.openxmlformats.org/officeDocument/2006/relationships" r:embed="rId4"/>
            <a:stretch>
              <a:fillRect/>
            </a:stretch>
          </a:blipFill>
        </p:spPr>
        <p:txBody>
          <a:bodyPr/>
          <a:p>
            <a:r>
              <a:rPr lang="fr-MA">
                <a:noFill/>
              </a:rPr>
              <a:t> </a:t>
            </a:r>
          </a:p>
        </p:txBody>
      </p:sp>
      <p:sp>
        <p:nvSpPr>
          <p:cNvPr id="1048719" name="ZoneTexte 9"/>
          <p:cNvSpPr txBox="1">
            <a:spLocks noChangeAspect="1" noMove="1" noResize="1" noRot="1" noAdjustHandles="1" noEditPoints="1" noChangeArrowheads="1" noChangeShapeType="1" noTextEdit="1"/>
          </p:cNvSpPr>
          <p:nvPr/>
        </p:nvSpPr>
        <p:spPr>
          <a:xfrm>
            <a:off x="2620839" y="4235970"/>
            <a:ext cx="3472361" cy="846770"/>
          </a:xfrm>
          <a:prstGeom prst="rect"/>
          <a:blipFill rotWithShape="0">
            <a:blip xmlns:r="http://schemas.openxmlformats.org/officeDocument/2006/relationships" r:embed="rId5"/>
            <a:stretch>
              <a:fillRect/>
            </a:stretch>
          </a:blipFill>
        </p:spPr>
        <p:txBody>
          <a:bodyPr/>
          <a:p>
            <a:r>
              <a:rPr lang="fr-MA">
                <a:noFill/>
              </a:rPr>
              <a:t> </a:t>
            </a:r>
          </a:p>
        </p:txBody>
      </p:sp>
      <p:sp>
        <p:nvSpPr>
          <p:cNvPr id="1048720" name="ZoneTexte 10"/>
          <p:cNvSpPr txBox="1"/>
          <p:nvPr/>
        </p:nvSpPr>
        <p:spPr>
          <a:xfrm>
            <a:off x="6416533" y="4420850"/>
            <a:ext cx="5072380" cy="447040"/>
          </a:xfrm>
          <a:prstGeom prst="rect"/>
          <a:solidFill>
            <a:schemeClr val="accent4">
              <a:lumMod val="40000"/>
              <a:lumOff val="60000"/>
            </a:schemeClr>
          </a:solidFill>
        </p:spPr>
        <p:txBody>
          <a:bodyPr rtlCol="0" wrap="none">
            <a:spAutoFit/>
          </a:bodyPr>
          <a:p>
            <a:r>
              <a:rPr dirty="0" sz="2400" lang="fr-MA"/>
              <a:t>Formule de Binet pour l’accélération</a:t>
            </a:r>
          </a:p>
        </p:txBody>
      </p:sp>
      <p:sp>
        <p:nvSpPr>
          <p:cNvPr id="1048721" name="Rectangle 11"/>
          <p:cNvSpPr/>
          <p:nvPr/>
        </p:nvSpPr>
        <p:spPr>
          <a:xfrm>
            <a:off x="542121" y="5338272"/>
            <a:ext cx="10503938" cy="707886"/>
          </a:xfrm>
          <a:prstGeom prst="rect"/>
        </p:spPr>
        <p:txBody>
          <a:bodyPr wrap="square">
            <a:spAutoFit/>
          </a:bodyPr>
          <a:p>
            <a:pPr algn="just" indent="-285750" marL="285750">
              <a:buFont typeface="Wingdings" panose="05000000000000000000" pitchFamily="2" charset="2"/>
              <a:buChar char="Ø"/>
            </a:pPr>
            <a:r>
              <a:rPr baseline="0" b="0" dirty="0" sz="2000" i="0" lang="fr-FR" strike="noStrike" u="none">
                <a:latin typeface="Bembo"/>
              </a:rPr>
              <a:t>L’application du principe fondamental de la dynamique au point matériel soumis à </a:t>
            </a:r>
            <a:r>
              <a:rPr baseline="0" b="0" dirty="0" sz="2000" i="0" lang="fr-MA" strike="noStrike" u="none">
                <a:latin typeface="Bembo"/>
              </a:rPr>
              <a:t>une force centrale donne :</a:t>
            </a:r>
            <a:endParaRPr dirty="0" sz="2000" lang="fr-MA"/>
          </a:p>
        </p:txBody>
      </p:sp>
      <p:sp>
        <p:nvSpPr>
          <p:cNvPr id="1048722" name="ZoneTexte 12"/>
          <p:cNvSpPr txBox="1">
            <a:spLocks noChangeAspect="1" noMove="1" noResize="1" noRot="1" noAdjustHandles="1" noEditPoints="1" noChangeArrowheads="1" noChangeShapeType="1" noTextEdit="1"/>
          </p:cNvSpPr>
          <p:nvPr/>
        </p:nvSpPr>
        <p:spPr>
          <a:xfrm>
            <a:off x="4740995" y="5839114"/>
            <a:ext cx="1111073" cy="414088"/>
          </a:xfrm>
          <a:prstGeom prst="rect"/>
          <a:blipFill rotWithShape="0">
            <a:blip xmlns:r="http://schemas.openxmlformats.org/officeDocument/2006/relationships" r:embed="rId6"/>
            <a:stretch>
              <a:fillRect/>
            </a:stretch>
          </a:blipFill>
        </p:spPr>
        <p:txBody>
          <a:bodyPr/>
          <a:p>
            <a:r>
              <a:rPr lang="fr-MA">
                <a:noFill/>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8954" name=""/>
              <p14:cNvContentPartPr/>
              <p14:nvPr/>
            </p14:nvContentPartPr>
            <p14:xfrm>
              <a:off x="564310" y="198655"/>
              <a:ext cx="369168" cy="411130"/>
            </p14:xfrm>
          </p:contentPart>
        </mc:Choice>
        <mc:Fallback>
          <p:sp>
            <p:nvSpPr>
              <p:cNvPr id="1048954" name=""/>
              <p:cNvSpPr/>
              <p:nvPr/>
            </p:nvSpPr>
            <p:spPr>
              <a:xfrm>
                <a:off x="564310" y="198655"/>
                <a:ext cx="369168" cy="411130"/>
              </a:xfrm>
            </p:spPr>
          </p:sp>
        </mc:Fallback>
      </mc:AlternateContent>
      <mc:AlternateContent xmlns:mc="http://schemas.openxmlformats.org/markup-compatibility/2006">
        <mc:Choice xmlns:p14="http://schemas.microsoft.com/office/powerpoint/2010/main" Requires="p14">
          <p:contentPart p14:bwMode="auto" r:id="rId2">
            <p14:nvContentPartPr>
              <p14:cNvPr id="1048955" name=""/>
              <p14:cNvContentPartPr/>
              <p14:nvPr/>
            </p14:nvContentPartPr>
            <p14:xfrm>
              <a:off x="942721" y="428177"/>
              <a:ext cx="376378" cy="131944"/>
            </p14:xfrm>
          </p:contentPart>
        </mc:Choice>
        <mc:Fallback>
          <p:sp>
            <p:nvSpPr>
              <p:cNvPr id="1048955" name=""/>
              <p:cNvSpPr/>
              <p:nvPr/>
            </p:nvSpPr>
            <p:spPr>
              <a:xfrm>
                <a:off x="942721" y="428177"/>
                <a:ext cx="376378" cy="131944"/>
              </a:xfrm>
            </p:spPr>
          </p:sp>
        </mc:Fallback>
      </mc:AlternateContent>
      <mc:AlternateContent xmlns:mc="http://schemas.openxmlformats.org/markup-compatibility/2006">
        <mc:Choice xmlns:p14="http://schemas.microsoft.com/office/powerpoint/2010/main" Requires="p14">
          <p:contentPart p14:bwMode="auto" r:id="rId3">
            <p14:nvContentPartPr>
              <p14:cNvPr id="1048956" name=""/>
              <p14:cNvContentPartPr/>
              <p14:nvPr/>
            </p14:nvContentPartPr>
            <p14:xfrm>
              <a:off x="1349727" y="401406"/>
              <a:ext cx="1056066" cy="492624"/>
            </p14:xfrm>
          </p:contentPart>
        </mc:Choice>
        <mc:Fallback>
          <p:sp>
            <p:nvSpPr>
              <p:cNvPr id="1048956" name=""/>
              <p:cNvSpPr/>
              <p:nvPr/>
            </p:nvSpPr>
            <p:spPr>
              <a:xfrm>
                <a:off x="1349727" y="401406"/>
                <a:ext cx="1056066" cy="492624"/>
              </a:xfrm>
            </p:spPr>
          </p:sp>
        </mc:Fallback>
      </mc:AlternateContent>
      <mc:AlternateContent xmlns:mc="http://schemas.openxmlformats.org/markup-compatibility/2006">
        <mc:Choice xmlns:p14="http://schemas.microsoft.com/office/powerpoint/2010/main" Requires="p14">
          <p:contentPart p14:bwMode="auto" r:id="rId4">
            <p14:nvContentPartPr>
              <p14:cNvPr id="1048957" name=""/>
              <p14:cNvContentPartPr/>
              <p14:nvPr/>
            </p14:nvContentPartPr>
            <p14:xfrm>
              <a:off x="2422512" y="325814"/>
              <a:ext cx="12599" cy="352272"/>
            </p14:xfrm>
          </p:contentPart>
        </mc:Choice>
        <mc:Fallback>
          <p:sp>
            <p:nvSpPr>
              <p:cNvPr id="1048957" name=""/>
              <p:cNvSpPr/>
              <p:nvPr/>
            </p:nvSpPr>
            <p:spPr>
              <a:xfrm>
                <a:off x="2422512" y="325814"/>
                <a:ext cx="12599" cy="352272"/>
              </a:xfrm>
            </p:spPr>
          </p:sp>
        </mc:Fallback>
      </mc:AlternateContent>
      <mc:AlternateContent xmlns:mc="http://schemas.openxmlformats.org/markup-compatibility/2006">
        <mc:Choice xmlns:p14="http://schemas.microsoft.com/office/powerpoint/2010/main" Requires="p14">
          <p:contentPart p14:bwMode="auto" r:id="rId5">
            <p14:nvContentPartPr>
              <p14:cNvPr id="1048958" name=""/>
              <p14:cNvContentPartPr/>
              <p14:nvPr/>
            </p14:nvContentPartPr>
            <p14:xfrm>
              <a:off x="2399370" y="422050"/>
              <a:ext cx="253930" cy="65838"/>
            </p14:xfrm>
          </p:contentPart>
        </mc:Choice>
        <mc:Fallback>
          <p:sp>
            <p:nvSpPr>
              <p:cNvPr id="1048958" name=""/>
              <p:cNvSpPr/>
              <p:nvPr/>
            </p:nvSpPr>
            <p:spPr>
              <a:xfrm>
                <a:off x="2399370" y="422050"/>
                <a:ext cx="253930" cy="65838"/>
              </a:xfrm>
            </p:spPr>
          </p:sp>
        </mc:Fallback>
      </mc:AlternateContent>
      <mc:AlternateContent xmlns:mc="http://schemas.openxmlformats.org/markup-compatibility/2006">
        <mc:Choice xmlns:p14="http://schemas.microsoft.com/office/powerpoint/2010/main" Requires="p14">
          <p:contentPart p14:bwMode="auto" r:id="rId6">
            <p14:nvContentPartPr>
              <p14:cNvPr id="1048959" name=""/>
              <p14:cNvContentPartPr/>
              <p14:nvPr/>
            </p14:nvContentPartPr>
            <p14:xfrm>
              <a:off x="2736811" y="402065"/>
              <a:ext cx="223866" cy="285765"/>
            </p14:xfrm>
          </p:contentPart>
        </mc:Choice>
        <mc:Fallback>
          <p:sp>
            <p:nvSpPr>
              <p:cNvPr id="1048959" name=""/>
              <p:cNvSpPr/>
              <p:nvPr/>
            </p:nvSpPr>
            <p:spPr>
              <a:xfrm>
                <a:off x="2736811" y="402065"/>
                <a:ext cx="223866" cy="285765"/>
              </a:xfrm>
            </p:spPr>
          </p:sp>
        </mc:Fallback>
      </mc:AlternateContent>
      <mc:AlternateContent xmlns:mc="http://schemas.openxmlformats.org/markup-compatibility/2006">
        <mc:Choice xmlns:p14="http://schemas.microsoft.com/office/powerpoint/2010/main" Requires="p14">
          <p:contentPart p14:bwMode="auto" r:id="rId7">
            <p14:nvContentPartPr>
              <p14:cNvPr id="1048960" name=""/>
              <p14:cNvContentPartPr/>
              <p14:nvPr/>
            </p14:nvContentPartPr>
            <p14:xfrm>
              <a:off x="2905553" y="284861"/>
              <a:ext cx="206834" cy="371004"/>
            </p14:xfrm>
          </p:contentPart>
        </mc:Choice>
        <mc:Fallback>
          <p:sp>
            <p:nvSpPr>
              <p:cNvPr id="1048960" name=""/>
              <p:cNvSpPr/>
              <p:nvPr/>
            </p:nvSpPr>
            <p:spPr>
              <a:xfrm>
                <a:off x="2905553" y="284861"/>
                <a:ext cx="206834" cy="371004"/>
              </a:xfrm>
            </p:spPr>
          </p:sp>
        </mc:Fallback>
      </mc:AlternateContent>
      <mc:AlternateContent xmlns:mc="http://schemas.openxmlformats.org/markup-compatibility/2006">
        <mc:Choice xmlns:p14="http://schemas.microsoft.com/office/powerpoint/2010/main" Requires="p14">
          <p:contentPart p14:bwMode="auto" r:id="rId8">
            <p14:nvContentPartPr>
              <p14:cNvPr id="1048961" name=""/>
              <p14:cNvContentPartPr/>
              <p14:nvPr/>
            </p14:nvContentPartPr>
            <p14:xfrm>
              <a:off x="3353530" y="360300"/>
              <a:ext cx="390312" cy="228854"/>
            </p14:xfrm>
          </p:contentPart>
        </mc:Choice>
        <mc:Fallback>
          <p:sp>
            <p:nvSpPr>
              <p:cNvPr id="1048961" name=""/>
              <p:cNvSpPr/>
              <p:nvPr/>
            </p:nvSpPr>
            <p:spPr>
              <a:xfrm>
                <a:off x="3353530" y="360300"/>
                <a:ext cx="390312" cy="228854"/>
              </a:xfrm>
            </p:spPr>
          </p:sp>
        </mc:Fallback>
      </mc:AlternateContent>
      <mc:AlternateContent xmlns:mc="http://schemas.openxmlformats.org/markup-compatibility/2006">
        <mc:Choice xmlns:p14="http://schemas.microsoft.com/office/powerpoint/2010/main" Requires="p14">
          <p:contentPart p14:bwMode="auto" r:id="rId9">
            <p14:nvContentPartPr>
              <p14:cNvPr id="1048962" name=""/>
              <p14:cNvContentPartPr/>
              <p14:nvPr/>
            </p14:nvContentPartPr>
            <p14:xfrm>
              <a:off x="3021525" y="392334"/>
              <a:ext cx="119190" cy="146188"/>
            </p14:xfrm>
          </p:contentPart>
        </mc:Choice>
        <mc:Fallback>
          <p:sp>
            <p:nvSpPr>
              <p:cNvPr id="1048962" name=""/>
              <p:cNvSpPr/>
              <p:nvPr/>
            </p:nvSpPr>
            <p:spPr>
              <a:xfrm>
                <a:off x="3021525" y="392334"/>
                <a:ext cx="119190" cy="146188"/>
              </a:xfrm>
            </p:spPr>
          </p:sp>
        </mc:Fallback>
      </mc:AlternateContent>
      <mc:AlternateContent xmlns:mc="http://schemas.openxmlformats.org/markup-compatibility/2006">
        <mc:Choice xmlns:p14="http://schemas.microsoft.com/office/powerpoint/2010/main" Requires="p14">
          <p:contentPart p14:bwMode="auto" r:id="rId10">
            <p14:nvContentPartPr>
              <p14:cNvPr id="1048963" name=""/>
              <p14:cNvContentPartPr/>
              <p14:nvPr/>
            </p14:nvContentPartPr>
            <p14:xfrm>
              <a:off x="3624536" y="393573"/>
              <a:ext cx="83565" cy="144293"/>
            </p14:xfrm>
          </p:contentPart>
        </mc:Choice>
        <mc:Fallback>
          <p:sp>
            <p:nvSpPr>
              <p:cNvPr id="1048963" name=""/>
              <p:cNvSpPr/>
              <p:nvPr/>
            </p:nvSpPr>
            <p:spPr>
              <a:xfrm>
                <a:off x="3624536" y="393573"/>
                <a:ext cx="83565" cy="144293"/>
              </a:xfrm>
            </p:spPr>
          </p:sp>
        </mc:Fallback>
      </mc:AlternateContent>
      <mc:AlternateContent xmlns:mc="http://schemas.openxmlformats.org/markup-compatibility/2006">
        <mc:Choice xmlns:p14="http://schemas.microsoft.com/office/powerpoint/2010/main" Requires="p14">
          <p:contentPart p14:bwMode="auto" r:id="rId11">
            <p14:nvContentPartPr>
              <p14:cNvPr id="1048964" name=""/>
              <p14:cNvContentPartPr/>
              <p14:nvPr/>
            </p14:nvContentPartPr>
            <p14:xfrm>
              <a:off x="3634741" y="358393"/>
              <a:ext cx="453989" cy="237856"/>
            </p14:xfrm>
          </p:contentPart>
        </mc:Choice>
        <mc:Fallback>
          <p:sp>
            <p:nvSpPr>
              <p:cNvPr id="1048964" name=""/>
              <p:cNvSpPr/>
              <p:nvPr/>
            </p:nvSpPr>
            <p:spPr>
              <a:xfrm>
                <a:off x="3634741" y="358393"/>
                <a:ext cx="453989" cy="237856"/>
              </a:xfrm>
            </p:spPr>
          </p:sp>
        </mc:Fallback>
      </mc:AlternateContent>
      <mc:AlternateContent xmlns:mc="http://schemas.openxmlformats.org/markup-compatibility/2006">
        <mc:Choice xmlns:p14="http://schemas.microsoft.com/office/powerpoint/2010/main" Requires="p14">
          <p:contentPart p14:bwMode="auto" r:id="rId12">
            <p14:nvContentPartPr>
              <p14:cNvPr id="1048965" name=""/>
              <p14:cNvContentPartPr/>
              <p14:nvPr/>
            </p14:nvContentPartPr>
            <p14:xfrm>
              <a:off x="4058450" y="256070"/>
              <a:ext cx="21179" cy="94067"/>
            </p14:xfrm>
          </p:contentPart>
        </mc:Choice>
        <mc:Fallback>
          <p:sp>
            <p:nvSpPr>
              <p:cNvPr id="1048965" name=""/>
              <p:cNvSpPr/>
              <p:nvPr/>
            </p:nvSpPr>
            <p:spPr>
              <a:xfrm>
                <a:off x="4058450" y="256070"/>
                <a:ext cx="21179" cy="94067"/>
              </a:xfrm>
            </p:spPr>
          </p:sp>
        </mc:Fallback>
      </mc:AlternateContent>
      <mc:AlternateContent xmlns:mc="http://schemas.openxmlformats.org/markup-compatibility/2006">
        <mc:Choice xmlns:p14="http://schemas.microsoft.com/office/powerpoint/2010/main" Requires="p14">
          <p:contentPart p14:bwMode="auto" r:id="rId13">
            <p14:nvContentPartPr>
              <p14:cNvPr id="1048966" name=""/>
              <p14:cNvContentPartPr/>
              <p14:nvPr/>
            </p14:nvContentPartPr>
            <p14:xfrm>
              <a:off x="4176018" y="400771"/>
              <a:ext cx="251785" cy="180502"/>
            </p14:xfrm>
          </p:contentPart>
        </mc:Choice>
        <mc:Fallback>
          <p:sp>
            <p:nvSpPr>
              <p:cNvPr id="1048966" name=""/>
              <p:cNvSpPr/>
              <p:nvPr/>
            </p:nvSpPr>
            <p:spPr>
              <a:xfrm>
                <a:off x="4176018" y="400771"/>
                <a:ext cx="251785" cy="180502"/>
              </a:xfrm>
            </p:spPr>
          </p:sp>
        </mc:Fallback>
      </mc:AlternateContent>
      <mc:AlternateContent xmlns:mc="http://schemas.openxmlformats.org/markup-compatibility/2006">
        <mc:Choice xmlns:p14="http://schemas.microsoft.com/office/powerpoint/2010/main" Requires="p14">
          <p:contentPart p14:bwMode="auto" r:id="rId14">
            <p14:nvContentPartPr>
              <p14:cNvPr id="1048967" name=""/>
              <p14:cNvContentPartPr/>
              <p14:nvPr/>
            </p14:nvContentPartPr>
            <p14:xfrm>
              <a:off x="4453050" y="168704"/>
              <a:ext cx="161924" cy="347905"/>
            </p14:xfrm>
          </p:contentPart>
        </mc:Choice>
        <mc:Fallback>
          <p:sp>
            <p:nvSpPr>
              <p:cNvPr id="1048967" name=""/>
              <p:cNvSpPr/>
              <p:nvPr/>
            </p:nvSpPr>
            <p:spPr>
              <a:xfrm>
                <a:off x="4453050" y="168704"/>
                <a:ext cx="161924" cy="347905"/>
              </a:xfrm>
            </p:spPr>
          </p:sp>
        </mc:Fallback>
      </mc:AlternateContent>
      <mc:AlternateContent xmlns:mc="http://schemas.openxmlformats.org/markup-compatibility/2006">
        <mc:Choice xmlns:p14="http://schemas.microsoft.com/office/powerpoint/2010/main" Requires="p14">
          <p:contentPart p14:bwMode="auto" r:id="rId15">
            <p14:nvContentPartPr>
              <p14:cNvPr id="1048968" name=""/>
              <p14:cNvContentPartPr/>
              <p14:nvPr/>
            </p14:nvContentPartPr>
            <p14:xfrm>
              <a:off x="4693469" y="168704"/>
              <a:ext cx="8315" cy="326631"/>
            </p14:xfrm>
          </p:contentPart>
        </mc:Choice>
        <mc:Fallback>
          <p:sp>
            <p:nvSpPr>
              <p:cNvPr id="1048968" name=""/>
              <p:cNvSpPr/>
              <p:nvPr/>
            </p:nvSpPr>
            <p:spPr>
              <a:xfrm>
                <a:off x="4693469" y="168704"/>
                <a:ext cx="8315" cy="326631"/>
              </a:xfrm>
            </p:spPr>
          </p:sp>
        </mc:Fallback>
      </mc:AlternateContent>
      <mc:AlternateContent xmlns:mc="http://schemas.openxmlformats.org/markup-compatibility/2006">
        <mc:Choice xmlns:p14="http://schemas.microsoft.com/office/powerpoint/2010/main" Requires="p14">
          <p:contentPart p14:bwMode="auto" r:id="rId16">
            <p14:nvContentPartPr>
              <p14:cNvPr id="1048969" name=""/>
              <p14:cNvContentPartPr/>
              <p14:nvPr/>
            </p14:nvContentPartPr>
            <p14:xfrm>
              <a:off x="4741863" y="369286"/>
              <a:ext cx="139067" cy="103806"/>
            </p14:xfrm>
          </p:contentPart>
        </mc:Choice>
        <mc:Fallback>
          <p:sp>
            <p:nvSpPr>
              <p:cNvPr id="1048969" name=""/>
              <p:cNvSpPr/>
              <p:nvPr/>
            </p:nvSpPr>
            <p:spPr>
              <a:xfrm>
                <a:off x="4741863" y="369286"/>
                <a:ext cx="139067" cy="103806"/>
              </a:xfrm>
            </p:spPr>
          </p:sp>
        </mc:Fallback>
      </mc:AlternateContent>
      <mc:AlternateContent xmlns:mc="http://schemas.openxmlformats.org/markup-compatibility/2006">
        <mc:Choice xmlns:p14="http://schemas.microsoft.com/office/powerpoint/2010/main" Requires="p14">
          <p:contentPart p14:bwMode="auto" r:id="rId17">
            <p14:nvContentPartPr>
              <p14:cNvPr id="1048970" name=""/>
              <p14:cNvContentPartPr/>
              <p14:nvPr/>
            </p14:nvContentPartPr>
            <p14:xfrm>
              <a:off x="4820865" y="342940"/>
              <a:ext cx="138607" cy="166689"/>
            </p14:xfrm>
          </p:contentPart>
        </mc:Choice>
        <mc:Fallback>
          <p:sp>
            <p:nvSpPr>
              <p:cNvPr id="1048970" name=""/>
              <p:cNvSpPr/>
              <p:nvPr/>
            </p:nvSpPr>
            <p:spPr>
              <a:xfrm>
                <a:off x="4820865" y="342940"/>
                <a:ext cx="138607" cy="166689"/>
              </a:xfrm>
            </p:spPr>
          </p:sp>
        </mc:Fallback>
      </mc:AlternateContent>
      <mc:AlternateContent xmlns:mc="http://schemas.openxmlformats.org/markup-compatibility/2006">
        <mc:Choice xmlns:p14="http://schemas.microsoft.com/office/powerpoint/2010/main" Requires="p14">
          <p:contentPart p14:bwMode="auto" r:id="rId18">
            <p14:nvContentPartPr>
              <p14:cNvPr id="1048971" name=""/>
              <p14:cNvContentPartPr/>
              <p14:nvPr/>
            </p14:nvContentPartPr>
            <p14:xfrm>
              <a:off x="5153679" y="193072"/>
              <a:ext cx="345346" cy="317677"/>
            </p14:xfrm>
          </p:contentPart>
        </mc:Choice>
        <mc:Fallback>
          <p:sp>
            <p:nvSpPr>
              <p:cNvPr id="1048971" name=""/>
              <p:cNvSpPr/>
              <p:nvPr/>
            </p:nvSpPr>
            <p:spPr>
              <a:xfrm>
                <a:off x="5153679" y="193072"/>
                <a:ext cx="345346" cy="317677"/>
              </a:xfrm>
            </p:spPr>
          </p:sp>
        </mc:Fallback>
      </mc:AlternateContent>
      <mc:AlternateContent xmlns:mc="http://schemas.openxmlformats.org/markup-compatibility/2006">
        <mc:Choice xmlns:p14="http://schemas.microsoft.com/office/powerpoint/2010/main" Requires="p14">
          <p:contentPart p14:bwMode="auto" r:id="rId19">
            <p14:nvContentPartPr>
              <p14:cNvPr id="1048972" name=""/>
              <p14:cNvContentPartPr/>
              <p14:nvPr/>
            </p14:nvContentPartPr>
            <p14:xfrm>
              <a:off x="5671729" y="140409"/>
              <a:ext cx="88601" cy="344036"/>
            </p14:xfrm>
          </p:contentPart>
        </mc:Choice>
        <mc:Fallback>
          <p:sp>
            <p:nvSpPr>
              <p:cNvPr id="1048972" name=""/>
              <p:cNvSpPr/>
              <p:nvPr/>
            </p:nvSpPr>
            <p:spPr>
              <a:xfrm>
                <a:off x="5671729" y="140409"/>
                <a:ext cx="88601" cy="344036"/>
              </a:xfrm>
            </p:spPr>
          </p:sp>
        </mc:Fallback>
      </mc:AlternateContent>
      <mc:AlternateContent xmlns:mc="http://schemas.openxmlformats.org/markup-compatibility/2006">
        <mc:Choice xmlns:p14="http://schemas.microsoft.com/office/powerpoint/2010/main" Requires="p14">
          <p:contentPart p14:bwMode="auto" r:id="rId20">
            <p14:nvContentPartPr>
              <p14:cNvPr id="1048973" name=""/>
              <p14:cNvContentPartPr/>
              <p14:nvPr/>
            </p14:nvContentPartPr>
            <p14:xfrm>
              <a:off x="5681232" y="168747"/>
              <a:ext cx="320263" cy="392200"/>
            </p14:xfrm>
          </p:contentPart>
        </mc:Choice>
        <mc:Fallback>
          <p:sp>
            <p:nvSpPr>
              <p:cNvPr id="1048973" name=""/>
              <p:cNvSpPr/>
              <p:nvPr/>
            </p:nvSpPr>
            <p:spPr>
              <a:xfrm>
                <a:off x="5681232" y="168747"/>
                <a:ext cx="320263" cy="392200"/>
              </a:xfrm>
            </p:spPr>
          </p:sp>
        </mc:Fallback>
      </mc:AlternateContent>
      <mc:AlternateContent xmlns:mc="http://schemas.openxmlformats.org/markup-compatibility/2006">
        <mc:Choice xmlns:p14="http://schemas.microsoft.com/office/powerpoint/2010/main" Requires="p14">
          <p:contentPart p14:bwMode="auto" r:id="rId21">
            <p14:nvContentPartPr>
              <p14:cNvPr id="1048974" name=""/>
              <p14:cNvContentPartPr/>
              <p14:nvPr/>
            </p14:nvContentPartPr>
            <p14:xfrm>
              <a:off x="6080174" y="270466"/>
              <a:ext cx="2265" cy="67627"/>
            </p14:xfrm>
          </p:contentPart>
        </mc:Choice>
        <mc:Fallback>
          <p:sp>
            <p:nvSpPr>
              <p:cNvPr id="1048974" name=""/>
              <p:cNvSpPr/>
              <p:nvPr/>
            </p:nvSpPr>
            <p:spPr>
              <a:xfrm>
                <a:off x="6080174" y="270466"/>
                <a:ext cx="2265" cy="67627"/>
              </a:xfrm>
            </p:spPr>
          </p:sp>
        </mc:Fallback>
      </mc:AlternateContent>
      <mc:AlternateContent xmlns:mc="http://schemas.openxmlformats.org/markup-compatibility/2006">
        <mc:Choice xmlns:p14="http://schemas.microsoft.com/office/powerpoint/2010/main" Requires="p14">
          <p:contentPart p14:bwMode="auto" r:id="rId22">
            <p14:nvContentPartPr>
              <p14:cNvPr id="1048975" name=""/>
              <p14:cNvContentPartPr/>
              <p14:nvPr/>
            </p14:nvContentPartPr>
            <p14:xfrm>
              <a:off x="5409982" y="295653"/>
              <a:ext cx="163726" cy="170394"/>
            </p14:xfrm>
          </p:contentPart>
        </mc:Choice>
        <mc:Fallback>
          <p:sp>
            <p:nvSpPr>
              <p:cNvPr id="1048975" name=""/>
              <p:cNvSpPr/>
              <p:nvPr/>
            </p:nvSpPr>
            <p:spPr>
              <a:xfrm>
                <a:off x="5409982" y="295653"/>
                <a:ext cx="163726" cy="170394"/>
              </a:xfrm>
            </p:spPr>
          </p:sp>
        </mc:Fallback>
      </mc:AlternateContent>
      <mc:AlternateContent xmlns:mc="http://schemas.openxmlformats.org/markup-compatibility/2006">
        <mc:Choice xmlns:p14="http://schemas.microsoft.com/office/powerpoint/2010/main" Requires="p14">
          <p:contentPart p14:bwMode="auto" r:id="rId23">
            <p14:nvContentPartPr>
              <p14:cNvPr id="1048976" name=""/>
              <p14:cNvContentPartPr/>
              <p14:nvPr/>
            </p14:nvContentPartPr>
            <p14:xfrm>
              <a:off x="6063761" y="334533"/>
              <a:ext cx="391866" cy="224935"/>
            </p14:xfrm>
          </p:contentPart>
        </mc:Choice>
        <mc:Fallback>
          <p:sp>
            <p:nvSpPr>
              <p:cNvPr id="1048976" name=""/>
              <p:cNvSpPr/>
              <p:nvPr/>
            </p:nvSpPr>
            <p:spPr>
              <a:xfrm>
                <a:off x="6063761" y="334533"/>
                <a:ext cx="391866" cy="224935"/>
              </a:xfrm>
            </p:spPr>
          </p:sp>
        </mc:Fallback>
      </mc:AlternateContent>
      <mc:AlternateContent xmlns:mc="http://schemas.openxmlformats.org/markup-compatibility/2006">
        <mc:Choice xmlns:p14="http://schemas.microsoft.com/office/powerpoint/2010/main" Requires="p14">
          <p:contentPart p14:bwMode="auto" r:id="rId24">
            <p14:nvContentPartPr>
              <p14:cNvPr id="1048977" name=""/>
              <p14:cNvContentPartPr/>
              <p14:nvPr/>
            </p14:nvContentPartPr>
            <p14:xfrm>
              <a:off x="6478622" y="147358"/>
              <a:ext cx="232592" cy="342000"/>
            </p14:xfrm>
          </p:contentPart>
        </mc:Choice>
        <mc:Fallback>
          <p:sp>
            <p:nvSpPr>
              <p:cNvPr id="1048977" name=""/>
              <p:cNvSpPr/>
              <p:nvPr/>
            </p:nvSpPr>
            <p:spPr>
              <a:xfrm>
                <a:off x="6478622" y="147358"/>
                <a:ext cx="232592" cy="342000"/>
              </a:xfrm>
            </p:spPr>
          </p:sp>
        </mc:Fallback>
      </mc:AlternateContent>
      <mc:AlternateContent xmlns:mc="http://schemas.openxmlformats.org/markup-compatibility/2006">
        <mc:Choice xmlns:p14="http://schemas.microsoft.com/office/powerpoint/2010/main" Requires="p14">
          <p:contentPart p14:bwMode="auto" r:id="rId25">
            <p14:nvContentPartPr>
              <p14:cNvPr id="1048978" name=""/>
              <p14:cNvContentPartPr/>
              <p14:nvPr/>
            </p14:nvContentPartPr>
            <p14:xfrm>
              <a:off x="6303944" y="277136"/>
              <a:ext cx="97888" cy="15171"/>
            </p14:xfrm>
          </p:contentPart>
        </mc:Choice>
        <mc:Fallback>
          <p:sp>
            <p:nvSpPr>
              <p:cNvPr id="1048978" name=""/>
              <p:cNvSpPr/>
              <p:nvPr/>
            </p:nvSpPr>
            <p:spPr>
              <a:xfrm>
                <a:off x="6303944" y="277136"/>
                <a:ext cx="97888" cy="15171"/>
              </a:xfrm>
            </p:spPr>
          </p:sp>
        </mc:Fallback>
      </mc:AlternateContent>
      <mc:AlternateContent xmlns:mc="http://schemas.openxmlformats.org/markup-compatibility/2006">
        <mc:Choice xmlns:p14="http://schemas.microsoft.com/office/powerpoint/2010/main" Requires="p14">
          <p:contentPart p14:bwMode="auto" r:id="rId26">
            <p14:nvContentPartPr>
              <p14:cNvPr id="1048979" name=""/>
              <p14:cNvContentPartPr/>
              <p14:nvPr/>
            </p14:nvContentPartPr>
            <p14:xfrm>
              <a:off x="6792053" y="350138"/>
              <a:ext cx="5202" cy="32455"/>
            </p14:xfrm>
          </p:contentPart>
        </mc:Choice>
        <mc:Fallback>
          <p:sp>
            <p:nvSpPr>
              <p:cNvPr id="1048979" name=""/>
              <p:cNvSpPr/>
              <p:nvPr/>
            </p:nvSpPr>
            <p:spPr>
              <a:xfrm>
                <a:off x="6792053" y="350138"/>
                <a:ext cx="5202" cy="32455"/>
              </a:xfrm>
            </p:spPr>
          </p:sp>
        </mc:Fallback>
      </mc:AlternateContent>
      <mc:AlternateContent xmlns:mc="http://schemas.openxmlformats.org/markup-compatibility/2006">
        <mc:Choice xmlns:p14="http://schemas.microsoft.com/office/powerpoint/2010/main" Requires="p14">
          <p:contentPart p14:bwMode="auto" r:id="rId27">
            <p14:nvContentPartPr>
              <p14:cNvPr id="1048980" name=""/>
              <p14:cNvContentPartPr/>
              <p14:nvPr/>
            </p14:nvContentPartPr>
            <p14:xfrm>
              <a:off x="6718714" y="509482"/>
              <a:ext cx="35741" cy="7197"/>
            </p14:xfrm>
          </p:contentPart>
        </mc:Choice>
        <mc:Fallback>
          <p:sp>
            <p:nvSpPr>
              <p:cNvPr id="1048980" name=""/>
              <p:cNvSpPr/>
              <p:nvPr/>
            </p:nvSpPr>
            <p:spPr>
              <a:xfrm>
                <a:off x="6718714" y="509482"/>
                <a:ext cx="35741" cy="7197"/>
              </a:xfrm>
            </p:spPr>
          </p:sp>
        </mc:Fallback>
      </mc:AlternateContent>
      <mc:AlternateContent xmlns:mc="http://schemas.openxmlformats.org/markup-compatibility/2006">
        <mc:Choice xmlns:p14="http://schemas.microsoft.com/office/powerpoint/2010/main" Requires="p14">
          <p:contentPart p14:bwMode="auto" r:id="rId28">
            <p14:nvContentPartPr>
              <p14:cNvPr id="1048981" name=""/>
              <p14:cNvContentPartPr/>
              <p14:nvPr/>
            </p14:nvContentPartPr>
            <p14:xfrm>
              <a:off x="825892" y="679273"/>
              <a:ext cx="5528354" cy="199779"/>
            </p14:xfrm>
          </p:contentPart>
        </mc:Choice>
        <mc:Fallback>
          <p:sp>
            <p:nvSpPr>
              <p:cNvPr id="1048981" name=""/>
              <p:cNvSpPr/>
              <p:nvPr/>
            </p:nvSpPr>
            <p:spPr>
              <a:xfrm>
                <a:off x="825892" y="679273"/>
                <a:ext cx="5528354" cy="199779"/>
              </a:xfrm>
            </p:spPr>
          </p:sp>
        </mc:Fallback>
      </mc:AlternateContent>
      <mc:AlternateContent xmlns:mc="http://schemas.openxmlformats.org/markup-compatibility/2006">
        <mc:Choice xmlns:p14="http://schemas.microsoft.com/office/powerpoint/2010/main" Requires="p14">
          <p:contentPart p14:bwMode="auto" r:id="rId29">
            <p14:nvContentPartPr>
              <p14:cNvPr id="1048982" name=""/>
              <p14:cNvContentPartPr/>
              <p14:nvPr/>
            </p14:nvContentPartPr>
            <p14:xfrm>
              <a:off x="952668" y="1364905"/>
              <a:ext cx="249597" cy="278254"/>
            </p14:xfrm>
          </p:contentPart>
        </mc:Choice>
        <mc:Fallback>
          <p:sp>
            <p:nvSpPr>
              <p:cNvPr id="1048982" name=""/>
              <p:cNvSpPr/>
              <p:nvPr/>
            </p:nvSpPr>
            <p:spPr>
              <a:xfrm>
                <a:off x="952668" y="1364905"/>
                <a:ext cx="249597" cy="278254"/>
              </a:xfrm>
            </p:spPr>
          </p:sp>
        </mc:Fallback>
      </mc:AlternateContent>
      <mc:AlternateContent xmlns:mc="http://schemas.openxmlformats.org/markup-compatibility/2006">
        <mc:Choice xmlns:p14="http://schemas.microsoft.com/office/powerpoint/2010/main" Requires="p14">
          <p:contentPart p14:bwMode="auto" r:id="rId30">
            <p14:nvContentPartPr>
              <p14:cNvPr id="1048983" name=""/>
              <p14:cNvContentPartPr/>
              <p14:nvPr/>
            </p14:nvContentPartPr>
            <p14:xfrm>
              <a:off x="1319203" y="1480764"/>
              <a:ext cx="148686" cy="6626"/>
            </p14:xfrm>
          </p:contentPart>
        </mc:Choice>
        <mc:Fallback>
          <p:sp>
            <p:nvSpPr>
              <p:cNvPr id="1048983" name=""/>
              <p:cNvSpPr/>
              <p:nvPr/>
            </p:nvSpPr>
            <p:spPr>
              <a:xfrm>
                <a:off x="1319203" y="1480764"/>
                <a:ext cx="148686" cy="6626"/>
              </a:xfrm>
            </p:spPr>
          </p:sp>
        </mc:Fallback>
      </mc:AlternateContent>
      <mc:AlternateContent xmlns:mc="http://schemas.openxmlformats.org/markup-compatibility/2006">
        <mc:Choice xmlns:p14="http://schemas.microsoft.com/office/powerpoint/2010/main" Requires="p14">
          <p:contentPart p14:bwMode="auto" r:id="rId31">
            <p14:nvContentPartPr>
              <p14:cNvPr id="1048984" name=""/>
              <p14:cNvContentPartPr/>
              <p14:nvPr/>
            </p14:nvContentPartPr>
            <p14:xfrm>
              <a:off x="1312143" y="1577236"/>
              <a:ext cx="170749" cy="33261"/>
            </p14:xfrm>
          </p:contentPart>
        </mc:Choice>
        <mc:Fallback>
          <p:sp>
            <p:nvSpPr>
              <p:cNvPr id="1048984" name=""/>
              <p:cNvSpPr/>
              <p:nvPr/>
            </p:nvSpPr>
            <p:spPr>
              <a:xfrm>
                <a:off x="1312143" y="1577236"/>
                <a:ext cx="170749" cy="33261"/>
              </a:xfrm>
            </p:spPr>
          </p:sp>
        </mc:Fallback>
      </mc:AlternateContent>
      <mc:AlternateContent xmlns:mc="http://schemas.openxmlformats.org/markup-compatibility/2006">
        <mc:Choice xmlns:p14="http://schemas.microsoft.com/office/powerpoint/2010/main" Requires="p14">
          <p:contentPart p14:bwMode="auto" r:id="rId32">
            <p14:nvContentPartPr>
              <p14:cNvPr id="1048985" name=""/>
              <p14:cNvContentPartPr/>
              <p14:nvPr/>
            </p14:nvContentPartPr>
            <p14:xfrm>
              <a:off x="1676611" y="1225556"/>
              <a:ext cx="79912" cy="226828"/>
            </p14:xfrm>
          </p:contentPart>
        </mc:Choice>
        <mc:Fallback>
          <p:sp>
            <p:nvSpPr>
              <p:cNvPr id="1048985" name=""/>
              <p:cNvSpPr/>
              <p:nvPr/>
            </p:nvSpPr>
            <p:spPr>
              <a:xfrm>
                <a:off x="1676611" y="1225556"/>
                <a:ext cx="79912" cy="226828"/>
              </a:xfrm>
            </p:spPr>
          </p:sp>
        </mc:Fallback>
      </mc:AlternateContent>
      <mc:AlternateContent xmlns:mc="http://schemas.openxmlformats.org/markup-compatibility/2006">
        <mc:Choice xmlns:p14="http://schemas.microsoft.com/office/powerpoint/2010/main" Requires="p14">
          <p:contentPart p14:bwMode="auto" r:id="rId33">
            <p14:nvContentPartPr>
              <p14:cNvPr id="1048986" name=""/>
              <p14:cNvContentPartPr/>
              <p14:nvPr/>
            </p14:nvContentPartPr>
            <p14:xfrm>
              <a:off x="1569389" y="1547104"/>
              <a:ext cx="337143" cy="27157"/>
            </p14:xfrm>
          </p:contentPart>
        </mc:Choice>
        <mc:Fallback>
          <p:sp>
            <p:nvSpPr>
              <p:cNvPr id="1048986" name=""/>
              <p:cNvSpPr/>
              <p:nvPr/>
            </p:nvSpPr>
            <p:spPr>
              <a:xfrm>
                <a:off x="1569389" y="1547104"/>
                <a:ext cx="337143" cy="27157"/>
              </a:xfrm>
            </p:spPr>
          </p:sp>
        </mc:Fallback>
      </mc:AlternateContent>
      <mc:AlternateContent xmlns:mc="http://schemas.openxmlformats.org/markup-compatibility/2006">
        <mc:Choice xmlns:p14="http://schemas.microsoft.com/office/powerpoint/2010/main" Requires="p14">
          <p:contentPart p14:bwMode="auto" r:id="rId34">
            <p14:nvContentPartPr>
              <p14:cNvPr id="1048987" name=""/>
              <p14:cNvContentPartPr/>
              <p14:nvPr/>
            </p14:nvContentPartPr>
            <p14:xfrm>
              <a:off x="1648372" y="1681606"/>
              <a:ext cx="143636" cy="220362"/>
            </p14:xfrm>
          </p:contentPart>
        </mc:Choice>
        <mc:Fallback>
          <p:sp>
            <p:nvSpPr>
              <p:cNvPr id="1048987" name=""/>
              <p:cNvSpPr/>
              <p:nvPr/>
            </p:nvSpPr>
            <p:spPr>
              <a:xfrm>
                <a:off x="1648372" y="1681606"/>
                <a:ext cx="143636" cy="220362"/>
              </a:xfrm>
            </p:spPr>
          </p:sp>
        </mc:Fallback>
      </mc:AlternateContent>
      <mc:AlternateContent xmlns:mc="http://schemas.openxmlformats.org/markup-compatibility/2006">
        <mc:Choice xmlns:p14="http://schemas.microsoft.com/office/powerpoint/2010/main" Requires="p14">
          <p:contentPart p14:bwMode="auto" r:id="rId35">
            <p14:nvContentPartPr>
              <p14:cNvPr id="1048988" name=""/>
              <p14:cNvContentPartPr/>
              <p14:nvPr/>
            </p14:nvContentPartPr>
            <p14:xfrm>
              <a:off x="9503480" y="350138"/>
              <a:ext cx="124015" cy="2536285"/>
            </p14:xfrm>
          </p:contentPart>
        </mc:Choice>
        <mc:Fallback>
          <p:sp>
            <p:nvSpPr>
              <p:cNvPr id="1048988" name=""/>
              <p:cNvSpPr/>
              <p:nvPr/>
            </p:nvSpPr>
            <p:spPr>
              <a:xfrm>
                <a:off x="9503480" y="350138"/>
                <a:ext cx="124015" cy="2536285"/>
              </a:xfrm>
            </p:spPr>
          </p:sp>
        </mc:Fallback>
      </mc:AlternateContent>
      <mc:AlternateContent xmlns:mc="http://schemas.openxmlformats.org/markup-compatibility/2006">
        <mc:Choice xmlns:p14="http://schemas.microsoft.com/office/powerpoint/2010/main" Requires="p14">
          <p:contentPart p14:bwMode="auto" r:id="rId36">
            <p14:nvContentPartPr>
              <p14:cNvPr id="1048989" name=""/>
              <p14:cNvContentPartPr/>
              <p14:nvPr/>
            </p14:nvContentPartPr>
            <p14:xfrm>
              <a:off x="7562815" y="1661776"/>
              <a:ext cx="4178430" cy="122710"/>
            </p14:xfrm>
          </p:contentPart>
        </mc:Choice>
        <mc:Fallback>
          <p:sp>
            <p:nvSpPr>
              <p:cNvPr id="1048989" name=""/>
              <p:cNvSpPr/>
              <p:nvPr/>
            </p:nvSpPr>
            <p:spPr>
              <a:xfrm>
                <a:off x="7562815" y="1661776"/>
                <a:ext cx="4178430" cy="122710"/>
              </a:xfrm>
            </p:spPr>
          </p:sp>
        </mc:Fallback>
      </mc:AlternateContent>
      <mc:AlternateContent xmlns:mc="http://schemas.openxmlformats.org/markup-compatibility/2006">
        <mc:Choice xmlns:p14="http://schemas.microsoft.com/office/powerpoint/2010/main" Requires="p14">
          <p:contentPart p14:bwMode="auto" r:id="rId37">
            <p14:nvContentPartPr>
              <p14:cNvPr id="1048990" name=""/>
              <p14:cNvContentPartPr/>
              <p14:nvPr/>
            </p14:nvContentPartPr>
            <p14:xfrm>
              <a:off x="11455884" y="1910476"/>
              <a:ext cx="176765" cy="192024"/>
            </p14:xfrm>
          </p:contentPart>
        </mc:Choice>
        <mc:Fallback>
          <p:sp>
            <p:nvSpPr>
              <p:cNvPr id="1048990" name=""/>
              <p:cNvSpPr/>
              <p:nvPr/>
            </p:nvSpPr>
            <p:spPr>
              <a:xfrm>
                <a:off x="11455884" y="1910476"/>
                <a:ext cx="176765" cy="192024"/>
              </a:xfrm>
            </p:spPr>
          </p:sp>
        </mc:Fallback>
      </mc:AlternateContent>
      <mc:AlternateContent xmlns:mc="http://schemas.openxmlformats.org/markup-compatibility/2006">
        <mc:Choice xmlns:p14="http://schemas.microsoft.com/office/powerpoint/2010/main" Requires="p14">
          <p:contentPart p14:bwMode="auto" r:id="rId38">
            <p14:nvContentPartPr>
              <p14:cNvPr id="1048991" name=""/>
              <p14:cNvContentPartPr/>
              <p14:nvPr/>
            </p14:nvContentPartPr>
            <p14:xfrm>
              <a:off x="11600491" y="1958226"/>
              <a:ext cx="190718" cy="120321"/>
            </p14:xfrm>
          </p:contentPart>
        </mc:Choice>
        <mc:Fallback>
          <p:sp>
            <p:nvSpPr>
              <p:cNvPr id="1048991" name=""/>
              <p:cNvSpPr/>
              <p:nvPr/>
            </p:nvSpPr>
            <p:spPr>
              <a:xfrm>
                <a:off x="11600491" y="1958226"/>
                <a:ext cx="190718" cy="120321"/>
              </a:xfrm>
            </p:spPr>
          </p:sp>
        </mc:Fallback>
      </mc:AlternateContent>
      <mc:AlternateContent xmlns:mc="http://schemas.openxmlformats.org/markup-compatibility/2006">
        <mc:Choice xmlns:p14="http://schemas.microsoft.com/office/powerpoint/2010/main" Requires="p14">
          <p:contentPart p14:bwMode="auto" r:id="rId39">
            <p14:nvContentPartPr>
              <p14:cNvPr id="1048992" name=""/>
              <p14:cNvContentPartPr/>
              <p14:nvPr/>
            </p14:nvContentPartPr>
            <p14:xfrm>
              <a:off x="9503050" y="1649733"/>
              <a:ext cx="79664" cy="61527"/>
            </p14:xfrm>
          </p:contentPart>
        </mc:Choice>
        <mc:Fallback>
          <p:sp>
            <p:nvSpPr>
              <p:cNvPr id="1048992" name=""/>
              <p:cNvSpPr/>
              <p:nvPr/>
            </p:nvSpPr>
            <p:spPr>
              <a:xfrm>
                <a:off x="9503050" y="1649733"/>
                <a:ext cx="79664" cy="61527"/>
              </a:xfrm>
            </p:spPr>
          </p:sp>
        </mc:Fallback>
      </mc:AlternateContent>
      <mc:AlternateContent xmlns:mc="http://schemas.openxmlformats.org/markup-compatibility/2006">
        <mc:Choice xmlns:p14="http://schemas.microsoft.com/office/powerpoint/2010/main" Requires="p14">
          <p:contentPart p14:bwMode="auto" r:id="rId40">
            <p14:nvContentPartPr>
              <p14:cNvPr id="1048993" name=""/>
              <p14:cNvContentPartPr/>
              <p14:nvPr/>
            </p14:nvContentPartPr>
            <p14:xfrm>
              <a:off x="9212157" y="1788965"/>
              <a:ext cx="191734" cy="218401"/>
            </p14:xfrm>
          </p:contentPart>
        </mc:Choice>
        <mc:Fallback>
          <p:sp>
            <p:nvSpPr>
              <p:cNvPr id="1048993" name=""/>
              <p:cNvSpPr/>
              <p:nvPr/>
            </p:nvSpPr>
            <p:spPr>
              <a:xfrm>
                <a:off x="9212157" y="1788965"/>
                <a:ext cx="191734" cy="218401"/>
              </a:xfrm>
            </p:spPr>
          </p:sp>
        </mc:Fallback>
      </mc:AlternateContent>
      <mc:AlternateContent xmlns:mc="http://schemas.openxmlformats.org/markup-compatibility/2006">
        <mc:Choice xmlns:p14="http://schemas.microsoft.com/office/powerpoint/2010/main" Requires="p14">
          <p:contentPart p14:bwMode="auto" r:id="rId41">
            <p14:nvContentPartPr>
              <p14:cNvPr id="1048994" name=""/>
              <p14:cNvContentPartPr/>
              <p14:nvPr/>
            </p14:nvContentPartPr>
            <p14:xfrm>
              <a:off x="9500761" y="285905"/>
              <a:ext cx="219745" cy="165747"/>
            </p14:xfrm>
          </p:contentPart>
        </mc:Choice>
        <mc:Fallback>
          <p:sp>
            <p:nvSpPr>
              <p:cNvPr id="1048994" name=""/>
              <p:cNvSpPr/>
              <p:nvPr/>
            </p:nvSpPr>
            <p:spPr>
              <a:xfrm>
                <a:off x="9500761" y="285905"/>
                <a:ext cx="219745" cy="165747"/>
              </a:xfrm>
            </p:spPr>
          </p:sp>
        </mc:Fallback>
      </mc:AlternateContent>
      <mc:AlternateContent xmlns:mc="http://schemas.openxmlformats.org/markup-compatibility/2006">
        <mc:Choice xmlns:p14="http://schemas.microsoft.com/office/powerpoint/2010/main" Requires="p14">
          <p:contentPart p14:bwMode="auto" r:id="rId42">
            <p14:nvContentPartPr>
              <p14:cNvPr id="1048995" name=""/>
              <p14:cNvContentPartPr/>
              <p14:nvPr/>
            </p14:nvContentPartPr>
            <p14:xfrm>
              <a:off x="9694027" y="97451"/>
              <a:ext cx="167483" cy="316239"/>
            </p14:xfrm>
          </p:contentPart>
        </mc:Choice>
        <mc:Fallback>
          <p:sp>
            <p:nvSpPr>
              <p:cNvPr id="1048995" name=""/>
              <p:cNvSpPr/>
              <p:nvPr/>
            </p:nvSpPr>
            <p:spPr>
              <a:xfrm>
                <a:off x="9694027" y="97451"/>
                <a:ext cx="167483" cy="316239"/>
              </a:xfrm>
            </p:spPr>
          </p:sp>
        </mc:Fallback>
      </mc:AlternateContent>
      <mc:AlternateContent xmlns:mc="http://schemas.openxmlformats.org/markup-compatibility/2006">
        <mc:Choice xmlns:p14="http://schemas.microsoft.com/office/powerpoint/2010/main" Requires="p14">
          <p:contentPart p14:bwMode="auto" r:id="rId43">
            <p14:nvContentPartPr>
              <p14:cNvPr id="1048996" name=""/>
              <p14:cNvContentPartPr/>
              <p14:nvPr/>
            </p14:nvContentPartPr>
            <p14:xfrm>
              <a:off x="9361738" y="1567568"/>
              <a:ext cx="299860" cy="255203"/>
            </p14:xfrm>
          </p:contentPart>
        </mc:Choice>
        <mc:Fallback>
          <p:sp>
            <p:nvSpPr>
              <p:cNvPr id="1048996" name=""/>
              <p:cNvSpPr/>
              <p:nvPr/>
            </p:nvSpPr>
            <p:spPr>
              <a:xfrm>
                <a:off x="9361738" y="1567568"/>
                <a:ext cx="299860" cy="255203"/>
              </a:xfrm>
            </p:spPr>
          </p:sp>
        </mc:Fallback>
      </mc:AlternateContent>
      <mc:AlternateContent xmlns:mc="http://schemas.openxmlformats.org/markup-compatibility/2006">
        <mc:Choice xmlns:p14="http://schemas.microsoft.com/office/powerpoint/2010/main" Requires="p14">
          <p:contentPart p14:bwMode="auto" r:id="rId44">
            <p14:nvContentPartPr>
              <p14:cNvPr id="1048997" name=""/>
              <p14:cNvContentPartPr/>
              <p14:nvPr/>
            </p14:nvContentPartPr>
            <p14:xfrm>
              <a:off x="9651496" y="1944079"/>
              <a:ext cx="202268" cy="312106"/>
            </p14:xfrm>
          </p:contentPart>
        </mc:Choice>
        <mc:Fallback>
          <p:sp>
            <p:nvSpPr>
              <p:cNvPr id="1048997" name=""/>
              <p:cNvSpPr/>
              <p:nvPr/>
            </p:nvSpPr>
            <p:spPr>
              <a:xfrm>
                <a:off x="9651496" y="1944079"/>
                <a:ext cx="202268" cy="312106"/>
              </a:xfrm>
            </p:spPr>
          </p:sp>
        </mc:Fallback>
      </mc:AlternateContent>
      <mc:AlternateContent xmlns:mc="http://schemas.openxmlformats.org/markup-compatibility/2006">
        <mc:Choice xmlns:p14="http://schemas.microsoft.com/office/powerpoint/2010/main" Requires="p14">
          <p:contentPart p14:bwMode="auto" r:id="rId45">
            <p14:nvContentPartPr>
              <p14:cNvPr id="1048998" name=""/>
              <p14:cNvContentPartPr/>
              <p14:nvPr/>
            </p14:nvContentPartPr>
            <p14:xfrm>
              <a:off x="9586804" y="1900396"/>
              <a:ext cx="256535" cy="7460"/>
            </p14:xfrm>
          </p:contentPart>
        </mc:Choice>
        <mc:Fallback>
          <p:sp>
            <p:nvSpPr>
              <p:cNvPr id="1048998" name=""/>
              <p:cNvSpPr/>
              <p:nvPr/>
            </p:nvSpPr>
            <p:spPr>
              <a:xfrm>
                <a:off x="9586804" y="1900396"/>
                <a:ext cx="256535" cy="7460"/>
              </a:xfrm>
            </p:spPr>
          </p:sp>
        </mc:Fallback>
      </mc:AlternateContent>
      <mc:AlternateContent xmlns:mc="http://schemas.openxmlformats.org/markup-compatibility/2006">
        <mc:Choice xmlns:p14="http://schemas.microsoft.com/office/powerpoint/2010/main" Requires="p14">
          <p:contentPart p14:bwMode="auto" r:id="rId46">
            <p14:nvContentPartPr>
              <p14:cNvPr id="1048999" name=""/>
              <p14:cNvContentPartPr/>
              <p14:nvPr/>
            </p14:nvContentPartPr>
            <p14:xfrm>
              <a:off x="9758448" y="1842317"/>
              <a:ext cx="106311" cy="127643"/>
            </p14:xfrm>
          </p:contentPart>
        </mc:Choice>
        <mc:Fallback>
          <p:sp>
            <p:nvSpPr>
              <p:cNvPr id="1048999" name=""/>
              <p:cNvSpPr/>
              <p:nvPr/>
            </p:nvSpPr>
            <p:spPr>
              <a:xfrm>
                <a:off x="9758448" y="1842317"/>
                <a:ext cx="106311" cy="127643"/>
              </a:xfrm>
            </p:spPr>
          </p:sp>
        </mc:Fallback>
      </mc:AlternateContent>
      <mc:AlternateContent xmlns:mc="http://schemas.openxmlformats.org/markup-compatibility/2006">
        <mc:Choice xmlns:p14="http://schemas.microsoft.com/office/powerpoint/2010/main" Requires="p14">
          <p:contentPart p14:bwMode="auto" r:id="rId47">
            <p14:nvContentPartPr>
              <p14:cNvPr id="1049000" name=""/>
              <p14:cNvContentPartPr/>
              <p14:nvPr/>
            </p14:nvContentPartPr>
            <p14:xfrm>
              <a:off x="9840523" y="2211887"/>
              <a:ext cx="142975" cy="165499"/>
            </p14:xfrm>
          </p:contentPart>
        </mc:Choice>
        <mc:Fallback>
          <p:sp>
            <p:nvSpPr>
              <p:cNvPr id="1049000" name=""/>
              <p:cNvSpPr/>
              <p:nvPr/>
            </p:nvSpPr>
            <p:spPr>
              <a:xfrm>
                <a:off x="9840523" y="2211887"/>
                <a:ext cx="142975" cy="165499"/>
              </a:xfrm>
            </p:spPr>
          </p:sp>
        </mc:Fallback>
      </mc:AlternateContent>
      <mc:AlternateContent xmlns:mc="http://schemas.openxmlformats.org/markup-compatibility/2006">
        <mc:Choice xmlns:p14="http://schemas.microsoft.com/office/powerpoint/2010/main" Requires="p14">
          <p:contentPart p14:bwMode="auto" r:id="rId48">
            <p14:nvContentPartPr>
              <p14:cNvPr id="1049001" name=""/>
              <p14:cNvContentPartPr/>
              <p14:nvPr/>
            </p14:nvContentPartPr>
            <p14:xfrm>
              <a:off x="10028132" y="1936633"/>
              <a:ext cx="101844" cy="515643"/>
            </p14:xfrm>
          </p:contentPart>
        </mc:Choice>
        <mc:Fallback>
          <p:sp>
            <p:nvSpPr>
              <p:cNvPr id="1049001" name=""/>
              <p:cNvSpPr/>
              <p:nvPr/>
            </p:nvSpPr>
            <p:spPr>
              <a:xfrm>
                <a:off x="10028132" y="1936633"/>
                <a:ext cx="101844" cy="515643"/>
              </a:xfrm>
            </p:spPr>
          </p:sp>
        </mc:Fallback>
      </mc:AlternateContent>
      <mc:AlternateContent xmlns:mc="http://schemas.openxmlformats.org/markup-compatibility/2006">
        <mc:Choice xmlns:p14="http://schemas.microsoft.com/office/powerpoint/2010/main" Requires="p14">
          <p:contentPart p14:bwMode="auto" r:id="rId49">
            <p14:nvContentPartPr>
              <p14:cNvPr id="1049002" name=""/>
              <p14:cNvContentPartPr/>
              <p14:nvPr/>
            </p14:nvContentPartPr>
            <p14:xfrm>
              <a:off x="10065455" y="2099714"/>
              <a:ext cx="150875" cy="200641"/>
            </p14:xfrm>
          </p:contentPart>
        </mc:Choice>
        <mc:Fallback>
          <p:sp>
            <p:nvSpPr>
              <p:cNvPr id="1049002" name=""/>
              <p:cNvSpPr/>
              <p:nvPr/>
            </p:nvSpPr>
            <p:spPr>
              <a:xfrm>
                <a:off x="10065455" y="2099714"/>
                <a:ext cx="150875" cy="200641"/>
              </a:xfrm>
            </p:spPr>
          </p:sp>
        </mc:Fallback>
      </mc:AlternateContent>
      <mc:AlternateContent xmlns:mc="http://schemas.openxmlformats.org/markup-compatibility/2006">
        <mc:Choice xmlns:p14="http://schemas.microsoft.com/office/powerpoint/2010/main" Requires="p14">
          <p:contentPart p14:bwMode="auto" r:id="rId50">
            <p14:nvContentPartPr>
              <p14:cNvPr id="1049003" name=""/>
              <p14:cNvContentPartPr/>
              <p14:nvPr/>
            </p14:nvContentPartPr>
            <p14:xfrm>
              <a:off x="10228045" y="2063463"/>
              <a:ext cx="122554" cy="323762"/>
            </p14:xfrm>
          </p:contentPart>
        </mc:Choice>
        <mc:Fallback>
          <p:sp>
            <p:nvSpPr>
              <p:cNvPr id="1049003" name=""/>
              <p:cNvSpPr/>
              <p:nvPr/>
            </p:nvSpPr>
            <p:spPr>
              <a:xfrm>
                <a:off x="10228045" y="2063463"/>
                <a:ext cx="122554" cy="323762"/>
              </a:xfrm>
            </p:spPr>
          </p:sp>
        </mc:Fallback>
      </mc:AlternateContent>
      <mc:AlternateContent xmlns:mc="http://schemas.openxmlformats.org/markup-compatibility/2006">
        <mc:Choice xmlns:p14="http://schemas.microsoft.com/office/powerpoint/2010/main" Requires="p14">
          <p:contentPart p14:bwMode="auto" r:id="rId51">
            <p14:nvContentPartPr>
              <p14:cNvPr id="1049004" name=""/>
              <p14:cNvContentPartPr/>
              <p14:nvPr/>
            </p14:nvContentPartPr>
            <p14:xfrm>
              <a:off x="10291030" y="2241175"/>
              <a:ext cx="75012" cy="235293"/>
            </p14:xfrm>
          </p:contentPart>
        </mc:Choice>
        <mc:Fallback>
          <p:sp>
            <p:nvSpPr>
              <p:cNvPr id="1049004" name=""/>
              <p:cNvSpPr/>
              <p:nvPr/>
            </p:nvSpPr>
            <p:spPr>
              <a:xfrm>
                <a:off x="10291030" y="2241175"/>
                <a:ext cx="75012" cy="235293"/>
              </a:xfrm>
            </p:spPr>
          </p:sp>
        </mc:Fallback>
      </mc:AlternateContent>
      <mc:AlternateContent xmlns:mc="http://schemas.openxmlformats.org/markup-compatibility/2006">
        <mc:Choice xmlns:p14="http://schemas.microsoft.com/office/powerpoint/2010/main" Requires="p14">
          <p:contentPart p14:bwMode="auto" r:id="rId52">
            <p14:nvContentPartPr>
              <p14:cNvPr id="1049005" name=""/>
              <p14:cNvContentPartPr/>
              <p14:nvPr/>
            </p14:nvContentPartPr>
            <p14:xfrm>
              <a:off x="10325812" y="2229277"/>
              <a:ext cx="113990" cy="207614"/>
            </p14:xfrm>
          </p:contentPart>
        </mc:Choice>
        <mc:Fallback>
          <p:sp>
            <p:nvSpPr>
              <p:cNvPr id="1049005" name=""/>
              <p:cNvSpPr/>
              <p:nvPr/>
            </p:nvSpPr>
            <p:spPr>
              <a:xfrm>
                <a:off x="10325812" y="2229277"/>
                <a:ext cx="113990" cy="207614"/>
              </a:xfrm>
            </p:spPr>
          </p:sp>
        </mc:Fallback>
      </mc:AlternateContent>
      <mc:AlternateContent xmlns:mc="http://schemas.openxmlformats.org/markup-compatibility/2006">
        <mc:Choice xmlns:p14="http://schemas.microsoft.com/office/powerpoint/2010/main" Requires="p14">
          <p:contentPart p14:bwMode="auto" r:id="rId53">
            <p14:nvContentPartPr>
              <p14:cNvPr id="1049006" name=""/>
              <p14:cNvContentPartPr/>
              <p14:nvPr/>
            </p14:nvContentPartPr>
            <p14:xfrm>
              <a:off x="10430806" y="2066938"/>
              <a:ext cx="154336" cy="448058"/>
            </p14:xfrm>
          </p:contentPart>
        </mc:Choice>
        <mc:Fallback>
          <p:sp>
            <p:nvSpPr>
              <p:cNvPr id="1049006" name=""/>
              <p:cNvSpPr/>
              <p:nvPr/>
            </p:nvSpPr>
            <p:spPr>
              <a:xfrm>
                <a:off x="10430806" y="2066938"/>
                <a:ext cx="154336" cy="448058"/>
              </a:xfrm>
            </p:spPr>
          </p:sp>
        </mc:Fallback>
      </mc:AlternateContent>
      <mc:AlternateContent xmlns:mc="http://schemas.openxmlformats.org/markup-compatibility/2006">
        <mc:Choice xmlns:p14="http://schemas.microsoft.com/office/powerpoint/2010/main" Requires="p14">
          <p:contentPart p14:bwMode="auto" r:id="rId54">
            <p14:nvContentPartPr>
              <p14:cNvPr id="1049007" name=""/>
              <p14:cNvContentPartPr/>
              <p14:nvPr/>
            </p14:nvContentPartPr>
            <p14:xfrm>
              <a:off x="10844089" y="705064"/>
              <a:ext cx="172789" cy="139087"/>
            </p14:xfrm>
          </p:contentPart>
        </mc:Choice>
        <mc:Fallback>
          <p:sp>
            <p:nvSpPr>
              <p:cNvPr id="1049007" name=""/>
              <p:cNvSpPr/>
              <p:nvPr/>
            </p:nvSpPr>
            <p:spPr>
              <a:xfrm>
                <a:off x="10844089" y="705064"/>
                <a:ext cx="172789" cy="139087"/>
              </a:xfrm>
            </p:spPr>
          </p:sp>
        </mc:Fallback>
      </mc:AlternateContent>
      <mc:AlternateContent xmlns:mc="http://schemas.openxmlformats.org/markup-compatibility/2006">
        <mc:Choice xmlns:p14="http://schemas.microsoft.com/office/powerpoint/2010/main" Requires="p14">
          <p:contentPart p14:bwMode="auto" r:id="rId55">
            <p14:nvContentPartPr>
              <p14:cNvPr id="1049008" name=""/>
              <p14:cNvContentPartPr/>
              <p14:nvPr/>
            </p14:nvContentPartPr>
            <p14:xfrm>
              <a:off x="10866855" y="712262"/>
              <a:ext cx="137961" cy="177963"/>
            </p14:xfrm>
          </p:contentPart>
        </mc:Choice>
        <mc:Fallback>
          <p:sp>
            <p:nvSpPr>
              <p:cNvPr id="1049008" name=""/>
              <p:cNvSpPr/>
              <p:nvPr/>
            </p:nvSpPr>
            <p:spPr>
              <a:xfrm>
                <a:off x="10866855" y="712262"/>
                <a:ext cx="137961" cy="177963"/>
              </a:xfrm>
            </p:spPr>
          </p:sp>
        </mc:Fallback>
      </mc:AlternateContent>
      <mc:AlternateContent xmlns:mc="http://schemas.openxmlformats.org/markup-compatibility/2006">
        <mc:Choice xmlns:p14="http://schemas.microsoft.com/office/powerpoint/2010/main" Requires="p14">
          <p:contentPart p14:bwMode="auto" r:id="rId56">
            <p14:nvContentPartPr>
              <p14:cNvPr id="1049009" name=""/>
              <p14:cNvContentPartPr/>
              <p14:nvPr/>
            </p14:nvContentPartPr>
            <p14:xfrm>
              <a:off x="11074240" y="604047"/>
              <a:ext cx="15823" cy="155453"/>
            </p14:xfrm>
          </p:contentPart>
        </mc:Choice>
        <mc:Fallback>
          <p:sp>
            <p:nvSpPr>
              <p:cNvPr id="1049009" name=""/>
              <p:cNvSpPr/>
              <p:nvPr/>
            </p:nvSpPr>
            <p:spPr>
              <a:xfrm>
                <a:off x="11074240" y="604047"/>
                <a:ext cx="15823" cy="155453"/>
              </a:xfrm>
            </p:spPr>
          </p:sp>
        </mc:Fallback>
      </mc:AlternateContent>
      <mc:AlternateContent xmlns:mc="http://schemas.openxmlformats.org/markup-compatibility/2006">
        <mc:Choice xmlns:p14="http://schemas.microsoft.com/office/powerpoint/2010/main" Requires="p14">
          <p:contentPart p14:bwMode="auto" r:id="rId57">
            <p14:nvContentPartPr>
              <p14:cNvPr id="1049010" name=""/>
              <p14:cNvContentPartPr/>
              <p14:nvPr/>
            </p14:nvContentPartPr>
            <p14:xfrm>
              <a:off x="11088359" y="554861"/>
              <a:ext cx="202379" cy="127240"/>
            </p14:xfrm>
          </p:contentPart>
        </mc:Choice>
        <mc:Fallback>
          <p:sp>
            <p:nvSpPr>
              <p:cNvPr id="1049010" name=""/>
              <p:cNvSpPr/>
              <p:nvPr/>
            </p:nvSpPr>
            <p:spPr>
              <a:xfrm>
                <a:off x="11088359" y="554861"/>
                <a:ext cx="202379" cy="127240"/>
              </a:xfrm>
            </p:spPr>
          </p:sp>
        </mc:Fallback>
      </mc:AlternateContent>
      <mc:AlternateContent xmlns:mc="http://schemas.openxmlformats.org/markup-compatibility/2006">
        <mc:Choice xmlns:p14="http://schemas.microsoft.com/office/powerpoint/2010/main" Requires="p14">
          <p:contentPart p14:bwMode="auto" r:id="rId58">
            <p14:nvContentPartPr>
              <p14:cNvPr id="1049011" name=""/>
              <p14:cNvContentPartPr/>
              <p14:nvPr/>
            </p14:nvContentPartPr>
            <p14:xfrm>
              <a:off x="9514881" y="798449"/>
              <a:ext cx="1428510" cy="899416"/>
            </p14:xfrm>
          </p:contentPart>
        </mc:Choice>
        <mc:Fallback>
          <p:sp>
            <p:nvSpPr>
              <p:cNvPr id="1049011" name=""/>
              <p:cNvSpPr/>
              <p:nvPr/>
            </p:nvSpPr>
            <p:spPr>
              <a:xfrm>
                <a:off x="9514881" y="798449"/>
                <a:ext cx="1428510" cy="899416"/>
              </a:xfrm>
            </p:spPr>
          </p:sp>
        </mc:Fallback>
      </mc:AlternateContent>
      <mc:AlternateContent xmlns:mc="http://schemas.openxmlformats.org/markup-compatibility/2006">
        <mc:Choice xmlns:p14="http://schemas.microsoft.com/office/powerpoint/2010/main" Requires="p14">
          <p:contentPart p14:bwMode="auto" r:id="rId59">
            <p14:nvContentPartPr>
              <p14:cNvPr id="1049012" name=""/>
              <p14:cNvContentPartPr/>
              <p14:nvPr/>
            </p14:nvContentPartPr>
            <p14:xfrm>
              <a:off x="10688151" y="829418"/>
              <a:ext cx="227553" cy="144248"/>
            </p14:xfrm>
          </p:contentPart>
        </mc:Choice>
        <mc:Fallback>
          <p:sp>
            <p:nvSpPr>
              <p:cNvPr id="1049012" name=""/>
              <p:cNvSpPr/>
              <p:nvPr/>
            </p:nvSpPr>
            <p:spPr>
              <a:xfrm>
                <a:off x="10688151" y="829418"/>
                <a:ext cx="227553" cy="144248"/>
              </a:xfrm>
            </p:spPr>
          </p:sp>
        </mc:Fallback>
      </mc:AlternateContent>
      <mc:AlternateContent xmlns:mc="http://schemas.openxmlformats.org/markup-compatibility/2006">
        <mc:Choice xmlns:p14="http://schemas.microsoft.com/office/powerpoint/2010/main" Requires="p14">
          <p:contentPart p14:bwMode="auto" r:id="rId60">
            <p14:nvContentPartPr>
              <p14:cNvPr id="1049013" name=""/>
              <p14:cNvContentPartPr/>
              <p14:nvPr/>
            </p14:nvContentPartPr>
            <p14:xfrm>
              <a:off x="9987013" y="973754"/>
              <a:ext cx="214445" cy="213387"/>
            </p14:xfrm>
          </p:contentPart>
        </mc:Choice>
        <mc:Fallback>
          <p:sp>
            <p:nvSpPr>
              <p:cNvPr id="1049013" name=""/>
              <p:cNvSpPr/>
              <p:nvPr/>
            </p:nvSpPr>
            <p:spPr>
              <a:xfrm>
                <a:off x="9987013" y="973754"/>
                <a:ext cx="214445" cy="213387"/>
              </a:xfrm>
            </p:spPr>
          </p:sp>
        </mc:Fallback>
      </mc:AlternateContent>
      <mc:AlternateContent xmlns:mc="http://schemas.openxmlformats.org/markup-compatibility/2006">
        <mc:Choice xmlns:p14="http://schemas.microsoft.com/office/powerpoint/2010/main" Requires="p14">
          <p:contentPart p14:bwMode="auto" r:id="rId61">
            <p14:nvContentPartPr>
              <p14:cNvPr id="1049014" name=""/>
              <p14:cNvContentPartPr/>
              <p14:nvPr/>
            </p14:nvContentPartPr>
            <p14:xfrm>
              <a:off x="10662717" y="152106"/>
              <a:ext cx="245915" cy="676065"/>
            </p14:xfrm>
          </p:contentPart>
        </mc:Choice>
        <mc:Fallback>
          <p:sp>
            <p:nvSpPr>
              <p:cNvPr id="1049014" name=""/>
              <p:cNvSpPr/>
              <p:nvPr/>
            </p:nvSpPr>
            <p:spPr>
              <a:xfrm>
                <a:off x="10662717" y="152106"/>
                <a:ext cx="245915" cy="676065"/>
              </a:xfrm>
            </p:spPr>
          </p:sp>
        </mc:Fallback>
      </mc:AlternateContent>
      <mc:AlternateContent xmlns:mc="http://schemas.openxmlformats.org/markup-compatibility/2006">
        <mc:Choice xmlns:p14="http://schemas.microsoft.com/office/powerpoint/2010/main" Requires="p14">
          <p:contentPart p14:bwMode="auto" r:id="rId62">
            <p14:nvContentPartPr>
              <p14:cNvPr id="1049015" name=""/>
              <p14:cNvContentPartPr/>
              <p14:nvPr/>
            </p14:nvContentPartPr>
            <p14:xfrm>
              <a:off x="10967017" y="197991"/>
              <a:ext cx="257246" cy="225094"/>
            </p14:xfrm>
          </p:contentPart>
        </mc:Choice>
        <mc:Fallback>
          <p:sp>
            <p:nvSpPr>
              <p:cNvPr id="1049015" name=""/>
              <p:cNvSpPr/>
              <p:nvPr/>
            </p:nvSpPr>
            <p:spPr>
              <a:xfrm>
                <a:off x="10967017" y="197991"/>
                <a:ext cx="257246" cy="225094"/>
              </a:xfrm>
            </p:spPr>
          </p:sp>
        </mc:Fallback>
      </mc:AlternateContent>
      <mc:AlternateContent xmlns:mc="http://schemas.openxmlformats.org/markup-compatibility/2006">
        <mc:Choice xmlns:p14="http://schemas.microsoft.com/office/powerpoint/2010/main" Requires="p14">
          <p:contentPart p14:bwMode="auto" r:id="rId63">
            <p14:nvContentPartPr>
              <p14:cNvPr id="1049016" name=""/>
              <p14:cNvContentPartPr/>
              <p14:nvPr/>
            </p14:nvContentPartPr>
            <p14:xfrm>
              <a:off x="10945396" y="106313"/>
              <a:ext cx="245726" cy="113767"/>
            </p14:xfrm>
          </p:contentPart>
        </mc:Choice>
        <mc:Fallback>
          <p:sp>
            <p:nvSpPr>
              <p:cNvPr id="1049016" name=""/>
              <p:cNvSpPr/>
              <p:nvPr/>
            </p:nvSpPr>
            <p:spPr>
              <a:xfrm>
                <a:off x="10945396" y="106313"/>
                <a:ext cx="245726" cy="113767"/>
              </a:xfrm>
            </p:spPr>
          </p:sp>
        </mc:Fallback>
      </mc:AlternateContent>
      <mc:AlternateContent xmlns:mc="http://schemas.openxmlformats.org/markup-compatibility/2006">
        <mc:Choice xmlns:p14="http://schemas.microsoft.com/office/powerpoint/2010/main" Requires="p14">
          <p:contentPart p14:bwMode="auto" r:id="rId64">
            <p14:nvContentPartPr>
              <p14:cNvPr id="1049017" name=""/>
              <p14:cNvContentPartPr/>
              <p14:nvPr/>
            </p14:nvContentPartPr>
            <p14:xfrm>
              <a:off x="11059679" y="95240"/>
              <a:ext cx="153977" cy="95250"/>
            </p14:xfrm>
          </p:contentPart>
        </mc:Choice>
        <mc:Fallback>
          <p:sp>
            <p:nvSpPr>
              <p:cNvPr id="1049017" name=""/>
              <p:cNvSpPr/>
              <p:nvPr/>
            </p:nvSpPr>
            <p:spPr>
              <a:xfrm>
                <a:off x="11059679" y="95240"/>
                <a:ext cx="153977" cy="95250"/>
              </a:xfrm>
            </p:spPr>
          </p:sp>
        </mc:Fallback>
      </mc:AlternateContent>
      <mc:AlternateContent xmlns:mc="http://schemas.openxmlformats.org/markup-compatibility/2006">
        <mc:Choice xmlns:p14="http://schemas.microsoft.com/office/powerpoint/2010/main" Requires="p14">
          <p:contentPart p14:bwMode="auto" r:id="rId65">
            <p14:nvContentPartPr>
              <p14:cNvPr id="1049018" name=""/>
              <p14:cNvContentPartPr/>
              <p14:nvPr/>
            </p14:nvContentPartPr>
            <p14:xfrm>
              <a:off x="11152781" y="308894"/>
              <a:ext cx="167502" cy="192199"/>
            </p14:xfrm>
          </p:contentPart>
        </mc:Choice>
        <mc:Fallback>
          <p:sp>
            <p:nvSpPr>
              <p:cNvPr id="1049018" name=""/>
              <p:cNvSpPr/>
              <p:nvPr/>
            </p:nvSpPr>
            <p:spPr>
              <a:xfrm>
                <a:off x="11152781" y="308894"/>
                <a:ext cx="167502" cy="192199"/>
              </a:xfrm>
            </p:spPr>
          </p:sp>
        </mc:Fallback>
      </mc:AlternateContent>
      <mc:AlternateContent xmlns:mc="http://schemas.openxmlformats.org/markup-compatibility/2006">
        <mc:Choice xmlns:p14="http://schemas.microsoft.com/office/powerpoint/2010/main" Requires="p14">
          <p:contentPart p14:bwMode="auto" r:id="rId66">
            <p14:nvContentPartPr>
              <p14:cNvPr id="1049019" name=""/>
              <p14:cNvContentPartPr/>
              <p14:nvPr/>
            </p14:nvContentPartPr>
            <p14:xfrm>
              <a:off x="11333284" y="227031"/>
              <a:ext cx="105424" cy="248111"/>
            </p14:xfrm>
          </p:contentPart>
        </mc:Choice>
        <mc:Fallback>
          <p:sp>
            <p:nvSpPr>
              <p:cNvPr id="1049019" name=""/>
              <p:cNvSpPr/>
              <p:nvPr/>
            </p:nvSpPr>
            <p:spPr>
              <a:xfrm>
                <a:off x="11333284" y="227031"/>
                <a:ext cx="105424" cy="248111"/>
              </a:xfrm>
            </p:spPr>
          </p:sp>
        </mc:Fallback>
      </mc:AlternateContent>
      <mc:AlternateContent xmlns:mc="http://schemas.openxmlformats.org/markup-compatibility/2006">
        <mc:Choice xmlns:p14="http://schemas.microsoft.com/office/powerpoint/2010/main" Requires="p14">
          <p:contentPart p14:bwMode="auto" r:id="rId67">
            <p14:nvContentPartPr>
              <p14:cNvPr id="1049020" name=""/>
              <p14:cNvContentPartPr/>
              <p14:nvPr/>
            </p14:nvContentPartPr>
            <p14:xfrm>
              <a:off x="11414703" y="342940"/>
              <a:ext cx="32898" cy="183654"/>
            </p14:xfrm>
          </p:contentPart>
        </mc:Choice>
        <mc:Fallback>
          <p:sp>
            <p:nvSpPr>
              <p:cNvPr id="1049020" name=""/>
              <p:cNvSpPr/>
              <p:nvPr/>
            </p:nvSpPr>
            <p:spPr>
              <a:xfrm>
                <a:off x="11414703" y="342940"/>
                <a:ext cx="32898" cy="183654"/>
              </a:xfrm>
            </p:spPr>
          </p:sp>
        </mc:Fallback>
      </mc:AlternateContent>
      <mc:AlternateContent xmlns:mc="http://schemas.openxmlformats.org/markup-compatibility/2006">
        <mc:Choice xmlns:p14="http://schemas.microsoft.com/office/powerpoint/2010/main" Requires="p14">
          <p:contentPart p14:bwMode="auto" r:id="rId68">
            <p14:nvContentPartPr>
              <p14:cNvPr id="1049021" name=""/>
              <p14:cNvContentPartPr/>
              <p14:nvPr/>
            </p14:nvContentPartPr>
            <p14:xfrm>
              <a:off x="11402967" y="293976"/>
              <a:ext cx="150610" cy="168034"/>
            </p14:xfrm>
          </p:contentPart>
        </mc:Choice>
        <mc:Fallback>
          <p:sp>
            <p:nvSpPr>
              <p:cNvPr id="1049021" name=""/>
              <p:cNvSpPr/>
              <p:nvPr/>
            </p:nvSpPr>
            <p:spPr>
              <a:xfrm>
                <a:off x="11402967" y="293976"/>
                <a:ext cx="150610" cy="168034"/>
              </a:xfrm>
            </p:spPr>
          </p:sp>
        </mc:Fallback>
      </mc:AlternateContent>
      <mc:AlternateContent xmlns:mc="http://schemas.openxmlformats.org/markup-compatibility/2006">
        <mc:Choice xmlns:p14="http://schemas.microsoft.com/office/powerpoint/2010/main" Requires="p14">
          <p:contentPart p14:bwMode="auto" r:id="rId69">
            <p14:nvContentPartPr>
              <p14:cNvPr id="1049022" name=""/>
              <p14:cNvContentPartPr/>
              <p14:nvPr/>
            </p14:nvContentPartPr>
            <p14:xfrm>
              <a:off x="11524750" y="147358"/>
              <a:ext cx="121233" cy="305314"/>
            </p14:xfrm>
          </p:contentPart>
        </mc:Choice>
        <mc:Fallback>
          <p:sp>
            <p:nvSpPr>
              <p:cNvPr id="1049022" name=""/>
              <p:cNvSpPr/>
              <p:nvPr/>
            </p:nvSpPr>
            <p:spPr>
              <a:xfrm>
                <a:off x="11524750" y="147358"/>
                <a:ext cx="121233" cy="305314"/>
              </a:xfrm>
            </p:spPr>
          </p:sp>
        </mc:Fallback>
      </mc:AlternateContent>
      <mc:AlternateContent xmlns:mc="http://schemas.openxmlformats.org/markup-compatibility/2006">
        <mc:Choice xmlns:p14="http://schemas.microsoft.com/office/powerpoint/2010/main" Requires="p14">
          <p:contentPart p14:bwMode="auto" r:id="rId70">
            <p14:nvContentPartPr>
              <p14:cNvPr id="1049023" name=""/>
              <p14:cNvContentPartPr/>
              <p14:nvPr/>
            </p14:nvContentPartPr>
            <p14:xfrm>
              <a:off x="10888034" y="306951"/>
              <a:ext cx="177103" cy="261083"/>
            </p14:xfrm>
          </p:contentPart>
        </mc:Choice>
        <mc:Fallback>
          <p:sp>
            <p:nvSpPr>
              <p:cNvPr id="1049023" name=""/>
              <p:cNvSpPr/>
              <p:nvPr/>
            </p:nvSpPr>
            <p:spPr>
              <a:xfrm>
                <a:off x="10888034" y="306951"/>
                <a:ext cx="177103" cy="261083"/>
              </a:xfrm>
            </p:spPr>
          </p:sp>
        </mc:Fallback>
      </mc:AlternateContent>
      <mc:AlternateContent xmlns:mc="http://schemas.openxmlformats.org/markup-compatibility/2006">
        <mc:Choice xmlns:p14="http://schemas.microsoft.com/office/powerpoint/2010/main" Requires="p14">
          <p:contentPart p14:bwMode="auto" r:id="rId71">
            <p14:nvContentPartPr>
              <p14:cNvPr id="1049024" name=""/>
              <p14:cNvContentPartPr/>
              <p14:nvPr/>
            </p14:nvContentPartPr>
            <p14:xfrm>
              <a:off x="10902596" y="473320"/>
              <a:ext cx="747291" cy="376692"/>
            </p14:xfrm>
          </p:contentPart>
        </mc:Choice>
        <mc:Fallback>
          <p:sp>
            <p:nvSpPr>
              <p:cNvPr id="1049024" name=""/>
              <p:cNvSpPr/>
              <p:nvPr/>
            </p:nvSpPr>
            <p:spPr>
              <a:xfrm>
                <a:off x="10902596" y="473320"/>
                <a:ext cx="747291" cy="376692"/>
              </a:xfrm>
            </p:spPr>
          </p:sp>
        </mc:Fallback>
      </mc:AlternateContent>
      <mc:AlternateContent xmlns:mc="http://schemas.openxmlformats.org/markup-compatibility/2006">
        <mc:Choice xmlns:p14="http://schemas.microsoft.com/office/powerpoint/2010/main" Requires="p14">
          <p:contentPart p14:bwMode="auto" r:id="rId72">
            <p14:nvContentPartPr>
              <p14:cNvPr id="1049025" name=""/>
              <p14:cNvContentPartPr/>
              <p14:nvPr/>
            </p14:nvContentPartPr>
            <p14:xfrm>
              <a:off x="11517691" y="499328"/>
              <a:ext cx="97026" cy="90345"/>
            </p14:xfrm>
          </p:contentPart>
        </mc:Choice>
        <mc:Fallback>
          <p:sp>
            <p:nvSpPr>
              <p:cNvPr id="1049025" name=""/>
              <p:cNvSpPr/>
              <p:nvPr/>
            </p:nvSpPr>
            <p:spPr>
              <a:xfrm>
                <a:off x="11517691" y="499328"/>
                <a:ext cx="97026" cy="90345"/>
              </a:xfrm>
            </p:spPr>
          </p:sp>
        </mc:Fallback>
      </mc:AlternateContent>
      <mc:AlternateContent xmlns:mc="http://schemas.openxmlformats.org/markup-compatibility/2006">
        <mc:Choice xmlns:p14="http://schemas.microsoft.com/office/powerpoint/2010/main" Requires="p14">
          <p:contentPart p14:bwMode="auto" r:id="rId73">
            <p14:nvContentPartPr>
              <p14:cNvPr id="1049026" name=""/>
              <p14:cNvContentPartPr/>
              <p14:nvPr/>
            </p14:nvContentPartPr>
            <p14:xfrm>
              <a:off x="11617853" y="635679"/>
              <a:ext cx="169597" cy="135950"/>
            </p14:xfrm>
          </p:contentPart>
        </mc:Choice>
        <mc:Fallback>
          <p:sp>
            <p:nvSpPr>
              <p:cNvPr id="1049026" name=""/>
              <p:cNvSpPr/>
              <p:nvPr/>
            </p:nvSpPr>
            <p:spPr>
              <a:xfrm>
                <a:off x="11617853" y="635679"/>
                <a:ext cx="169597" cy="135950"/>
              </a:xfrm>
            </p:spPr>
          </p:sp>
        </mc:Fallback>
      </mc:AlternateContent>
      <mc:AlternateContent xmlns:mc="http://schemas.openxmlformats.org/markup-compatibility/2006">
        <mc:Choice xmlns:p14="http://schemas.microsoft.com/office/powerpoint/2010/main" Requires="p14">
          <p:contentPart p14:bwMode="auto" r:id="rId74">
            <p14:nvContentPartPr>
              <p14:cNvPr id="1049027" name=""/>
              <p14:cNvContentPartPr/>
              <p14:nvPr/>
            </p14:nvContentPartPr>
            <p14:xfrm>
              <a:off x="11832298" y="659277"/>
              <a:ext cx="124892" cy="126208"/>
            </p14:xfrm>
          </p:contentPart>
        </mc:Choice>
        <mc:Fallback>
          <p:sp>
            <p:nvSpPr>
              <p:cNvPr id="1049027" name=""/>
              <p:cNvSpPr/>
              <p:nvPr/>
            </p:nvSpPr>
            <p:spPr>
              <a:xfrm>
                <a:off x="11832298" y="659277"/>
                <a:ext cx="124892" cy="126208"/>
              </a:xfrm>
            </p:spPr>
          </p:sp>
        </mc:Fallback>
      </mc:AlternateContent>
      <mc:AlternateContent xmlns:mc="http://schemas.openxmlformats.org/markup-compatibility/2006">
        <mc:Choice xmlns:p14="http://schemas.microsoft.com/office/powerpoint/2010/main" Requires="p14">
          <p:contentPart p14:bwMode="auto" r:id="rId75">
            <p14:nvContentPartPr>
              <p14:cNvPr id="1049028" name=""/>
              <p14:cNvContentPartPr/>
              <p14:nvPr/>
            </p14:nvContentPartPr>
            <p14:xfrm>
              <a:off x="11681834" y="542044"/>
              <a:ext cx="143047" cy="83347"/>
            </p14:xfrm>
          </p:contentPart>
        </mc:Choice>
        <mc:Fallback>
          <p:sp>
            <p:nvSpPr>
              <p:cNvPr id="1049028" name=""/>
              <p:cNvSpPr/>
              <p:nvPr/>
            </p:nvSpPr>
            <p:spPr>
              <a:xfrm>
                <a:off x="11681834" y="542044"/>
                <a:ext cx="143047" cy="83347"/>
              </a:xfrm>
            </p:spPr>
          </p:sp>
        </mc:Fallback>
      </mc:AlternateContent>
      <mc:AlternateContent xmlns:mc="http://schemas.openxmlformats.org/markup-compatibility/2006">
        <mc:Choice xmlns:p14="http://schemas.microsoft.com/office/powerpoint/2010/main" Requires="p14">
          <p:contentPart p14:bwMode="auto" r:id="rId76">
            <p14:nvContentPartPr>
              <p14:cNvPr id="1049029" name=""/>
              <p14:cNvContentPartPr/>
              <p14:nvPr/>
            </p14:nvContentPartPr>
            <p14:xfrm>
              <a:off x="10376165" y="233439"/>
              <a:ext cx="519371" cy="630721"/>
            </p14:xfrm>
          </p:contentPart>
        </mc:Choice>
        <mc:Fallback>
          <p:sp>
            <p:nvSpPr>
              <p:cNvPr id="1049029" name=""/>
              <p:cNvSpPr/>
              <p:nvPr/>
            </p:nvSpPr>
            <p:spPr>
              <a:xfrm>
                <a:off x="10376165" y="233439"/>
                <a:ext cx="519371" cy="630721"/>
              </a:xfrm>
            </p:spPr>
          </p:sp>
        </mc:Fallback>
      </mc:AlternateContent>
      <mc:AlternateContent xmlns:mc="http://schemas.openxmlformats.org/markup-compatibility/2006">
        <mc:Choice xmlns:p14="http://schemas.microsoft.com/office/powerpoint/2010/main" Requires="p14">
          <p:contentPart p14:bwMode="auto" r:id="rId77">
            <p14:nvContentPartPr>
              <p14:cNvPr id="1049030" name=""/>
              <p14:cNvContentPartPr/>
              <p14:nvPr/>
            </p14:nvContentPartPr>
            <p14:xfrm>
              <a:off x="10115856" y="174315"/>
              <a:ext cx="156647" cy="178373"/>
            </p14:xfrm>
          </p:contentPart>
        </mc:Choice>
        <mc:Fallback>
          <p:sp>
            <p:nvSpPr>
              <p:cNvPr id="1049030" name=""/>
              <p:cNvSpPr/>
              <p:nvPr/>
            </p:nvSpPr>
            <p:spPr>
              <a:xfrm>
                <a:off x="10115856" y="174315"/>
                <a:ext cx="156647" cy="178373"/>
              </a:xfrm>
            </p:spPr>
          </p:sp>
        </mc:Fallback>
      </mc:AlternateContent>
      <mc:AlternateContent xmlns:mc="http://schemas.openxmlformats.org/markup-compatibility/2006">
        <mc:Choice xmlns:p14="http://schemas.microsoft.com/office/powerpoint/2010/main" Requires="p14">
          <p:contentPart p14:bwMode="auto" r:id="rId78">
            <p14:nvContentPartPr>
              <p14:cNvPr id="1049031" name=""/>
              <p14:cNvContentPartPr/>
              <p14:nvPr/>
            </p14:nvContentPartPr>
            <p14:xfrm>
              <a:off x="10253527" y="130729"/>
              <a:ext cx="115892" cy="166968"/>
            </p14:xfrm>
          </p:contentPart>
        </mc:Choice>
        <mc:Fallback>
          <p:sp>
            <p:nvSpPr>
              <p:cNvPr id="1049031" name=""/>
              <p:cNvSpPr/>
              <p:nvPr/>
            </p:nvSpPr>
            <p:spPr>
              <a:xfrm>
                <a:off x="10253527" y="130729"/>
                <a:ext cx="115892" cy="166968"/>
              </a:xfrm>
            </p:spPr>
          </p:sp>
        </mc:Fallback>
      </mc:AlternateContent>
      <mc:AlternateContent xmlns:mc="http://schemas.openxmlformats.org/markup-compatibility/2006">
        <mc:Choice xmlns:p14="http://schemas.microsoft.com/office/powerpoint/2010/main" Requires="p14">
          <p:contentPart p14:bwMode="auto" r:id="rId79">
            <p14:nvContentPartPr>
              <p14:cNvPr id="1049032" name=""/>
              <p14:cNvContentPartPr/>
              <p14:nvPr/>
            </p14:nvContentPartPr>
            <p14:xfrm>
              <a:off x="10049733" y="89031"/>
              <a:ext cx="137605" cy="65545"/>
            </p14:xfrm>
          </p:contentPart>
        </mc:Choice>
        <mc:Fallback>
          <p:sp>
            <p:nvSpPr>
              <p:cNvPr id="1049032" name=""/>
              <p:cNvSpPr/>
              <p:nvPr/>
            </p:nvSpPr>
            <p:spPr>
              <a:xfrm>
                <a:off x="10049733" y="89031"/>
                <a:ext cx="137605" cy="65545"/>
              </a:xfrm>
            </p:spPr>
          </p:sp>
        </mc:Fallback>
      </mc:AlternateContent>
      <mc:AlternateContent xmlns:mc="http://schemas.openxmlformats.org/markup-compatibility/2006">
        <mc:Choice xmlns:p14="http://schemas.microsoft.com/office/powerpoint/2010/main" Requires="p14">
          <p:contentPart p14:bwMode="auto" r:id="rId80">
            <p14:nvContentPartPr>
              <p14:cNvPr id="1049033" name=""/>
              <p14:cNvContentPartPr/>
              <p14:nvPr/>
            </p14:nvContentPartPr>
            <p14:xfrm>
              <a:off x="10094235" y="67781"/>
              <a:ext cx="114080" cy="74587"/>
            </p14:xfrm>
          </p:contentPart>
        </mc:Choice>
        <mc:Fallback>
          <p:sp>
            <p:nvSpPr>
              <p:cNvPr id="1049033" name=""/>
              <p:cNvSpPr/>
              <p:nvPr/>
            </p:nvSpPr>
            <p:spPr>
              <a:xfrm>
                <a:off x="10094235" y="67781"/>
                <a:ext cx="114080" cy="74587"/>
              </a:xfrm>
            </p:spPr>
          </p:sp>
        </mc:Fallback>
      </mc:AlternateContent>
      <mc:AlternateContent xmlns:mc="http://schemas.openxmlformats.org/markup-compatibility/2006">
        <mc:Choice xmlns:p14="http://schemas.microsoft.com/office/powerpoint/2010/main" Requires="p14">
          <p:contentPart p14:bwMode="auto" r:id="rId81">
            <p14:nvContentPartPr>
              <p14:cNvPr id="1049034" name=""/>
              <p14:cNvContentPartPr/>
              <p14:nvPr/>
            </p14:nvContentPartPr>
            <p14:xfrm>
              <a:off x="746909" y="2358120"/>
              <a:ext cx="241627" cy="208065"/>
            </p14:xfrm>
          </p:contentPart>
        </mc:Choice>
        <mc:Fallback>
          <p:sp>
            <p:nvSpPr>
              <p:cNvPr id="1049034" name=""/>
              <p:cNvSpPr/>
              <p:nvPr/>
            </p:nvSpPr>
            <p:spPr>
              <a:xfrm>
                <a:off x="746909" y="2358120"/>
                <a:ext cx="241627" cy="208065"/>
              </a:xfrm>
            </p:spPr>
          </p:sp>
        </mc:Fallback>
      </mc:AlternateContent>
      <mc:AlternateContent xmlns:mc="http://schemas.openxmlformats.org/markup-compatibility/2006">
        <mc:Choice xmlns:p14="http://schemas.microsoft.com/office/powerpoint/2010/main" Requires="p14">
          <p:contentPart p14:bwMode="auto" r:id="rId82">
            <p14:nvContentPartPr>
              <p14:cNvPr id="1049035" name=""/>
              <p14:cNvContentPartPr/>
              <p14:nvPr/>
            </p14:nvContentPartPr>
            <p14:xfrm>
              <a:off x="782650" y="2218387"/>
              <a:ext cx="275936" cy="36935"/>
            </p14:xfrm>
          </p:contentPart>
        </mc:Choice>
        <mc:Fallback>
          <p:sp>
            <p:nvSpPr>
              <p:cNvPr id="1049035" name=""/>
              <p:cNvSpPr/>
              <p:nvPr/>
            </p:nvSpPr>
            <p:spPr>
              <a:xfrm>
                <a:off x="782650" y="2218387"/>
                <a:ext cx="275936" cy="36935"/>
              </a:xfrm>
            </p:spPr>
          </p:sp>
        </mc:Fallback>
      </mc:AlternateContent>
      <mc:AlternateContent xmlns:mc="http://schemas.openxmlformats.org/markup-compatibility/2006">
        <mc:Choice xmlns:p14="http://schemas.microsoft.com/office/powerpoint/2010/main" Requires="p14">
          <p:contentPart p14:bwMode="auto" r:id="rId83">
            <p14:nvContentPartPr>
              <p14:cNvPr id="1049036" name=""/>
              <p14:cNvContentPartPr/>
              <p14:nvPr/>
            </p14:nvContentPartPr>
            <p14:xfrm>
              <a:off x="970620" y="2162908"/>
              <a:ext cx="136872" cy="98611"/>
            </p14:xfrm>
          </p:contentPart>
        </mc:Choice>
        <mc:Fallback>
          <p:sp>
            <p:nvSpPr>
              <p:cNvPr id="1049036" name=""/>
              <p:cNvSpPr/>
              <p:nvPr/>
            </p:nvSpPr>
            <p:spPr>
              <a:xfrm>
                <a:off x="970620" y="2162908"/>
                <a:ext cx="136872" cy="98611"/>
              </a:xfrm>
            </p:spPr>
          </p:sp>
        </mc:Fallback>
      </mc:AlternateContent>
      <mc:AlternateContent xmlns:mc="http://schemas.openxmlformats.org/markup-compatibility/2006">
        <mc:Choice xmlns:p14="http://schemas.microsoft.com/office/powerpoint/2010/main" Requires="p14">
          <p:contentPart p14:bwMode="auto" r:id="rId84">
            <p14:nvContentPartPr>
              <p14:cNvPr id="1049037" name=""/>
              <p14:cNvContentPartPr/>
              <p14:nvPr/>
            </p14:nvContentPartPr>
            <p14:xfrm>
              <a:off x="957373" y="2531466"/>
              <a:ext cx="163034" cy="206833"/>
            </p14:xfrm>
          </p:contentPart>
        </mc:Choice>
        <mc:Fallback>
          <p:sp>
            <p:nvSpPr>
              <p:cNvPr id="1049037" name=""/>
              <p:cNvSpPr/>
              <p:nvPr/>
            </p:nvSpPr>
            <p:spPr>
              <a:xfrm>
                <a:off x="957373" y="2531466"/>
                <a:ext cx="163034" cy="206833"/>
              </a:xfrm>
            </p:spPr>
          </p:sp>
        </mc:Fallback>
      </mc:AlternateContent>
      <mc:AlternateContent xmlns:mc="http://schemas.openxmlformats.org/markup-compatibility/2006">
        <mc:Choice xmlns:p14="http://schemas.microsoft.com/office/powerpoint/2010/main" Requires="p14">
          <p:contentPart p14:bwMode="auto" r:id="rId85">
            <p14:nvContentPartPr>
              <p14:cNvPr id="1049038" name=""/>
              <p14:cNvContentPartPr/>
              <p14:nvPr/>
            </p14:nvContentPartPr>
            <p14:xfrm>
              <a:off x="1104330" y="2527101"/>
              <a:ext cx="159717" cy="324444"/>
            </p14:xfrm>
          </p:contentPart>
        </mc:Choice>
        <mc:Fallback>
          <p:sp>
            <p:nvSpPr>
              <p:cNvPr id="1049038" name=""/>
              <p:cNvSpPr/>
              <p:nvPr/>
            </p:nvSpPr>
            <p:spPr>
              <a:xfrm>
                <a:off x="1104330" y="2527101"/>
                <a:ext cx="159717" cy="324444"/>
              </a:xfrm>
            </p:spPr>
          </p:sp>
        </mc:Fallback>
      </mc:AlternateContent>
      <mc:AlternateContent xmlns:mc="http://schemas.openxmlformats.org/markup-compatibility/2006">
        <mc:Choice xmlns:p14="http://schemas.microsoft.com/office/powerpoint/2010/main" Requires="p14">
          <p:contentPart p14:bwMode="auto" r:id="rId86">
            <p14:nvContentPartPr>
              <p14:cNvPr id="1049039" name=""/>
              <p14:cNvContentPartPr/>
              <p14:nvPr/>
            </p14:nvContentPartPr>
            <p14:xfrm>
              <a:off x="1190360" y="2733355"/>
              <a:ext cx="71481" cy="246462"/>
            </p14:xfrm>
          </p:contentPart>
        </mc:Choice>
        <mc:Fallback>
          <p:sp>
            <p:nvSpPr>
              <p:cNvPr id="1049039" name=""/>
              <p:cNvSpPr/>
              <p:nvPr/>
            </p:nvSpPr>
            <p:spPr>
              <a:xfrm>
                <a:off x="1190360" y="2733355"/>
                <a:ext cx="71481" cy="246462"/>
              </a:xfrm>
            </p:spPr>
          </p:sp>
        </mc:Fallback>
      </mc:AlternateContent>
      <mc:AlternateContent xmlns:mc="http://schemas.openxmlformats.org/markup-compatibility/2006">
        <mc:Choice xmlns:p14="http://schemas.microsoft.com/office/powerpoint/2010/main" Requires="p14">
          <p:contentPart p14:bwMode="auto" r:id="rId87">
            <p14:nvContentPartPr>
              <p14:cNvPr id="1049040" name=""/>
              <p14:cNvContentPartPr/>
              <p14:nvPr/>
            </p14:nvContentPartPr>
            <p14:xfrm>
              <a:off x="1197861" y="2688288"/>
              <a:ext cx="177478" cy="241620"/>
            </p14:xfrm>
          </p:contentPart>
        </mc:Choice>
        <mc:Fallback>
          <p:sp>
            <p:nvSpPr>
              <p:cNvPr id="1049040" name=""/>
              <p:cNvSpPr/>
              <p:nvPr/>
            </p:nvSpPr>
            <p:spPr>
              <a:xfrm>
                <a:off x="1197861" y="2688288"/>
                <a:ext cx="177478" cy="241620"/>
              </a:xfrm>
            </p:spPr>
          </p:sp>
        </mc:Fallback>
      </mc:AlternateContent>
      <mc:AlternateContent xmlns:mc="http://schemas.openxmlformats.org/markup-compatibility/2006">
        <mc:Choice xmlns:p14="http://schemas.microsoft.com/office/powerpoint/2010/main" Requires="p14">
          <p:contentPart p14:bwMode="auto" r:id="rId88">
            <p14:nvContentPartPr>
              <p14:cNvPr id="1049041" name=""/>
              <p14:cNvContentPartPr/>
              <p14:nvPr/>
            </p14:nvContentPartPr>
            <p14:xfrm>
              <a:off x="1497907" y="2480474"/>
              <a:ext cx="129517" cy="13864"/>
            </p14:xfrm>
          </p:contentPart>
        </mc:Choice>
        <mc:Fallback>
          <p:sp>
            <p:nvSpPr>
              <p:cNvPr id="1049041" name=""/>
              <p:cNvSpPr/>
              <p:nvPr/>
            </p:nvSpPr>
            <p:spPr>
              <a:xfrm>
                <a:off x="1497907" y="2480474"/>
                <a:ext cx="129517" cy="13864"/>
              </a:xfrm>
            </p:spPr>
          </p:sp>
        </mc:Fallback>
      </mc:AlternateContent>
      <mc:AlternateContent xmlns:mc="http://schemas.openxmlformats.org/markup-compatibility/2006">
        <mc:Choice xmlns:p14="http://schemas.microsoft.com/office/powerpoint/2010/main" Requires="p14">
          <p:contentPart p14:bwMode="auto" r:id="rId89">
            <p14:nvContentPartPr>
              <p14:cNvPr id="1049042" name=""/>
              <p14:cNvContentPartPr/>
              <p14:nvPr/>
            </p14:nvContentPartPr>
            <p14:xfrm>
              <a:off x="1512468" y="2573990"/>
              <a:ext cx="194583" cy="43456"/>
            </p14:xfrm>
          </p:contentPart>
        </mc:Choice>
        <mc:Fallback>
          <p:sp>
            <p:nvSpPr>
              <p:cNvPr id="1049042" name=""/>
              <p:cNvSpPr/>
              <p:nvPr/>
            </p:nvSpPr>
            <p:spPr>
              <a:xfrm>
                <a:off x="1512468" y="2573990"/>
                <a:ext cx="194583" cy="43456"/>
              </a:xfrm>
            </p:spPr>
          </p:sp>
        </mc:Fallback>
      </mc:AlternateContent>
      <mc:AlternateContent xmlns:mc="http://schemas.openxmlformats.org/markup-compatibility/2006">
        <mc:Choice xmlns:p14="http://schemas.microsoft.com/office/powerpoint/2010/main" Requires="p14">
          <p:contentPart p14:bwMode="auto" r:id="rId90">
            <p14:nvContentPartPr>
              <p14:cNvPr id="1049043" name=""/>
              <p14:cNvContentPartPr/>
              <p14:nvPr/>
            </p14:nvContentPartPr>
            <p14:xfrm>
              <a:off x="1898558" y="2400271"/>
              <a:ext cx="200325" cy="204124"/>
            </p14:xfrm>
          </p:contentPart>
        </mc:Choice>
        <mc:Fallback>
          <p:sp>
            <p:nvSpPr>
              <p:cNvPr id="1049043" name=""/>
              <p:cNvSpPr/>
              <p:nvPr/>
            </p:nvSpPr>
            <p:spPr>
              <a:xfrm>
                <a:off x="1898558" y="2400271"/>
                <a:ext cx="200325" cy="204124"/>
              </a:xfrm>
            </p:spPr>
          </p:sp>
        </mc:Fallback>
      </mc:AlternateContent>
      <mc:AlternateContent xmlns:mc="http://schemas.openxmlformats.org/markup-compatibility/2006">
        <mc:Choice xmlns:p14="http://schemas.microsoft.com/office/powerpoint/2010/main" Requires="p14">
          <p:contentPart p14:bwMode="auto" r:id="rId91">
            <p14:nvContentPartPr>
              <p14:cNvPr id="1049044" name=""/>
              <p14:cNvContentPartPr/>
              <p14:nvPr/>
            </p14:nvContentPartPr>
            <p14:xfrm>
              <a:off x="1977099" y="2211887"/>
              <a:ext cx="21621" cy="79672"/>
            </p14:xfrm>
          </p:contentPart>
        </mc:Choice>
        <mc:Fallback>
          <p:sp>
            <p:nvSpPr>
              <p:cNvPr id="1049044" name=""/>
              <p:cNvSpPr/>
              <p:nvPr/>
            </p:nvSpPr>
            <p:spPr>
              <a:xfrm>
                <a:off x="1977099" y="2211887"/>
                <a:ext cx="21621" cy="79672"/>
              </a:xfrm>
            </p:spPr>
          </p:sp>
        </mc:Fallback>
      </mc:AlternateContent>
      <mc:AlternateContent xmlns:mc="http://schemas.openxmlformats.org/markup-compatibility/2006">
        <mc:Choice xmlns:p14="http://schemas.microsoft.com/office/powerpoint/2010/main" Requires="p14">
          <p:contentPart p14:bwMode="auto" r:id="rId92">
            <p14:nvContentPartPr>
              <p14:cNvPr id="1049045" name=""/>
              <p14:cNvContentPartPr/>
              <p14:nvPr/>
            </p14:nvContentPartPr>
            <p14:xfrm>
              <a:off x="2291706" y="2402620"/>
              <a:ext cx="204427" cy="193232"/>
            </p14:xfrm>
          </p:contentPart>
        </mc:Choice>
        <mc:Fallback>
          <p:sp>
            <p:nvSpPr>
              <p:cNvPr id="1049045" name=""/>
              <p:cNvSpPr/>
              <p:nvPr/>
            </p:nvSpPr>
            <p:spPr>
              <a:xfrm>
                <a:off x="2291706" y="2402620"/>
                <a:ext cx="204427" cy="193232"/>
              </a:xfrm>
            </p:spPr>
          </p:sp>
        </mc:Fallback>
      </mc:AlternateContent>
      <mc:AlternateContent xmlns:mc="http://schemas.openxmlformats.org/markup-compatibility/2006">
        <mc:Choice xmlns:p14="http://schemas.microsoft.com/office/powerpoint/2010/main" Requires="p14">
          <p:contentPart p14:bwMode="auto" r:id="rId93">
            <p14:nvContentPartPr>
              <p14:cNvPr id="1049046" name=""/>
              <p14:cNvContentPartPr/>
              <p14:nvPr/>
            </p14:nvContentPartPr>
            <p14:xfrm>
              <a:off x="2562753" y="2457524"/>
              <a:ext cx="161814" cy="144675"/>
            </p14:xfrm>
          </p:contentPart>
        </mc:Choice>
        <mc:Fallback>
          <p:sp>
            <p:nvSpPr>
              <p:cNvPr id="1049046" name=""/>
              <p:cNvSpPr/>
              <p:nvPr/>
            </p:nvSpPr>
            <p:spPr>
              <a:xfrm>
                <a:off x="2562753" y="2457524"/>
                <a:ext cx="161814" cy="144675"/>
              </a:xfrm>
            </p:spPr>
          </p:sp>
        </mc:Fallback>
      </mc:AlternateContent>
      <mc:AlternateContent xmlns:mc="http://schemas.openxmlformats.org/markup-compatibility/2006">
        <mc:Choice xmlns:p14="http://schemas.microsoft.com/office/powerpoint/2010/main" Requires="p14">
          <p:contentPart p14:bwMode="auto" r:id="rId94">
            <p14:nvContentPartPr>
              <p14:cNvPr id="1049047" name=""/>
              <p14:cNvContentPartPr/>
              <p14:nvPr/>
            </p14:nvContentPartPr>
            <p14:xfrm>
              <a:off x="2370689" y="2262520"/>
              <a:ext cx="192823" cy="36237"/>
            </p14:xfrm>
          </p:contentPart>
        </mc:Choice>
        <mc:Fallback>
          <p:sp>
            <p:nvSpPr>
              <p:cNvPr id="1049047" name=""/>
              <p:cNvSpPr/>
              <p:nvPr/>
            </p:nvSpPr>
            <p:spPr>
              <a:xfrm>
                <a:off x="2370689" y="2262520"/>
                <a:ext cx="192823" cy="36237"/>
              </a:xfrm>
            </p:spPr>
          </p:sp>
        </mc:Fallback>
      </mc:AlternateContent>
      <mc:AlternateContent xmlns:mc="http://schemas.openxmlformats.org/markup-compatibility/2006">
        <mc:Choice xmlns:p14="http://schemas.microsoft.com/office/powerpoint/2010/main" Requires="p14">
          <p:contentPart p14:bwMode="auto" r:id="rId95">
            <p14:nvContentPartPr>
              <p14:cNvPr id="1049048" name=""/>
              <p14:cNvContentPartPr/>
              <p14:nvPr/>
            </p14:nvContentPartPr>
            <p14:xfrm>
              <a:off x="2506593" y="2219085"/>
              <a:ext cx="86789" cy="116157"/>
            </p14:xfrm>
          </p:contentPart>
        </mc:Choice>
        <mc:Fallback>
          <p:sp>
            <p:nvSpPr>
              <p:cNvPr id="1049048" name=""/>
              <p:cNvSpPr/>
              <p:nvPr/>
            </p:nvSpPr>
            <p:spPr>
              <a:xfrm>
                <a:off x="2506593" y="2219085"/>
                <a:ext cx="86789" cy="116157"/>
              </a:xfrm>
            </p:spPr>
          </p:sp>
        </mc:Fallback>
      </mc:AlternateContent>
      <mc:AlternateContent xmlns:mc="http://schemas.openxmlformats.org/markup-compatibility/2006">
        <mc:Choice xmlns:p14="http://schemas.microsoft.com/office/powerpoint/2010/main" Requires="p14">
          <p:contentPart p14:bwMode="auto" r:id="rId96">
            <p14:nvContentPartPr>
              <p14:cNvPr id="1049049" name=""/>
              <p14:cNvContentPartPr/>
              <p14:nvPr/>
            </p14:nvContentPartPr>
            <p14:xfrm>
              <a:off x="2878121" y="2453366"/>
              <a:ext cx="196563" cy="33774"/>
            </p14:xfrm>
          </p:contentPart>
        </mc:Choice>
        <mc:Fallback>
          <p:sp>
            <p:nvSpPr>
              <p:cNvPr id="1049049" name=""/>
              <p:cNvSpPr/>
              <p:nvPr/>
            </p:nvSpPr>
            <p:spPr>
              <a:xfrm>
                <a:off x="2878121" y="2453366"/>
                <a:ext cx="196563" cy="33774"/>
              </a:xfrm>
            </p:spPr>
          </p:sp>
        </mc:Fallback>
      </mc:AlternateContent>
      <mc:AlternateContent xmlns:mc="http://schemas.openxmlformats.org/markup-compatibility/2006">
        <mc:Choice xmlns:p14="http://schemas.microsoft.com/office/powerpoint/2010/main" Requires="p14">
          <p:contentPart p14:bwMode="auto" r:id="rId97">
            <p14:nvContentPartPr>
              <p14:cNvPr id="1049050" name=""/>
              <p14:cNvContentPartPr/>
              <p14:nvPr/>
            </p14:nvContentPartPr>
            <p14:xfrm>
              <a:off x="2950043" y="2407469"/>
              <a:ext cx="22846" cy="135410"/>
            </p14:xfrm>
          </p:contentPart>
        </mc:Choice>
        <mc:Fallback>
          <p:sp>
            <p:nvSpPr>
              <p:cNvPr id="1049050" name=""/>
              <p:cNvSpPr/>
              <p:nvPr/>
            </p:nvSpPr>
            <p:spPr>
              <a:xfrm>
                <a:off x="2950043" y="2407469"/>
                <a:ext cx="22846" cy="135410"/>
              </a:xfrm>
            </p:spPr>
          </p:sp>
        </mc:Fallback>
      </mc:AlternateContent>
      <mc:AlternateContent xmlns:mc="http://schemas.openxmlformats.org/markup-compatibility/2006">
        <mc:Choice xmlns:p14="http://schemas.microsoft.com/office/powerpoint/2010/main" Requires="p14">
          <p:contentPart p14:bwMode="auto" r:id="rId98">
            <p14:nvContentPartPr>
              <p14:cNvPr id="1049051" name=""/>
              <p14:cNvContentPartPr/>
              <p14:nvPr/>
            </p14:nvContentPartPr>
            <p14:xfrm>
              <a:off x="3164488" y="2339014"/>
              <a:ext cx="160298" cy="179597"/>
            </p14:xfrm>
          </p:contentPart>
        </mc:Choice>
        <mc:Fallback>
          <p:sp>
            <p:nvSpPr>
              <p:cNvPr id="1049051" name=""/>
              <p:cNvSpPr/>
              <p:nvPr/>
            </p:nvSpPr>
            <p:spPr>
              <a:xfrm>
                <a:off x="3164488" y="2339014"/>
                <a:ext cx="160298" cy="179597"/>
              </a:xfrm>
            </p:spPr>
          </p:sp>
        </mc:Fallback>
      </mc:AlternateContent>
      <mc:AlternateContent xmlns:mc="http://schemas.openxmlformats.org/markup-compatibility/2006">
        <mc:Choice xmlns:p14="http://schemas.microsoft.com/office/powerpoint/2010/main" Requires="p14">
          <p:contentPart p14:bwMode="auto" r:id="rId99">
            <p14:nvContentPartPr>
              <p14:cNvPr id="1049052" name=""/>
              <p14:cNvContentPartPr/>
              <p14:nvPr/>
            </p14:nvContentPartPr>
            <p14:xfrm>
              <a:off x="3406499" y="2293345"/>
              <a:ext cx="138621" cy="202728"/>
            </p14:xfrm>
          </p:contentPart>
        </mc:Choice>
        <mc:Fallback>
          <p:sp>
            <p:nvSpPr>
              <p:cNvPr id="1049052" name=""/>
              <p:cNvSpPr/>
              <p:nvPr/>
            </p:nvSpPr>
            <p:spPr>
              <a:xfrm>
                <a:off x="3406499" y="2293345"/>
                <a:ext cx="138621" cy="202728"/>
              </a:xfrm>
            </p:spPr>
          </p:sp>
        </mc:Fallback>
      </mc:AlternateContent>
      <mc:AlternateContent xmlns:mc="http://schemas.openxmlformats.org/markup-compatibility/2006">
        <mc:Choice xmlns:p14="http://schemas.microsoft.com/office/powerpoint/2010/main" Requires="p14">
          <p:contentPart p14:bwMode="auto" r:id="rId100">
            <p14:nvContentPartPr>
              <p14:cNvPr id="1049053" name=""/>
              <p14:cNvContentPartPr/>
              <p14:nvPr/>
            </p14:nvContentPartPr>
            <p14:xfrm>
              <a:off x="3450415" y="2132463"/>
              <a:ext cx="1050" cy="79424"/>
            </p14:xfrm>
          </p:contentPart>
        </mc:Choice>
        <mc:Fallback>
          <p:sp>
            <p:nvSpPr>
              <p:cNvPr id="1049053" name=""/>
              <p:cNvSpPr/>
              <p:nvPr/>
            </p:nvSpPr>
            <p:spPr>
              <a:xfrm>
                <a:off x="3450415" y="2132463"/>
                <a:ext cx="1050" cy="79424"/>
              </a:xfrm>
            </p:spPr>
          </p:sp>
        </mc:Fallback>
      </mc:AlternateContent>
      <mc:AlternateContent xmlns:mc="http://schemas.openxmlformats.org/markup-compatibility/2006">
        <mc:Choice xmlns:p14="http://schemas.microsoft.com/office/powerpoint/2010/main" Requires="p14">
          <p:contentPart p14:bwMode="auto" r:id="rId101">
            <p14:nvContentPartPr>
              <p14:cNvPr id="1049054" name=""/>
              <p14:cNvContentPartPr/>
              <p14:nvPr/>
            </p14:nvContentPartPr>
            <p14:xfrm>
              <a:off x="3722222" y="2311864"/>
              <a:ext cx="171643" cy="161129"/>
            </p14:xfrm>
          </p:contentPart>
        </mc:Choice>
        <mc:Fallback>
          <p:sp>
            <p:nvSpPr>
              <p:cNvPr id="1049054" name=""/>
              <p:cNvSpPr/>
              <p:nvPr/>
            </p:nvSpPr>
            <p:spPr>
              <a:xfrm>
                <a:off x="3722222" y="2311864"/>
                <a:ext cx="171643" cy="161129"/>
              </a:xfrm>
            </p:spPr>
          </p:sp>
        </mc:Fallback>
      </mc:AlternateContent>
      <mc:AlternateContent xmlns:mc="http://schemas.openxmlformats.org/markup-compatibility/2006">
        <mc:Choice xmlns:p14="http://schemas.microsoft.com/office/powerpoint/2010/main" Requires="p14">
          <p:contentPart p14:bwMode="auto" r:id="rId102">
            <p14:nvContentPartPr>
              <p14:cNvPr id="1049055" name=""/>
              <p14:cNvContentPartPr/>
              <p14:nvPr/>
            </p14:nvContentPartPr>
            <p14:xfrm>
              <a:off x="3955635" y="2400960"/>
              <a:ext cx="138149" cy="143394"/>
            </p14:xfrm>
          </p:contentPart>
        </mc:Choice>
        <mc:Fallback>
          <p:sp>
            <p:nvSpPr>
              <p:cNvPr id="1049055" name=""/>
              <p:cNvSpPr/>
              <p:nvPr/>
            </p:nvSpPr>
            <p:spPr>
              <a:xfrm>
                <a:off x="3955635" y="2400960"/>
                <a:ext cx="138149" cy="143394"/>
              </a:xfrm>
            </p:spPr>
          </p:sp>
        </mc:Fallback>
      </mc:AlternateContent>
      <mc:AlternateContent xmlns:mc="http://schemas.openxmlformats.org/markup-compatibility/2006">
        <mc:Choice xmlns:p14="http://schemas.microsoft.com/office/powerpoint/2010/main" Requires="p14">
          <p:contentPart p14:bwMode="auto" r:id="rId103">
            <p14:nvContentPartPr>
              <p14:cNvPr id="1049056" name=""/>
              <p14:cNvContentPartPr/>
              <p14:nvPr/>
            </p14:nvContentPartPr>
            <p14:xfrm>
              <a:off x="3729281" y="2190070"/>
              <a:ext cx="168263" cy="21817"/>
            </p14:xfrm>
          </p:contentPart>
        </mc:Choice>
        <mc:Fallback>
          <p:sp>
            <p:nvSpPr>
              <p:cNvPr id="1049056" name=""/>
              <p:cNvSpPr/>
              <p:nvPr/>
            </p:nvSpPr>
            <p:spPr>
              <a:xfrm>
                <a:off x="3729281" y="2190070"/>
                <a:ext cx="168263" cy="21817"/>
              </a:xfrm>
            </p:spPr>
          </p:sp>
        </mc:Fallback>
      </mc:AlternateContent>
      <mc:AlternateContent xmlns:mc="http://schemas.openxmlformats.org/markup-compatibility/2006">
        <mc:Choice xmlns:p14="http://schemas.microsoft.com/office/powerpoint/2010/main" Requires="p14">
          <p:contentPart p14:bwMode="auto" r:id="rId104">
            <p14:nvContentPartPr>
              <p14:cNvPr id="1049057" name=""/>
              <p14:cNvContentPartPr/>
              <p14:nvPr/>
            </p14:nvContentPartPr>
            <p14:xfrm>
              <a:off x="3858125" y="2153808"/>
              <a:ext cx="81725" cy="108711"/>
            </p14:xfrm>
          </p:contentPart>
        </mc:Choice>
        <mc:Fallback>
          <p:sp>
            <p:nvSpPr>
              <p:cNvPr id="1049057" name=""/>
              <p:cNvSpPr/>
              <p:nvPr/>
            </p:nvSpPr>
            <p:spPr>
              <a:xfrm>
                <a:off x="3858125" y="2153808"/>
                <a:ext cx="81725" cy="108711"/>
              </a:xfrm>
            </p:spPr>
          </p:sp>
        </mc:Fallback>
      </mc:AlternateContent>
      <mc:AlternateContent xmlns:mc="http://schemas.openxmlformats.org/markup-compatibility/2006">
        <mc:Choice xmlns:p14="http://schemas.microsoft.com/office/powerpoint/2010/main" Requires="p14">
          <p:contentPart p14:bwMode="auto" r:id="rId105">
            <p14:nvContentPartPr>
              <p14:cNvPr id="1049058" name=""/>
              <p14:cNvContentPartPr/>
              <p14:nvPr/>
            </p14:nvContentPartPr>
            <p14:xfrm>
              <a:off x="3438198" y="2161502"/>
              <a:ext cx="19277" cy="36283"/>
            </p14:xfrm>
          </p:contentPart>
        </mc:Choice>
        <mc:Fallback>
          <p:sp>
            <p:nvSpPr>
              <p:cNvPr id="1049058" name=""/>
              <p:cNvSpPr/>
              <p:nvPr/>
            </p:nvSpPr>
            <p:spPr>
              <a:xfrm>
                <a:off x="3438198" y="2161502"/>
                <a:ext cx="19277" cy="36283"/>
              </a:xfrm>
            </p:spPr>
          </p:sp>
        </mc:Fallback>
      </mc:AlternateContent>
      <mc:AlternateContent xmlns:mc="http://schemas.openxmlformats.org/markup-compatibility/2006">
        <mc:Choice xmlns:p14="http://schemas.microsoft.com/office/powerpoint/2010/main" Requires="p14">
          <p:contentPart p14:bwMode="auto" r:id="rId106">
            <p14:nvContentPartPr>
              <p14:cNvPr id="1049059" name=""/>
              <p14:cNvContentPartPr/>
              <p14:nvPr/>
            </p14:nvContentPartPr>
            <p14:xfrm>
              <a:off x="4046965" y="1052792"/>
              <a:ext cx="361833" cy="423570"/>
            </p14:xfrm>
          </p:contentPart>
        </mc:Choice>
        <mc:Fallback>
          <p:sp>
            <p:nvSpPr>
              <p:cNvPr id="1049059" name=""/>
              <p:cNvSpPr/>
              <p:nvPr/>
            </p:nvSpPr>
            <p:spPr>
              <a:xfrm>
                <a:off x="4046965" y="1052792"/>
                <a:ext cx="361833" cy="423570"/>
              </a:xfrm>
            </p:spPr>
          </p:sp>
        </mc:Fallback>
      </mc:AlternateContent>
      <mc:AlternateContent xmlns:mc="http://schemas.openxmlformats.org/markup-compatibility/2006">
        <mc:Choice xmlns:p14="http://schemas.microsoft.com/office/powerpoint/2010/main" Requires="p14">
          <p:contentPart p14:bwMode="auto" r:id="rId107">
            <p14:nvContentPartPr>
              <p14:cNvPr id="1049060" name=""/>
              <p14:cNvContentPartPr/>
              <p14:nvPr/>
            </p14:nvContentPartPr>
            <p14:xfrm>
              <a:off x="4501901" y="1284611"/>
              <a:ext cx="159636" cy="1713"/>
            </p14:xfrm>
          </p:contentPart>
        </mc:Choice>
        <mc:Fallback>
          <p:sp>
            <p:nvSpPr>
              <p:cNvPr id="1049060" name=""/>
              <p:cNvSpPr/>
              <p:nvPr/>
            </p:nvSpPr>
            <p:spPr>
              <a:xfrm>
                <a:off x="4501901" y="1284611"/>
                <a:ext cx="159636" cy="1713"/>
              </a:xfrm>
            </p:spPr>
          </p:sp>
        </mc:Fallback>
      </mc:AlternateContent>
      <mc:AlternateContent xmlns:mc="http://schemas.openxmlformats.org/markup-compatibility/2006">
        <mc:Choice xmlns:p14="http://schemas.microsoft.com/office/powerpoint/2010/main" Requires="p14">
          <p:contentPart p14:bwMode="auto" r:id="rId108">
            <p14:nvContentPartPr>
              <p14:cNvPr id="1049061" name=""/>
              <p14:cNvContentPartPr/>
              <p14:nvPr/>
            </p14:nvContentPartPr>
            <p14:xfrm>
              <a:off x="4480280" y="1393551"/>
              <a:ext cx="203897" cy="28811"/>
            </p14:xfrm>
          </p:contentPart>
        </mc:Choice>
        <mc:Fallback>
          <p:sp>
            <p:nvSpPr>
              <p:cNvPr id="1049061" name=""/>
              <p:cNvSpPr/>
              <p:nvPr/>
            </p:nvSpPr>
            <p:spPr>
              <a:xfrm>
                <a:off x="4480280" y="1393551"/>
                <a:ext cx="203897" cy="28811"/>
              </a:xfrm>
            </p:spPr>
          </p:sp>
        </mc:Fallback>
      </mc:AlternateContent>
      <mc:AlternateContent xmlns:mc="http://schemas.openxmlformats.org/markup-compatibility/2006">
        <mc:Choice xmlns:p14="http://schemas.microsoft.com/office/powerpoint/2010/main" Requires="p14">
          <p:contentPart p14:bwMode="auto" r:id="rId109">
            <p14:nvContentPartPr>
              <p14:cNvPr id="1049062" name=""/>
              <p14:cNvContentPartPr/>
              <p14:nvPr/>
            </p14:nvContentPartPr>
            <p14:xfrm>
              <a:off x="4801516" y="1139662"/>
              <a:ext cx="251058" cy="263253"/>
            </p14:xfrm>
          </p:contentPart>
        </mc:Choice>
        <mc:Fallback>
          <p:sp>
            <p:nvSpPr>
              <p:cNvPr id="1049062" name=""/>
              <p:cNvSpPr/>
              <p:nvPr/>
            </p:nvSpPr>
            <p:spPr>
              <a:xfrm>
                <a:off x="4801516" y="1139662"/>
                <a:ext cx="251058" cy="263253"/>
              </a:xfrm>
            </p:spPr>
          </p:sp>
        </mc:Fallback>
      </mc:AlternateContent>
      <mc:AlternateContent xmlns:mc="http://schemas.openxmlformats.org/markup-compatibility/2006">
        <mc:Choice xmlns:p14="http://schemas.microsoft.com/office/powerpoint/2010/main" Requires="p14">
          <p:contentPart p14:bwMode="auto" r:id="rId110">
            <p14:nvContentPartPr>
              <p14:cNvPr id="1049063" name=""/>
              <p14:cNvContentPartPr/>
              <p14:nvPr/>
            </p14:nvContentPartPr>
            <p14:xfrm>
              <a:off x="5098635" y="1021192"/>
              <a:ext cx="118082" cy="191953"/>
            </p14:xfrm>
          </p:contentPart>
        </mc:Choice>
        <mc:Fallback>
          <p:sp>
            <p:nvSpPr>
              <p:cNvPr id="1049063" name=""/>
              <p:cNvSpPr/>
              <p:nvPr/>
            </p:nvSpPr>
            <p:spPr>
              <a:xfrm>
                <a:off x="5098635" y="1021192"/>
                <a:ext cx="118082" cy="191953"/>
              </a:xfrm>
            </p:spPr>
          </p:sp>
        </mc:Fallback>
      </mc:AlternateContent>
      <mc:AlternateContent xmlns:mc="http://schemas.openxmlformats.org/markup-compatibility/2006">
        <mc:Choice xmlns:p14="http://schemas.microsoft.com/office/powerpoint/2010/main" Requires="p14">
          <p:contentPart p14:bwMode="auto" r:id="rId111">
            <p14:nvContentPartPr>
              <p14:cNvPr id="1049064" name=""/>
              <p14:cNvContentPartPr/>
              <p14:nvPr/>
            </p14:nvContentPartPr>
            <p14:xfrm>
              <a:off x="5276776" y="1120993"/>
              <a:ext cx="143010" cy="228822"/>
            </p14:xfrm>
          </p:contentPart>
        </mc:Choice>
        <mc:Fallback>
          <p:sp>
            <p:nvSpPr>
              <p:cNvPr id="1049064" name=""/>
              <p:cNvSpPr/>
              <p:nvPr/>
            </p:nvSpPr>
            <p:spPr>
              <a:xfrm>
                <a:off x="5276776" y="1120993"/>
                <a:ext cx="143010" cy="228822"/>
              </a:xfrm>
            </p:spPr>
          </p:sp>
        </mc:Fallback>
      </mc:AlternateContent>
      <mc:AlternateContent xmlns:mc="http://schemas.openxmlformats.org/markup-compatibility/2006">
        <mc:Choice xmlns:p14="http://schemas.microsoft.com/office/powerpoint/2010/main" Requires="p14">
          <p:contentPart p14:bwMode="auto" r:id="rId112">
            <p14:nvContentPartPr>
              <p14:cNvPr id="1049065" name=""/>
              <p14:cNvContentPartPr/>
              <p14:nvPr/>
            </p14:nvContentPartPr>
            <p14:xfrm>
              <a:off x="5310723" y="965922"/>
              <a:ext cx="41897" cy="67939"/>
            </p14:xfrm>
          </p:contentPart>
        </mc:Choice>
        <mc:Fallback>
          <p:sp>
            <p:nvSpPr>
              <p:cNvPr id="1049065" name=""/>
              <p:cNvSpPr/>
              <p:nvPr/>
            </p:nvSpPr>
            <p:spPr>
              <a:xfrm>
                <a:off x="5310723" y="965922"/>
                <a:ext cx="41897" cy="67939"/>
              </a:xfrm>
            </p:spPr>
          </p:sp>
        </mc:Fallback>
      </mc:AlternateContent>
      <mc:AlternateContent xmlns:mc="http://schemas.openxmlformats.org/markup-compatibility/2006">
        <mc:Choice xmlns:p14="http://schemas.microsoft.com/office/powerpoint/2010/main" Requires="p14">
          <p:contentPart p14:bwMode="auto" r:id="rId113">
            <p14:nvContentPartPr>
              <p14:cNvPr id="1049066" name=""/>
              <p14:cNvContentPartPr/>
              <p14:nvPr/>
            </p14:nvContentPartPr>
            <p14:xfrm>
              <a:off x="5552946" y="1262693"/>
              <a:ext cx="166443" cy="14968"/>
            </p14:xfrm>
          </p:contentPart>
        </mc:Choice>
        <mc:Fallback>
          <p:sp>
            <p:nvSpPr>
              <p:cNvPr id="1049066" name=""/>
              <p:cNvSpPr/>
              <p:nvPr/>
            </p:nvSpPr>
            <p:spPr>
              <a:xfrm>
                <a:off x="5552946" y="1262693"/>
                <a:ext cx="166443" cy="14968"/>
              </a:xfrm>
            </p:spPr>
          </p:sp>
        </mc:Fallback>
      </mc:AlternateContent>
      <mc:AlternateContent xmlns:mc="http://schemas.openxmlformats.org/markup-compatibility/2006">
        <mc:Choice xmlns:p14="http://schemas.microsoft.com/office/powerpoint/2010/main" Requires="p14">
          <p:contentPart p14:bwMode="auto" r:id="rId114">
            <p14:nvContentPartPr>
              <p14:cNvPr id="1049067" name=""/>
              <p14:cNvContentPartPr/>
              <p14:nvPr/>
            </p14:nvContentPartPr>
            <p14:xfrm>
              <a:off x="5560005" y="1389976"/>
              <a:ext cx="160056" cy="3346"/>
            </p14:xfrm>
          </p:contentPart>
        </mc:Choice>
        <mc:Fallback>
          <p:sp>
            <p:nvSpPr>
              <p:cNvPr id="1049067" name=""/>
              <p:cNvSpPr/>
              <p:nvPr/>
            </p:nvSpPr>
            <p:spPr>
              <a:xfrm>
                <a:off x="5560005" y="1389976"/>
                <a:ext cx="160056" cy="3346"/>
              </a:xfrm>
            </p:spPr>
          </p:sp>
        </mc:Fallback>
      </mc:AlternateContent>
      <mc:AlternateContent xmlns:mc="http://schemas.openxmlformats.org/markup-compatibility/2006">
        <mc:Choice xmlns:p14="http://schemas.microsoft.com/office/powerpoint/2010/main" Requires="p14">
          <p:contentPart p14:bwMode="auto" r:id="rId115">
            <p14:nvContentPartPr>
              <p14:cNvPr id="1049068" name=""/>
              <p14:cNvContentPartPr/>
              <p14:nvPr/>
            </p14:nvContentPartPr>
            <p14:xfrm>
              <a:off x="5975217" y="978860"/>
              <a:ext cx="151644" cy="238315"/>
            </p14:xfrm>
          </p:contentPart>
        </mc:Choice>
        <mc:Fallback>
          <p:sp>
            <p:nvSpPr>
              <p:cNvPr id="1049068" name=""/>
              <p:cNvSpPr/>
              <p:nvPr/>
            </p:nvSpPr>
            <p:spPr>
              <a:xfrm>
                <a:off x="5975217" y="978860"/>
                <a:ext cx="151644" cy="238315"/>
              </a:xfrm>
            </p:spPr>
          </p:sp>
        </mc:Fallback>
      </mc:AlternateContent>
      <mc:AlternateContent xmlns:mc="http://schemas.openxmlformats.org/markup-compatibility/2006">
        <mc:Choice xmlns:p14="http://schemas.microsoft.com/office/powerpoint/2010/main" Requires="p14">
          <p:contentPart p14:bwMode="auto" r:id="rId116">
            <p14:nvContentPartPr>
              <p14:cNvPr id="1049069" name=""/>
              <p14:cNvContentPartPr/>
              <p14:nvPr/>
            </p14:nvContentPartPr>
            <p14:xfrm>
              <a:off x="5846373" y="1335796"/>
              <a:ext cx="394242" cy="42883"/>
            </p14:xfrm>
          </p:contentPart>
        </mc:Choice>
        <mc:Fallback>
          <p:sp>
            <p:nvSpPr>
              <p:cNvPr id="1049069" name=""/>
              <p:cNvSpPr/>
              <p:nvPr/>
            </p:nvSpPr>
            <p:spPr>
              <a:xfrm>
                <a:off x="5846373" y="1335796"/>
                <a:ext cx="394242" cy="42883"/>
              </a:xfrm>
            </p:spPr>
          </p:sp>
        </mc:Fallback>
      </mc:AlternateContent>
      <mc:AlternateContent xmlns:mc="http://schemas.openxmlformats.org/markup-compatibility/2006">
        <mc:Choice xmlns:p14="http://schemas.microsoft.com/office/powerpoint/2010/main" Requires="p14">
          <p:contentPart p14:bwMode="auto" r:id="rId117">
            <p14:nvContentPartPr>
              <p14:cNvPr id="1049070" name=""/>
              <p14:cNvContentPartPr/>
              <p14:nvPr/>
            </p14:nvContentPartPr>
            <p14:xfrm>
              <a:off x="5954631" y="1505261"/>
              <a:ext cx="134511" cy="214087"/>
            </p14:xfrm>
          </p:contentPart>
        </mc:Choice>
        <mc:Fallback>
          <p:sp>
            <p:nvSpPr>
              <p:cNvPr id="1049070" name=""/>
              <p:cNvSpPr/>
              <p:nvPr/>
            </p:nvSpPr>
            <p:spPr>
              <a:xfrm>
                <a:off x="5954631" y="1505261"/>
                <a:ext cx="134511" cy="214087"/>
              </a:xfrm>
            </p:spPr>
          </p:sp>
        </mc:Fallback>
      </mc:AlternateContent>
      <mc:AlternateContent xmlns:mc="http://schemas.openxmlformats.org/markup-compatibility/2006">
        <mc:Choice xmlns:p14="http://schemas.microsoft.com/office/powerpoint/2010/main" Requires="p14">
          <p:contentPart p14:bwMode="auto" r:id="rId118">
            <p14:nvContentPartPr>
              <p14:cNvPr id="1049071" name=""/>
              <p14:cNvContentPartPr/>
              <p14:nvPr/>
            </p14:nvContentPartPr>
            <p14:xfrm>
              <a:off x="6082439" y="1423352"/>
              <a:ext cx="167077" cy="121442"/>
            </p14:xfrm>
          </p:contentPart>
        </mc:Choice>
        <mc:Fallback>
          <p:sp>
            <p:nvSpPr>
              <p:cNvPr id="1049071" name=""/>
              <p:cNvSpPr/>
              <p:nvPr/>
            </p:nvSpPr>
            <p:spPr>
              <a:xfrm>
                <a:off x="6082439" y="1423352"/>
                <a:ext cx="167077" cy="121442"/>
              </a:xfrm>
            </p:spPr>
          </p:sp>
        </mc:Fallback>
      </mc:AlternateContent>
      <mc:AlternateContent xmlns:mc="http://schemas.openxmlformats.org/markup-compatibility/2006">
        <mc:Choice xmlns:p14="http://schemas.microsoft.com/office/powerpoint/2010/main" Requires="p14">
          <p:contentPart p14:bwMode="auto" r:id="rId119">
            <p14:nvContentPartPr>
              <p14:cNvPr id="1049072" name=""/>
              <p14:cNvContentPartPr/>
              <p14:nvPr/>
            </p14:nvContentPartPr>
            <p14:xfrm>
              <a:off x="6327661" y="1161252"/>
              <a:ext cx="169548" cy="236570"/>
            </p14:xfrm>
          </p:contentPart>
        </mc:Choice>
        <mc:Fallback>
          <p:sp>
            <p:nvSpPr>
              <p:cNvPr id="1049072" name=""/>
              <p:cNvSpPr/>
              <p:nvPr/>
            </p:nvSpPr>
            <p:spPr>
              <a:xfrm>
                <a:off x="6327661" y="1161252"/>
                <a:ext cx="169548" cy="236570"/>
              </a:xfrm>
            </p:spPr>
          </p:sp>
        </mc:Fallback>
      </mc:AlternateContent>
      <mc:AlternateContent xmlns:mc="http://schemas.openxmlformats.org/markup-compatibility/2006">
        <mc:Choice xmlns:p14="http://schemas.microsoft.com/office/powerpoint/2010/main" Requires="p14">
          <p:contentPart p14:bwMode="auto" r:id="rId120">
            <p14:nvContentPartPr>
              <p14:cNvPr id="1049073" name=""/>
              <p14:cNvContentPartPr/>
              <p14:nvPr/>
            </p14:nvContentPartPr>
            <p14:xfrm>
              <a:off x="6453967" y="995210"/>
              <a:ext cx="14561" cy="90344"/>
            </p14:xfrm>
          </p:contentPart>
        </mc:Choice>
        <mc:Fallback>
          <p:sp>
            <p:nvSpPr>
              <p:cNvPr id="1049073" name=""/>
              <p:cNvSpPr/>
              <p:nvPr/>
            </p:nvSpPr>
            <p:spPr>
              <a:xfrm>
                <a:off x="6453967" y="995210"/>
                <a:ext cx="14561" cy="90344"/>
              </a:xfrm>
            </p:spPr>
          </p:sp>
        </mc:Fallback>
      </mc:AlternateContent>
      <mc:AlternateContent xmlns:mc="http://schemas.openxmlformats.org/markup-compatibility/2006">
        <mc:Choice xmlns:p14="http://schemas.microsoft.com/office/powerpoint/2010/main" Requires="p14">
          <p:contentPart p14:bwMode="auto" r:id="rId121">
            <p14:nvContentPartPr>
              <p14:cNvPr id="1049074" name=""/>
              <p14:cNvContentPartPr/>
              <p14:nvPr/>
            </p14:nvContentPartPr>
            <p14:xfrm>
              <a:off x="739849" y="3363535"/>
              <a:ext cx="217439" cy="259343"/>
            </p14:xfrm>
          </p:contentPart>
        </mc:Choice>
        <mc:Fallback>
          <p:sp>
            <p:nvSpPr>
              <p:cNvPr id="1049074" name=""/>
              <p:cNvSpPr/>
              <p:nvPr/>
            </p:nvSpPr>
            <p:spPr>
              <a:xfrm>
                <a:off x="739849" y="3363535"/>
                <a:ext cx="217439" cy="259343"/>
              </a:xfrm>
            </p:spPr>
          </p:sp>
        </mc:Fallback>
      </mc:AlternateContent>
      <mc:AlternateContent xmlns:mc="http://schemas.openxmlformats.org/markup-compatibility/2006">
        <mc:Choice xmlns:p14="http://schemas.microsoft.com/office/powerpoint/2010/main" Requires="p14">
          <p:contentPart p14:bwMode="auto" r:id="rId122">
            <p14:nvContentPartPr>
              <p14:cNvPr id="1049075" name=""/>
              <p14:cNvContentPartPr/>
              <p14:nvPr/>
            </p14:nvContentPartPr>
            <p14:xfrm>
              <a:off x="811331" y="3189795"/>
              <a:ext cx="7501" cy="94564"/>
            </p14:xfrm>
          </p:contentPart>
        </mc:Choice>
        <mc:Fallback>
          <p:sp>
            <p:nvSpPr>
              <p:cNvPr id="1049075" name=""/>
              <p:cNvSpPr/>
              <p:nvPr/>
            </p:nvSpPr>
            <p:spPr>
              <a:xfrm>
                <a:off x="811331" y="3189795"/>
                <a:ext cx="7501" cy="94564"/>
              </a:xfrm>
            </p:spPr>
          </p:sp>
        </mc:Fallback>
      </mc:AlternateContent>
      <mc:AlternateContent xmlns:mc="http://schemas.openxmlformats.org/markup-compatibility/2006">
        <mc:Choice xmlns:p14="http://schemas.microsoft.com/office/powerpoint/2010/main" Requires="p14">
          <p:contentPart p14:bwMode="auto" r:id="rId123">
            <p14:nvContentPartPr>
              <p14:cNvPr id="1049076" name=""/>
              <p14:cNvContentPartPr/>
              <p14:nvPr/>
            </p14:nvContentPartPr>
            <p14:xfrm>
              <a:off x="1061958" y="3472247"/>
              <a:ext cx="119024" cy="2515"/>
            </p14:xfrm>
          </p:contentPart>
        </mc:Choice>
        <mc:Fallback>
          <p:sp>
            <p:nvSpPr>
              <p:cNvPr id="1049076" name=""/>
              <p:cNvSpPr/>
              <p:nvPr/>
            </p:nvSpPr>
            <p:spPr>
              <a:xfrm>
                <a:off x="1061958" y="3472247"/>
                <a:ext cx="119024" cy="2515"/>
              </a:xfrm>
            </p:spPr>
          </p:sp>
        </mc:Fallback>
      </mc:AlternateContent>
      <mc:AlternateContent xmlns:mc="http://schemas.openxmlformats.org/markup-compatibility/2006">
        <mc:Choice xmlns:p14="http://schemas.microsoft.com/office/powerpoint/2010/main" Requires="p14">
          <p:contentPart p14:bwMode="auto" r:id="rId124">
            <p14:nvContentPartPr>
              <p14:cNvPr id="1049077" name=""/>
              <p14:cNvContentPartPr/>
              <p14:nvPr/>
            </p14:nvContentPartPr>
            <p14:xfrm>
              <a:off x="1033277" y="3588436"/>
              <a:ext cx="194636" cy="6917"/>
            </p14:xfrm>
          </p:contentPart>
        </mc:Choice>
        <mc:Fallback>
          <p:sp>
            <p:nvSpPr>
              <p:cNvPr id="1049077" name=""/>
              <p:cNvSpPr/>
              <p:nvPr/>
            </p:nvSpPr>
            <p:spPr>
              <a:xfrm>
                <a:off x="1033277" y="3588436"/>
                <a:ext cx="194636" cy="6917"/>
              </a:xfrm>
            </p:spPr>
          </p:sp>
        </mc:Fallback>
      </mc:AlternateContent>
      <mc:AlternateContent xmlns:mc="http://schemas.openxmlformats.org/markup-compatibility/2006">
        <mc:Choice xmlns:p14="http://schemas.microsoft.com/office/powerpoint/2010/main" Requires="p14">
          <p:contentPart p14:bwMode="auto" r:id="rId125">
            <p14:nvContentPartPr>
              <p14:cNvPr id="1049078" name=""/>
              <p14:cNvContentPartPr/>
              <p14:nvPr/>
            </p14:nvContentPartPr>
            <p14:xfrm>
              <a:off x="1366357" y="3207338"/>
              <a:ext cx="209047" cy="365645"/>
            </p14:xfrm>
          </p:contentPart>
        </mc:Choice>
        <mc:Fallback>
          <p:sp>
            <p:nvSpPr>
              <p:cNvPr id="1049078" name=""/>
              <p:cNvSpPr/>
              <p:nvPr/>
            </p:nvSpPr>
            <p:spPr>
              <a:xfrm>
                <a:off x="1366357" y="3207338"/>
                <a:ext cx="209047" cy="365645"/>
              </a:xfrm>
            </p:spPr>
          </p:sp>
        </mc:Fallback>
      </mc:AlternateContent>
      <mc:AlternateContent xmlns:mc="http://schemas.openxmlformats.org/markup-compatibility/2006">
        <mc:Choice xmlns:p14="http://schemas.microsoft.com/office/powerpoint/2010/main" Requires="p14">
          <p:contentPart p14:bwMode="auto" r:id="rId126">
            <p14:nvContentPartPr>
              <p14:cNvPr id="1049079" name=""/>
              <p14:cNvContentPartPr/>
              <p14:nvPr/>
            </p14:nvContentPartPr>
            <p14:xfrm>
              <a:off x="1648372" y="3310305"/>
              <a:ext cx="207681" cy="228494"/>
            </p14:xfrm>
          </p:contentPart>
        </mc:Choice>
        <mc:Fallback>
          <p:sp>
            <p:nvSpPr>
              <p:cNvPr id="1049079" name=""/>
              <p:cNvSpPr/>
              <p:nvPr/>
            </p:nvSpPr>
            <p:spPr>
              <a:xfrm>
                <a:off x="1648372" y="3310305"/>
                <a:ext cx="207681" cy="228494"/>
              </a:xfrm>
            </p:spPr>
          </p:sp>
        </mc:Fallback>
      </mc:AlternateContent>
      <mc:AlternateContent xmlns:mc="http://schemas.openxmlformats.org/markup-compatibility/2006">
        <mc:Choice xmlns:p14="http://schemas.microsoft.com/office/powerpoint/2010/main" Requires="p14">
          <p:contentPart p14:bwMode="auto" r:id="rId127">
            <p14:nvContentPartPr>
              <p14:cNvPr id="1049080" name=""/>
              <p14:cNvContentPartPr/>
              <p14:nvPr/>
            </p14:nvContentPartPr>
            <p14:xfrm>
              <a:off x="1376565" y="3611410"/>
              <a:ext cx="498877" cy="12983"/>
            </p14:xfrm>
          </p:contentPart>
        </mc:Choice>
        <mc:Fallback>
          <p:sp>
            <p:nvSpPr>
              <p:cNvPr id="1049080" name=""/>
              <p:cNvSpPr/>
              <p:nvPr/>
            </p:nvSpPr>
            <p:spPr>
              <a:xfrm>
                <a:off x="1376565" y="3611410"/>
                <a:ext cx="498877" cy="12983"/>
              </a:xfrm>
            </p:spPr>
          </p:sp>
        </mc:Fallback>
      </mc:AlternateContent>
      <mc:AlternateContent xmlns:mc="http://schemas.openxmlformats.org/markup-compatibility/2006">
        <mc:Choice xmlns:p14="http://schemas.microsoft.com/office/powerpoint/2010/main" Requires="p14">
          <p:contentPart p14:bwMode="auto" r:id="rId128">
            <p14:nvContentPartPr>
              <p14:cNvPr id="1049081" name=""/>
              <p14:cNvContentPartPr/>
              <p14:nvPr/>
            </p14:nvContentPartPr>
            <p14:xfrm>
              <a:off x="1361688" y="3693304"/>
              <a:ext cx="291141" cy="364658"/>
            </p14:xfrm>
          </p:contentPart>
        </mc:Choice>
        <mc:Fallback>
          <p:sp>
            <p:nvSpPr>
              <p:cNvPr id="1049081" name=""/>
              <p:cNvSpPr/>
              <p:nvPr/>
            </p:nvSpPr>
            <p:spPr>
              <a:xfrm>
                <a:off x="1361688" y="3693304"/>
                <a:ext cx="291141" cy="364658"/>
              </a:xfrm>
            </p:spPr>
          </p:sp>
        </mc:Fallback>
      </mc:AlternateContent>
      <mc:AlternateContent xmlns:mc="http://schemas.openxmlformats.org/markup-compatibility/2006">
        <mc:Choice xmlns:p14="http://schemas.microsoft.com/office/powerpoint/2010/main" Requires="p14">
          <p:contentPart p14:bwMode="auto" r:id="rId129">
            <p14:nvContentPartPr>
              <p14:cNvPr id="1049082" name=""/>
              <p14:cNvContentPartPr/>
              <p14:nvPr/>
            </p14:nvContentPartPr>
            <p14:xfrm>
              <a:off x="1533648" y="3856213"/>
              <a:ext cx="243125" cy="14395"/>
            </p14:xfrm>
          </p:contentPart>
        </mc:Choice>
        <mc:Fallback>
          <p:sp>
            <p:nvSpPr>
              <p:cNvPr id="1049082" name=""/>
              <p:cNvSpPr/>
              <p:nvPr/>
            </p:nvSpPr>
            <p:spPr>
              <a:xfrm>
                <a:off x="1533648" y="3856213"/>
                <a:ext cx="243125" cy="14395"/>
              </a:xfrm>
            </p:spPr>
          </p:sp>
        </mc:Fallback>
      </mc:AlternateContent>
      <mc:AlternateContent xmlns:mc="http://schemas.openxmlformats.org/markup-compatibility/2006">
        <mc:Choice xmlns:p14="http://schemas.microsoft.com/office/powerpoint/2010/main" Requires="p14">
          <p:contentPart p14:bwMode="auto" r:id="rId130">
            <p14:nvContentPartPr>
              <p14:cNvPr id="1049083" name=""/>
              <p14:cNvContentPartPr/>
              <p14:nvPr/>
            </p14:nvContentPartPr>
            <p14:xfrm>
              <a:off x="1984159" y="3551919"/>
              <a:ext cx="184451" cy="707"/>
            </p14:xfrm>
          </p:contentPart>
        </mc:Choice>
        <mc:Fallback>
          <p:sp>
            <p:nvSpPr>
              <p:cNvPr id="1049083" name=""/>
              <p:cNvSpPr/>
              <p:nvPr/>
            </p:nvSpPr>
            <p:spPr>
              <a:xfrm>
                <a:off x="1984159" y="3551919"/>
                <a:ext cx="184451" cy="707"/>
              </a:xfrm>
            </p:spPr>
          </p:sp>
        </mc:Fallback>
      </mc:AlternateContent>
      <mc:AlternateContent xmlns:mc="http://schemas.openxmlformats.org/markup-compatibility/2006">
        <mc:Choice xmlns:p14="http://schemas.microsoft.com/office/powerpoint/2010/main" Requires="p14">
          <p:contentPart p14:bwMode="auto" r:id="rId131">
            <p14:nvContentPartPr>
              <p14:cNvPr id="1049084" name=""/>
              <p14:cNvContentPartPr/>
              <p14:nvPr/>
            </p14:nvContentPartPr>
            <p14:xfrm>
              <a:off x="2034461" y="3653433"/>
              <a:ext cx="193265" cy="7197"/>
            </p14:xfrm>
          </p:contentPart>
        </mc:Choice>
        <mc:Fallback>
          <p:sp>
            <p:nvSpPr>
              <p:cNvPr id="1049084" name=""/>
              <p:cNvSpPr/>
              <p:nvPr/>
            </p:nvSpPr>
            <p:spPr>
              <a:xfrm>
                <a:off x="2034461" y="3653433"/>
                <a:ext cx="193265" cy="7197"/>
              </a:xfrm>
            </p:spPr>
          </p:sp>
        </mc:Fallback>
      </mc:AlternateContent>
      <mc:AlternateContent xmlns:mc="http://schemas.openxmlformats.org/markup-compatibility/2006">
        <mc:Choice xmlns:p14="http://schemas.microsoft.com/office/powerpoint/2010/main" Requires="p14">
          <p:contentPart p14:bwMode="auto" r:id="rId132">
            <p14:nvContentPartPr>
              <p14:cNvPr id="1049085" name=""/>
              <p14:cNvContentPartPr/>
              <p14:nvPr/>
            </p14:nvContentPartPr>
            <p14:xfrm>
              <a:off x="10029814" y="1414916"/>
              <a:ext cx="56742" cy="253897"/>
            </p14:xfrm>
          </p:contentPart>
        </mc:Choice>
        <mc:Fallback>
          <p:sp>
            <p:nvSpPr>
              <p:cNvPr id="1049085" name=""/>
              <p:cNvSpPr/>
              <p:nvPr/>
            </p:nvSpPr>
            <p:spPr>
              <a:xfrm>
                <a:off x="10029814" y="1414916"/>
                <a:ext cx="56742" cy="253897"/>
              </a:xfrm>
            </p:spPr>
          </p:sp>
        </mc:Fallback>
      </mc:AlternateContent>
      <mc:AlternateContent xmlns:mc="http://schemas.openxmlformats.org/markup-compatibility/2006">
        <mc:Choice xmlns:p14="http://schemas.microsoft.com/office/powerpoint/2010/main" Requires="p14">
          <p:contentPart p14:bwMode="auto" r:id="rId133">
            <p14:nvContentPartPr>
              <p14:cNvPr id="1049086" name=""/>
              <p14:cNvContentPartPr/>
              <p14:nvPr/>
            </p14:nvContentPartPr>
            <p14:xfrm>
              <a:off x="10191157" y="1371937"/>
              <a:ext cx="157586" cy="205367"/>
            </p14:xfrm>
          </p:contentPart>
        </mc:Choice>
        <mc:Fallback>
          <p:sp>
            <p:nvSpPr>
              <p:cNvPr id="1049086" name=""/>
              <p:cNvSpPr/>
              <p:nvPr/>
            </p:nvSpPr>
            <p:spPr>
              <a:xfrm>
                <a:off x="10191157" y="1371937"/>
                <a:ext cx="157586" cy="205367"/>
              </a:xfrm>
            </p:spPr>
          </p:sp>
        </mc:Fallback>
      </mc:AlternateContent>
      <mc:AlternateContent xmlns:mc="http://schemas.openxmlformats.org/markup-compatibility/2006">
        <mc:Choice xmlns:p14="http://schemas.microsoft.com/office/powerpoint/2010/main" Requires="p14">
          <p:contentPart p14:bwMode="auto" r:id="rId134">
            <p14:nvContentPartPr>
              <p14:cNvPr id="1049087" name=""/>
              <p14:cNvContentPartPr/>
              <p14:nvPr/>
            </p14:nvContentPartPr>
            <p14:xfrm>
              <a:off x="8091867" y="386375"/>
              <a:ext cx="198386" cy="285882"/>
            </p14:xfrm>
          </p:contentPart>
        </mc:Choice>
        <mc:Fallback>
          <p:sp>
            <p:nvSpPr>
              <p:cNvPr id="1049087" name=""/>
              <p:cNvSpPr/>
              <p:nvPr/>
            </p:nvSpPr>
            <p:spPr>
              <a:xfrm>
                <a:off x="8091867" y="386375"/>
                <a:ext cx="198386" cy="285882"/>
              </a:xfrm>
            </p:spPr>
          </p:sp>
        </mc:Fallback>
      </mc:AlternateContent>
      <mc:AlternateContent xmlns:mc="http://schemas.openxmlformats.org/markup-compatibility/2006">
        <mc:Choice xmlns:p14="http://schemas.microsoft.com/office/powerpoint/2010/main" Requires="p14">
          <p:contentPart p14:bwMode="auto" r:id="rId135">
            <p14:nvContentPartPr>
              <p14:cNvPr id="1049088" name=""/>
              <p14:cNvContentPartPr/>
              <p14:nvPr/>
            </p14:nvContentPartPr>
            <p14:xfrm>
              <a:off x="8324082" y="335991"/>
              <a:ext cx="104013" cy="334296"/>
            </p14:xfrm>
          </p:contentPart>
        </mc:Choice>
        <mc:Fallback>
          <p:sp>
            <p:nvSpPr>
              <p:cNvPr id="1049088" name=""/>
              <p:cNvSpPr/>
              <p:nvPr/>
            </p:nvSpPr>
            <p:spPr>
              <a:xfrm>
                <a:off x="8324082" y="335991"/>
                <a:ext cx="104013" cy="334296"/>
              </a:xfrm>
            </p:spPr>
          </p:sp>
        </mc:Fallback>
      </mc:AlternateContent>
      <mc:AlternateContent xmlns:mc="http://schemas.openxmlformats.org/markup-compatibility/2006">
        <mc:Choice xmlns:p14="http://schemas.microsoft.com/office/powerpoint/2010/main" Requires="p14">
          <p:contentPart p14:bwMode="auto" r:id="rId136">
            <p14:nvContentPartPr>
              <p14:cNvPr id="1049089" name=""/>
              <p14:cNvContentPartPr/>
              <p14:nvPr/>
            </p14:nvContentPartPr>
            <p14:xfrm>
              <a:off x="8434993" y="438957"/>
              <a:ext cx="162984" cy="193378"/>
            </p14:xfrm>
          </p:contentPart>
        </mc:Choice>
        <mc:Fallback>
          <p:sp>
            <p:nvSpPr>
              <p:cNvPr id="1049089" name=""/>
              <p:cNvSpPr/>
              <p:nvPr/>
            </p:nvSpPr>
            <p:spPr>
              <a:xfrm>
                <a:off x="8434993" y="438957"/>
                <a:ext cx="162984" cy="193378"/>
              </a:xfrm>
            </p:spPr>
          </p:sp>
        </mc:Fallback>
      </mc:AlternateContent>
      <mc:AlternateContent xmlns:mc="http://schemas.openxmlformats.org/markup-compatibility/2006">
        <mc:Choice xmlns:p14="http://schemas.microsoft.com/office/powerpoint/2010/main" Requires="p14">
          <p:contentPart p14:bwMode="auto" r:id="rId137">
            <p14:nvContentPartPr>
              <p14:cNvPr id="1049091" name=""/>
              <p14:cNvContentPartPr/>
              <p14:nvPr/>
            </p14:nvContentPartPr>
            <p14:xfrm>
              <a:off x="8613160" y="342940"/>
              <a:ext cx="107922" cy="305581"/>
            </p14:xfrm>
          </p:contentPart>
        </mc:Choice>
        <mc:Fallback>
          <p:sp>
            <p:nvSpPr>
              <p:cNvPr id="1049091" name=""/>
              <p:cNvSpPr/>
              <p:nvPr/>
            </p:nvSpPr>
            <p:spPr>
              <a:xfrm>
                <a:off x="8613160" y="342940"/>
                <a:ext cx="107922" cy="305581"/>
              </a:xfrm>
            </p:spPr>
          </p:sp>
        </mc:Fallback>
      </mc:AlternateContent>
      <mc:AlternateContent xmlns:mc="http://schemas.openxmlformats.org/markup-compatibility/2006">
        <mc:Choice xmlns:p14="http://schemas.microsoft.com/office/powerpoint/2010/main" Requires="p14">
          <p:contentPart p14:bwMode="auto" r:id="rId138">
            <p14:nvContentPartPr>
              <p14:cNvPr id="1049092" name=""/>
              <p14:cNvContentPartPr/>
              <p14:nvPr/>
            </p14:nvContentPartPr>
            <p14:xfrm>
              <a:off x="8706447" y="415663"/>
              <a:ext cx="120892" cy="175438"/>
            </p14:xfrm>
          </p:contentPart>
        </mc:Choice>
        <mc:Fallback>
          <p:sp>
            <p:nvSpPr>
              <p:cNvPr id="1049092" name=""/>
              <p:cNvSpPr/>
              <p:nvPr/>
            </p:nvSpPr>
            <p:spPr>
              <a:xfrm>
                <a:off x="8706447" y="415663"/>
                <a:ext cx="120892" cy="175438"/>
              </a:xfrm>
            </p:spPr>
          </p:sp>
        </mc:Fallback>
      </mc:AlternateContent>
      <mc:AlternateContent xmlns:mc="http://schemas.openxmlformats.org/markup-compatibility/2006">
        <mc:Choice xmlns:p14="http://schemas.microsoft.com/office/powerpoint/2010/main" Requires="p14">
          <p:contentPart p14:bwMode="auto" r:id="rId139">
            <p14:nvContentPartPr>
              <p14:cNvPr id="1049093" name=""/>
              <p14:cNvContentPartPr/>
              <p14:nvPr/>
            </p14:nvContentPartPr>
            <p14:xfrm>
              <a:off x="8685341" y="483631"/>
              <a:ext cx="147540" cy="33049"/>
            </p14:xfrm>
          </p:contentPart>
        </mc:Choice>
        <mc:Fallback>
          <p:sp>
            <p:nvSpPr>
              <p:cNvPr id="1049093" name=""/>
              <p:cNvSpPr/>
              <p:nvPr/>
            </p:nvSpPr>
            <p:spPr>
              <a:xfrm>
                <a:off x="8685341" y="483631"/>
                <a:ext cx="147540" cy="33049"/>
              </a:xfrm>
            </p:spPr>
          </p:sp>
        </mc:Fallback>
      </mc:AlternateContent>
      <mc:AlternateContent xmlns:mc="http://schemas.openxmlformats.org/markup-compatibility/2006">
        <mc:Choice xmlns:p14="http://schemas.microsoft.com/office/powerpoint/2010/main" Requires="p14">
          <p:contentPart p14:bwMode="auto" r:id="rId140">
            <p14:nvContentPartPr>
              <p14:cNvPr id="1049094" name=""/>
              <p14:cNvContentPartPr/>
              <p14:nvPr/>
            </p14:nvContentPartPr>
            <p14:xfrm>
              <a:off x="8877184" y="408465"/>
              <a:ext cx="42011" cy="210902"/>
            </p14:xfrm>
          </p:contentPart>
        </mc:Choice>
        <mc:Fallback>
          <p:sp>
            <p:nvSpPr>
              <p:cNvPr id="1049094" name=""/>
              <p:cNvSpPr/>
              <p:nvPr/>
            </p:nvSpPr>
            <p:spPr>
              <a:xfrm>
                <a:off x="8877184" y="408465"/>
                <a:ext cx="42011" cy="210902"/>
              </a:xfrm>
            </p:spPr>
          </p:sp>
        </mc:Fallback>
      </mc:AlternateContent>
      <mc:AlternateContent xmlns:mc="http://schemas.openxmlformats.org/markup-compatibility/2006">
        <mc:Choice xmlns:p14="http://schemas.microsoft.com/office/powerpoint/2010/main" Requires="p14">
          <p:contentPart p14:bwMode="auto" r:id="rId141">
            <p14:nvContentPartPr>
              <p14:cNvPr id="1049095" name=""/>
              <p14:cNvContentPartPr/>
              <p14:nvPr/>
            </p14:nvContentPartPr>
            <p14:xfrm>
              <a:off x="8871547" y="299753"/>
              <a:ext cx="137360" cy="463389"/>
            </p14:xfrm>
          </p:contentPart>
        </mc:Choice>
        <mc:Fallback>
          <p:sp>
            <p:nvSpPr>
              <p:cNvPr id="1049095" name=""/>
              <p:cNvSpPr/>
              <p:nvPr/>
            </p:nvSpPr>
            <p:spPr>
              <a:xfrm>
                <a:off x="8871547" y="299753"/>
                <a:ext cx="137360" cy="463389"/>
              </a:xfrm>
            </p:spPr>
          </p:sp>
        </mc:Fallback>
      </mc:AlternateContent>
      <mc:AlternateContent xmlns:mc="http://schemas.openxmlformats.org/markup-compatibility/2006">
        <mc:Choice xmlns:p14="http://schemas.microsoft.com/office/powerpoint/2010/main" Requires="p14">
          <p:contentPart p14:bwMode="auto" r:id="rId142">
            <p14:nvContentPartPr>
              <p14:cNvPr id="1049096" name=""/>
              <p14:cNvContentPartPr/>
              <p14:nvPr/>
            </p14:nvContentPartPr>
            <p14:xfrm>
              <a:off x="7970525" y="813776"/>
              <a:ext cx="1130802" cy="84046"/>
            </p14:xfrm>
          </p:contentPart>
        </mc:Choice>
        <mc:Fallback>
          <p:sp>
            <p:nvSpPr>
              <p:cNvPr id="1049096" name=""/>
              <p:cNvSpPr/>
              <p:nvPr/>
            </p:nvSpPr>
            <p:spPr>
              <a:xfrm>
                <a:off x="7970525" y="813776"/>
                <a:ext cx="1130802" cy="84046"/>
              </a:xfrm>
            </p:spPr>
          </p:sp>
        </mc:Fallback>
      </mc:AlternateContent>
      <mc:AlternateContent xmlns:mc="http://schemas.openxmlformats.org/markup-compatibility/2006">
        <mc:Choice xmlns:p14="http://schemas.microsoft.com/office/powerpoint/2010/main" Requires="p14">
          <p:contentPart p14:bwMode="auto" r:id="rId143">
            <p14:nvContentPartPr>
              <p14:cNvPr id="1049097" name=""/>
              <p14:cNvContentPartPr/>
              <p14:nvPr/>
            </p14:nvContentPartPr>
            <p14:xfrm>
              <a:off x="2387175" y="3422417"/>
              <a:ext cx="182314" cy="259456"/>
            </p14:xfrm>
          </p:contentPart>
        </mc:Choice>
        <mc:Fallback>
          <p:sp>
            <p:nvSpPr>
              <p:cNvPr id="1049097" name=""/>
              <p:cNvSpPr/>
              <p:nvPr/>
            </p:nvSpPr>
            <p:spPr>
              <a:xfrm>
                <a:off x="2387175" y="3422417"/>
                <a:ext cx="182314" cy="259456"/>
              </a:xfrm>
            </p:spPr>
          </p:sp>
        </mc:Fallback>
      </mc:AlternateContent>
      <mc:AlternateContent xmlns:mc="http://schemas.openxmlformats.org/markup-compatibility/2006">
        <mc:Choice xmlns:p14="http://schemas.microsoft.com/office/powerpoint/2010/main" Requires="p14">
          <p:contentPart p14:bwMode="auto" r:id="rId144">
            <p14:nvContentPartPr>
              <p14:cNvPr id="1049098" name=""/>
              <p14:cNvContentPartPr/>
              <p14:nvPr/>
            </p14:nvContentPartPr>
            <p14:xfrm>
              <a:off x="2470852" y="3247626"/>
              <a:ext cx="2893" cy="31581"/>
            </p14:xfrm>
          </p:contentPart>
        </mc:Choice>
        <mc:Fallback>
          <p:sp>
            <p:nvSpPr>
              <p:cNvPr id="1049098" name=""/>
              <p:cNvSpPr/>
              <p:nvPr/>
            </p:nvSpPr>
            <p:spPr>
              <a:xfrm>
                <a:off x="2470852" y="3247626"/>
                <a:ext cx="2893" cy="31581"/>
              </a:xfrm>
            </p:spPr>
          </p:sp>
        </mc:Fallback>
      </mc:AlternateContent>
      <mc:AlternateContent xmlns:mc="http://schemas.openxmlformats.org/markup-compatibility/2006">
        <mc:Choice xmlns:p14="http://schemas.microsoft.com/office/powerpoint/2010/main" Requires="p14">
          <p:contentPart p14:bwMode="auto" r:id="rId145">
            <p14:nvContentPartPr>
              <p14:cNvPr id="1049099" name=""/>
              <p14:cNvContentPartPr/>
              <p14:nvPr/>
            </p14:nvContentPartPr>
            <p14:xfrm>
              <a:off x="2729546" y="3317976"/>
              <a:ext cx="159090" cy="345138"/>
            </p14:xfrm>
          </p:contentPart>
        </mc:Choice>
        <mc:Fallback>
          <p:sp>
            <p:nvSpPr>
              <p:cNvPr id="1049099" name=""/>
              <p:cNvSpPr/>
              <p:nvPr/>
            </p:nvSpPr>
            <p:spPr>
              <a:xfrm>
                <a:off x="2729546" y="3317976"/>
                <a:ext cx="159090" cy="345138"/>
              </a:xfrm>
            </p:spPr>
          </p:sp>
        </mc:Fallback>
      </mc:AlternateContent>
      <mc:AlternateContent xmlns:mc="http://schemas.openxmlformats.org/markup-compatibility/2006">
        <mc:Choice xmlns:p14="http://schemas.microsoft.com/office/powerpoint/2010/main" Requires="p14">
          <p:contentPart p14:bwMode="auto" r:id="rId146">
            <p14:nvContentPartPr>
              <p14:cNvPr id="1049100" name=""/>
              <p14:cNvContentPartPr/>
              <p14:nvPr/>
            </p14:nvContentPartPr>
            <p14:xfrm>
              <a:off x="2978553" y="3408881"/>
              <a:ext cx="168557" cy="188767"/>
            </p14:xfrm>
          </p:contentPart>
        </mc:Choice>
        <mc:Fallback>
          <p:sp>
            <p:nvSpPr>
              <p:cNvPr id="1049100" name=""/>
              <p:cNvSpPr/>
              <p:nvPr/>
            </p:nvSpPr>
            <p:spPr>
              <a:xfrm>
                <a:off x="2978553" y="3408881"/>
                <a:ext cx="168557" cy="188767"/>
              </a:xfrm>
            </p:spPr>
          </p:sp>
        </mc:Fallback>
      </mc:AlternateContent>
      <mc:AlternateContent xmlns:mc="http://schemas.openxmlformats.org/markup-compatibility/2006">
        <mc:Choice xmlns:p14="http://schemas.microsoft.com/office/powerpoint/2010/main" Requires="p14">
          <p:contentPart p14:bwMode="auto" r:id="rId147">
            <p14:nvContentPartPr>
              <p14:cNvPr id="1049101" name=""/>
              <p14:cNvContentPartPr/>
              <p14:nvPr/>
            </p14:nvContentPartPr>
            <p14:xfrm>
              <a:off x="2685297" y="3646382"/>
              <a:ext cx="490118" cy="57683"/>
            </p14:xfrm>
          </p:contentPart>
        </mc:Choice>
        <mc:Fallback>
          <p:sp>
            <p:nvSpPr>
              <p:cNvPr id="1049101" name=""/>
              <p:cNvSpPr/>
              <p:nvPr/>
            </p:nvSpPr>
            <p:spPr>
              <a:xfrm>
                <a:off x="2685297" y="3646382"/>
                <a:ext cx="490118" cy="57683"/>
              </a:xfrm>
            </p:spPr>
          </p:sp>
        </mc:Fallback>
      </mc:AlternateContent>
      <mc:AlternateContent xmlns:mc="http://schemas.openxmlformats.org/markup-compatibility/2006">
        <mc:Choice xmlns:p14="http://schemas.microsoft.com/office/powerpoint/2010/main" Requires="p14">
          <p:contentPart p14:bwMode="auto" r:id="rId148">
            <p14:nvContentPartPr>
              <p14:cNvPr id="1049102" name=""/>
              <p14:cNvContentPartPr/>
              <p14:nvPr/>
            </p14:nvContentPartPr>
            <p14:xfrm>
              <a:off x="2729673" y="3769343"/>
              <a:ext cx="165666" cy="270689"/>
            </p14:xfrm>
          </p:contentPart>
        </mc:Choice>
        <mc:Fallback>
          <p:sp>
            <p:nvSpPr>
              <p:cNvPr id="1049102" name=""/>
              <p:cNvSpPr/>
              <p:nvPr/>
            </p:nvSpPr>
            <p:spPr>
              <a:xfrm>
                <a:off x="2729673" y="3769343"/>
                <a:ext cx="165666" cy="270689"/>
              </a:xfrm>
            </p:spPr>
          </p:sp>
        </mc:Fallback>
      </mc:AlternateContent>
      <mc:AlternateContent xmlns:mc="http://schemas.openxmlformats.org/markup-compatibility/2006">
        <mc:Choice xmlns:p14="http://schemas.microsoft.com/office/powerpoint/2010/main" Requires="p14">
          <p:contentPart p14:bwMode="auto" r:id="rId149">
            <p14:nvContentPartPr>
              <p14:cNvPr id="1049103" name=""/>
              <p14:cNvContentPartPr/>
              <p14:nvPr/>
            </p14:nvContentPartPr>
            <p14:xfrm>
              <a:off x="2928159" y="3802185"/>
              <a:ext cx="155522" cy="214590"/>
            </p14:xfrm>
          </p:contentPart>
        </mc:Choice>
        <mc:Fallback>
          <p:sp>
            <p:nvSpPr>
              <p:cNvPr id="1049103" name=""/>
              <p:cNvSpPr/>
              <p:nvPr/>
            </p:nvSpPr>
            <p:spPr>
              <a:xfrm>
                <a:off x="2928159" y="3802185"/>
                <a:ext cx="155522" cy="214590"/>
              </a:xfrm>
            </p:spPr>
          </p:sp>
        </mc:Fallback>
      </mc:AlternateContent>
      <mc:AlternateContent xmlns:mc="http://schemas.openxmlformats.org/markup-compatibility/2006">
        <mc:Choice xmlns:p14="http://schemas.microsoft.com/office/powerpoint/2010/main" Requires="p14">
          <p:contentPart p14:bwMode="auto" r:id="rId150">
            <p14:nvContentPartPr>
              <p14:cNvPr id="1049104" name=""/>
              <p14:cNvContentPartPr/>
              <p14:nvPr/>
            </p14:nvContentPartPr>
            <p14:xfrm>
              <a:off x="2440679" y="3235080"/>
              <a:ext cx="56885" cy="50489"/>
            </p14:xfrm>
          </p:contentPart>
        </mc:Choice>
        <mc:Fallback>
          <p:sp>
            <p:nvSpPr>
              <p:cNvPr id="1049104" name=""/>
              <p:cNvSpPr/>
              <p:nvPr/>
            </p:nvSpPr>
            <p:spPr>
              <a:xfrm>
                <a:off x="2440679" y="3235080"/>
                <a:ext cx="56885" cy="50489"/>
              </a:xfrm>
            </p:spPr>
          </p:sp>
        </mc:Fallback>
      </mc:AlternateContent>
      <mc:AlternateContent xmlns:mc="http://schemas.openxmlformats.org/markup-compatibility/2006">
        <mc:Choice xmlns:p14="http://schemas.microsoft.com/office/powerpoint/2010/main" Requires="p14">
          <p:contentPart p14:bwMode="auto" r:id="rId151">
            <p14:nvContentPartPr>
              <p14:cNvPr id="1049105" name=""/>
              <p14:cNvContentPartPr/>
              <p14:nvPr/>
            </p14:nvContentPartPr>
            <p14:xfrm>
              <a:off x="3300392" y="3642857"/>
              <a:ext cx="179543" cy="3626"/>
            </p14:xfrm>
          </p:contentPart>
        </mc:Choice>
        <mc:Fallback>
          <p:sp>
            <p:nvSpPr>
              <p:cNvPr id="1049105" name=""/>
              <p:cNvSpPr/>
              <p:nvPr/>
            </p:nvSpPr>
            <p:spPr>
              <a:xfrm>
                <a:off x="3300392" y="3642857"/>
                <a:ext cx="179543" cy="3626"/>
              </a:xfrm>
            </p:spPr>
          </p:sp>
        </mc:Fallback>
      </mc:AlternateContent>
      <mc:AlternateContent xmlns:mc="http://schemas.openxmlformats.org/markup-compatibility/2006">
        <mc:Choice xmlns:p14="http://schemas.microsoft.com/office/powerpoint/2010/main" Requires="p14">
          <p:contentPart p14:bwMode="auto" r:id="rId152">
            <p14:nvContentPartPr>
              <p14:cNvPr id="1049106" name=""/>
              <p14:cNvContentPartPr/>
              <p14:nvPr/>
            </p14:nvContentPartPr>
            <p14:xfrm>
              <a:off x="3343192" y="3732819"/>
              <a:ext cx="189232" cy="29326"/>
            </p14:xfrm>
          </p:contentPart>
        </mc:Choice>
        <mc:Fallback>
          <p:sp>
            <p:nvSpPr>
              <p:cNvPr id="1049106" name=""/>
              <p:cNvSpPr/>
              <p:nvPr/>
            </p:nvSpPr>
            <p:spPr>
              <a:xfrm>
                <a:off x="3343192" y="3732819"/>
                <a:ext cx="189232" cy="29326"/>
              </a:xfrm>
            </p:spPr>
          </p:sp>
        </mc:Fallback>
      </mc:AlternateContent>
      <mc:AlternateContent xmlns:mc="http://schemas.openxmlformats.org/markup-compatibility/2006">
        <mc:Choice xmlns:p14="http://schemas.microsoft.com/office/powerpoint/2010/main" Requires="p14">
          <p:contentPart p14:bwMode="auto" r:id="rId153">
            <p14:nvContentPartPr>
              <p14:cNvPr id="1049107" name=""/>
              <p14:cNvContentPartPr/>
              <p14:nvPr/>
            </p14:nvContentPartPr>
            <p14:xfrm>
              <a:off x="3730203" y="3460860"/>
              <a:ext cx="170722" cy="260659"/>
            </p14:xfrm>
          </p:contentPart>
        </mc:Choice>
        <mc:Fallback>
          <p:sp>
            <p:nvSpPr>
              <p:cNvPr id="1049107" name=""/>
              <p:cNvSpPr/>
              <p:nvPr/>
            </p:nvSpPr>
            <p:spPr>
              <a:xfrm>
                <a:off x="3730203" y="3460860"/>
                <a:ext cx="170722" cy="260659"/>
              </a:xfrm>
            </p:spPr>
          </p:sp>
        </mc:Fallback>
      </mc:AlternateContent>
      <mc:AlternateContent xmlns:mc="http://schemas.openxmlformats.org/markup-compatibility/2006">
        <mc:Choice xmlns:p14="http://schemas.microsoft.com/office/powerpoint/2010/main" Requires="p14">
          <p:contentPart p14:bwMode="auto" r:id="rId154">
            <p14:nvContentPartPr>
              <p14:cNvPr id="1049108" name=""/>
              <p14:cNvContentPartPr/>
              <p14:nvPr/>
            </p14:nvContentPartPr>
            <p14:xfrm>
              <a:off x="4008148" y="3535398"/>
              <a:ext cx="157164" cy="197707"/>
            </p14:xfrm>
          </p:contentPart>
        </mc:Choice>
        <mc:Fallback>
          <p:sp>
            <p:nvSpPr>
              <p:cNvPr id="1049108" name=""/>
              <p:cNvSpPr/>
              <p:nvPr/>
            </p:nvSpPr>
            <p:spPr>
              <a:xfrm>
                <a:off x="4008148" y="3535398"/>
                <a:ext cx="157164" cy="197707"/>
              </a:xfrm>
            </p:spPr>
          </p:sp>
        </mc:Fallback>
      </mc:AlternateContent>
      <mc:AlternateContent xmlns:mc="http://schemas.openxmlformats.org/markup-compatibility/2006">
        <mc:Choice xmlns:p14="http://schemas.microsoft.com/office/powerpoint/2010/main" Requires="p14">
          <p:contentPart p14:bwMode="auto" r:id="rId155">
            <p14:nvContentPartPr>
              <p14:cNvPr id="1049109" name=""/>
              <p14:cNvContentPartPr/>
              <p14:nvPr/>
            </p14:nvContentPartPr>
            <p14:xfrm>
              <a:off x="4065510" y="3270577"/>
              <a:ext cx="173432" cy="171536"/>
            </p14:xfrm>
          </p:contentPart>
        </mc:Choice>
        <mc:Fallback>
          <p:sp>
            <p:nvSpPr>
              <p:cNvPr id="1049109" name=""/>
              <p:cNvSpPr/>
              <p:nvPr/>
            </p:nvSpPr>
            <p:spPr>
              <a:xfrm>
                <a:off x="4065510" y="3270577"/>
                <a:ext cx="173432" cy="171536"/>
              </a:xfrm>
            </p:spPr>
          </p:sp>
        </mc:Fallback>
      </mc:AlternateContent>
      <mc:AlternateContent xmlns:mc="http://schemas.openxmlformats.org/markup-compatibility/2006">
        <mc:Choice xmlns:p14="http://schemas.microsoft.com/office/powerpoint/2010/main" Requires="p14">
          <p:contentPart p14:bwMode="auto" r:id="rId156">
            <p14:nvContentPartPr>
              <p14:cNvPr id="1049110" name=""/>
              <p14:cNvContentPartPr/>
              <p14:nvPr/>
            </p14:nvContentPartPr>
            <p14:xfrm>
              <a:off x="4459601" y="3270971"/>
              <a:ext cx="145607" cy="330080"/>
            </p14:xfrm>
          </p:contentPart>
        </mc:Choice>
        <mc:Fallback>
          <p:sp>
            <p:nvSpPr>
              <p:cNvPr id="1049110" name=""/>
              <p:cNvSpPr/>
              <p:nvPr/>
            </p:nvSpPr>
            <p:spPr>
              <a:xfrm>
                <a:off x="4459601" y="3270971"/>
                <a:ext cx="145607" cy="330080"/>
              </a:xfrm>
            </p:spPr>
          </p:sp>
        </mc:Fallback>
      </mc:AlternateContent>
      <mc:AlternateContent xmlns:mc="http://schemas.openxmlformats.org/markup-compatibility/2006">
        <mc:Choice xmlns:p14="http://schemas.microsoft.com/office/powerpoint/2010/main" Requires="p14">
          <p:contentPart p14:bwMode="auto" r:id="rId157">
            <p14:nvContentPartPr>
              <p14:cNvPr id="1049111" name=""/>
              <p14:cNvContentPartPr/>
              <p14:nvPr/>
            </p14:nvContentPartPr>
            <p14:xfrm>
              <a:off x="4837688" y="3150156"/>
              <a:ext cx="114309" cy="177006"/>
            </p14:xfrm>
          </p:contentPart>
        </mc:Choice>
        <mc:Fallback>
          <p:sp>
            <p:nvSpPr>
              <p:cNvPr id="1049111" name=""/>
              <p:cNvSpPr/>
              <p:nvPr/>
            </p:nvSpPr>
            <p:spPr>
              <a:xfrm>
                <a:off x="4837688" y="3150156"/>
                <a:ext cx="114309" cy="177006"/>
              </a:xfrm>
            </p:spPr>
          </p:sp>
        </mc:Fallback>
      </mc:AlternateContent>
      <mc:AlternateContent xmlns:mc="http://schemas.openxmlformats.org/markup-compatibility/2006">
        <mc:Choice xmlns:p14="http://schemas.microsoft.com/office/powerpoint/2010/main" Requires="p14">
          <p:contentPart p14:bwMode="auto" r:id="rId158">
            <p14:nvContentPartPr>
              <p14:cNvPr id="1049112" name=""/>
              <p14:cNvContentPartPr/>
              <p14:nvPr/>
            </p14:nvContentPartPr>
            <p14:xfrm>
              <a:off x="4780767" y="3432643"/>
              <a:ext cx="306961" cy="3367"/>
            </p14:xfrm>
          </p:contentPart>
        </mc:Choice>
        <mc:Fallback>
          <p:sp>
            <p:nvSpPr>
              <p:cNvPr id="1049112" name=""/>
              <p:cNvSpPr/>
              <p:nvPr/>
            </p:nvSpPr>
            <p:spPr>
              <a:xfrm>
                <a:off x="4780767" y="3432643"/>
                <a:ext cx="306961" cy="3367"/>
              </a:xfrm>
            </p:spPr>
          </p:sp>
        </mc:Fallback>
      </mc:AlternateContent>
      <mc:AlternateContent xmlns:mc="http://schemas.openxmlformats.org/markup-compatibility/2006">
        <mc:Choice xmlns:p14="http://schemas.microsoft.com/office/powerpoint/2010/main" Requires="p14">
          <p:contentPart p14:bwMode="auto" r:id="rId159">
            <p14:nvContentPartPr>
              <p14:cNvPr id="1049113" name=""/>
              <p14:cNvContentPartPr/>
              <p14:nvPr/>
            </p14:nvContentPartPr>
            <p14:xfrm>
              <a:off x="4873429" y="3508484"/>
              <a:ext cx="150464" cy="152146"/>
            </p14:xfrm>
          </p:contentPart>
        </mc:Choice>
        <mc:Fallback>
          <p:sp>
            <p:nvSpPr>
              <p:cNvPr id="1049113" name=""/>
              <p:cNvSpPr/>
              <p:nvPr/>
            </p:nvSpPr>
            <p:spPr>
              <a:xfrm>
                <a:off x="4873429" y="3508484"/>
                <a:ext cx="150464" cy="152146"/>
              </a:xfrm>
            </p:spPr>
          </p:sp>
        </mc:Fallback>
      </mc:AlternateContent>
      <mc:AlternateContent xmlns:mc="http://schemas.openxmlformats.org/markup-compatibility/2006">
        <mc:Choice xmlns:p14="http://schemas.microsoft.com/office/powerpoint/2010/main" Requires="p14">
          <p:contentPart p14:bwMode="auto" r:id="rId160">
            <p14:nvContentPartPr>
              <p14:cNvPr id="1049114" name=""/>
              <p14:cNvContentPartPr/>
              <p14:nvPr/>
            </p14:nvContentPartPr>
            <p14:xfrm>
              <a:off x="4708551" y="3211389"/>
              <a:ext cx="93521" cy="406763"/>
            </p14:xfrm>
          </p:contentPart>
        </mc:Choice>
        <mc:Fallback>
          <p:sp>
            <p:nvSpPr>
              <p:cNvPr id="1049114" name=""/>
              <p:cNvSpPr/>
              <p:nvPr/>
            </p:nvSpPr>
            <p:spPr>
              <a:xfrm>
                <a:off x="4708551" y="3211389"/>
                <a:ext cx="93521" cy="406763"/>
              </a:xfrm>
            </p:spPr>
          </p:sp>
        </mc:Fallback>
      </mc:AlternateContent>
      <mc:AlternateContent xmlns:mc="http://schemas.openxmlformats.org/markup-compatibility/2006">
        <mc:Choice xmlns:p14="http://schemas.microsoft.com/office/powerpoint/2010/main" Requires="p14">
          <p:contentPart p14:bwMode="auto" r:id="rId161">
            <p14:nvContentPartPr>
              <p14:cNvPr id="1049115" name=""/>
              <p14:cNvContentPartPr/>
              <p14:nvPr/>
            </p14:nvContentPartPr>
            <p14:xfrm>
              <a:off x="5081255" y="3240428"/>
              <a:ext cx="59009" cy="358082"/>
            </p14:xfrm>
          </p:contentPart>
        </mc:Choice>
        <mc:Fallback>
          <p:sp>
            <p:nvSpPr>
              <p:cNvPr id="1049115" name=""/>
              <p:cNvSpPr/>
              <p:nvPr/>
            </p:nvSpPr>
            <p:spPr>
              <a:xfrm>
                <a:off x="5081255" y="3240428"/>
                <a:ext cx="59009" cy="358082"/>
              </a:xfrm>
            </p:spPr>
          </p:sp>
        </mc:Fallback>
      </mc:AlternateContent>
      <mc:AlternateContent xmlns:mc="http://schemas.openxmlformats.org/markup-compatibility/2006">
        <mc:Choice xmlns:p14="http://schemas.microsoft.com/office/powerpoint/2010/main" Requires="p14">
          <p:contentPart p14:bwMode="auto" r:id="rId162">
            <p14:nvContentPartPr>
              <p14:cNvPr id="1049116" name=""/>
              <p14:cNvContentPartPr/>
              <p14:nvPr/>
            </p14:nvContentPartPr>
            <p14:xfrm>
              <a:off x="4473220" y="3682721"/>
              <a:ext cx="510941" cy="36973"/>
            </p14:xfrm>
          </p:contentPart>
        </mc:Choice>
        <mc:Fallback>
          <p:sp>
            <p:nvSpPr>
              <p:cNvPr id="1049116" name=""/>
              <p:cNvSpPr/>
              <p:nvPr/>
            </p:nvSpPr>
            <p:spPr>
              <a:xfrm>
                <a:off x="4473220" y="3682721"/>
                <a:ext cx="510941" cy="36973"/>
              </a:xfrm>
            </p:spPr>
          </p:sp>
        </mc:Fallback>
      </mc:AlternateContent>
      <mc:AlternateContent xmlns:mc="http://schemas.openxmlformats.org/markup-compatibility/2006">
        <mc:Choice xmlns:p14="http://schemas.microsoft.com/office/powerpoint/2010/main" Requires="p14">
          <p:contentPart p14:bwMode="auto" r:id="rId163">
            <p14:nvContentPartPr>
              <p14:cNvPr id="1049117" name=""/>
              <p14:cNvContentPartPr/>
              <p14:nvPr/>
            </p14:nvContentPartPr>
            <p14:xfrm>
              <a:off x="4596018" y="3825185"/>
              <a:ext cx="374318" cy="238277"/>
            </p14:xfrm>
          </p:contentPart>
        </mc:Choice>
        <mc:Fallback>
          <p:sp>
            <p:nvSpPr>
              <p:cNvPr id="1049117" name=""/>
              <p:cNvSpPr/>
              <p:nvPr/>
            </p:nvSpPr>
            <p:spPr>
              <a:xfrm>
                <a:off x="4596018" y="3825185"/>
                <a:ext cx="374318" cy="238277"/>
              </a:xfrm>
            </p:spPr>
          </p:sp>
        </mc:Fallback>
      </mc:AlternateContent>
      <mc:AlternateContent xmlns:mc="http://schemas.openxmlformats.org/markup-compatibility/2006">
        <mc:Choice xmlns:p14="http://schemas.microsoft.com/office/powerpoint/2010/main" Requires="p14">
          <p:contentPart p14:bwMode="auto" r:id="rId164">
            <p14:nvContentPartPr>
              <p14:cNvPr id="1049118" name=""/>
              <p14:cNvContentPartPr/>
              <p14:nvPr/>
            </p14:nvContentPartPr>
            <p14:xfrm>
              <a:off x="5295700" y="3660631"/>
              <a:ext cx="125095" cy="8037"/>
            </p14:xfrm>
          </p:contentPart>
        </mc:Choice>
        <mc:Fallback>
          <p:sp>
            <p:nvSpPr>
              <p:cNvPr id="1049118" name=""/>
              <p:cNvSpPr/>
              <p:nvPr/>
            </p:nvSpPr>
            <p:spPr>
              <a:xfrm>
                <a:off x="5295700" y="3660631"/>
                <a:ext cx="125095" cy="8037"/>
              </a:xfrm>
            </p:spPr>
          </p:sp>
        </mc:Fallback>
      </mc:AlternateContent>
      <mc:AlternateContent xmlns:mc="http://schemas.openxmlformats.org/markup-compatibility/2006">
        <mc:Choice xmlns:p14="http://schemas.microsoft.com/office/powerpoint/2010/main" Requires="p14">
          <p:contentPart p14:bwMode="auto" r:id="rId165">
            <p14:nvContentPartPr>
              <p14:cNvPr id="1049119" name=""/>
              <p14:cNvContentPartPr/>
              <p14:nvPr/>
            </p14:nvContentPartPr>
            <p14:xfrm>
              <a:off x="5295700" y="3769343"/>
              <a:ext cx="139146" cy="9414"/>
            </p14:xfrm>
          </p:contentPart>
        </mc:Choice>
        <mc:Fallback>
          <p:sp>
            <p:nvSpPr>
              <p:cNvPr id="1049119" name=""/>
              <p:cNvSpPr/>
              <p:nvPr/>
            </p:nvSpPr>
            <p:spPr>
              <a:xfrm>
                <a:off x="5295700" y="3769343"/>
                <a:ext cx="139146" cy="9414"/>
              </a:xfrm>
            </p:spPr>
          </p:sp>
        </mc:Fallback>
      </mc:AlternateContent>
      <mc:AlternateContent xmlns:mc="http://schemas.openxmlformats.org/markup-compatibility/2006">
        <mc:Choice xmlns:p14="http://schemas.microsoft.com/office/powerpoint/2010/main" Requires="p14">
          <p:contentPart p14:bwMode="auto" r:id="rId166">
            <p14:nvContentPartPr>
              <p14:cNvPr id="1049120" name=""/>
              <p14:cNvContentPartPr/>
              <p14:nvPr/>
            </p14:nvContentPartPr>
            <p14:xfrm>
              <a:off x="5531766" y="3704970"/>
              <a:ext cx="169338" cy="21185"/>
            </p14:xfrm>
          </p:contentPart>
        </mc:Choice>
        <mc:Fallback>
          <p:sp>
            <p:nvSpPr>
              <p:cNvPr id="1049120" name=""/>
              <p:cNvSpPr/>
              <p:nvPr/>
            </p:nvSpPr>
            <p:spPr>
              <a:xfrm>
                <a:off x="5531766" y="3704970"/>
                <a:ext cx="169338" cy="21185"/>
              </a:xfrm>
            </p:spPr>
          </p:sp>
        </mc:Fallback>
      </mc:AlternateContent>
      <mc:AlternateContent xmlns:mc="http://schemas.openxmlformats.org/markup-compatibility/2006">
        <mc:Choice xmlns:p14="http://schemas.microsoft.com/office/powerpoint/2010/main" Requires="p14">
          <p:contentPart p14:bwMode="auto" r:id="rId167">
            <p14:nvContentPartPr>
              <p14:cNvPr id="1049121" name=""/>
              <p14:cNvContentPartPr/>
              <p14:nvPr/>
            </p14:nvContentPartPr>
            <p14:xfrm>
              <a:off x="5793344" y="3480783"/>
              <a:ext cx="224912" cy="268495"/>
            </p14:xfrm>
          </p:contentPart>
        </mc:Choice>
        <mc:Fallback>
          <p:sp>
            <p:nvSpPr>
              <p:cNvPr id="1049121" name=""/>
              <p:cNvSpPr/>
              <p:nvPr/>
            </p:nvSpPr>
            <p:spPr>
              <a:xfrm>
                <a:off x="5793344" y="3480783"/>
                <a:ext cx="224912" cy="268495"/>
              </a:xfrm>
            </p:spPr>
          </p:sp>
        </mc:Fallback>
      </mc:AlternateContent>
      <mc:AlternateContent xmlns:mc="http://schemas.openxmlformats.org/markup-compatibility/2006">
        <mc:Choice xmlns:p14="http://schemas.microsoft.com/office/powerpoint/2010/main" Requires="p14">
          <p:contentPart p14:bwMode="auto" r:id="rId168">
            <p14:nvContentPartPr>
              <p14:cNvPr id="1049122" name=""/>
              <p14:cNvContentPartPr/>
              <p14:nvPr/>
            </p14:nvContentPartPr>
            <p14:xfrm>
              <a:off x="6096559" y="3571565"/>
              <a:ext cx="175116" cy="206457"/>
            </p14:xfrm>
          </p:contentPart>
        </mc:Choice>
        <mc:Fallback>
          <p:sp>
            <p:nvSpPr>
              <p:cNvPr id="1049122" name=""/>
              <p:cNvSpPr/>
              <p:nvPr/>
            </p:nvSpPr>
            <p:spPr>
              <a:xfrm>
                <a:off x="6096559" y="3571565"/>
                <a:ext cx="175116" cy="206457"/>
              </a:xfrm>
            </p:spPr>
          </p:sp>
        </mc:Fallback>
      </mc:AlternateContent>
      <mc:AlternateContent xmlns:mc="http://schemas.openxmlformats.org/markup-compatibility/2006">
        <mc:Choice xmlns:p14="http://schemas.microsoft.com/office/powerpoint/2010/main" Requires="p14">
          <p:contentPart p14:bwMode="auto" r:id="rId169">
            <p14:nvContentPartPr>
              <p14:cNvPr id="1049123" name=""/>
              <p14:cNvContentPartPr/>
              <p14:nvPr/>
            </p14:nvContentPartPr>
            <p14:xfrm>
              <a:off x="6210841" y="3389786"/>
              <a:ext cx="173217" cy="157698"/>
            </p14:xfrm>
          </p:contentPart>
        </mc:Choice>
        <mc:Fallback>
          <p:sp>
            <p:nvSpPr>
              <p:cNvPr id="1049123" name=""/>
              <p:cNvSpPr/>
              <p:nvPr/>
            </p:nvSpPr>
            <p:spPr>
              <a:xfrm>
                <a:off x="6210841" y="3389786"/>
                <a:ext cx="173217" cy="157698"/>
              </a:xfrm>
            </p:spPr>
          </p:sp>
        </mc:Fallback>
      </mc:AlternateContent>
      <mc:AlternateContent xmlns:mc="http://schemas.openxmlformats.org/markup-compatibility/2006">
        <mc:Choice xmlns:p14="http://schemas.microsoft.com/office/powerpoint/2010/main" Requires="p14">
          <p:contentPart p14:bwMode="auto" r:id="rId170">
            <p14:nvContentPartPr>
              <p14:cNvPr id="1049124" name=""/>
              <p14:cNvContentPartPr/>
              <p14:nvPr/>
            </p14:nvContentPartPr>
            <p14:xfrm>
              <a:off x="5823342" y="3853406"/>
              <a:ext cx="595766" cy="19949"/>
            </p14:xfrm>
          </p:contentPart>
        </mc:Choice>
        <mc:Fallback>
          <p:sp>
            <p:nvSpPr>
              <p:cNvPr id="1049124" name=""/>
              <p:cNvSpPr/>
              <p:nvPr/>
            </p:nvSpPr>
            <p:spPr>
              <a:xfrm>
                <a:off x="5823342" y="3853406"/>
                <a:ext cx="595766" cy="19949"/>
              </a:xfrm>
            </p:spPr>
          </p:sp>
        </mc:Fallback>
      </mc:AlternateContent>
      <mc:AlternateContent xmlns:mc="http://schemas.openxmlformats.org/markup-compatibility/2006">
        <mc:Choice xmlns:p14="http://schemas.microsoft.com/office/powerpoint/2010/main" Requires="p14">
          <p:contentPart p14:bwMode="auto" r:id="rId171">
            <p14:nvContentPartPr>
              <p14:cNvPr id="1049125" name=""/>
              <p14:cNvContentPartPr/>
              <p14:nvPr/>
            </p14:nvContentPartPr>
            <p14:xfrm>
              <a:off x="6009177" y="4029953"/>
              <a:ext cx="174468" cy="217553"/>
            </p14:xfrm>
          </p:contentPart>
        </mc:Choice>
        <mc:Fallback>
          <p:sp>
            <p:nvSpPr>
              <p:cNvPr id="1049125" name=""/>
              <p:cNvSpPr/>
              <p:nvPr/>
            </p:nvSpPr>
            <p:spPr>
              <a:xfrm>
                <a:off x="6009177" y="4029953"/>
                <a:ext cx="174468" cy="217553"/>
              </a:xfrm>
            </p:spPr>
          </p:sp>
        </mc:Fallback>
      </mc:AlternateContent>
      <mc:AlternateContent xmlns:mc="http://schemas.openxmlformats.org/markup-compatibility/2006">
        <mc:Choice xmlns:p14="http://schemas.microsoft.com/office/powerpoint/2010/main" Requires="p14">
          <p:contentPart p14:bwMode="auto" r:id="rId172">
            <p14:nvContentPartPr>
              <p14:cNvPr id="1049126" name=""/>
              <p14:cNvContentPartPr/>
              <p14:nvPr/>
            </p14:nvContentPartPr>
            <p14:xfrm>
              <a:off x="6218342" y="3975627"/>
              <a:ext cx="188738" cy="164270"/>
            </p14:xfrm>
          </p:contentPart>
        </mc:Choice>
        <mc:Fallback>
          <p:sp>
            <p:nvSpPr>
              <p:cNvPr id="1049126" name=""/>
              <p:cNvSpPr/>
              <p:nvPr/>
            </p:nvSpPr>
            <p:spPr>
              <a:xfrm>
                <a:off x="6218342" y="3975627"/>
                <a:ext cx="188738" cy="164270"/>
              </a:xfrm>
            </p:spPr>
          </p:sp>
        </mc:Fallback>
      </mc:AlternateContent>
      <mc:AlternateContent xmlns:mc="http://schemas.openxmlformats.org/markup-compatibility/2006">
        <mc:Choice xmlns:p14="http://schemas.microsoft.com/office/powerpoint/2010/main" Requires="p14">
          <p:contentPart p14:bwMode="auto" r:id="rId173">
            <p14:nvContentPartPr>
              <p14:cNvPr id="1049127" name=""/>
              <p14:cNvContentPartPr/>
              <p14:nvPr/>
            </p14:nvContentPartPr>
            <p14:xfrm>
              <a:off x="6595212" y="3467318"/>
              <a:ext cx="387420" cy="341805"/>
            </p14:xfrm>
          </p:contentPart>
        </mc:Choice>
        <mc:Fallback>
          <p:sp>
            <p:nvSpPr>
              <p:cNvPr id="1049127" name=""/>
              <p:cNvSpPr/>
              <p:nvPr/>
            </p:nvSpPr>
            <p:spPr>
              <a:xfrm>
                <a:off x="6595212" y="3467318"/>
                <a:ext cx="387420" cy="341805"/>
              </a:xfrm>
            </p:spPr>
          </p:sp>
        </mc:Fallback>
      </mc:AlternateContent>
      <mc:AlternateContent xmlns:mc="http://schemas.openxmlformats.org/markup-compatibility/2006">
        <mc:Choice xmlns:p14="http://schemas.microsoft.com/office/powerpoint/2010/main" Requires="p14">
          <p:contentPart p14:bwMode="auto" r:id="rId174">
            <p14:nvContentPartPr>
              <p14:cNvPr id="1049128" name=""/>
              <p14:cNvContentPartPr/>
              <p14:nvPr/>
            </p14:nvContentPartPr>
            <p14:xfrm>
              <a:off x="6673936" y="3874849"/>
              <a:ext cx="362033" cy="14443"/>
            </p14:xfrm>
          </p:contentPart>
        </mc:Choice>
        <mc:Fallback>
          <p:sp>
            <p:nvSpPr>
              <p:cNvPr id="1049128" name=""/>
              <p:cNvSpPr/>
              <p:nvPr/>
            </p:nvSpPr>
            <p:spPr>
              <a:xfrm>
                <a:off x="6673936" y="3874849"/>
                <a:ext cx="362033" cy="14443"/>
              </a:xfrm>
            </p:spPr>
          </p:sp>
        </mc:Fallback>
      </mc:AlternateContent>
      <mc:AlternateContent xmlns:mc="http://schemas.openxmlformats.org/markup-compatibility/2006">
        <mc:Choice xmlns:p14="http://schemas.microsoft.com/office/powerpoint/2010/main" Requires="p14">
          <p:contentPart p14:bwMode="auto" r:id="rId175">
            <p14:nvContentPartPr>
              <p14:cNvPr id="1049129" name=""/>
              <p14:cNvContentPartPr/>
              <p14:nvPr/>
            </p14:nvContentPartPr>
            <p14:xfrm>
              <a:off x="6679553" y="3899648"/>
              <a:ext cx="335789" cy="275954"/>
            </p14:xfrm>
          </p:contentPart>
        </mc:Choice>
        <mc:Fallback>
          <p:sp>
            <p:nvSpPr>
              <p:cNvPr id="1049129" name=""/>
              <p:cNvSpPr/>
              <p:nvPr/>
            </p:nvSpPr>
            <p:spPr>
              <a:xfrm>
                <a:off x="6679553" y="3899648"/>
                <a:ext cx="335789" cy="275954"/>
              </a:xfrm>
            </p:spPr>
          </p:sp>
        </mc:Fallback>
      </mc:AlternateContent>
      <mc:AlternateContent xmlns:mc="http://schemas.openxmlformats.org/markup-compatibility/2006">
        <mc:Choice xmlns:p14="http://schemas.microsoft.com/office/powerpoint/2010/main" Requires="p14">
          <p:contentPart p14:bwMode="auto" r:id="rId176">
            <p14:nvContentPartPr>
              <p14:cNvPr id="1049130" name=""/>
              <p14:cNvContentPartPr/>
              <p14:nvPr/>
            </p14:nvContentPartPr>
            <p14:xfrm>
              <a:off x="7133484" y="3806358"/>
              <a:ext cx="127018" cy="6667"/>
            </p14:xfrm>
          </p:contentPart>
        </mc:Choice>
        <mc:Fallback>
          <p:sp>
            <p:nvSpPr>
              <p:cNvPr id="1049130" name=""/>
              <p:cNvSpPr/>
              <p:nvPr/>
            </p:nvSpPr>
            <p:spPr>
              <a:xfrm>
                <a:off x="7133484" y="3806358"/>
                <a:ext cx="127018" cy="6667"/>
              </a:xfrm>
            </p:spPr>
          </p:sp>
        </mc:Fallback>
      </mc:AlternateContent>
      <mc:AlternateContent xmlns:mc="http://schemas.openxmlformats.org/markup-compatibility/2006">
        <mc:Choice xmlns:p14="http://schemas.microsoft.com/office/powerpoint/2010/main" Requires="p14">
          <p:contentPart p14:bwMode="auto" r:id="rId177">
            <p14:nvContentPartPr>
              <p14:cNvPr id="1049131" name=""/>
              <p14:cNvContentPartPr/>
              <p14:nvPr/>
            </p14:nvContentPartPr>
            <p14:xfrm>
              <a:off x="7140544" y="3884038"/>
              <a:ext cx="165636" cy="15610"/>
            </p14:xfrm>
          </p:contentPart>
        </mc:Choice>
        <mc:Fallback>
          <p:sp>
            <p:nvSpPr>
              <p:cNvPr id="1049131" name=""/>
              <p:cNvSpPr/>
              <p:nvPr/>
            </p:nvSpPr>
            <p:spPr>
              <a:xfrm>
                <a:off x="7140544" y="3884038"/>
                <a:ext cx="165636" cy="15610"/>
              </a:xfrm>
            </p:spPr>
          </p:sp>
        </mc:Fallback>
      </mc:AlternateContent>
      <mc:AlternateContent xmlns:mc="http://schemas.openxmlformats.org/markup-compatibility/2006">
        <mc:Choice xmlns:p14="http://schemas.microsoft.com/office/powerpoint/2010/main" Requires="p14">
          <p:contentPart p14:bwMode="auto" r:id="rId178">
            <p14:nvContentPartPr>
              <p14:cNvPr id="1049132" name=""/>
              <p14:cNvContentPartPr/>
              <p14:nvPr/>
            </p14:nvContentPartPr>
            <p14:xfrm>
              <a:off x="7383669" y="3812791"/>
              <a:ext cx="116563" cy="29025"/>
            </p14:xfrm>
          </p:contentPart>
        </mc:Choice>
        <mc:Fallback>
          <p:sp>
            <p:nvSpPr>
              <p:cNvPr id="1049132" name=""/>
              <p:cNvSpPr/>
              <p:nvPr/>
            </p:nvSpPr>
            <p:spPr>
              <a:xfrm>
                <a:off x="7383669" y="3812791"/>
                <a:ext cx="116563" cy="29025"/>
              </a:xfrm>
            </p:spPr>
          </p:sp>
        </mc:Fallback>
      </mc:AlternateContent>
      <mc:AlternateContent xmlns:mc="http://schemas.openxmlformats.org/markup-compatibility/2006">
        <mc:Choice xmlns:p14="http://schemas.microsoft.com/office/powerpoint/2010/main" Requires="p14">
          <p:contentPart p14:bwMode="auto" r:id="rId179">
            <p14:nvContentPartPr>
              <p14:cNvPr id="1049133" name=""/>
              <p14:cNvContentPartPr/>
              <p14:nvPr/>
            </p14:nvContentPartPr>
            <p14:xfrm>
              <a:off x="7567021" y="3631927"/>
              <a:ext cx="192331" cy="233611"/>
            </p14:xfrm>
          </p:contentPart>
        </mc:Choice>
        <mc:Fallback>
          <p:sp>
            <p:nvSpPr>
              <p:cNvPr id="1049133" name=""/>
              <p:cNvSpPr/>
              <p:nvPr/>
            </p:nvSpPr>
            <p:spPr>
              <a:xfrm>
                <a:off x="7567021" y="3631927"/>
                <a:ext cx="192331" cy="233611"/>
              </a:xfrm>
            </p:spPr>
          </p:sp>
        </mc:Fallback>
      </mc:AlternateContent>
      <mc:AlternateContent xmlns:mc="http://schemas.openxmlformats.org/markup-compatibility/2006">
        <mc:Choice xmlns:p14="http://schemas.microsoft.com/office/powerpoint/2010/main" Requires="p14">
          <p:contentPart p14:bwMode="auto" r:id="rId180">
            <p14:nvContentPartPr>
              <p14:cNvPr id="1049134" name=""/>
              <p14:cNvContentPartPr/>
              <p14:nvPr/>
            </p14:nvContentPartPr>
            <p14:xfrm>
              <a:off x="7924477" y="3499049"/>
              <a:ext cx="491435" cy="343802"/>
            </p14:xfrm>
          </p:contentPart>
        </mc:Choice>
        <mc:Fallback>
          <p:sp>
            <p:nvSpPr>
              <p:cNvPr id="1049134" name=""/>
              <p:cNvSpPr/>
              <p:nvPr/>
            </p:nvSpPr>
            <p:spPr>
              <a:xfrm>
                <a:off x="7924477" y="3499049"/>
                <a:ext cx="491435" cy="343802"/>
              </a:xfrm>
            </p:spPr>
          </p:sp>
        </mc:Fallback>
      </mc:AlternateContent>
      <mc:AlternateContent xmlns:mc="http://schemas.openxmlformats.org/markup-compatibility/2006">
        <mc:Choice xmlns:p14="http://schemas.microsoft.com/office/powerpoint/2010/main" Requires="p14">
          <p:contentPart p14:bwMode="auto" r:id="rId181">
            <p14:nvContentPartPr>
              <p14:cNvPr id="1049135" name=""/>
              <p14:cNvContentPartPr/>
              <p14:nvPr/>
            </p14:nvContentPartPr>
            <p14:xfrm>
              <a:off x="8019139" y="3924458"/>
              <a:ext cx="408957" cy="11427"/>
            </p14:xfrm>
          </p:contentPart>
        </mc:Choice>
        <mc:Fallback>
          <p:sp>
            <p:nvSpPr>
              <p:cNvPr id="1049135" name=""/>
              <p:cNvSpPr/>
              <p:nvPr/>
            </p:nvSpPr>
            <p:spPr>
              <a:xfrm>
                <a:off x="8019139" y="3924458"/>
                <a:ext cx="408957" cy="11427"/>
              </a:xfrm>
            </p:spPr>
          </p:sp>
        </mc:Fallback>
      </mc:AlternateContent>
      <mc:AlternateContent xmlns:mc="http://schemas.openxmlformats.org/markup-compatibility/2006">
        <mc:Choice xmlns:p14="http://schemas.microsoft.com/office/powerpoint/2010/main" Requires="p14">
          <p:contentPart p14:bwMode="auto" r:id="rId182">
            <p14:nvContentPartPr>
              <p14:cNvPr id="1049136" name=""/>
              <p14:cNvContentPartPr/>
              <p14:nvPr/>
            </p14:nvContentPartPr>
            <p14:xfrm>
              <a:off x="8035062" y="3957727"/>
              <a:ext cx="391725" cy="369475"/>
            </p14:xfrm>
          </p:contentPart>
        </mc:Choice>
        <mc:Fallback>
          <p:sp>
            <p:nvSpPr>
              <p:cNvPr id="1049136" name=""/>
              <p:cNvSpPr/>
              <p:nvPr/>
            </p:nvSpPr>
            <p:spPr>
              <a:xfrm>
                <a:off x="8035062" y="3957727"/>
                <a:ext cx="391725" cy="369475"/>
              </a:xfrm>
            </p:spPr>
          </p:sp>
        </mc:Fallback>
      </mc:AlternateContent>
      <mc:AlternateContent xmlns:mc="http://schemas.openxmlformats.org/markup-compatibility/2006">
        <mc:Choice xmlns:p14="http://schemas.microsoft.com/office/powerpoint/2010/main" Requires="p14">
          <p:contentPart p14:bwMode="auto" r:id="rId183">
            <p14:nvContentPartPr>
              <p14:cNvPr id="1049137" name=""/>
              <p14:cNvContentPartPr/>
              <p14:nvPr/>
            </p14:nvContentPartPr>
            <p14:xfrm>
              <a:off x="8127608" y="4124269"/>
              <a:ext cx="24762" cy="155043"/>
            </p14:xfrm>
          </p:contentPart>
        </mc:Choice>
        <mc:Fallback>
          <p:sp>
            <p:nvSpPr>
              <p:cNvPr id="1049137" name=""/>
              <p:cNvSpPr/>
              <p:nvPr/>
            </p:nvSpPr>
            <p:spPr>
              <a:xfrm>
                <a:off x="8127608" y="4124269"/>
                <a:ext cx="24762" cy="155043"/>
              </a:xfrm>
            </p:spPr>
          </p:sp>
        </mc:Fallback>
      </mc:AlternateContent>
      <mc:AlternateContent xmlns:mc="http://schemas.openxmlformats.org/markup-compatibility/2006">
        <mc:Choice xmlns:p14="http://schemas.microsoft.com/office/powerpoint/2010/main" Requires="p14">
          <p:contentPart p14:bwMode="auto" r:id="rId184">
            <p14:nvContentPartPr>
              <p14:cNvPr id="1049138" name=""/>
              <p14:cNvContentPartPr/>
              <p14:nvPr/>
            </p14:nvContentPartPr>
            <p14:xfrm>
              <a:off x="7677097" y="3199864"/>
              <a:ext cx="957461" cy="1472420"/>
            </p14:xfrm>
          </p:contentPart>
        </mc:Choice>
        <mc:Fallback>
          <p:sp>
            <p:nvSpPr>
              <p:cNvPr id="1049138" name=""/>
              <p:cNvSpPr/>
              <p:nvPr/>
            </p:nvSpPr>
            <p:spPr>
              <a:xfrm>
                <a:off x="7677097" y="3199864"/>
                <a:ext cx="957461" cy="1472420"/>
              </a:xfrm>
            </p:spPr>
          </p:sp>
        </mc:Fallback>
      </mc:AlternateContent>
      <mc:AlternateContent xmlns:mc="http://schemas.openxmlformats.org/markup-compatibility/2006">
        <mc:Choice xmlns:p14="http://schemas.microsoft.com/office/powerpoint/2010/main" Requires="p14">
          <p:contentPart p14:bwMode="auto" r:id="rId185">
            <p14:nvContentPartPr>
              <p14:cNvPr id="1049139" name=""/>
              <p14:cNvContentPartPr/>
              <p14:nvPr/>
            </p14:nvContentPartPr>
            <p14:xfrm>
              <a:off x="540041" y="3064518"/>
              <a:ext cx="393073" cy="1012721"/>
            </p14:xfrm>
          </p:contentPart>
        </mc:Choice>
        <mc:Fallback>
          <p:sp>
            <p:nvSpPr>
              <p:cNvPr id="1049139" name=""/>
              <p:cNvSpPr/>
              <p:nvPr/>
            </p:nvSpPr>
            <p:spPr>
              <a:xfrm>
                <a:off x="540041" y="3064518"/>
                <a:ext cx="393073" cy="1012721"/>
              </a:xfrm>
            </p:spPr>
          </p:sp>
        </mc:Fallback>
      </mc:AlternateContent>
      <mc:AlternateContent xmlns:mc="http://schemas.openxmlformats.org/markup-compatibility/2006">
        <mc:Choice xmlns:p14="http://schemas.microsoft.com/office/powerpoint/2010/main" Requires="p14">
          <p:contentPart p14:bwMode="auto" r:id="rId186">
            <p14:nvContentPartPr>
              <p14:cNvPr id="1049140" name=""/>
              <p14:cNvContentPartPr/>
              <p14:nvPr/>
            </p14:nvContentPartPr>
            <p14:xfrm>
              <a:off x="840110" y="4439597"/>
              <a:ext cx="188872" cy="240611"/>
            </p14:xfrm>
          </p:contentPart>
        </mc:Choice>
        <mc:Fallback>
          <p:sp>
            <p:nvSpPr>
              <p:cNvPr id="1049140" name=""/>
              <p:cNvSpPr/>
              <p:nvPr/>
            </p:nvSpPr>
            <p:spPr>
              <a:xfrm>
                <a:off x="840110" y="4439597"/>
                <a:ext cx="188872" cy="240611"/>
              </a:xfrm>
            </p:spPr>
          </p:sp>
        </mc:Fallback>
      </mc:AlternateContent>
      <mc:AlternateContent xmlns:mc="http://schemas.openxmlformats.org/markup-compatibility/2006">
        <mc:Choice xmlns:p14="http://schemas.microsoft.com/office/powerpoint/2010/main" Requires="p14">
          <p:contentPart p14:bwMode="auto" r:id="rId187">
            <p14:nvContentPartPr>
              <p14:cNvPr id="1049141" name=""/>
              <p14:cNvContentPartPr/>
              <p14:nvPr/>
            </p14:nvContentPartPr>
            <p14:xfrm>
              <a:off x="1079388" y="4455510"/>
              <a:ext cx="155698" cy="245995"/>
            </p14:xfrm>
          </p:contentPart>
        </mc:Choice>
        <mc:Fallback>
          <p:sp>
            <p:nvSpPr>
              <p:cNvPr id="1049141" name=""/>
              <p:cNvSpPr/>
              <p:nvPr/>
            </p:nvSpPr>
            <p:spPr>
              <a:xfrm>
                <a:off x="1079388" y="4455510"/>
                <a:ext cx="155698" cy="245995"/>
              </a:xfrm>
            </p:spPr>
          </p:sp>
        </mc:Fallback>
      </mc:AlternateContent>
      <mc:AlternateContent xmlns:mc="http://schemas.openxmlformats.org/markup-compatibility/2006">
        <mc:Choice xmlns:p14="http://schemas.microsoft.com/office/powerpoint/2010/main" Requires="p14">
          <p:contentPart p14:bwMode="auto" r:id="rId188">
            <p14:nvContentPartPr>
              <p14:cNvPr id="1049142" name=""/>
              <p14:cNvContentPartPr/>
              <p14:nvPr/>
            </p14:nvContentPartPr>
            <p14:xfrm>
              <a:off x="1133439" y="4305703"/>
              <a:ext cx="7177" cy="69949"/>
            </p14:xfrm>
          </p:contentPart>
        </mc:Choice>
        <mc:Fallback>
          <p:sp>
            <p:nvSpPr>
              <p:cNvPr id="1049142" name=""/>
              <p:cNvSpPr/>
              <p:nvPr/>
            </p:nvSpPr>
            <p:spPr>
              <a:xfrm>
                <a:off x="1133439" y="4305703"/>
                <a:ext cx="7177" cy="69949"/>
              </a:xfrm>
            </p:spPr>
          </p:sp>
        </mc:Fallback>
      </mc:AlternateContent>
      <mc:AlternateContent xmlns:mc="http://schemas.openxmlformats.org/markup-compatibility/2006">
        <mc:Choice xmlns:p14="http://schemas.microsoft.com/office/powerpoint/2010/main" Requires="p14">
          <p:contentPart p14:bwMode="auto" r:id="rId189">
            <p14:nvContentPartPr>
              <p14:cNvPr id="1049143" name=""/>
              <p14:cNvContentPartPr/>
              <p14:nvPr/>
            </p14:nvContentPartPr>
            <p14:xfrm>
              <a:off x="1362004" y="4551918"/>
              <a:ext cx="166343" cy="22580"/>
            </p14:xfrm>
          </p:contentPart>
        </mc:Choice>
        <mc:Fallback>
          <p:sp>
            <p:nvSpPr>
              <p:cNvPr id="1049143" name=""/>
              <p:cNvSpPr/>
              <p:nvPr/>
            </p:nvSpPr>
            <p:spPr>
              <a:xfrm>
                <a:off x="1362004" y="4551918"/>
                <a:ext cx="166343" cy="22580"/>
              </a:xfrm>
            </p:spPr>
          </p:sp>
        </mc:Fallback>
      </mc:AlternateContent>
      <mc:AlternateContent xmlns:mc="http://schemas.openxmlformats.org/markup-compatibility/2006">
        <mc:Choice xmlns:p14="http://schemas.microsoft.com/office/powerpoint/2010/main" Requires="p14">
          <p:contentPart p14:bwMode="auto" r:id="rId190">
            <p14:nvContentPartPr>
              <p14:cNvPr id="1049144" name=""/>
              <p14:cNvContentPartPr/>
              <p14:nvPr/>
            </p14:nvContentPartPr>
            <p14:xfrm>
              <a:off x="1383625" y="4674880"/>
              <a:ext cx="130685" cy="7088"/>
            </p14:xfrm>
          </p:contentPart>
        </mc:Choice>
        <mc:Fallback>
          <p:sp>
            <p:nvSpPr>
              <p:cNvPr id="1049144" name=""/>
              <p:cNvSpPr/>
              <p:nvPr/>
            </p:nvSpPr>
            <p:spPr>
              <a:xfrm>
                <a:off x="1383625" y="4674880"/>
                <a:ext cx="130685" cy="7088"/>
              </a:xfrm>
            </p:spPr>
          </p:sp>
        </mc:Fallback>
      </mc:AlternateContent>
      <mc:AlternateContent xmlns:mc="http://schemas.openxmlformats.org/markup-compatibility/2006">
        <mc:Choice xmlns:p14="http://schemas.microsoft.com/office/powerpoint/2010/main" Requires="p14">
          <p:contentPart p14:bwMode="auto" r:id="rId191">
            <p14:nvContentPartPr>
              <p14:cNvPr id="1049145" name=""/>
              <p14:cNvContentPartPr/>
              <p14:nvPr/>
            </p14:nvContentPartPr>
            <p14:xfrm>
              <a:off x="1602969" y="4426716"/>
              <a:ext cx="257739" cy="323828"/>
            </p14:xfrm>
          </p:contentPart>
        </mc:Choice>
        <mc:Fallback>
          <p:sp>
            <p:nvSpPr>
              <p:cNvPr id="1049145" name=""/>
              <p:cNvSpPr/>
              <p:nvPr/>
            </p:nvSpPr>
            <p:spPr>
              <a:xfrm>
                <a:off x="1602969" y="4426716"/>
                <a:ext cx="257739" cy="323828"/>
              </a:xfrm>
            </p:spPr>
          </p:sp>
        </mc:Fallback>
      </mc:AlternateContent>
      <mc:AlternateContent xmlns:mc="http://schemas.openxmlformats.org/markup-compatibility/2006">
        <mc:Choice xmlns:p14="http://schemas.microsoft.com/office/powerpoint/2010/main" Requires="p14">
          <p:contentPart p14:bwMode="auto" r:id="rId192">
            <p14:nvContentPartPr>
              <p14:cNvPr id="1049146" name=""/>
              <p14:cNvContentPartPr/>
              <p14:nvPr/>
            </p14:nvContentPartPr>
            <p14:xfrm>
              <a:off x="1588324" y="4776539"/>
              <a:ext cx="310233" cy="15169"/>
            </p14:xfrm>
          </p:contentPart>
        </mc:Choice>
        <mc:Fallback>
          <p:sp>
            <p:nvSpPr>
              <p:cNvPr id="1049146" name=""/>
              <p:cNvSpPr/>
              <p:nvPr/>
            </p:nvSpPr>
            <p:spPr>
              <a:xfrm>
                <a:off x="1588324" y="4776539"/>
                <a:ext cx="310233" cy="15169"/>
              </a:xfrm>
            </p:spPr>
          </p:sp>
        </mc:Fallback>
      </mc:AlternateContent>
      <mc:AlternateContent xmlns:mc="http://schemas.openxmlformats.org/markup-compatibility/2006">
        <mc:Choice xmlns:p14="http://schemas.microsoft.com/office/powerpoint/2010/main" Requires="p14">
          <p:contentPart p14:bwMode="auto" r:id="rId193">
            <p14:nvContentPartPr>
              <p14:cNvPr id="1049147" name=""/>
              <p14:cNvContentPartPr/>
              <p14:nvPr/>
            </p14:nvContentPartPr>
            <p14:xfrm>
              <a:off x="1691172" y="4848869"/>
              <a:ext cx="196783" cy="224480"/>
            </p14:xfrm>
          </p:contentPart>
        </mc:Choice>
        <mc:Fallback>
          <p:sp>
            <p:nvSpPr>
              <p:cNvPr id="1049147" name=""/>
              <p:cNvSpPr/>
              <p:nvPr/>
            </p:nvSpPr>
            <p:spPr>
              <a:xfrm>
                <a:off x="1691172" y="4848869"/>
                <a:ext cx="196783" cy="224480"/>
              </a:xfrm>
            </p:spPr>
          </p:sp>
        </mc:Fallback>
      </mc:AlternateContent>
      <mc:AlternateContent xmlns:mc="http://schemas.openxmlformats.org/markup-compatibility/2006">
        <mc:Choice xmlns:p14="http://schemas.microsoft.com/office/powerpoint/2010/main" Requires="p14">
          <p:contentPart p14:bwMode="auto" r:id="rId194">
            <p14:nvContentPartPr>
              <p14:cNvPr id="1049148" name=""/>
              <p14:cNvContentPartPr/>
              <p14:nvPr/>
            </p14:nvContentPartPr>
            <p14:xfrm>
              <a:off x="2019900" y="4718768"/>
              <a:ext cx="111978" cy="6889"/>
            </p14:xfrm>
          </p:contentPart>
        </mc:Choice>
        <mc:Fallback>
          <p:sp>
            <p:nvSpPr>
              <p:cNvPr id="1049148" name=""/>
              <p:cNvSpPr/>
              <p:nvPr/>
            </p:nvSpPr>
            <p:spPr>
              <a:xfrm>
                <a:off x="2019900" y="4718768"/>
                <a:ext cx="111978" cy="6889"/>
              </a:xfrm>
            </p:spPr>
          </p:sp>
        </mc:Fallback>
      </mc:AlternateContent>
      <mc:AlternateContent xmlns:mc="http://schemas.openxmlformats.org/markup-compatibility/2006">
        <mc:Choice xmlns:p14="http://schemas.microsoft.com/office/powerpoint/2010/main" Requires="p14">
          <p:contentPart p14:bwMode="auto" r:id="rId195">
            <p14:nvContentPartPr>
              <p14:cNvPr id="1049149" name=""/>
              <p14:cNvContentPartPr/>
              <p14:nvPr/>
            </p14:nvContentPartPr>
            <p14:xfrm>
              <a:off x="2041521" y="4802684"/>
              <a:ext cx="148369" cy="31685"/>
            </p14:xfrm>
          </p:contentPart>
        </mc:Choice>
        <mc:Fallback>
          <p:sp>
            <p:nvSpPr>
              <p:cNvPr id="1049149" name=""/>
              <p:cNvSpPr/>
              <p:nvPr/>
            </p:nvSpPr>
            <p:spPr>
              <a:xfrm>
                <a:off x="2041521" y="4802684"/>
                <a:ext cx="148369" cy="31685"/>
              </a:xfrm>
            </p:spPr>
          </p:sp>
        </mc:Fallback>
      </mc:AlternateContent>
      <mc:AlternateContent xmlns:mc="http://schemas.openxmlformats.org/markup-compatibility/2006">
        <mc:Choice xmlns:p14="http://schemas.microsoft.com/office/powerpoint/2010/main" Requires="p14">
          <p:contentPart p14:bwMode="auto" r:id="rId196">
            <p14:nvContentPartPr>
              <p14:cNvPr id="1049150" name=""/>
              <p14:cNvContentPartPr/>
              <p14:nvPr/>
            </p14:nvContentPartPr>
            <p14:xfrm>
              <a:off x="2295325" y="4587512"/>
              <a:ext cx="230085" cy="262546"/>
            </p14:xfrm>
          </p:contentPart>
        </mc:Choice>
        <mc:Fallback>
          <p:sp>
            <p:nvSpPr>
              <p:cNvPr id="1049150" name=""/>
              <p:cNvSpPr/>
              <p:nvPr/>
            </p:nvSpPr>
            <p:spPr>
              <a:xfrm>
                <a:off x="2295325" y="4587512"/>
                <a:ext cx="230085" cy="262546"/>
              </a:xfrm>
            </p:spPr>
          </p:sp>
        </mc:Fallback>
      </mc:AlternateContent>
      <mc:AlternateContent xmlns:mc="http://schemas.openxmlformats.org/markup-compatibility/2006">
        <mc:Choice xmlns:p14="http://schemas.microsoft.com/office/powerpoint/2010/main" Requires="p14">
          <p:contentPart p14:bwMode="auto" r:id="rId197">
            <p14:nvContentPartPr>
              <p14:cNvPr id="1049151" name=""/>
              <p14:cNvContentPartPr/>
              <p14:nvPr/>
            </p14:nvContentPartPr>
            <p14:xfrm>
              <a:off x="2599041" y="4638788"/>
              <a:ext cx="171857" cy="195581"/>
            </p14:xfrm>
          </p:contentPart>
        </mc:Choice>
        <mc:Fallback>
          <p:sp>
            <p:nvSpPr>
              <p:cNvPr id="1049151" name=""/>
              <p:cNvSpPr/>
              <p:nvPr/>
            </p:nvSpPr>
            <p:spPr>
              <a:xfrm>
                <a:off x="2599041" y="4638788"/>
                <a:ext cx="171857" cy="195581"/>
              </a:xfrm>
            </p:spPr>
          </p:sp>
        </mc:Fallback>
      </mc:AlternateContent>
      <mc:AlternateContent xmlns:mc="http://schemas.openxmlformats.org/markup-compatibility/2006">
        <mc:Choice xmlns:p14="http://schemas.microsoft.com/office/powerpoint/2010/main" Requires="p14">
          <p:contentPart p14:bwMode="auto" r:id="rId198">
            <p14:nvContentPartPr>
              <p14:cNvPr id="1049152" name=""/>
              <p14:cNvContentPartPr/>
              <p14:nvPr/>
            </p14:nvContentPartPr>
            <p14:xfrm>
              <a:off x="639687" y="5477072"/>
              <a:ext cx="336999" cy="30913"/>
            </p14:xfrm>
          </p:contentPart>
        </mc:Choice>
        <mc:Fallback>
          <p:sp>
            <p:nvSpPr>
              <p:cNvPr id="1049152" name=""/>
              <p:cNvSpPr/>
              <p:nvPr/>
            </p:nvSpPr>
            <p:spPr>
              <a:xfrm>
                <a:off x="639687" y="5477072"/>
                <a:ext cx="336999" cy="30913"/>
              </a:xfrm>
            </p:spPr>
          </p:sp>
        </mc:Fallback>
      </mc:AlternateContent>
      <mc:AlternateContent xmlns:mc="http://schemas.openxmlformats.org/markup-compatibility/2006">
        <mc:Choice xmlns:p14="http://schemas.microsoft.com/office/powerpoint/2010/main" Requires="p14">
          <p:contentPart p14:bwMode="auto" r:id="rId199">
            <p14:nvContentPartPr>
              <p14:cNvPr id="1049153" name=""/>
              <p14:cNvContentPartPr/>
              <p14:nvPr/>
            </p14:nvContentPartPr>
            <p14:xfrm>
              <a:off x="697048" y="5595199"/>
              <a:ext cx="319881" cy="64684"/>
            </p14:xfrm>
          </p:contentPart>
        </mc:Choice>
        <mc:Fallback>
          <p:sp>
            <p:nvSpPr>
              <p:cNvPr id="1049153" name=""/>
              <p:cNvSpPr/>
              <p:nvPr/>
            </p:nvSpPr>
            <p:spPr>
              <a:xfrm>
                <a:off x="697048" y="5595199"/>
                <a:ext cx="319881" cy="64684"/>
              </a:xfrm>
            </p:spPr>
          </p:sp>
        </mc:Fallback>
      </mc:AlternateContent>
      <mc:AlternateContent xmlns:mc="http://schemas.openxmlformats.org/markup-compatibility/2006">
        <mc:Choice xmlns:p14="http://schemas.microsoft.com/office/powerpoint/2010/main" Requires="p14">
          <p:contentPart p14:bwMode="auto" r:id="rId200">
            <p14:nvContentPartPr>
              <p14:cNvPr id="1049154" name=""/>
              <p14:cNvContentPartPr/>
              <p14:nvPr/>
            </p14:nvContentPartPr>
            <p14:xfrm>
              <a:off x="918553" y="5334245"/>
              <a:ext cx="208499" cy="346899"/>
            </p14:xfrm>
          </p:contentPart>
        </mc:Choice>
        <mc:Fallback>
          <p:sp>
            <p:nvSpPr>
              <p:cNvPr id="1049154" name=""/>
              <p:cNvSpPr/>
              <p:nvPr/>
            </p:nvSpPr>
            <p:spPr>
              <a:xfrm>
                <a:off x="918553" y="5334245"/>
                <a:ext cx="208499" cy="346899"/>
              </a:xfrm>
            </p:spPr>
          </p:sp>
        </mc:Fallback>
      </mc:AlternateContent>
      <mc:AlternateContent xmlns:mc="http://schemas.openxmlformats.org/markup-compatibility/2006">
        <mc:Choice xmlns:p14="http://schemas.microsoft.com/office/powerpoint/2010/main" Requires="p14">
          <p:contentPart p14:bwMode="auto" r:id="rId201">
            <p14:nvContentPartPr>
              <p14:cNvPr id="1049155" name=""/>
              <p14:cNvContentPartPr/>
              <p14:nvPr/>
            </p14:nvContentPartPr>
            <p14:xfrm>
              <a:off x="1440987" y="5455977"/>
              <a:ext cx="220986" cy="233386"/>
            </p14:xfrm>
          </p:contentPart>
        </mc:Choice>
        <mc:Fallback>
          <p:sp>
            <p:nvSpPr>
              <p:cNvPr id="1049155" name=""/>
              <p:cNvSpPr/>
              <p:nvPr/>
            </p:nvSpPr>
            <p:spPr>
              <a:xfrm>
                <a:off x="1440987" y="5455977"/>
                <a:ext cx="220986" cy="233386"/>
              </a:xfrm>
            </p:spPr>
          </p:sp>
        </mc:Fallback>
      </mc:AlternateContent>
      <mc:AlternateContent xmlns:mc="http://schemas.openxmlformats.org/markup-compatibility/2006">
        <mc:Choice xmlns:p14="http://schemas.microsoft.com/office/powerpoint/2010/main" Requires="p14">
          <p:contentPart p14:bwMode="auto" r:id="rId202">
            <p14:nvContentPartPr>
              <p14:cNvPr id="1049156" name=""/>
              <p14:cNvContentPartPr/>
              <p14:nvPr/>
            </p14:nvContentPartPr>
            <p14:xfrm>
              <a:off x="1419366" y="5312403"/>
              <a:ext cx="274739" cy="12636"/>
            </p14:xfrm>
          </p:contentPart>
        </mc:Choice>
        <mc:Fallback>
          <p:sp>
            <p:nvSpPr>
              <p:cNvPr id="1049156" name=""/>
              <p:cNvSpPr/>
              <p:nvPr/>
            </p:nvSpPr>
            <p:spPr>
              <a:xfrm>
                <a:off x="1419366" y="5312403"/>
                <a:ext cx="274739" cy="12636"/>
              </a:xfrm>
            </p:spPr>
          </p:sp>
        </mc:Fallback>
      </mc:AlternateContent>
      <mc:AlternateContent xmlns:mc="http://schemas.openxmlformats.org/markup-compatibility/2006">
        <mc:Choice xmlns:p14="http://schemas.microsoft.com/office/powerpoint/2010/main" Requires="p14">
          <p:contentPart p14:bwMode="auto" r:id="rId203">
            <p14:nvContentPartPr>
              <p14:cNvPr id="1049157" name=""/>
              <p14:cNvContentPartPr/>
              <p14:nvPr/>
            </p14:nvContentPartPr>
            <p14:xfrm>
              <a:off x="1591010" y="5247374"/>
              <a:ext cx="116902" cy="180689"/>
            </p14:xfrm>
          </p:contentPart>
        </mc:Choice>
        <mc:Fallback>
          <p:sp>
            <p:nvSpPr>
              <p:cNvPr id="1049157" name=""/>
              <p:cNvSpPr/>
              <p:nvPr/>
            </p:nvSpPr>
            <p:spPr>
              <a:xfrm>
                <a:off x="1591010" y="5247374"/>
                <a:ext cx="116902" cy="180689"/>
              </a:xfrm>
            </p:spPr>
          </p:sp>
        </mc:Fallback>
      </mc:AlternateContent>
      <mc:AlternateContent xmlns:mc="http://schemas.openxmlformats.org/markup-compatibility/2006">
        <mc:Choice xmlns:p14="http://schemas.microsoft.com/office/powerpoint/2010/main" Requires="p14">
          <p:contentPart p14:bwMode="auto" r:id="rId204">
            <p14:nvContentPartPr>
              <p14:cNvPr id="1049158" name=""/>
              <p14:cNvContentPartPr/>
              <p14:nvPr/>
            </p14:nvContentPartPr>
            <p14:xfrm>
              <a:off x="1665701" y="5616634"/>
              <a:ext cx="116262" cy="293605"/>
            </p14:xfrm>
          </p:contentPart>
        </mc:Choice>
        <mc:Fallback>
          <p:sp>
            <p:nvSpPr>
              <p:cNvPr id="1049158" name=""/>
              <p:cNvSpPr/>
              <p:nvPr/>
            </p:nvSpPr>
            <p:spPr>
              <a:xfrm>
                <a:off x="1665701" y="5616634"/>
                <a:ext cx="116262" cy="293605"/>
              </a:xfrm>
            </p:spPr>
          </p:sp>
        </mc:Fallback>
      </mc:AlternateContent>
      <mc:AlternateContent xmlns:mc="http://schemas.openxmlformats.org/markup-compatibility/2006">
        <mc:Choice xmlns:p14="http://schemas.microsoft.com/office/powerpoint/2010/main" Requires="p14">
          <p:contentPart p14:bwMode="auto" r:id="rId205">
            <p14:nvContentPartPr>
              <p14:cNvPr id="1049159" name=""/>
              <p14:cNvContentPartPr/>
              <p14:nvPr/>
            </p14:nvContentPartPr>
            <p14:xfrm>
              <a:off x="1793120" y="5732606"/>
              <a:ext cx="69696" cy="268999"/>
            </p14:xfrm>
          </p:contentPart>
        </mc:Choice>
        <mc:Fallback>
          <p:sp>
            <p:nvSpPr>
              <p:cNvPr id="1049159" name=""/>
              <p:cNvSpPr/>
              <p:nvPr/>
            </p:nvSpPr>
            <p:spPr>
              <a:xfrm>
                <a:off x="1793120" y="5732606"/>
                <a:ext cx="69696" cy="268999"/>
              </a:xfrm>
            </p:spPr>
          </p:sp>
        </mc:Fallback>
      </mc:AlternateContent>
      <mc:AlternateContent xmlns:mc="http://schemas.openxmlformats.org/markup-compatibility/2006">
        <mc:Choice xmlns:p14="http://schemas.microsoft.com/office/powerpoint/2010/main" Requires="p14">
          <p:contentPart p14:bwMode="auto" r:id="rId206">
            <p14:nvContentPartPr>
              <p14:cNvPr id="1049160" name=""/>
              <p14:cNvContentPartPr/>
              <p14:nvPr/>
            </p14:nvContentPartPr>
            <p14:xfrm>
              <a:off x="1882385" y="5758262"/>
              <a:ext cx="141486" cy="269078"/>
            </p14:xfrm>
          </p:contentPart>
        </mc:Choice>
        <mc:Fallback>
          <p:sp>
            <p:nvSpPr>
              <p:cNvPr id="1049160" name=""/>
              <p:cNvSpPr/>
              <p:nvPr/>
            </p:nvSpPr>
            <p:spPr>
              <a:xfrm>
                <a:off x="1882385" y="5758262"/>
                <a:ext cx="141486" cy="269078"/>
              </a:xfrm>
            </p:spPr>
          </p:sp>
        </mc:Fallback>
      </mc:AlternateContent>
      <mc:AlternateContent xmlns:mc="http://schemas.openxmlformats.org/markup-compatibility/2006">
        <mc:Choice xmlns:p14="http://schemas.microsoft.com/office/powerpoint/2010/main" Requires="p14">
          <p:contentPart p14:bwMode="auto" r:id="rId207">
            <p14:nvContentPartPr>
              <p14:cNvPr id="1049161" name=""/>
              <p14:cNvContentPartPr/>
              <p14:nvPr/>
            </p14:nvContentPartPr>
            <p14:xfrm>
              <a:off x="2098883" y="5632587"/>
              <a:ext cx="157708" cy="6079"/>
            </p14:xfrm>
          </p:contentPart>
        </mc:Choice>
        <mc:Fallback>
          <p:sp>
            <p:nvSpPr>
              <p:cNvPr id="1049161" name=""/>
              <p:cNvSpPr/>
              <p:nvPr/>
            </p:nvSpPr>
            <p:spPr>
              <a:xfrm>
                <a:off x="2098883" y="5632587"/>
                <a:ext cx="157708" cy="6079"/>
              </a:xfrm>
            </p:spPr>
          </p:sp>
        </mc:Fallback>
      </mc:AlternateContent>
      <mc:AlternateContent xmlns:mc="http://schemas.openxmlformats.org/markup-compatibility/2006">
        <mc:Choice xmlns:p14="http://schemas.microsoft.com/office/powerpoint/2010/main" Requires="p14">
          <p:contentPart p14:bwMode="auto" r:id="rId208">
            <p14:nvContentPartPr>
              <p14:cNvPr id="1049162" name=""/>
              <p14:cNvContentPartPr/>
              <p14:nvPr/>
            </p14:nvContentPartPr>
            <p14:xfrm>
              <a:off x="2113002" y="5725408"/>
              <a:ext cx="189758" cy="4199"/>
            </p14:xfrm>
          </p:contentPart>
        </mc:Choice>
        <mc:Fallback>
          <p:sp>
            <p:nvSpPr>
              <p:cNvPr id="1049162" name=""/>
              <p:cNvSpPr/>
              <p:nvPr/>
            </p:nvSpPr>
            <p:spPr>
              <a:xfrm>
                <a:off x="2113002" y="5725408"/>
                <a:ext cx="189758" cy="4199"/>
              </a:xfrm>
            </p:spPr>
          </p:sp>
        </mc:Fallback>
      </mc:AlternateContent>
      <mc:AlternateContent xmlns:mc="http://schemas.openxmlformats.org/markup-compatibility/2006">
        <mc:Choice xmlns:p14="http://schemas.microsoft.com/office/powerpoint/2010/main" Requires="p14">
          <p:contentPart p14:bwMode="auto" r:id="rId209">
            <p14:nvContentPartPr>
              <p14:cNvPr id="1049163" name=""/>
              <p14:cNvContentPartPr/>
              <p14:nvPr/>
            </p14:nvContentPartPr>
            <p14:xfrm>
              <a:off x="2435111" y="5638538"/>
              <a:ext cx="228173" cy="11251"/>
            </p14:xfrm>
          </p:contentPart>
        </mc:Choice>
        <mc:Fallback>
          <p:sp>
            <p:nvSpPr>
              <p:cNvPr id="1049163" name=""/>
              <p:cNvSpPr/>
              <p:nvPr/>
            </p:nvSpPr>
            <p:spPr>
              <a:xfrm>
                <a:off x="2435111" y="5638538"/>
                <a:ext cx="228173" cy="11251"/>
              </a:xfrm>
            </p:spPr>
          </p:sp>
        </mc:Fallback>
      </mc:AlternateContent>
      <mc:AlternateContent xmlns:mc="http://schemas.openxmlformats.org/markup-compatibility/2006">
        <mc:Choice xmlns:p14="http://schemas.microsoft.com/office/powerpoint/2010/main" Requires="p14">
          <p:contentPart p14:bwMode="auto" r:id="rId210">
            <p14:nvContentPartPr>
              <p14:cNvPr id="1049164" name=""/>
              <p14:cNvContentPartPr/>
              <p14:nvPr/>
            </p14:nvContentPartPr>
            <p14:xfrm>
              <a:off x="2701806" y="5464301"/>
              <a:ext cx="163939" cy="235652"/>
            </p14:xfrm>
          </p:contentPart>
        </mc:Choice>
        <mc:Fallback>
          <p:sp>
            <p:nvSpPr>
              <p:cNvPr id="1049164" name=""/>
              <p:cNvSpPr/>
              <p:nvPr/>
            </p:nvSpPr>
            <p:spPr>
              <a:xfrm>
                <a:off x="2701806" y="5464301"/>
                <a:ext cx="163939" cy="235652"/>
              </a:xfrm>
            </p:spPr>
          </p:sp>
        </mc:Fallback>
      </mc:AlternateContent>
      <mc:AlternateContent xmlns:mc="http://schemas.openxmlformats.org/markup-compatibility/2006">
        <mc:Choice xmlns:p14="http://schemas.microsoft.com/office/powerpoint/2010/main" Requires="p14">
          <p:contentPart p14:bwMode="auto" r:id="rId211">
            <p14:nvContentPartPr>
              <p14:cNvPr id="1049165" name=""/>
              <p14:cNvContentPartPr/>
              <p14:nvPr/>
            </p14:nvContentPartPr>
            <p14:xfrm>
              <a:off x="3040306" y="5294668"/>
              <a:ext cx="345271" cy="374353"/>
            </p14:xfrm>
          </p:contentPart>
        </mc:Choice>
        <mc:Fallback>
          <p:sp>
            <p:nvSpPr>
              <p:cNvPr id="1049165" name=""/>
              <p:cNvSpPr/>
              <p:nvPr/>
            </p:nvSpPr>
            <p:spPr>
              <a:xfrm>
                <a:off x="3040306" y="5294668"/>
                <a:ext cx="345271" cy="374353"/>
              </a:xfrm>
            </p:spPr>
          </p:sp>
        </mc:Fallback>
      </mc:AlternateContent>
      <mc:AlternateContent xmlns:mc="http://schemas.openxmlformats.org/markup-compatibility/2006">
        <mc:Choice xmlns:p14="http://schemas.microsoft.com/office/powerpoint/2010/main" Requires="p14">
          <p:contentPart p14:bwMode="auto" r:id="rId212">
            <p14:nvContentPartPr>
              <p14:cNvPr id="1049166" name=""/>
              <p14:cNvContentPartPr/>
              <p14:nvPr/>
            </p14:nvContentPartPr>
            <p14:xfrm>
              <a:off x="3096536" y="5686575"/>
              <a:ext cx="351231" cy="35110"/>
            </p14:xfrm>
          </p:contentPart>
        </mc:Choice>
        <mc:Fallback>
          <p:sp>
            <p:nvSpPr>
              <p:cNvPr id="1049166" name=""/>
              <p:cNvSpPr/>
              <p:nvPr/>
            </p:nvSpPr>
            <p:spPr>
              <a:xfrm>
                <a:off x="3096536" y="5686575"/>
                <a:ext cx="351231" cy="35110"/>
              </a:xfrm>
            </p:spPr>
          </p:sp>
        </mc:Fallback>
      </mc:AlternateContent>
      <mc:AlternateContent xmlns:mc="http://schemas.openxmlformats.org/markup-compatibility/2006">
        <mc:Choice xmlns:p14="http://schemas.microsoft.com/office/powerpoint/2010/main" Requires="p14">
          <p:contentPart p14:bwMode="auto" r:id="rId213">
            <p14:nvContentPartPr>
              <p14:cNvPr id="1049167" name=""/>
              <p14:cNvContentPartPr/>
              <p14:nvPr/>
            </p14:nvContentPartPr>
            <p14:xfrm>
              <a:off x="3165812" y="5746753"/>
              <a:ext cx="308646" cy="386231"/>
            </p14:xfrm>
          </p:contentPart>
        </mc:Choice>
        <mc:Fallback>
          <p:sp>
            <p:nvSpPr>
              <p:cNvPr id="1049167" name=""/>
              <p:cNvSpPr/>
              <p:nvPr/>
            </p:nvSpPr>
            <p:spPr>
              <a:xfrm>
                <a:off x="3165812" y="5746753"/>
                <a:ext cx="308646" cy="386231"/>
              </a:xfrm>
            </p:spPr>
          </p:sp>
        </mc:Fallback>
      </mc:AlternateContent>
      <mc:AlternateContent xmlns:mc="http://schemas.openxmlformats.org/markup-compatibility/2006">
        <mc:Choice xmlns:p14="http://schemas.microsoft.com/office/powerpoint/2010/main" Requires="p14">
          <p:contentPart p14:bwMode="auto" r:id="rId214">
            <p14:nvContentPartPr>
              <p14:cNvPr id="1049168" name=""/>
              <p14:cNvContentPartPr/>
              <p14:nvPr/>
            </p14:nvContentPartPr>
            <p14:xfrm>
              <a:off x="3564697" y="5593037"/>
              <a:ext cx="349992" cy="237526"/>
            </p14:xfrm>
          </p:contentPart>
        </mc:Choice>
        <mc:Fallback>
          <p:sp>
            <p:nvSpPr>
              <p:cNvPr id="1049168" name=""/>
              <p:cNvSpPr/>
              <p:nvPr/>
            </p:nvSpPr>
            <p:spPr>
              <a:xfrm>
                <a:off x="3564697" y="5593037"/>
                <a:ext cx="349992" cy="237526"/>
              </a:xfrm>
            </p:spPr>
          </p:sp>
        </mc:Fallback>
      </mc:AlternateContent>
      <mc:AlternateContent xmlns:mc="http://schemas.openxmlformats.org/markup-compatibility/2006">
        <mc:Choice xmlns:p14="http://schemas.microsoft.com/office/powerpoint/2010/main" Requires="p14">
          <p:contentPart p14:bwMode="auto" r:id="rId215">
            <p14:nvContentPartPr>
              <p14:cNvPr id="1049169" name=""/>
              <p14:cNvContentPartPr/>
              <p14:nvPr/>
            </p14:nvContentPartPr>
            <p14:xfrm>
              <a:off x="3543517" y="5457104"/>
              <a:ext cx="257245" cy="22089"/>
            </p14:xfrm>
          </p:contentPart>
        </mc:Choice>
        <mc:Fallback>
          <p:sp>
            <p:nvSpPr>
              <p:cNvPr id="1049169" name=""/>
              <p:cNvSpPr/>
              <p:nvPr/>
            </p:nvSpPr>
            <p:spPr>
              <a:xfrm>
                <a:off x="3543517" y="5457104"/>
                <a:ext cx="257245" cy="22089"/>
              </a:xfrm>
            </p:spPr>
          </p:sp>
        </mc:Fallback>
      </mc:AlternateContent>
      <mc:AlternateContent xmlns:mc="http://schemas.openxmlformats.org/markup-compatibility/2006">
        <mc:Choice xmlns:p14="http://schemas.microsoft.com/office/powerpoint/2010/main" Requires="p14">
          <p:contentPart p14:bwMode="auto" r:id="rId216">
            <p14:nvContentPartPr>
              <p14:cNvPr id="1049170" name=""/>
              <p14:cNvContentPartPr/>
              <p14:nvPr/>
            </p14:nvContentPartPr>
            <p14:xfrm>
              <a:off x="3693540" y="5399273"/>
              <a:ext cx="109645" cy="165944"/>
            </p14:xfrm>
          </p:contentPart>
        </mc:Choice>
        <mc:Fallback>
          <p:sp>
            <p:nvSpPr>
              <p:cNvPr id="1049170" name=""/>
              <p:cNvSpPr/>
              <p:nvPr/>
            </p:nvSpPr>
            <p:spPr>
              <a:xfrm>
                <a:off x="3693540" y="5399273"/>
                <a:ext cx="109645" cy="165944"/>
              </a:xfrm>
            </p:spPr>
          </p:sp>
        </mc:Fallback>
      </mc:AlternateContent>
      <mc:AlternateContent xmlns:mc="http://schemas.openxmlformats.org/markup-compatibility/2006">
        <mc:Choice xmlns:p14="http://schemas.microsoft.com/office/powerpoint/2010/main" Requires="p14">
          <p:contentPart p14:bwMode="auto" r:id="rId217">
            <p14:nvContentPartPr>
              <p14:cNvPr id="1049171" name=""/>
              <p14:cNvContentPartPr/>
              <p14:nvPr/>
            </p14:nvContentPartPr>
            <p14:xfrm>
              <a:off x="4172733" y="5725555"/>
              <a:ext cx="203987" cy="14000"/>
            </p14:xfrm>
          </p:contentPart>
        </mc:Choice>
        <mc:Fallback>
          <p:sp>
            <p:nvSpPr>
              <p:cNvPr id="1049171" name=""/>
              <p:cNvSpPr/>
              <p:nvPr/>
            </p:nvSpPr>
            <p:spPr>
              <a:xfrm>
                <a:off x="4172733" y="5725555"/>
                <a:ext cx="203987" cy="14000"/>
              </a:xfrm>
            </p:spPr>
          </p:sp>
        </mc:Fallback>
      </mc:AlternateContent>
      <mc:AlternateContent xmlns:mc="http://schemas.openxmlformats.org/markup-compatibility/2006">
        <mc:Choice xmlns:p14="http://schemas.microsoft.com/office/powerpoint/2010/main" Requires="p14">
          <p:contentPart p14:bwMode="auto" r:id="rId218">
            <p14:nvContentPartPr>
              <p14:cNvPr id="1049172" name=""/>
              <p14:cNvContentPartPr/>
              <p14:nvPr/>
            </p14:nvContentPartPr>
            <p14:xfrm>
              <a:off x="4237154" y="5609498"/>
              <a:ext cx="21435" cy="211465"/>
            </p14:xfrm>
          </p:contentPart>
        </mc:Choice>
        <mc:Fallback>
          <p:sp>
            <p:nvSpPr>
              <p:cNvPr id="1049172" name=""/>
              <p:cNvSpPr/>
              <p:nvPr/>
            </p:nvSpPr>
            <p:spPr>
              <a:xfrm>
                <a:off x="4237154" y="5609498"/>
                <a:ext cx="21435" cy="211465"/>
              </a:xfrm>
            </p:spPr>
          </p:sp>
        </mc:Fallback>
      </mc:AlternateContent>
      <mc:AlternateContent xmlns:mc="http://schemas.openxmlformats.org/markup-compatibility/2006">
        <mc:Choice xmlns:p14="http://schemas.microsoft.com/office/powerpoint/2010/main" Requires="p14">
          <p:contentPart p14:bwMode="auto" r:id="rId219">
            <p14:nvContentPartPr>
              <p14:cNvPr id="1049173" name=""/>
              <p14:cNvContentPartPr/>
              <p14:nvPr/>
            </p14:nvContentPartPr>
            <p14:xfrm>
              <a:off x="4455386" y="5549195"/>
              <a:ext cx="196538" cy="252824"/>
            </p14:xfrm>
          </p:contentPart>
        </mc:Choice>
        <mc:Fallback>
          <p:sp>
            <p:nvSpPr>
              <p:cNvPr id="1049173" name=""/>
              <p:cNvSpPr/>
              <p:nvPr/>
            </p:nvSpPr>
            <p:spPr>
              <a:xfrm>
                <a:off x="4455386" y="5549195"/>
                <a:ext cx="196538" cy="252824"/>
              </a:xfrm>
            </p:spPr>
          </p:sp>
        </mc:Fallback>
      </mc:AlternateContent>
      <mc:AlternateContent xmlns:mc="http://schemas.openxmlformats.org/markup-compatibility/2006">
        <mc:Choice xmlns:p14="http://schemas.microsoft.com/office/powerpoint/2010/main" Requires="p14">
          <p:contentPart p14:bwMode="auto" r:id="rId220">
            <p14:nvContentPartPr>
              <p14:cNvPr id="1049174" name=""/>
              <p14:cNvContentPartPr/>
              <p14:nvPr/>
            </p14:nvContentPartPr>
            <p14:xfrm>
              <a:off x="4671352" y="5609498"/>
              <a:ext cx="131614" cy="218806"/>
            </p14:xfrm>
          </p:contentPart>
        </mc:Choice>
        <mc:Fallback>
          <p:sp>
            <p:nvSpPr>
              <p:cNvPr id="1049174" name=""/>
              <p:cNvSpPr/>
              <p:nvPr/>
            </p:nvSpPr>
            <p:spPr>
              <a:xfrm>
                <a:off x="4671352" y="5609498"/>
                <a:ext cx="131614" cy="218806"/>
              </a:xfrm>
            </p:spPr>
          </p:sp>
        </mc:Fallback>
      </mc:AlternateContent>
      <mc:AlternateContent xmlns:mc="http://schemas.openxmlformats.org/markup-compatibility/2006">
        <mc:Choice xmlns:p14="http://schemas.microsoft.com/office/powerpoint/2010/main" Requires="p14">
          <p:contentPart p14:bwMode="auto" r:id="rId221">
            <p14:nvContentPartPr>
              <p14:cNvPr id="1049175" name=""/>
              <p14:cNvContentPartPr/>
              <p14:nvPr/>
            </p14:nvContentPartPr>
            <p14:xfrm>
              <a:off x="4945352" y="5680655"/>
              <a:ext cx="396923" cy="241081"/>
            </p14:xfrm>
          </p:contentPart>
        </mc:Choice>
        <mc:Fallback>
          <p:sp>
            <p:nvSpPr>
              <p:cNvPr id="1049175" name=""/>
              <p:cNvSpPr/>
              <p:nvPr/>
            </p:nvSpPr>
            <p:spPr>
              <a:xfrm>
                <a:off x="4945352" y="5680655"/>
                <a:ext cx="396923" cy="241081"/>
              </a:xfrm>
            </p:spPr>
          </p:sp>
        </mc:Fallback>
      </mc:AlternateContent>
      <mc:AlternateContent xmlns:mc="http://schemas.openxmlformats.org/markup-compatibility/2006">
        <mc:Choice xmlns:p14="http://schemas.microsoft.com/office/powerpoint/2010/main" Requires="p14">
          <p:contentPart p14:bwMode="auto" r:id="rId222">
            <p14:nvContentPartPr>
              <p14:cNvPr id="1049176" name=""/>
              <p14:cNvContentPartPr/>
              <p14:nvPr/>
            </p14:nvContentPartPr>
            <p14:xfrm>
              <a:off x="4892777" y="5522628"/>
              <a:ext cx="224218" cy="20463"/>
            </p14:xfrm>
          </p:contentPart>
        </mc:Choice>
        <mc:Fallback>
          <p:sp>
            <p:nvSpPr>
              <p:cNvPr id="1049176" name=""/>
              <p:cNvSpPr/>
              <p:nvPr/>
            </p:nvSpPr>
            <p:spPr>
              <a:xfrm>
                <a:off x="4892777" y="5522628"/>
                <a:ext cx="224218" cy="20463"/>
              </a:xfrm>
            </p:spPr>
          </p:sp>
        </mc:Fallback>
      </mc:AlternateContent>
      <mc:AlternateContent xmlns:mc="http://schemas.openxmlformats.org/markup-compatibility/2006">
        <mc:Choice xmlns:p14="http://schemas.microsoft.com/office/powerpoint/2010/main" Requires="p14">
          <p:contentPart p14:bwMode="auto" r:id="rId223">
            <p14:nvContentPartPr>
              <p14:cNvPr id="1049177" name=""/>
              <p14:cNvContentPartPr/>
              <p14:nvPr/>
            </p14:nvContentPartPr>
            <p14:xfrm>
              <a:off x="5009332" y="5450154"/>
              <a:ext cx="117129" cy="161024"/>
            </p14:xfrm>
          </p:contentPart>
        </mc:Choice>
        <mc:Fallback>
          <p:sp>
            <p:nvSpPr>
              <p:cNvPr id="1049177" name=""/>
              <p:cNvSpPr/>
              <p:nvPr/>
            </p:nvSpPr>
            <p:spPr>
              <a:xfrm>
                <a:off x="5009332" y="5450154"/>
                <a:ext cx="117129" cy="161024"/>
              </a:xfrm>
            </p:spPr>
          </p:sp>
        </mc:Fallback>
      </mc:AlternateContent>
      <mc:AlternateContent xmlns:mc="http://schemas.openxmlformats.org/markup-compatibility/2006">
        <mc:Choice xmlns:p14="http://schemas.microsoft.com/office/powerpoint/2010/main" Requires="p14">
          <p:contentPart p14:bwMode="auto" r:id="rId224">
            <p14:nvContentPartPr>
              <p14:cNvPr id="1049178" name=""/>
              <p14:cNvContentPartPr/>
              <p14:nvPr/>
            </p14:nvContentPartPr>
            <p14:xfrm>
              <a:off x="1269343" y="5015307"/>
              <a:ext cx="142963" cy="1217173"/>
            </p14:xfrm>
          </p:contentPart>
        </mc:Choice>
        <mc:Fallback>
          <p:sp>
            <p:nvSpPr>
              <p:cNvPr id="1049178" name=""/>
              <p:cNvSpPr/>
              <p:nvPr/>
            </p:nvSpPr>
            <p:spPr>
              <a:xfrm>
                <a:off x="1269343" y="5015307"/>
                <a:ext cx="142963" cy="1217173"/>
              </a:xfrm>
            </p:spPr>
          </p:sp>
        </mc:Fallback>
      </mc:AlternateContent>
      <mc:AlternateContent xmlns:mc="http://schemas.openxmlformats.org/markup-compatibility/2006">
        <mc:Choice xmlns:p14="http://schemas.microsoft.com/office/powerpoint/2010/main" Requires="p14">
          <p:contentPart p14:bwMode="auto" r:id="rId225">
            <p14:nvContentPartPr>
              <p14:cNvPr id="1049179" name=""/>
              <p14:cNvContentPartPr/>
              <p14:nvPr/>
            </p14:nvContentPartPr>
            <p14:xfrm>
              <a:off x="1433486" y="6196052"/>
              <a:ext cx="3949963" cy="71571"/>
            </p14:xfrm>
          </p:contentPart>
        </mc:Choice>
        <mc:Fallback>
          <p:sp>
            <p:nvSpPr>
              <p:cNvPr id="1049179" name=""/>
              <p:cNvSpPr/>
              <p:nvPr/>
            </p:nvSpPr>
            <p:spPr>
              <a:xfrm>
                <a:off x="1433486" y="6196052"/>
                <a:ext cx="3949963" cy="71571"/>
              </a:xfrm>
            </p:spPr>
          </p:sp>
        </mc:Fallback>
      </mc:AlternateContent>
      <mc:AlternateContent xmlns:mc="http://schemas.openxmlformats.org/markup-compatibility/2006">
        <mc:Choice xmlns:p14="http://schemas.microsoft.com/office/powerpoint/2010/main" Requires="p14">
          <p:contentPart p14:bwMode="auto" r:id="rId226">
            <p14:nvContentPartPr>
              <p14:cNvPr id="1049180" name=""/>
              <p14:cNvContentPartPr/>
              <p14:nvPr/>
            </p14:nvContentPartPr>
            <p14:xfrm>
              <a:off x="5340266" y="5092746"/>
              <a:ext cx="69716" cy="1081656"/>
            </p14:xfrm>
          </p:contentPart>
        </mc:Choice>
        <mc:Fallback>
          <p:sp>
            <p:nvSpPr>
              <p:cNvPr id="1049180" name=""/>
              <p:cNvSpPr/>
              <p:nvPr/>
            </p:nvSpPr>
            <p:spPr>
              <a:xfrm>
                <a:off x="5340266" y="5092746"/>
                <a:ext cx="69716" cy="1081656"/>
              </a:xfrm>
            </p:spPr>
          </p:sp>
        </mc:Fallback>
      </mc:AlternateContent>
      <mc:AlternateContent xmlns:mc="http://schemas.openxmlformats.org/markup-compatibility/2006">
        <mc:Choice xmlns:p14="http://schemas.microsoft.com/office/powerpoint/2010/main" Requires="p14">
          <p:contentPart p14:bwMode="auto" r:id="rId227">
            <p14:nvContentPartPr>
              <p14:cNvPr id="1049181" name=""/>
              <p14:cNvContentPartPr/>
              <p14:nvPr/>
            </p14:nvContentPartPr>
            <p14:xfrm>
              <a:off x="1201706" y="5109357"/>
              <a:ext cx="4012363" cy="58130"/>
            </p14:xfrm>
          </p:contentPart>
        </mc:Choice>
        <mc:Fallback>
          <p:sp>
            <p:nvSpPr>
              <p:cNvPr id="1049181" name=""/>
              <p:cNvSpPr/>
              <p:nvPr/>
            </p:nvSpPr>
            <p:spPr>
              <a:xfrm>
                <a:off x="1201706" y="5109357"/>
                <a:ext cx="4012363" cy="58130"/>
              </a:xfrm>
            </p:spPr>
          </p:sp>
        </mc:Fallback>
      </mc:AlternateContent>
      <mc:AlternateContent xmlns:mc="http://schemas.openxmlformats.org/markup-compatibility/2006">
        <mc:Choice xmlns:p14="http://schemas.microsoft.com/office/powerpoint/2010/main" Requires="p14">
          <p:contentPart p14:bwMode="auto" r:id="rId228">
            <p14:nvContentPartPr>
              <p14:cNvPr id="1049182" name=""/>
              <p14:cNvContentPartPr/>
              <p14:nvPr/>
            </p14:nvContentPartPr>
            <p14:xfrm>
              <a:off x="5481464" y="5298826"/>
              <a:ext cx="159690" cy="20774"/>
            </p14:xfrm>
          </p:contentPart>
        </mc:Choice>
        <mc:Fallback>
          <p:sp>
            <p:nvSpPr>
              <p:cNvPr id="1049182" name=""/>
              <p:cNvSpPr/>
              <p:nvPr/>
            </p:nvSpPr>
            <p:spPr>
              <a:xfrm>
                <a:off x="5481464" y="5298826"/>
                <a:ext cx="159690" cy="20774"/>
              </a:xfrm>
            </p:spPr>
          </p:sp>
        </mc:Fallback>
      </mc:AlternateContent>
      <mc:AlternateContent xmlns:mc="http://schemas.openxmlformats.org/markup-compatibility/2006">
        <mc:Choice xmlns:p14="http://schemas.microsoft.com/office/powerpoint/2010/main" Requires="p14">
          <p:contentPart p14:bwMode="auto" r:id="rId229">
            <p14:nvContentPartPr>
              <p14:cNvPr id="1049183" name=""/>
              <p14:cNvContentPartPr/>
              <p14:nvPr/>
            </p14:nvContentPartPr>
            <p14:xfrm>
              <a:off x="5474404" y="5370481"/>
              <a:ext cx="110752" cy="21346"/>
            </p14:xfrm>
          </p:contentPart>
        </mc:Choice>
        <mc:Fallback>
          <p:sp>
            <p:nvSpPr>
              <p:cNvPr id="1049183" name=""/>
              <p:cNvSpPr/>
              <p:nvPr/>
            </p:nvSpPr>
            <p:spPr>
              <a:xfrm>
                <a:off x="5474404" y="5370481"/>
                <a:ext cx="110752" cy="21346"/>
              </a:xfrm>
            </p:spPr>
          </p:sp>
        </mc:Fallback>
      </mc:AlternateContent>
      <mc:AlternateContent xmlns:mc="http://schemas.openxmlformats.org/markup-compatibility/2006">
        <mc:Choice xmlns:p14="http://schemas.microsoft.com/office/powerpoint/2010/main" Requires="p14">
          <p:contentPart p14:bwMode="auto" r:id="rId230">
            <p14:nvContentPartPr>
              <p14:cNvPr id="1049184" name=""/>
              <p14:cNvContentPartPr/>
              <p14:nvPr/>
            </p14:nvContentPartPr>
            <p14:xfrm>
              <a:off x="5574567" y="5210889"/>
              <a:ext cx="141689" cy="254926"/>
            </p14:xfrm>
          </p:contentPart>
        </mc:Choice>
        <mc:Fallback>
          <p:sp>
            <p:nvSpPr>
              <p:cNvPr id="1049184" name=""/>
              <p:cNvSpPr/>
              <p:nvPr/>
            </p:nvSpPr>
            <p:spPr>
              <a:xfrm>
                <a:off x="5574567" y="5210889"/>
                <a:ext cx="141689" cy="254926"/>
              </a:xfrm>
            </p:spPr>
          </p:sp>
        </mc:Fallback>
      </mc:AlternateContent>
      <mc:AlternateContent xmlns:mc="http://schemas.openxmlformats.org/markup-compatibility/2006">
        <mc:Choice xmlns:p14="http://schemas.microsoft.com/office/powerpoint/2010/main" Requires="p14">
          <p:contentPart p14:bwMode="auto" r:id="rId231">
            <p14:nvContentPartPr>
              <p14:cNvPr id="1049185" name=""/>
              <p14:cNvContentPartPr/>
              <p14:nvPr/>
            </p14:nvContentPartPr>
            <p14:xfrm>
              <a:off x="5840600" y="4964426"/>
              <a:ext cx="170357" cy="562135"/>
            </p14:xfrm>
          </p:contentPart>
        </mc:Choice>
        <mc:Fallback>
          <p:sp>
            <p:nvSpPr>
              <p:cNvPr id="1049185" name=""/>
              <p:cNvSpPr/>
              <p:nvPr/>
            </p:nvSpPr>
            <p:spPr>
              <a:xfrm>
                <a:off x="5840600" y="4964426"/>
                <a:ext cx="170357" cy="562135"/>
              </a:xfrm>
            </p:spPr>
          </p:sp>
        </mc:Fallback>
      </mc:AlternateContent>
      <mc:AlternateContent xmlns:mc="http://schemas.openxmlformats.org/markup-compatibility/2006">
        <mc:Choice xmlns:p14="http://schemas.microsoft.com/office/powerpoint/2010/main" Requires="p14">
          <p:contentPart p14:bwMode="auto" r:id="rId232">
            <p14:nvContentPartPr>
              <p14:cNvPr id="1049186" name=""/>
              <p14:cNvContentPartPr/>
              <p14:nvPr/>
            </p14:nvContentPartPr>
            <p14:xfrm>
              <a:off x="6037047" y="4900639"/>
              <a:ext cx="20682" cy="171382"/>
            </p14:xfrm>
          </p:contentPart>
        </mc:Choice>
        <mc:Fallback>
          <p:sp>
            <p:nvSpPr>
              <p:cNvPr id="1049186" name=""/>
              <p:cNvSpPr/>
              <p:nvPr/>
            </p:nvSpPr>
            <p:spPr>
              <a:xfrm>
                <a:off x="6037047" y="4900639"/>
                <a:ext cx="20682" cy="171382"/>
              </a:xfrm>
            </p:spPr>
          </p:sp>
        </mc:Fallback>
      </mc:AlternateContent>
      <mc:AlternateContent xmlns:mc="http://schemas.openxmlformats.org/markup-compatibility/2006">
        <mc:Choice xmlns:p14="http://schemas.microsoft.com/office/powerpoint/2010/main" Requires="p14">
          <p:contentPart p14:bwMode="auto" r:id="rId233">
            <p14:nvContentPartPr>
              <p14:cNvPr id="1049187" name=""/>
              <p14:cNvContentPartPr/>
              <p14:nvPr/>
            </p14:nvContentPartPr>
            <p14:xfrm>
              <a:off x="6089928" y="5260416"/>
              <a:ext cx="521402" cy="162371"/>
            </p14:xfrm>
          </p:contentPart>
        </mc:Choice>
        <mc:Fallback>
          <p:sp>
            <p:nvSpPr>
              <p:cNvPr id="1049187" name=""/>
              <p:cNvSpPr/>
              <p:nvPr/>
            </p:nvSpPr>
            <p:spPr>
              <a:xfrm>
                <a:off x="6089928" y="5260416"/>
                <a:ext cx="521402" cy="162371"/>
              </a:xfrm>
            </p:spPr>
          </p:sp>
        </mc:Fallback>
      </mc:AlternateContent>
      <mc:AlternateContent xmlns:mc="http://schemas.openxmlformats.org/markup-compatibility/2006">
        <mc:Choice xmlns:p14="http://schemas.microsoft.com/office/powerpoint/2010/main" Requires="p14">
          <p:contentPart p14:bwMode="auto" r:id="rId234">
            <p14:nvContentPartPr>
              <p14:cNvPr id="1049188" name=""/>
              <p14:cNvContentPartPr/>
              <p14:nvPr/>
            </p14:nvContentPartPr>
            <p14:xfrm>
              <a:off x="6690849" y="5178819"/>
              <a:ext cx="387160" cy="482400"/>
            </p14:xfrm>
          </p:contentPart>
        </mc:Choice>
        <mc:Fallback>
          <p:sp>
            <p:nvSpPr>
              <p:cNvPr id="1049188" name=""/>
              <p:cNvSpPr/>
              <p:nvPr/>
            </p:nvSpPr>
            <p:spPr>
              <a:xfrm>
                <a:off x="6690849" y="5178819"/>
                <a:ext cx="387160" cy="482400"/>
              </a:xfrm>
            </p:spPr>
          </p:sp>
        </mc:Fallback>
      </mc:AlternateContent>
      <mc:AlternateContent xmlns:mc="http://schemas.openxmlformats.org/markup-compatibility/2006">
        <mc:Choice xmlns:p14="http://schemas.microsoft.com/office/powerpoint/2010/main" Requires="p14">
          <p:contentPart p14:bwMode="auto" r:id="rId235">
            <p14:nvContentPartPr>
              <p14:cNvPr id="1049189" name=""/>
              <p14:cNvContentPartPr/>
              <p14:nvPr/>
            </p14:nvContentPartPr>
            <p14:xfrm>
              <a:off x="6949587" y="5065940"/>
              <a:ext cx="12252" cy="69262"/>
            </p14:xfrm>
          </p:contentPart>
        </mc:Choice>
        <mc:Fallback>
          <p:sp>
            <p:nvSpPr>
              <p:cNvPr id="1049189" name=""/>
              <p:cNvSpPr/>
              <p:nvPr/>
            </p:nvSpPr>
            <p:spPr>
              <a:xfrm>
                <a:off x="6949587" y="5065940"/>
                <a:ext cx="12252" cy="69262"/>
              </a:xfrm>
            </p:spPr>
          </p:sp>
        </mc:Fallback>
      </mc:AlternateContent>
      <mc:AlternateContent xmlns:mc="http://schemas.openxmlformats.org/markup-compatibility/2006">
        <mc:Choice xmlns:p14="http://schemas.microsoft.com/office/powerpoint/2010/main" Requires="p14">
          <p:contentPart p14:bwMode="auto" r:id="rId236">
            <p14:nvContentPartPr>
              <p14:cNvPr id="1049190" name=""/>
              <p14:cNvContentPartPr/>
              <p14:nvPr/>
            </p14:nvContentPartPr>
            <p14:xfrm>
              <a:off x="6186165" y="4943826"/>
              <a:ext cx="130575" cy="255028"/>
            </p14:xfrm>
          </p:contentPart>
        </mc:Choice>
        <mc:Fallback>
          <p:sp>
            <p:nvSpPr>
              <p:cNvPr id="1049190" name=""/>
              <p:cNvSpPr/>
              <p:nvPr/>
            </p:nvSpPr>
            <p:spPr>
              <a:xfrm>
                <a:off x="6186165" y="4943826"/>
                <a:ext cx="130575" cy="255028"/>
              </a:xfrm>
            </p:spPr>
          </p:sp>
        </mc:Fallback>
      </mc:AlternateContent>
      <mc:AlternateContent xmlns:mc="http://schemas.openxmlformats.org/markup-compatibility/2006">
        <mc:Choice xmlns:p14="http://schemas.microsoft.com/office/powerpoint/2010/main" Requires="p14">
          <p:contentPart p14:bwMode="auto" r:id="rId237">
            <p14:nvContentPartPr>
              <p14:cNvPr id="1049191" name=""/>
              <p14:cNvContentPartPr/>
              <p14:nvPr/>
            </p14:nvContentPartPr>
            <p14:xfrm>
              <a:off x="7285311" y="5078629"/>
              <a:ext cx="332588" cy="261082"/>
            </p14:xfrm>
          </p:contentPart>
        </mc:Choice>
        <mc:Fallback>
          <p:sp>
            <p:nvSpPr>
              <p:cNvPr id="1049191" name=""/>
              <p:cNvSpPr/>
              <p:nvPr/>
            </p:nvSpPr>
            <p:spPr>
              <a:xfrm>
                <a:off x="7285311" y="5078629"/>
                <a:ext cx="332588" cy="261082"/>
              </a:xfrm>
            </p:spPr>
          </p:sp>
        </mc:Fallback>
      </mc:AlternateContent>
      <mc:AlternateContent xmlns:mc="http://schemas.openxmlformats.org/markup-compatibility/2006">
        <mc:Choice xmlns:p14="http://schemas.microsoft.com/office/powerpoint/2010/main" Requires="p14">
          <p:contentPart p14:bwMode="auto" r:id="rId238">
            <p14:nvContentPartPr>
              <p14:cNvPr id="1049192" name=""/>
              <p14:cNvContentPartPr/>
              <p14:nvPr/>
            </p14:nvContentPartPr>
            <p14:xfrm>
              <a:off x="7629827" y="5135861"/>
              <a:ext cx="306709" cy="225272"/>
            </p14:xfrm>
          </p:contentPart>
        </mc:Choice>
        <mc:Fallback>
          <p:sp>
            <p:nvSpPr>
              <p:cNvPr id="1049192" name=""/>
              <p:cNvSpPr/>
              <p:nvPr/>
            </p:nvSpPr>
            <p:spPr>
              <a:xfrm>
                <a:off x="7629827" y="5135861"/>
                <a:ext cx="306709" cy="225272"/>
              </a:xfrm>
            </p:spPr>
          </p:sp>
        </mc:Fallback>
      </mc:AlternateContent>
      <mc:AlternateContent xmlns:mc="http://schemas.openxmlformats.org/markup-compatibility/2006">
        <mc:Choice xmlns:p14="http://schemas.microsoft.com/office/powerpoint/2010/main" Requires="p14">
          <p:contentPart p14:bwMode="auto" r:id="rId239">
            <p14:nvContentPartPr>
              <p14:cNvPr id="1049193" name=""/>
              <p14:cNvContentPartPr/>
              <p14:nvPr/>
            </p14:nvContentPartPr>
            <p14:xfrm>
              <a:off x="7934343" y="4981056"/>
              <a:ext cx="50743" cy="84884"/>
            </p14:xfrm>
          </p:contentPart>
        </mc:Choice>
        <mc:Fallback>
          <p:sp>
            <p:nvSpPr>
              <p:cNvPr id="1049193" name=""/>
              <p:cNvSpPr/>
              <p:nvPr/>
            </p:nvSpPr>
            <p:spPr>
              <a:xfrm>
                <a:off x="7934343" y="4981056"/>
                <a:ext cx="50743" cy="84884"/>
              </a:xfrm>
            </p:spPr>
          </p:sp>
        </mc:Fallback>
      </mc:AlternateContent>
      <mc:AlternateContent xmlns:mc="http://schemas.openxmlformats.org/markup-compatibility/2006">
        <mc:Choice xmlns:p14="http://schemas.microsoft.com/office/powerpoint/2010/main" Requires="p14">
          <p:contentPart p14:bwMode="auto" r:id="rId240">
            <p14:nvContentPartPr>
              <p14:cNvPr id="1049194" name=""/>
              <p14:cNvContentPartPr/>
              <p14:nvPr/>
            </p14:nvContentPartPr>
            <p14:xfrm>
              <a:off x="7561110" y="4979318"/>
              <a:ext cx="37446" cy="72401"/>
            </p14:xfrm>
          </p:contentPart>
        </mc:Choice>
        <mc:Fallback>
          <p:sp>
            <p:nvSpPr>
              <p:cNvPr id="1049194" name=""/>
              <p:cNvSpPr/>
              <p:nvPr/>
            </p:nvSpPr>
            <p:spPr>
              <a:xfrm>
                <a:off x="7561110" y="4979318"/>
                <a:ext cx="37446" cy="72401"/>
              </a:xfrm>
            </p:spPr>
          </p:sp>
        </mc:Fallback>
      </mc:AlternateContent>
      <mc:AlternateContent xmlns:mc="http://schemas.openxmlformats.org/markup-compatibility/2006">
        <mc:Choice xmlns:p14="http://schemas.microsoft.com/office/powerpoint/2010/main" Requires="p14">
          <p:contentPart p14:bwMode="auto" r:id="rId241">
            <p14:nvContentPartPr>
              <p14:cNvPr id="1049195" name=""/>
              <p14:cNvContentPartPr/>
              <p14:nvPr/>
            </p14:nvContentPartPr>
            <p14:xfrm>
              <a:off x="8056486" y="4929678"/>
              <a:ext cx="19938" cy="368446"/>
            </p14:xfrm>
          </p:contentPart>
        </mc:Choice>
        <mc:Fallback>
          <p:sp>
            <p:nvSpPr>
              <p:cNvPr id="1049195" name=""/>
              <p:cNvSpPr/>
              <p:nvPr/>
            </p:nvSpPr>
            <p:spPr>
              <a:xfrm>
                <a:off x="8056486" y="4929678"/>
                <a:ext cx="19938" cy="368446"/>
              </a:xfrm>
            </p:spPr>
          </p:sp>
        </mc:Fallback>
      </mc:AlternateContent>
      <mc:AlternateContent xmlns:mc="http://schemas.openxmlformats.org/markup-compatibility/2006">
        <mc:Choice xmlns:p14="http://schemas.microsoft.com/office/powerpoint/2010/main" Requires="p14">
          <p:contentPart p14:bwMode="auto" r:id="rId242">
            <p14:nvContentPartPr>
              <p14:cNvPr id="1049196" name=""/>
              <p14:cNvContentPartPr/>
              <p14:nvPr/>
            </p14:nvContentPartPr>
            <p14:xfrm>
              <a:off x="7972290" y="5142759"/>
              <a:ext cx="201519" cy="123431"/>
            </p14:xfrm>
          </p:contentPart>
        </mc:Choice>
        <mc:Fallback>
          <p:sp>
            <p:nvSpPr>
              <p:cNvPr id="1049196" name=""/>
              <p:cNvSpPr/>
              <p:nvPr/>
            </p:nvSpPr>
            <p:spPr>
              <a:xfrm>
                <a:off x="7972290" y="5142759"/>
                <a:ext cx="201519" cy="123431"/>
              </a:xfrm>
            </p:spPr>
          </p:sp>
        </mc:Fallback>
      </mc:AlternateContent>
      <mc:AlternateContent xmlns:mc="http://schemas.openxmlformats.org/markup-compatibility/2006">
        <mc:Choice xmlns:p14="http://schemas.microsoft.com/office/powerpoint/2010/main" Requires="p14">
          <p:contentPart p14:bwMode="auto" r:id="rId243">
            <p14:nvContentPartPr>
              <p14:cNvPr id="1049197" name=""/>
              <p14:cNvContentPartPr/>
              <p14:nvPr/>
            </p14:nvContentPartPr>
            <p14:xfrm>
              <a:off x="8173939" y="5029951"/>
              <a:ext cx="3971" cy="79423"/>
            </p14:xfrm>
          </p:contentPart>
        </mc:Choice>
        <mc:Fallback>
          <p:sp>
            <p:nvSpPr>
              <p:cNvPr id="1049197" name=""/>
              <p:cNvSpPr/>
              <p:nvPr/>
            </p:nvSpPr>
            <p:spPr>
              <a:xfrm>
                <a:off x="8173939" y="5029951"/>
                <a:ext cx="3971" cy="79423"/>
              </a:xfrm>
            </p:spPr>
          </p:sp>
        </mc:Fallback>
      </mc:AlternateContent>
      <mc:AlternateContent xmlns:mc="http://schemas.openxmlformats.org/markup-compatibility/2006">
        <mc:Choice xmlns:p14="http://schemas.microsoft.com/office/powerpoint/2010/main" Requires="p14">
          <p:contentPart p14:bwMode="auto" r:id="rId244">
            <p14:nvContentPartPr>
              <p14:cNvPr id="1049198" name=""/>
              <p14:cNvContentPartPr/>
              <p14:nvPr/>
            </p14:nvContentPartPr>
            <p14:xfrm>
              <a:off x="8249392" y="5020441"/>
              <a:ext cx="98890" cy="582470"/>
            </p14:xfrm>
          </p:contentPart>
        </mc:Choice>
        <mc:Fallback>
          <p:sp>
            <p:nvSpPr>
              <p:cNvPr id="1049198" name=""/>
              <p:cNvSpPr/>
              <p:nvPr/>
            </p:nvSpPr>
            <p:spPr>
              <a:xfrm>
                <a:off x="8249392" y="5020441"/>
                <a:ext cx="98890" cy="582470"/>
              </a:xfrm>
            </p:spPr>
          </p:sp>
        </mc:Fallback>
      </mc:AlternateContent>
      <mc:AlternateContent xmlns:mc="http://schemas.openxmlformats.org/markup-compatibility/2006">
        <mc:Choice xmlns:p14="http://schemas.microsoft.com/office/powerpoint/2010/main" Requires="p14">
          <p:contentPart p14:bwMode="auto" r:id="rId245">
            <p14:nvContentPartPr>
              <p14:cNvPr id="1049199" name=""/>
              <p14:cNvContentPartPr/>
              <p14:nvPr/>
            </p14:nvContentPartPr>
            <p14:xfrm>
              <a:off x="8396289" y="5088030"/>
              <a:ext cx="245612" cy="208214"/>
            </p14:xfrm>
          </p:contentPart>
        </mc:Choice>
        <mc:Fallback>
          <p:sp>
            <p:nvSpPr>
              <p:cNvPr id="1049199" name=""/>
              <p:cNvSpPr/>
              <p:nvPr/>
            </p:nvSpPr>
            <p:spPr>
              <a:xfrm>
                <a:off x="8396289" y="5088030"/>
                <a:ext cx="245612" cy="208214"/>
              </a:xfrm>
            </p:spPr>
          </p:sp>
        </mc:Fallback>
      </mc:AlternateContent>
      <mc:AlternateContent xmlns:mc="http://schemas.openxmlformats.org/markup-compatibility/2006">
        <mc:Choice xmlns:p14="http://schemas.microsoft.com/office/powerpoint/2010/main" Requires="p14">
          <p:contentPart p14:bwMode="auto" r:id="rId246">
            <p14:nvContentPartPr>
              <p14:cNvPr id="1049200" name=""/>
              <p14:cNvContentPartPr/>
              <p14:nvPr/>
            </p14:nvContentPartPr>
            <p14:xfrm>
              <a:off x="6033291" y="5645736"/>
              <a:ext cx="313453" cy="460586"/>
            </p14:xfrm>
          </p:contentPart>
        </mc:Choice>
        <mc:Fallback>
          <p:sp>
            <p:nvSpPr>
              <p:cNvPr id="1049200" name=""/>
              <p:cNvSpPr/>
              <p:nvPr/>
            </p:nvSpPr>
            <p:spPr>
              <a:xfrm>
                <a:off x="6033291" y="5645736"/>
                <a:ext cx="313453" cy="460586"/>
              </a:xfrm>
            </p:spPr>
          </p:sp>
        </mc:Fallback>
      </mc:AlternateContent>
      <mc:AlternateContent xmlns:mc="http://schemas.openxmlformats.org/markup-compatibility/2006">
        <mc:Choice xmlns:p14="http://schemas.microsoft.com/office/powerpoint/2010/main" Requires="p14">
          <p:contentPart p14:bwMode="auto" r:id="rId247">
            <p14:nvContentPartPr>
              <p14:cNvPr id="1049201" name=""/>
              <p14:cNvContentPartPr/>
              <p14:nvPr/>
            </p14:nvContentPartPr>
            <p14:xfrm>
              <a:off x="6046698" y="5891950"/>
              <a:ext cx="99721" cy="29039"/>
            </p14:xfrm>
          </p:contentPart>
        </mc:Choice>
        <mc:Fallback>
          <p:sp>
            <p:nvSpPr>
              <p:cNvPr id="1049201" name=""/>
              <p:cNvSpPr/>
              <p:nvPr/>
            </p:nvSpPr>
            <p:spPr>
              <a:xfrm>
                <a:off x="6046698" y="5891950"/>
                <a:ext cx="99721" cy="29039"/>
              </a:xfrm>
            </p:spPr>
          </p:sp>
        </mc:Fallback>
      </mc:AlternateContent>
      <mc:AlternateContent xmlns:mc="http://schemas.openxmlformats.org/markup-compatibility/2006">
        <mc:Choice xmlns:p14="http://schemas.microsoft.com/office/powerpoint/2010/main" Requires="p14">
          <p:contentPart p14:bwMode="auto" r:id="rId248">
            <p14:nvContentPartPr>
              <p14:cNvPr id="1049202" name=""/>
              <p14:cNvContentPartPr/>
              <p14:nvPr/>
            </p14:nvContentPartPr>
            <p14:xfrm>
              <a:off x="6255900" y="6036899"/>
              <a:ext cx="127738" cy="197684"/>
            </p14:xfrm>
          </p:contentPart>
        </mc:Choice>
        <mc:Fallback>
          <p:sp>
            <p:nvSpPr>
              <p:cNvPr id="1049202" name=""/>
              <p:cNvSpPr/>
              <p:nvPr/>
            </p:nvSpPr>
            <p:spPr>
              <a:xfrm>
                <a:off x="6255900" y="6036899"/>
                <a:ext cx="127738" cy="197684"/>
              </a:xfrm>
            </p:spPr>
          </p:sp>
        </mc:Fallback>
      </mc:AlternateContent>
      <mc:AlternateContent xmlns:mc="http://schemas.openxmlformats.org/markup-compatibility/2006">
        <mc:Choice xmlns:p14="http://schemas.microsoft.com/office/powerpoint/2010/main" Requires="p14">
          <p:contentPart p14:bwMode="auto" r:id="rId249">
            <p14:nvContentPartPr>
              <p14:cNvPr id="1049203" name=""/>
              <p14:cNvContentPartPr/>
              <p14:nvPr/>
            </p14:nvContentPartPr>
            <p14:xfrm>
              <a:off x="6604432" y="5950029"/>
              <a:ext cx="105023" cy="31621"/>
            </p14:xfrm>
          </p:contentPart>
        </mc:Choice>
        <mc:Fallback>
          <p:sp>
            <p:nvSpPr>
              <p:cNvPr id="1049203" name=""/>
              <p:cNvSpPr/>
              <p:nvPr/>
            </p:nvSpPr>
            <p:spPr>
              <a:xfrm>
                <a:off x="6604432" y="5950029"/>
                <a:ext cx="105023" cy="31621"/>
              </a:xfrm>
            </p:spPr>
          </p:sp>
        </mc:Fallback>
      </mc:AlternateContent>
      <mc:AlternateContent xmlns:mc="http://schemas.openxmlformats.org/markup-compatibility/2006">
        <mc:Choice xmlns:p14="http://schemas.microsoft.com/office/powerpoint/2010/main" Requires="p14">
          <p:contentPart p14:bwMode="auto" r:id="rId250">
            <p14:nvContentPartPr>
              <p14:cNvPr id="1049204" name=""/>
              <p14:cNvContentPartPr/>
              <p14:nvPr/>
            </p14:nvContentPartPr>
            <p14:xfrm>
              <a:off x="6618552" y="6058244"/>
              <a:ext cx="78982" cy="7694"/>
            </p14:xfrm>
          </p:contentPart>
        </mc:Choice>
        <mc:Fallback>
          <p:sp>
            <p:nvSpPr>
              <p:cNvPr id="1049204" name=""/>
              <p:cNvSpPr/>
              <p:nvPr/>
            </p:nvSpPr>
            <p:spPr>
              <a:xfrm>
                <a:off x="6618552" y="6058244"/>
                <a:ext cx="78982" cy="7694"/>
              </a:xfrm>
            </p:spPr>
          </p:sp>
        </mc:Fallback>
      </mc:AlternateContent>
      <mc:AlternateContent xmlns:mc="http://schemas.openxmlformats.org/markup-compatibility/2006">
        <mc:Choice xmlns:p14="http://schemas.microsoft.com/office/powerpoint/2010/main" Requires="p14">
          <p:contentPart p14:bwMode="auto" r:id="rId251">
            <p14:nvContentPartPr>
              <p14:cNvPr id="1049205" name=""/>
              <p14:cNvContentPartPr/>
              <p14:nvPr/>
            </p14:nvContentPartPr>
            <p14:xfrm>
              <a:off x="6897417" y="5731866"/>
              <a:ext cx="73815" cy="209119"/>
            </p14:xfrm>
          </p:contentPart>
        </mc:Choice>
        <mc:Fallback>
          <p:sp>
            <p:nvSpPr>
              <p:cNvPr id="1049205" name=""/>
              <p:cNvSpPr/>
              <p:nvPr/>
            </p:nvSpPr>
            <p:spPr>
              <a:xfrm>
                <a:off x="6897417" y="5731866"/>
                <a:ext cx="73815" cy="209119"/>
              </a:xfrm>
            </p:spPr>
          </p:sp>
        </mc:Fallback>
      </mc:AlternateContent>
      <mc:AlternateContent xmlns:mc="http://schemas.openxmlformats.org/markup-compatibility/2006">
        <mc:Choice xmlns:p14="http://schemas.microsoft.com/office/powerpoint/2010/main" Requires="p14">
          <p:contentPart p14:bwMode="auto" r:id="rId252">
            <p14:nvContentPartPr>
              <p14:cNvPr id="1049206" name=""/>
              <p14:cNvContentPartPr/>
              <p14:nvPr/>
            </p14:nvContentPartPr>
            <p14:xfrm>
              <a:off x="6854617" y="5997440"/>
              <a:ext cx="143405" cy="25063"/>
            </p14:xfrm>
          </p:contentPart>
        </mc:Choice>
        <mc:Fallback>
          <p:sp>
            <p:nvSpPr>
              <p:cNvPr id="1049206" name=""/>
              <p:cNvSpPr/>
              <p:nvPr/>
            </p:nvSpPr>
            <p:spPr>
              <a:xfrm>
                <a:off x="6854617" y="5997440"/>
                <a:ext cx="143405" cy="25063"/>
              </a:xfrm>
            </p:spPr>
          </p:sp>
        </mc:Fallback>
      </mc:AlternateContent>
      <mc:AlternateContent xmlns:mc="http://schemas.openxmlformats.org/markup-compatibility/2006">
        <mc:Choice xmlns:p14="http://schemas.microsoft.com/office/powerpoint/2010/main" Requires="p14">
          <p:contentPart p14:bwMode="auto" r:id="rId253">
            <p14:nvContentPartPr>
              <p14:cNvPr id="1049207" name=""/>
              <p14:cNvContentPartPr/>
              <p14:nvPr/>
            </p14:nvContentPartPr>
            <p14:xfrm>
              <a:off x="6830104" y="6123895"/>
              <a:ext cx="200110" cy="304786"/>
            </p14:xfrm>
          </p:contentPart>
        </mc:Choice>
        <mc:Fallback>
          <p:sp>
            <p:nvSpPr>
              <p:cNvPr id="1049207" name=""/>
              <p:cNvSpPr/>
              <p:nvPr/>
            </p:nvSpPr>
            <p:spPr>
              <a:xfrm>
                <a:off x="6830104" y="6123895"/>
                <a:ext cx="200110" cy="304786"/>
              </a:xfrm>
            </p:spPr>
          </p:sp>
        </mc:Fallback>
      </mc:AlternateContent>
      <mc:AlternateContent xmlns:mc="http://schemas.openxmlformats.org/markup-compatibility/2006">
        <mc:Choice xmlns:p14="http://schemas.microsoft.com/office/powerpoint/2010/main" Requires="p14">
          <p:contentPart p14:bwMode="auto" r:id="rId254">
            <p14:nvContentPartPr>
              <p14:cNvPr id="1049208" name=""/>
              <p14:cNvContentPartPr/>
              <p14:nvPr/>
            </p14:nvContentPartPr>
            <p14:xfrm>
              <a:off x="7118709" y="5870357"/>
              <a:ext cx="193488" cy="188336"/>
            </p14:xfrm>
          </p:contentPart>
        </mc:Choice>
        <mc:Fallback>
          <p:sp>
            <p:nvSpPr>
              <p:cNvPr id="1049208" name=""/>
              <p:cNvSpPr/>
              <p:nvPr/>
            </p:nvSpPr>
            <p:spPr>
              <a:xfrm>
                <a:off x="7118709" y="5870357"/>
                <a:ext cx="193488" cy="188336"/>
              </a:xfrm>
            </p:spPr>
          </p:sp>
        </mc:Fallback>
      </mc:AlternateContent>
      <mc:AlternateContent xmlns:mc="http://schemas.openxmlformats.org/markup-compatibility/2006">
        <mc:Choice xmlns:p14="http://schemas.microsoft.com/office/powerpoint/2010/main" Requires="p14">
          <p:contentPart p14:bwMode="auto" r:id="rId255">
            <p14:nvContentPartPr>
              <p14:cNvPr id="1049209" name=""/>
              <p14:cNvContentPartPr/>
              <p14:nvPr/>
            </p14:nvContentPartPr>
            <p14:xfrm>
              <a:off x="7383669" y="5827410"/>
              <a:ext cx="157524" cy="190934"/>
            </p14:xfrm>
          </p:contentPart>
        </mc:Choice>
        <mc:Fallback>
          <p:sp>
            <p:nvSpPr>
              <p:cNvPr id="1049209" name=""/>
              <p:cNvSpPr/>
              <p:nvPr/>
            </p:nvSpPr>
            <p:spPr>
              <a:xfrm>
                <a:off x="7383669" y="5827410"/>
                <a:ext cx="157524" cy="190934"/>
              </a:xfrm>
            </p:spPr>
          </p:sp>
        </mc:Fallback>
      </mc:AlternateContent>
      <mc:AlternateContent xmlns:mc="http://schemas.openxmlformats.org/markup-compatibility/2006">
        <mc:Choice xmlns:p14="http://schemas.microsoft.com/office/powerpoint/2010/main" Requires="p14">
          <p:contentPart p14:bwMode="auto" r:id="rId256">
            <p14:nvContentPartPr>
              <p14:cNvPr id="1049210" name=""/>
              <p14:cNvContentPartPr/>
              <p14:nvPr/>
            </p14:nvContentPartPr>
            <p14:xfrm>
              <a:off x="7632152" y="5655733"/>
              <a:ext cx="130988" cy="233995"/>
            </p14:xfrm>
          </p:contentPart>
        </mc:Choice>
        <mc:Fallback>
          <p:sp>
            <p:nvSpPr>
              <p:cNvPr id="1049210" name=""/>
              <p:cNvSpPr/>
              <p:nvPr/>
            </p:nvSpPr>
            <p:spPr>
              <a:xfrm>
                <a:off x="7632152" y="5655733"/>
                <a:ext cx="130988" cy="233995"/>
              </a:xfrm>
            </p:spPr>
          </p:sp>
        </mc:Fallback>
      </mc:AlternateContent>
      <mc:AlternateContent xmlns:mc="http://schemas.openxmlformats.org/markup-compatibility/2006">
        <mc:Choice xmlns:p14="http://schemas.microsoft.com/office/powerpoint/2010/main" Requires="p14">
          <p:contentPart p14:bwMode="auto" r:id="rId257">
            <p14:nvContentPartPr>
              <p14:cNvPr id="1049211" name=""/>
              <p14:cNvContentPartPr/>
              <p14:nvPr/>
            </p14:nvContentPartPr>
            <p14:xfrm>
              <a:off x="7419852" y="5732606"/>
              <a:ext cx="140058" cy="13832"/>
            </p14:xfrm>
          </p:contentPart>
        </mc:Choice>
        <mc:Fallback>
          <p:sp>
            <p:nvSpPr>
              <p:cNvPr id="1049211" name=""/>
              <p:cNvSpPr/>
              <p:nvPr/>
            </p:nvSpPr>
            <p:spPr>
              <a:xfrm>
                <a:off x="7419852" y="5732606"/>
                <a:ext cx="140058" cy="13832"/>
              </a:xfrm>
            </p:spPr>
          </p:sp>
        </mc:Fallback>
      </mc:AlternateContent>
      <mc:AlternateContent xmlns:mc="http://schemas.openxmlformats.org/markup-compatibility/2006">
        <mc:Choice xmlns:p14="http://schemas.microsoft.com/office/powerpoint/2010/main" Requires="p14">
          <p:contentPart p14:bwMode="auto" r:id="rId258">
            <p14:nvContentPartPr>
              <p14:cNvPr id="1049212" name=""/>
              <p14:cNvContentPartPr/>
              <p14:nvPr/>
            </p14:nvContentPartPr>
            <p14:xfrm>
              <a:off x="7519573" y="5667081"/>
              <a:ext cx="57541" cy="121175"/>
            </p14:xfrm>
          </p:contentPart>
        </mc:Choice>
        <mc:Fallback>
          <p:sp>
            <p:nvSpPr>
              <p:cNvPr id="1049212" name=""/>
              <p:cNvSpPr/>
              <p:nvPr/>
            </p:nvSpPr>
            <p:spPr>
              <a:xfrm>
                <a:off x="7519573" y="5667081"/>
                <a:ext cx="57541" cy="121175"/>
              </a:xfrm>
            </p:spPr>
          </p:sp>
        </mc:Fallback>
      </mc:AlternateContent>
      <mc:AlternateContent xmlns:mc="http://schemas.openxmlformats.org/markup-compatibility/2006">
        <mc:Choice xmlns:p14="http://schemas.microsoft.com/office/powerpoint/2010/main" Requires="p14">
          <p:contentPart p14:bwMode="auto" r:id="rId259">
            <p14:nvContentPartPr>
              <p14:cNvPr id="1049213" name=""/>
              <p14:cNvContentPartPr/>
              <p14:nvPr/>
            </p14:nvContentPartPr>
            <p14:xfrm>
              <a:off x="7513320" y="5955932"/>
              <a:ext cx="106950" cy="159323"/>
            </p14:xfrm>
          </p:contentPart>
        </mc:Choice>
        <mc:Fallback>
          <p:sp>
            <p:nvSpPr>
              <p:cNvPr id="1049213" name=""/>
              <p:cNvSpPr/>
              <p:nvPr/>
            </p:nvSpPr>
            <p:spPr>
              <a:xfrm>
                <a:off x="7513320" y="5955932"/>
                <a:ext cx="106950" cy="159323"/>
              </a:xfrm>
            </p:spPr>
          </p:sp>
        </mc:Fallback>
      </mc:AlternateContent>
      <mc:AlternateContent xmlns:mc="http://schemas.openxmlformats.org/markup-compatibility/2006">
        <mc:Choice xmlns:p14="http://schemas.microsoft.com/office/powerpoint/2010/main" Requires="p14">
          <p:contentPart p14:bwMode="auto" r:id="rId260">
            <p14:nvContentPartPr>
              <p14:cNvPr id="1049214" name=""/>
              <p14:cNvContentPartPr/>
              <p14:nvPr/>
            </p14:nvContentPartPr>
            <p14:xfrm>
              <a:off x="7617884" y="5942335"/>
              <a:ext cx="87894" cy="293723"/>
            </p14:xfrm>
          </p:contentPart>
        </mc:Choice>
        <mc:Fallback>
          <p:sp>
            <p:nvSpPr>
              <p:cNvPr id="1049214" name=""/>
              <p:cNvSpPr/>
              <p:nvPr/>
            </p:nvSpPr>
            <p:spPr>
              <a:xfrm>
                <a:off x="7617884" y="5942335"/>
                <a:ext cx="87894" cy="293723"/>
              </a:xfrm>
            </p:spPr>
          </p:sp>
        </mc:Fallback>
      </mc:AlternateContent>
      <mc:AlternateContent xmlns:mc="http://schemas.openxmlformats.org/markup-compatibility/2006">
        <mc:Choice xmlns:p14="http://schemas.microsoft.com/office/powerpoint/2010/main" Requires="p14">
          <p:contentPart p14:bwMode="auto" r:id="rId261">
            <p14:nvContentPartPr>
              <p14:cNvPr id="1049215" name=""/>
              <p14:cNvContentPartPr/>
              <p14:nvPr/>
            </p14:nvContentPartPr>
            <p14:xfrm>
              <a:off x="7708607" y="6015664"/>
              <a:ext cx="151295" cy="258797"/>
            </p14:xfrm>
          </p:contentPart>
        </mc:Choice>
        <mc:Fallback>
          <p:sp>
            <p:nvSpPr>
              <p:cNvPr id="1049215" name=""/>
              <p:cNvSpPr/>
              <p:nvPr/>
            </p:nvSpPr>
            <p:spPr>
              <a:xfrm>
                <a:off x="7708607" y="6015664"/>
                <a:ext cx="151295" cy="258797"/>
              </a:xfrm>
            </p:spPr>
          </p:sp>
        </mc:Fallback>
      </mc:AlternateContent>
      <mc:AlternateContent xmlns:mc="http://schemas.openxmlformats.org/markup-compatibility/2006">
        <mc:Choice xmlns:p14="http://schemas.microsoft.com/office/powerpoint/2010/main" Requires="p14">
          <p:contentPart p14:bwMode="auto" r:id="rId262">
            <p14:nvContentPartPr>
              <p14:cNvPr id="1049216" name=""/>
              <p14:cNvContentPartPr/>
              <p14:nvPr/>
            </p14:nvContentPartPr>
            <p14:xfrm>
              <a:off x="7998764" y="5978820"/>
              <a:ext cx="105450" cy="15795"/>
            </p14:xfrm>
          </p:contentPart>
        </mc:Choice>
        <mc:Fallback>
          <p:sp>
            <p:nvSpPr>
              <p:cNvPr id="1049216" name=""/>
              <p:cNvSpPr/>
              <p:nvPr/>
            </p:nvSpPr>
            <p:spPr>
              <a:xfrm>
                <a:off x="7998764" y="5978820"/>
                <a:ext cx="105450" cy="15795"/>
              </a:xfrm>
            </p:spPr>
          </p:sp>
        </mc:Fallback>
      </mc:AlternateContent>
      <mc:AlternateContent xmlns:mc="http://schemas.openxmlformats.org/markup-compatibility/2006">
        <mc:Choice xmlns:p14="http://schemas.microsoft.com/office/powerpoint/2010/main" Requires="p14">
          <p:contentPart p14:bwMode="auto" r:id="rId263">
            <p14:nvContentPartPr>
              <p14:cNvPr id="1049217" name=""/>
              <p14:cNvContentPartPr/>
              <p14:nvPr/>
            </p14:nvContentPartPr>
            <p14:xfrm>
              <a:off x="8006266" y="6102175"/>
              <a:ext cx="78541" cy="545"/>
            </p14:xfrm>
          </p:contentPart>
        </mc:Choice>
        <mc:Fallback>
          <p:sp>
            <p:nvSpPr>
              <p:cNvPr id="1049217" name=""/>
              <p:cNvSpPr/>
              <p:nvPr/>
            </p:nvSpPr>
            <p:spPr>
              <a:xfrm>
                <a:off x="8006266" y="6102175"/>
                <a:ext cx="78541" cy="545"/>
              </a:xfrm>
            </p:spPr>
          </p:sp>
        </mc:Fallback>
      </mc:AlternateContent>
      <mc:AlternateContent xmlns:mc="http://schemas.openxmlformats.org/markup-compatibility/2006">
        <mc:Choice xmlns:p14="http://schemas.microsoft.com/office/powerpoint/2010/main" Requires="p14">
          <p:contentPart p14:bwMode="auto" r:id="rId264">
            <p14:nvContentPartPr>
              <p14:cNvPr id="1049218" name=""/>
              <p14:cNvContentPartPr/>
              <p14:nvPr/>
            </p14:nvContentPartPr>
            <p14:xfrm>
              <a:off x="8292192" y="5774120"/>
              <a:ext cx="50908" cy="187025"/>
            </p14:xfrm>
          </p:contentPart>
        </mc:Choice>
        <mc:Fallback>
          <p:sp>
            <p:nvSpPr>
              <p:cNvPr id="1049218" name=""/>
              <p:cNvSpPr/>
              <p:nvPr/>
            </p:nvSpPr>
            <p:spPr>
              <a:xfrm>
                <a:off x="8292192" y="5774120"/>
                <a:ext cx="50908" cy="187025"/>
              </a:xfrm>
            </p:spPr>
          </p:sp>
        </mc:Fallback>
      </mc:AlternateContent>
      <mc:AlternateContent xmlns:mc="http://schemas.openxmlformats.org/markup-compatibility/2006">
        <mc:Choice xmlns:p14="http://schemas.microsoft.com/office/powerpoint/2010/main" Requires="p14">
          <p:contentPart p14:bwMode="auto" r:id="rId265">
            <p14:nvContentPartPr>
              <p14:cNvPr id="1049219" name=""/>
              <p14:cNvContentPartPr/>
              <p14:nvPr/>
            </p14:nvContentPartPr>
            <p14:xfrm>
              <a:off x="8234830" y="6067946"/>
              <a:ext cx="178704" cy="19585"/>
            </p14:xfrm>
          </p:contentPart>
        </mc:Choice>
        <mc:Fallback>
          <p:sp>
            <p:nvSpPr>
              <p:cNvPr id="1049219" name=""/>
              <p:cNvSpPr/>
              <p:nvPr/>
            </p:nvSpPr>
            <p:spPr>
              <a:xfrm>
                <a:off x="8234830" y="6067946"/>
                <a:ext cx="178704" cy="19585"/>
              </a:xfrm>
            </p:spPr>
          </p:sp>
        </mc:Fallback>
      </mc:AlternateContent>
      <mc:AlternateContent xmlns:mc="http://schemas.openxmlformats.org/markup-compatibility/2006">
        <mc:Choice xmlns:p14="http://schemas.microsoft.com/office/powerpoint/2010/main" Requires="p14">
          <p:contentPart p14:bwMode="auto" r:id="rId266">
            <p14:nvContentPartPr>
              <p14:cNvPr id="1049220" name=""/>
              <p14:cNvContentPartPr/>
              <p14:nvPr/>
            </p14:nvContentPartPr>
            <p14:xfrm>
              <a:off x="8175026" y="6222928"/>
              <a:ext cx="172458" cy="246840"/>
            </p14:xfrm>
          </p:contentPart>
        </mc:Choice>
        <mc:Fallback>
          <p:sp>
            <p:nvSpPr>
              <p:cNvPr id="1049220" name=""/>
              <p:cNvSpPr/>
              <p:nvPr/>
            </p:nvSpPr>
            <p:spPr>
              <a:xfrm>
                <a:off x="8175026" y="6222928"/>
                <a:ext cx="172458" cy="246840"/>
              </a:xfrm>
            </p:spPr>
          </p:sp>
        </mc:Fallback>
      </mc:AlternateContent>
      <mc:AlternateContent xmlns:mc="http://schemas.openxmlformats.org/markup-compatibility/2006">
        <mc:Choice xmlns:p14="http://schemas.microsoft.com/office/powerpoint/2010/main" Requires="p14">
          <p:contentPart p14:bwMode="auto" r:id="rId267">
            <p14:nvContentPartPr>
              <p14:cNvPr id="1049221" name=""/>
              <p14:cNvContentPartPr/>
              <p14:nvPr/>
            </p14:nvContentPartPr>
            <p14:xfrm>
              <a:off x="8477956" y="5964176"/>
              <a:ext cx="161852" cy="145914"/>
            </p14:xfrm>
          </p:contentPart>
        </mc:Choice>
        <mc:Fallback>
          <p:sp>
            <p:nvSpPr>
              <p:cNvPr id="1049221" name=""/>
              <p:cNvSpPr/>
              <p:nvPr/>
            </p:nvSpPr>
            <p:spPr>
              <a:xfrm>
                <a:off x="8477956" y="5964176"/>
                <a:ext cx="161852" cy="145914"/>
              </a:xfrm>
            </p:spPr>
          </p:sp>
        </mc:Fallback>
      </mc:AlternateContent>
      <mc:AlternateContent xmlns:mc="http://schemas.openxmlformats.org/markup-compatibility/2006">
        <mc:Choice xmlns:p14="http://schemas.microsoft.com/office/powerpoint/2010/main" Requires="p14">
          <p:contentPart p14:bwMode="auto" r:id="rId268">
            <p14:nvContentPartPr>
              <p14:cNvPr id="1049223" name=""/>
              <p14:cNvContentPartPr/>
              <p14:nvPr/>
            </p14:nvContentPartPr>
            <p14:xfrm>
              <a:off x="8707398" y="5806009"/>
              <a:ext cx="209053" cy="328327"/>
            </p14:xfrm>
          </p:contentPart>
        </mc:Choice>
        <mc:Fallback>
          <p:sp>
            <p:nvSpPr>
              <p:cNvPr id="1049223" name=""/>
              <p:cNvSpPr/>
              <p:nvPr/>
            </p:nvSpPr>
            <p:spPr>
              <a:xfrm>
                <a:off x="8707398" y="5806009"/>
                <a:ext cx="209053" cy="328327"/>
              </a:xfrm>
            </p:spPr>
          </p:sp>
        </mc:Fallback>
      </mc:AlternateContent>
      <mc:AlternateContent xmlns:mc="http://schemas.openxmlformats.org/markup-compatibility/2006">
        <mc:Choice xmlns:p14="http://schemas.microsoft.com/office/powerpoint/2010/main" Requires="p14">
          <p:contentPart p14:bwMode="auto" r:id="rId269">
            <p14:nvContentPartPr>
              <p14:cNvPr id="1049224" name=""/>
              <p14:cNvContentPartPr/>
              <p14:nvPr/>
            </p14:nvContentPartPr>
            <p14:xfrm>
              <a:off x="8915384" y="5663022"/>
              <a:ext cx="136034" cy="216135"/>
            </p14:xfrm>
          </p:contentPart>
        </mc:Choice>
        <mc:Fallback>
          <p:sp>
            <p:nvSpPr>
              <p:cNvPr id="1049224" name=""/>
              <p:cNvSpPr/>
              <p:nvPr/>
            </p:nvSpPr>
            <p:spPr>
              <a:xfrm>
                <a:off x="8915384" y="5663022"/>
                <a:ext cx="136034" cy="216135"/>
              </a:xfrm>
            </p:spPr>
          </p:sp>
        </mc:Fallback>
      </mc:AlternateContent>
      <mc:AlternateContent xmlns:mc="http://schemas.openxmlformats.org/markup-compatibility/2006">
        <mc:Choice xmlns:p14="http://schemas.microsoft.com/office/powerpoint/2010/main" Requires="p14">
          <p:contentPart p14:bwMode="auto" r:id="rId270">
            <p14:nvContentPartPr>
              <p14:cNvPr id="1049225" name=""/>
              <p14:cNvContentPartPr/>
              <p14:nvPr/>
            </p14:nvContentPartPr>
            <p14:xfrm>
              <a:off x="9078111" y="5464301"/>
              <a:ext cx="236886" cy="1050007"/>
            </p14:xfrm>
          </p:contentPart>
        </mc:Choice>
        <mc:Fallback>
          <p:sp>
            <p:nvSpPr>
              <p:cNvPr id="1049225" name=""/>
              <p:cNvSpPr/>
              <p:nvPr/>
            </p:nvSpPr>
            <p:spPr>
              <a:xfrm>
                <a:off x="9078111" y="5464301"/>
                <a:ext cx="236886" cy="1050007"/>
              </a:xfrm>
            </p:spPr>
          </p:sp>
        </mc:Fallback>
      </mc:AlternateContent>
      <mc:AlternateContent xmlns:mc="http://schemas.openxmlformats.org/markup-compatibility/2006">
        <mc:Choice xmlns:p14="http://schemas.microsoft.com/office/powerpoint/2010/main" Requires="p14">
          <p:contentPart p14:bwMode="auto" r:id="rId271">
            <p14:nvContentPartPr>
              <p14:cNvPr id="1049226" name=""/>
              <p14:cNvContentPartPr/>
              <p14:nvPr/>
            </p14:nvContentPartPr>
            <p14:xfrm>
              <a:off x="9314973" y="5602526"/>
              <a:ext cx="361963" cy="408832"/>
            </p14:xfrm>
          </p:contentPart>
        </mc:Choice>
        <mc:Fallback>
          <p:sp>
            <p:nvSpPr>
              <p:cNvPr id="1049226" name=""/>
              <p:cNvSpPr/>
              <p:nvPr/>
            </p:nvSpPr>
            <p:spPr>
              <a:xfrm>
                <a:off x="9314973" y="5602526"/>
                <a:ext cx="361963" cy="408832"/>
              </a:xfrm>
            </p:spPr>
          </p:sp>
        </mc:Fallback>
      </mc:AlternateContent>
      <mc:AlternateContent xmlns:mc="http://schemas.openxmlformats.org/markup-compatibility/2006">
        <mc:Choice xmlns:p14="http://schemas.microsoft.com/office/powerpoint/2010/main" Requires="p14">
          <p:contentPart p14:bwMode="auto" r:id="rId272">
            <p14:nvContentPartPr>
              <p14:cNvPr id="1049227" name=""/>
              <p14:cNvContentPartPr/>
              <p14:nvPr/>
            </p14:nvContentPartPr>
            <p14:xfrm>
              <a:off x="9307496" y="5954835"/>
              <a:ext cx="432771" cy="96211"/>
            </p14:xfrm>
          </p:contentPart>
        </mc:Choice>
        <mc:Fallback>
          <p:sp>
            <p:nvSpPr>
              <p:cNvPr id="1049227" name=""/>
              <p:cNvSpPr/>
              <p:nvPr/>
            </p:nvSpPr>
            <p:spPr>
              <a:xfrm>
                <a:off x="9307496" y="5954835"/>
                <a:ext cx="432771" cy="96211"/>
              </a:xfrm>
            </p:spPr>
          </p:sp>
        </mc:Fallback>
      </mc:AlternateContent>
      <mc:AlternateContent xmlns:mc="http://schemas.openxmlformats.org/markup-compatibility/2006">
        <mc:Choice xmlns:p14="http://schemas.microsoft.com/office/powerpoint/2010/main" Requires="p14">
          <p:contentPart p14:bwMode="auto" r:id="rId273">
            <p14:nvContentPartPr>
              <p14:cNvPr id="1049228" name=""/>
              <p14:cNvContentPartPr/>
              <p14:nvPr/>
            </p14:nvContentPartPr>
            <p14:xfrm>
              <a:off x="9327999" y="6133674"/>
              <a:ext cx="337347" cy="264640"/>
            </p14:xfrm>
          </p:contentPart>
        </mc:Choice>
        <mc:Fallback>
          <p:sp>
            <p:nvSpPr>
              <p:cNvPr id="1049228" name=""/>
              <p:cNvSpPr/>
              <p:nvPr/>
            </p:nvSpPr>
            <p:spPr>
              <a:xfrm>
                <a:off x="9327999" y="6133674"/>
                <a:ext cx="337347" cy="264640"/>
              </a:xfrm>
            </p:spPr>
          </p:sp>
        </mc:Fallback>
      </mc:AlternateContent>
      <mc:AlternateContent xmlns:mc="http://schemas.openxmlformats.org/markup-compatibility/2006">
        <mc:Choice xmlns:p14="http://schemas.microsoft.com/office/powerpoint/2010/main" Requires="p14">
          <p:contentPart p14:bwMode="auto" r:id="rId274">
            <p14:nvContentPartPr>
              <p14:cNvPr id="1049229" name=""/>
              <p14:cNvContentPartPr/>
              <p14:nvPr/>
            </p14:nvContentPartPr>
            <p14:xfrm>
              <a:off x="9184862" y="5652685"/>
              <a:ext cx="108514" cy="782326"/>
            </p14:xfrm>
          </p:contentPart>
        </mc:Choice>
        <mc:Fallback>
          <p:sp>
            <p:nvSpPr>
              <p:cNvPr id="1049229" name=""/>
              <p:cNvSpPr/>
              <p:nvPr/>
            </p:nvSpPr>
            <p:spPr>
              <a:xfrm>
                <a:off x="9184862" y="5652685"/>
                <a:ext cx="108514" cy="782326"/>
              </a:xfrm>
            </p:spPr>
          </p:sp>
        </mc:Fallback>
      </mc:AlternateContent>
      <mc:AlternateContent xmlns:mc="http://schemas.openxmlformats.org/markup-compatibility/2006">
        <mc:Choice xmlns:p14="http://schemas.microsoft.com/office/powerpoint/2010/main" Requires="p14">
          <p:contentPart p14:bwMode="auto" r:id="rId275">
            <p14:nvContentPartPr>
              <p14:cNvPr id="1049230" name=""/>
              <p14:cNvContentPartPr/>
              <p14:nvPr/>
            </p14:nvContentPartPr>
            <p14:xfrm>
              <a:off x="9701086" y="5573013"/>
              <a:ext cx="96699" cy="835953"/>
            </p14:xfrm>
          </p:contentPart>
        </mc:Choice>
        <mc:Fallback>
          <p:sp>
            <p:nvSpPr>
              <p:cNvPr id="1049230" name=""/>
              <p:cNvSpPr/>
              <p:nvPr/>
            </p:nvSpPr>
            <p:spPr>
              <a:xfrm>
                <a:off x="9701086" y="5573013"/>
                <a:ext cx="96699" cy="835953"/>
              </a:xfrm>
            </p:spPr>
          </p:sp>
        </mc:Fallback>
      </mc:AlternateContent>
      <mc:AlternateContent xmlns:mc="http://schemas.openxmlformats.org/markup-compatibility/2006">
        <mc:Choice xmlns:p14="http://schemas.microsoft.com/office/powerpoint/2010/main" Requires="p14">
          <p:contentPart p14:bwMode="auto" r:id="rId276">
            <p14:nvContentPartPr>
              <p14:cNvPr id="1049231" name=""/>
              <p14:cNvContentPartPr/>
              <p14:nvPr/>
            </p14:nvContentPartPr>
            <p14:xfrm>
              <a:off x="9747532" y="5438302"/>
              <a:ext cx="201369" cy="191451"/>
            </p14:xfrm>
          </p:contentPart>
        </mc:Choice>
        <mc:Fallback>
          <p:sp>
            <p:nvSpPr>
              <p:cNvPr id="1049231" name=""/>
              <p:cNvSpPr/>
              <p:nvPr/>
            </p:nvSpPr>
            <p:spPr>
              <a:xfrm>
                <a:off x="9747532" y="5438302"/>
                <a:ext cx="201369" cy="191451"/>
              </a:xfrm>
            </p:spPr>
          </p:sp>
        </mc:Fallback>
      </mc:AlternateContent>
      <mc:AlternateContent xmlns:mc="http://schemas.openxmlformats.org/markup-compatibility/2006">
        <mc:Choice xmlns:p14="http://schemas.microsoft.com/office/powerpoint/2010/main" Requires="p14">
          <p:contentPart p14:bwMode="auto" r:id="rId277">
            <p14:nvContentPartPr>
              <p14:cNvPr id="1049232" name=""/>
              <p14:cNvContentPartPr/>
              <p14:nvPr/>
            </p14:nvContentPartPr>
            <p14:xfrm>
              <a:off x="9930092" y="5997685"/>
              <a:ext cx="162839" cy="10324"/>
            </p14:xfrm>
          </p:contentPart>
        </mc:Choice>
        <mc:Fallback>
          <p:sp>
            <p:nvSpPr>
              <p:cNvPr id="1049232" name=""/>
              <p:cNvSpPr/>
              <p:nvPr/>
            </p:nvSpPr>
            <p:spPr>
              <a:xfrm>
                <a:off x="9930092" y="5997685"/>
                <a:ext cx="162839" cy="10324"/>
              </a:xfrm>
            </p:spPr>
          </p:sp>
        </mc:Fallback>
      </mc:AlternateContent>
      <mc:AlternateContent xmlns:mc="http://schemas.openxmlformats.org/markup-compatibility/2006">
        <mc:Choice xmlns:p14="http://schemas.microsoft.com/office/powerpoint/2010/main" Requires="p14">
          <p:contentPart p14:bwMode="auto" r:id="rId278">
            <p14:nvContentPartPr>
              <p14:cNvPr id="1049233" name=""/>
              <p14:cNvContentPartPr/>
              <p14:nvPr/>
            </p14:nvContentPartPr>
            <p14:xfrm>
              <a:off x="9969593" y="5899148"/>
              <a:ext cx="3300" cy="221244"/>
            </p14:xfrm>
          </p:contentPart>
        </mc:Choice>
        <mc:Fallback>
          <p:sp>
            <p:nvSpPr>
              <p:cNvPr id="1049233" name=""/>
              <p:cNvSpPr/>
              <p:nvPr/>
            </p:nvSpPr>
            <p:spPr>
              <a:xfrm>
                <a:off x="9969593" y="5899148"/>
                <a:ext cx="3300" cy="221244"/>
              </a:xfrm>
            </p:spPr>
          </p:sp>
        </mc:Fallback>
      </mc:AlternateContent>
      <mc:AlternateContent xmlns:mc="http://schemas.openxmlformats.org/markup-compatibility/2006">
        <mc:Choice xmlns:p14="http://schemas.microsoft.com/office/powerpoint/2010/main" Requires="p14">
          <p:contentPart p14:bwMode="auto" r:id="rId279">
            <p14:nvContentPartPr>
              <p14:cNvPr id="1049234" name=""/>
              <p14:cNvContentPartPr/>
              <p14:nvPr/>
            </p14:nvContentPartPr>
            <p14:xfrm>
              <a:off x="10168113" y="5805080"/>
              <a:ext cx="116260" cy="267757"/>
            </p14:xfrm>
          </p:contentPart>
        </mc:Choice>
        <mc:Fallback>
          <p:sp>
            <p:nvSpPr>
              <p:cNvPr id="1049234" name=""/>
              <p:cNvSpPr/>
              <p:nvPr/>
            </p:nvSpPr>
            <p:spPr>
              <a:xfrm>
                <a:off x="10168113" y="5805080"/>
                <a:ext cx="116260" cy="267757"/>
              </a:xfrm>
            </p:spPr>
          </p:sp>
        </mc:Fallback>
      </mc:AlternateContent>
      <mc:AlternateContent xmlns:mc="http://schemas.openxmlformats.org/markup-compatibility/2006">
        <mc:Choice xmlns:p14="http://schemas.microsoft.com/office/powerpoint/2010/main" Requires="p14">
          <p:contentPart p14:bwMode="auto" r:id="rId280">
            <p14:nvContentPartPr>
              <p14:cNvPr id="1049235" name=""/>
              <p14:cNvContentPartPr/>
              <p14:nvPr/>
            </p14:nvContentPartPr>
            <p14:xfrm>
              <a:off x="10298977" y="5631807"/>
              <a:ext cx="135828" cy="209625"/>
            </p14:xfrm>
          </p:contentPart>
        </mc:Choice>
        <mc:Fallback>
          <p:sp>
            <p:nvSpPr>
              <p:cNvPr id="1049235" name=""/>
              <p:cNvSpPr/>
              <p:nvPr/>
            </p:nvSpPr>
            <p:spPr>
              <a:xfrm>
                <a:off x="10298977" y="5631807"/>
                <a:ext cx="135828" cy="209625"/>
              </a:xfrm>
            </p:spPr>
          </p:sp>
        </mc:Fallback>
      </mc:AlternateContent>
      <mc:AlternateContent xmlns:mc="http://schemas.openxmlformats.org/markup-compatibility/2006">
        <mc:Choice xmlns:p14="http://schemas.microsoft.com/office/powerpoint/2010/main" Requires="p14">
          <p:contentPart p14:bwMode="auto" r:id="rId281">
            <p14:nvContentPartPr>
              <p14:cNvPr id="1049236" name=""/>
              <p14:cNvContentPartPr/>
              <p14:nvPr/>
            </p14:nvContentPartPr>
            <p14:xfrm>
              <a:off x="10243074" y="5444783"/>
              <a:ext cx="268553" cy="1021963"/>
            </p14:xfrm>
          </p:contentPart>
        </mc:Choice>
        <mc:Fallback>
          <p:sp>
            <p:nvSpPr>
              <p:cNvPr id="1049236" name=""/>
              <p:cNvSpPr/>
              <p:nvPr/>
            </p:nvSpPr>
            <p:spPr>
              <a:xfrm>
                <a:off x="10243074" y="5444783"/>
                <a:ext cx="268553" cy="1021963"/>
              </a:xfrm>
            </p:spPr>
          </p:sp>
        </mc:Fallback>
      </mc:AlternateContent>
      <mc:AlternateContent xmlns:mc="http://schemas.openxmlformats.org/markup-compatibility/2006">
        <mc:Choice xmlns:p14="http://schemas.microsoft.com/office/powerpoint/2010/main" Requires="p14">
          <p:contentPart p14:bwMode="auto" r:id="rId282">
            <p14:nvContentPartPr>
              <p14:cNvPr id="1049237" name=""/>
              <p14:cNvContentPartPr/>
              <p14:nvPr/>
            </p14:nvContentPartPr>
            <p14:xfrm>
              <a:off x="5795991" y="5385832"/>
              <a:ext cx="4949080" cy="1244539"/>
            </p14:xfrm>
          </p:contentPart>
        </mc:Choice>
        <mc:Fallback>
          <p:sp>
            <p:nvSpPr>
              <p:cNvPr id="1049237" name=""/>
              <p:cNvSpPr/>
              <p:nvPr/>
            </p:nvSpPr>
            <p:spPr>
              <a:xfrm>
                <a:off x="5795991" y="5385832"/>
                <a:ext cx="4949080" cy="1244539"/>
              </a:xfrm>
            </p:spPr>
          </p:sp>
        </mc:Fallback>
      </mc:AlternateContent>
      <mc:AlternateContent xmlns:mc="http://schemas.openxmlformats.org/markup-compatibility/2006">
        <mc:Choice xmlns:p14="http://schemas.microsoft.com/office/powerpoint/2010/main" Requires="p14">
          <p:contentPart p14:bwMode="auto" r:id="rId283">
            <p14:nvContentPartPr>
              <p14:cNvPr id="1049238" name=""/>
              <p14:cNvContentPartPr/>
              <p14:nvPr/>
            </p14:nvContentPartPr>
            <p14:xfrm>
              <a:off x="10594322" y="5384629"/>
              <a:ext cx="136629" cy="1221262"/>
            </p14:xfrm>
          </p:contentPart>
        </mc:Choice>
        <mc:Fallback>
          <p:sp>
            <p:nvSpPr>
              <p:cNvPr id="1049238" name=""/>
              <p:cNvSpPr/>
              <p:nvPr/>
            </p:nvSpPr>
            <p:spPr>
              <a:xfrm>
                <a:off x="10594322" y="5384629"/>
                <a:ext cx="136629" cy="1221262"/>
              </a:xfrm>
            </p:spPr>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239" name=""/>
              <p14:cNvContentPartPr/>
              <p14:nvPr/>
            </p14:nvContentPartPr>
            <p14:xfrm>
              <a:off x="496723" y="256070"/>
              <a:ext cx="86042" cy="427400"/>
            </p14:xfrm>
          </p:contentPart>
        </mc:Choice>
        <mc:Fallback>
          <p:sp>
            <p:nvSpPr>
              <p:cNvPr id="1049239" name=""/>
              <p:cNvSpPr/>
              <p:nvPr/>
            </p:nvSpPr>
            <p:spPr>
              <a:xfrm>
                <a:off x="496723" y="256070"/>
                <a:ext cx="86042" cy="427400"/>
              </a:xfrm>
            </p:spPr>
          </p:sp>
        </mc:Fallback>
      </mc:AlternateContent>
      <mc:AlternateContent xmlns:mc="http://schemas.openxmlformats.org/markup-compatibility/2006">
        <mc:Choice xmlns:p14="http://schemas.microsoft.com/office/powerpoint/2010/main" Requires="p14">
          <p:contentPart p14:bwMode="auto" r:id="rId2">
            <p14:nvContentPartPr>
              <p14:cNvPr id="1049240" name=""/>
              <p14:cNvContentPartPr/>
              <p14:nvPr/>
            </p14:nvContentPartPr>
            <p14:xfrm>
              <a:off x="582766" y="335991"/>
              <a:ext cx="42530" cy="306752"/>
            </p14:xfrm>
          </p:contentPart>
        </mc:Choice>
        <mc:Fallback>
          <p:sp>
            <p:nvSpPr>
              <p:cNvPr id="1049240" name=""/>
              <p:cNvSpPr/>
              <p:nvPr/>
            </p:nvSpPr>
            <p:spPr>
              <a:xfrm>
                <a:off x="582766" y="335991"/>
                <a:ext cx="42530" cy="306752"/>
              </a:xfrm>
            </p:spPr>
          </p:sp>
        </mc:Fallback>
      </mc:AlternateContent>
      <mc:AlternateContent xmlns:mc="http://schemas.openxmlformats.org/markup-compatibility/2006">
        <mc:Choice xmlns:p14="http://schemas.microsoft.com/office/powerpoint/2010/main" Requires="p14">
          <p:contentPart p14:bwMode="auto" r:id="rId3">
            <p14:nvContentPartPr>
              <p14:cNvPr id="1049241" name=""/>
              <p14:cNvContentPartPr/>
              <p14:nvPr/>
            </p14:nvContentPartPr>
            <p14:xfrm>
              <a:off x="496723" y="512379"/>
              <a:ext cx="168371" cy="33880"/>
            </p14:xfrm>
          </p:contentPart>
        </mc:Choice>
        <mc:Fallback>
          <p:sp>
            <p:nvSpPr>
              <p:cNvPr id="1049241" name=""/>
              <p:cNvSpPr/>
              <p:nvPr/>
            </p:nvSpPr>
            <p:spPr>
              <a:xfrm>
                <a:off x="496723" y="512379"/>
                <a:ext cx="168371" cy="33880"/>
              </a:xfrm>
            </p:spPr>
          </p:sp>
        </mc:Fallback>
      </mc:AlternateContent>
      <mc:AlternateContent xmlns:mc="http://schemas.openxmlformats.org/markup-compatibility/2006">
        <mc:Choice xmlns:p14="http://schemas.microsoft.com/office/powerpoint/2010/main" Requires="p14">
          <p:contentPart p14:bwMode="auto" r:id="rId4">
            <p14:nvContentPartPr>
              <p14:cNvPr id="1049242" name=""/>
              <p14:cNvContentPartPr/>
              <p14:nvPr/>
            </p14:nvContentPartPr>
            <p14:xfrm>
              <a:off x="737914" y="422612"/>
              <a:ext cx="169441" cy="270134"/>
            </p14:xfrm>
          </p:contentPart>
        </mc:Choice>
        <mc:Fallback>
          <p:sp>
            <p:nvSpPr>
              <p:cNvPr id="1049242" name=""/>
              <p:cNvSpPr/>
              <p:nvPr/>
            </p:nvSpPr>
            <p:spPr>
              <a:xfrm>
                <a:off x="737914" y="422612"/>
                <a:ext cx="169441" cy="270134"/>
              </a:xfrm>
            </p:spPr>
          </p:sp>
        </mc:Fallback>
      </mc:AlternateContent>
      <mc:AlternateContent xmlns:mc="http://schemas.openxmlformats.org/markup-compatibility/2006">
        <mc:Choice xmlns:p14="http://schemas.microsoft.com/office/powerpoint/2010/main" Requires="p14">
          <p:contentPart p14:bwMode="auto" r:id="rId5">
            <p14:nvContentPartPr>
              <p14:cNvPr id="1049243" name=""/>
              <p14:cNvContentPartPr/>
              <p14:nvPr/>
            </p14:nvContentPartPr>
            <p14:xfrm>
              <a:off x="890355" y="444702"/>
              <a:ext cx="357366" cy="206264"/>
            </p14:xfrm>
          </p:contentPart>
        </mc:Choice>
        <mc:Fallback>
          <p:sp>
            <p:nvSpPr>
              <p:cNvPr id="1049243" name=""/>
              <p:cNvSpPr/>
              <p:nvPr/>
            </p:nvSpPr>
            <p:spPr>
              <a:xfrm>
                <a:off x="890355" y="444702"/>
                <a:ext cx="357366" cy="206264"/>
              </a:xfrm>
            </p:spPr>
          </p:sp>
        </mc:Fallback>
      </mc:AlternateContent>
      <mc:AlternateContent xmlns:mc="http://schemas.openxmlformats.org/markup-compatibility/2006">
        <mc:Choice xmlns:p14="http://schemas.microsoft.com/office/powerpoint/2010/main" Requires="p14">
          <p:contentPart p14:bwMode="auto" r:id="rId6">
            <p14:nvContentPartPr>
              <p14:cNvPr id="1049244" name=""/>
              <p14:cNvContentPartPr/>
              <p14:nvPr/>
            </p14:nvContentPartPr>
            <p14:xfrm>
              <a:off x="1054457" y="388854"/>
              <a:ext cx="124727" cy="33757"/>
            </p14:xfrm>
          </p:contentPart>
        </mc:Choice>
        <mc:Fallback>
          <p:sp>
            <p:nvSpPr>
              <p:cNvPr id="1049244" name=""/>
              <p:cNvSpPr/>
              <p:nvPr/>
            </p:nvSpPr>
            <p:spPr>
              <a:xfrm>
                <a:off x="1054457" y="388854"/>
                <a:ext cx="124727" cy="33757"/>
              </a:xfrm>
            </p:spPr>
          </p:sp>
        </mc:Fallback>
      </mc:AlternateContent>
      <mc:AlternateContent xmlns:mc="http://schemas.openxmlformats.org/markup-compatibility/2006">
        <mc:Choice xmlns:p14="http://schemas.microsoft.com/office/powerpoint/2010/main" Requires="p14">
          <p:contentPart p14:bwMode="auto" r:id="rId7">
            <p14:nvContentPartPr>
              <p14:cNvPr id="1049245" name=""/>
              <p14:cNvContentPartPr/>
              <p14:nvPr/>
            </p14:nvContentPartPr>
            <p14:xfrm>
              <a:off x="1268429" y="270466"/>
              <a:ext cx="9373" cy="303864"/>
            </p14:xfrm>
          </p:contentPart>
        </mc:Choice>
        <mc:Fallback>
          <p:sp>
            <p:nvSpPr>
              <p:cNvPr id="1049245" name=""/>
              <p:cNvSpPr/>
              <p:nvPr/>
            </p:nvSpPr>
            <p:spPr>
              <a:xfrm>
                <a:off x="1268429" y="270466"/>
                <a:ext cx="9373" cy="303864"/>
              </a:xfrm>
            </p:spPr>
          </p:sp>
        </mc:Fallback>
      </mc:AlternateContent>
      <mc:AlternateContent xmlns:mc="http://schemas.openxmlformats.org/markup-compatibility/2006">
        <mc:Choice xmlns:p14="http://schemas.microsoft.com/office/powerpoint/2010/main" Requires="p14">
          <p:contentPart p14:bwMode="auto" r:id="rId8">
            <p14:nvContentPartPr>
              <p14:cNvPr id="1049246" name=""/>
              <p14:cNvContentPartPr/>
              <p14:nvPr/>
            </p14:nvContentPartPr>
            <p14:xfrm>
              <a:off x="1362004" y="460426"/>
              <a:ext cx="163860" cy="128521"/>
            </p14:xfrm>
          </p:contentPart>
        </mc:Choice>
        <mc:Fallback>
          <p:sp>
            <p:nvSpPr>
              <p:cNvPr id="1049246" name=""/>
              <p:cNvSpPr/>
              <p:nvPr/>
            </p:nvSpPr>
            <p:spPr>
              <a:xfrm>
                <a:off x="1362004" y="460426"/>
                <a:ext cx="163860" cy="128521"/>
              </a:xfrm>
            </p:spPr>
          </p:sp>
        </mc:Fallback>
      </mc:AlternateContent>
      <mc:AlternateContent xmlns:mc="http://schemas.openxmlformats.org/markup-compatibility/2006">
        <mc:Choice xmlns:p14="http://schemas.microsoft.com/office/powerpoint/2010/main" Requires="p14">
          <p:contentPart p14:bwMode="auto" r:id="rId9">
            <p14:nvContentPartPr>
              <p14:cNvPr id="1049247" name=""/>
              <p14:cNvContentPartPr/>
              <p14:nvPr/>
            </p14:nvContentPartPr>
            <p14:xfrm>
              <a:off x="1364717" y="299753"/>
              <a:ext cx="176432" cy="97191"/>
            </p14:xfrm>
          </p:contentPart>
        </mc:Choice>
        <mc:Fallback>
          <p:sp>
            <p:nvSpPr>
              <p:cNvPr id="1049247" name=""/>
              <p:cNvSpPr/>
              <p:nvPr/>
            </p:nvSpPr>
            <p:spPr>
              <a:xfrm>
                <a:off x="1364717" y="299753"/>
                <a:ext cx="176432" cy="97191"/>
              </a:xfrm>
            </p:spPr>
          </p:sp>
        </mc:Fallback>
      </mc:AlternateContent>
      <mc:AlternateContent xmlns:mc="http://schemas.openxmlformats.org/markup-compatibility/2006">
        <mc:Choice xmlns:p14="http://schemas.microsoft.com/office/powerpoint/2010/main" Requires="p14">
          <p:contentPart p14:bwMode="auto" r:id="rId10">
            <p14:nvContentPartPr>
              <p14:cNvPr id="1049248" name=""/>
              <p14:cNvContentPartPr/>
              <p14:nvPr/>
            </p14:nvContentPartPr>
            <p14:xfrm>
              <a:off x="1576890" y="413826"/>
              <a:ext cx="176186" cy="192153"/>
            </p14:xfrm>
          </p:contentPart>
        </mc:Choice>
        <mc:Fallback>
          <p:sp>
            <p:nvSpPr>
              <p:cNvPr id="1049248" name=""/>
              <p:cNvSpPr/>
              <p:nvPr/>
            </p:nvSpPr>
            <p:spPr>
              <a:xfrm>
                <a:off x="1576890" y="413826"/>
                <a:ext cx="176186" cy="192153"/>
              </a:xfrm>
            </p:spPr>
          </p:sp>
        </mc:Fallback>
      </mc:AlternateContent>
      <mc:AlternateContent xmlns:mc="http://schemas.openxmlformats.org/markup-compatibility/2006">
        <mc:Choice xmlns:p14="http://schemas.microsoft.com/office/powerpoint/2010/main" Requires="p14">
          <p:contentPart p14:bwMode="auto" r:id="rId11">
            <p14:nvContentPartPr>
              <p14:cNvPr id="1049249" name=""/>
              <p14:cNvContentPartPr/>
              <p14:nvPr/>
            </p14:nvContentPartPr>
            <p14:xfrm>
              <a:off x="1746302" y="463649"/>
              <a:ext cx="241096" cy="100393"/>
            </p14:xfrm>
          </p:contentPart>
        </mc:Choice>
        <mc:Fallback>
          <p:sp>
            <p:nvSpPr>
              <p:cNvPr id="1049249" name=""/>
              <p:cNvSpPr/>
              <p:nvPr/>
            </p:nvSpPr>
            <p:spPr>
              <a:xfrm>
                <a:off x="1746302" y="463649"/>
                <a:ext cx="241096" cy="100393"/>
              </a:xfrm>
            </p:spPr>
          </p:sp>
        </mc:Fallback>
      </mc:AlternateContent>
      <mc:AlternateContent xmlns:mc="http://schemas.openxmlformats.org/markup-compatibility/2006">
        <mc:Choice xmlns:p14="http://schemas.microsoft.com/office/powerpoint/2010/main" Requires="p14">
          <p:contentPart p14:bwMode="auto" r:id="rId12">
            <p14:nvContentPartPr>
              <p14:cNvPr id="1049250" name=""/>
              <p14:cNvContentPartPr/>
              <p14:nvPr/>
            </p14:nvContentPartPr>
            <p14:xfrm>
              <a:off x="1968869" y="220081"/>
              <a:ext cx="24029" cy="327704"/>
            </p14:xfrm>
          </p:contentPart>
        </mc:Choice>
        <mc:Fallback>
          <p:sp>
            <p:nvSpPr>
              <p:cNvPr id="1049250" name=""/>
              <p:cNvSpPr/>
              <p:nvPr/>
            </p:nvSpPr>
            <p:spPr>
              <a:xfrm>
                <a:off x="1968869" y="220081"/>
                <a:ext cx="24029" cy="327704"/>
              </a:xfrm>
            </p:spPr>
          </p:sp>
        </mc:Fallback>
      </mc:AlternateContent>
      <mc:AlternateContent xmlns:mc="http://schemas.openxmlformats.org/markup-compatibility/2006">
        <mc:Choice xmlns:p14="http://schemas.microsoft.com/office/powerpoint/2010/main" Requires="p14">
          <p:contentPart p14:bwMode="auto" r:id="rId13">
            <p14:nvContentPartPr>
              <p14:cNvPr id="1049251" name=""/>
              <p14:cNvContentPartPr/>
              <p14:nvPr/>
            </p14:nvContentPartPr>
            <p14:xfrm>
              <a:off x="1934298" y="398967"/>
              <a:ext cx="202324" cy="197385"/>
            </p14:xfrm>
          </p:contentPart>
        </mc:Choice>
        <mc:Fallback>
          <p:sp>
            <p:nvSpPr>
              <p:cNvPr id="1049251" name=""/>
              <p:cNvSpPr/>
              <p:nvPr/>
            </p:nvSpPr>
            <p:spPr>
              <a:xfrm>
                <a:off x="1934298" y="398967"/>
                <a:ext cx="202324" cy="197385"/>
              </a:xfrm>
            </p:spPr>
          </p:sp>
        </mc:Fallback>
      </mc:AlternateContent>
      <mc:AlternateContent xmlns:mc="http://schemas.openxmlformats.org/markup-compatibility/2006">
        <mc:Choice xmlns:p14="http://schemas.microsoft.com/office/powerpoint/2010/main" Requires="p14">
          <p:contentPart p14:bwMode="auto" r:id="rId14">
            <p14:nvContentPartPr>
              <p14:cNvPr id="1049252" name=""/>
              <p14:cNvContentPartPr/>
              <p14:nvPr/>
            </p14:nvContentPartPr>
            <p14:xfrm>
              <a:off x="2204280" y="415026"/>
              <a:ext cx="353639" cy="181635"/>
            </p14:xfrm>
          </p:contentPart>
        </mc:Choice>
        <mc:Fallback>
          <p:sp>
            <p:nvSpPr>
              <p:cNvPr id="1049252" name=""/>
              <p:cNvSpPr/>
              <p:nvPr/>
            </p:nvSpPr>
            <p:spPr>
              <a:xfrm>
                <a:off x="2204280" y="415026"/>
                <a:ext cx="353639" cy="181635"/>
              </a:xfrm>
            </p:spPr>
          </p:sp>
        </mc:Fallback>
      </mc:AlternateContent>
      <mc:AlternateContent xmlns:mc="http://schemas.openxmlformats.org/markup-compatibility/2006">
        <mc:Choice xmlns:p14="http://schemas.microsoft.com/office/powerpoint/2010/main" Requires="p14">
          <p:contentPart p14:bwMode="auto" r:id="rId15">
            <p14:nvContentPartPr>
              <p14:cNvPr id="1049253" name=""/>
              <p14:cNvContentPartPr/>
              <p14:nvPr/>
            </p14:nvContentPartPr>
            <p14:xfrm>
              <a:off x="521433" y="703334"/>
              <a:ext cx="1977692" cy="121610"/>
            </p14:xfrm>
          </p:contentPart>
        </mc:Choice>
        <mc:Fallback>
          <p:sp>
            <p:nvSpPr>
              <p:cNvPr id="1049253" name=""/>
              <p:cNvSpPr/>
              <p:nvPr/>
            </p:nvSpPr>
            <p:spPr>
              <a:xfrm>
                <a:off x="521433" y="703334"/>
                <a:ext cx="1977692" cy="121610"/>
              </a:xfrm>
            </p:spPr>
          </p:sp>
        </mc:Fallback>
      </mc:AlternateContent>
      <mc:AlternateContent xmlns:mc="http://schemas.openxmlformats.org/markup-compatibility/2006">
        <mc:Choice xmlns:p14="http://schemas.microsoft.com/office/powerpoint/2010/main" Requires="p14">
          <p:contentPart p14:bwMode="auto" r:id="rId16">
            <p14:nvContentPartPr>
              <p14:cNvPr id="1049254" name=""/>
              <p14:cNvContentPartPr/>
              <p14:nvPr/>
            </p14:nvContentPartPr>
            <p14:xfrm>
              <a:off x="2713978" y="386375"/>
              <a:ext cx="21179" cy="86870"/>
            </p14:xfrm>
          </p:contentPart>
        </mc:Choice>
        <mc:Fallback>
          <p:sp>
            <p:nvSpPr>
              <p:cNvPr id="1049254" name=""/>
              <p:cNvSpPr/>
              <p:nvPr/>
            </p:nvSpPr>
            <p:spPr>
              <a:xfrm>
                <a:off x="2713978" y="386375"/>
                <a:ext cx="21179" cy="86870"/>
              </a:xfrm>
            </p:spPr>
          </p:sp>
        </mc:Fallback>
      </mc:AlternateContent>
      <mc:AlternateContent xmlns:mc="http://schemas.openxmlformats.org/markup-compatibility/2006">
        <mc:Choice xmlns:p14="http://schemas.microsoft.com/office/powerpoint/2010/main" Requires="p14">
          <p:contentPart p14:bwMode="auto" r:id="rId17">
            <p14:nvContentPartPr>
              <p14:cNvPr id="1049255" name=""/>
              <p14:cNvContentPartPr/>
              <p14:nvPr/>
            </p14:nvContentPartPr>
            <p14:xfrm>
              <a:off x="2690897" y="618194"/>
              <a:ext cx="8519" cy="63350"/>
            </p14:xfrm>
          </p:contentPart>
        </mc:Choice>
        <mc:Fallback>
          <p:sp>
            <p:nvSpPr>
              <p:cNvPr id="1049255" name=""/>
              <p:cNvSpPr/>
              <p:nvPr/>
            </p:nvSpPr>
            <p:spPr>
              <a:xfrm>
                <a:off x="2690897" y="618194"/>
                <a:ext cx="8519" cy="63350"/>
              </a:xfrm>
            </p:spPr>
          </p:sp>
        </mc:Fallback>
      </mc:AlternateContent>
      <mc:AlternateContent xmlns:mc="http://schemas.openxmlformats.org/markup-compatibility/2006">
        <mc:Choice xmlns:p14="http://schemas.microsoft.com/office/powerpoint/2010/main" Requires="p14">
          <p:contentPart p14:bwMode="auto" r:id="rId18">
            <p14:nvContentPartPr>
              <p14:cNvPr id="1049256" name=""/>
              <p14:cNvContentPartPr/>
              <p14:nvPr/>
            </p14:nvContentPartPr>
            <p14:xfrm>
              <a:off x="885724" y="1179981"/>
              <a:ext cx="225868" cy="271568"/>
            </p14:xfrm>
          </p:contentPart>
        </mc:Choice>
        <mc:Fallback>
          <p:sp>
            <p:nvSpPr>
              <p:cNvPr id="1049256" name=""/>
              <p:cNvSpPr/>
              <p:nvPr/>
            </p:nvSpPr>
            <p:spPr>
              <a:xfrm>
                <a:off x="885724" y="1179981"/>
                <a:ext cx="225868" cy="271568"/>
              </a:xfrm>
            </p:spPr>
          </p:sp>
        </mc:Fallback>
      </mc:AlternateContent>
      <mc:AlternateContent xmlns:mc="http://schemas.openxmlformats.org/markup-compatibility/2006">
        <mc:Choice xmlns:p14="http://schemas.microsoft.com/office/powerpoint/2010/main" Requires="p14">
          <p:contentPart p14:bwMode="auto" r:id="rId19">
            <p14:nvContentPartPr>
              <p14:cNvPr id="1049257" name=""/>
              <p14:cNvContentPartPr/>
              <p14:nvPr/>
            </p14:nvContentPartPr>
            <p14:xfrm>
              <a:off x="890314" y="1074882"/>
              <a:ext cx="256095" cy="19991"/>
            </p14:xfrm>
          </p:contentPart>
        </mc:Choice>
        <mc:Fallback>
          <p:sp>
            <p:nvSpPr>
              <p:cNvPr id="1049257" name=""/>
              <p:cNvSpPr/>
              <p:nvPr/>
            </p:nvSpPr>
            <p:spPr>
              <a:xfrm>
                <a:off x="890314" y="1074882"/>
                <a:ext cx="256095" cy="19991"/>
              </a:xfrm>
            </p:spPr>
          </p:sp>
        </mc:Fallback>
      </mc:AlternateContent>
      <mc:AlternateContent xmlns:mc="http://schemas.openxmlformats.org/markup-compatibility/2006">
        <mc:Choice xmlns:p14="http://schemas.microsoft.com/office/powerpoint/2010/main" Requires="p14">
          <p:contentPart p14:bwMode="auto" r:id="rId20">
            <p14:nvContentPartPr>
              <p14:cNvPr id="1049258" name=""/>
              <p14:cNvContentPartPr/>
              <p14:nvPr/>
            </p14:nvContentPartPr>
            <p14:xfrm>
              <a:off x="1061958" y="1016555"/>
              <a:ext cx="92941" cy="230721"/>
            </p14:xfrm>
          </p:contentPart>
        </mc:Choice>
        <mc:Fallback>
          <p:sp>
            <p:nvSpPr>
              <p:cNvPr id="1049258" name=""/>
              <p:cNvSpPr/>
              <p:nvPr/>
            </p:nvSpPr>
            <p:spPr>
              <a:xfrm>
                <a:off x="1061958" y="1016555"/>
                <a:ext cx="92941" cy="230721"/>
              </a:xfrm>
            </p:spPr>
          </p:sp>
        </mc:Fallback>
      </mc:AlternateContent>
      <mc:AlternateContent xmlns:mc="http://schemas.openxmlformats.org/markup-compatibility/2006">
        <mc:Choice xmlns:p14="http://schemas.microsoft.com/office/powerpoint/2010/main" Requires="p14">
          <p:contentPart p14:bwMode="auto" r:id="rId21">
            <p14:nvContentPartPr>
              <p14:cNvPr id="1049259" name=""/>
              <p14:cNvContentPartPr/>
              <p14:nvPr/>
            </p14:nvContentPartPr>
            <p14:xfrm>
              <a:off x="1212573" y="1422362"/>
              <a:ext cx="13527" cy="177743"/>
            </p14:xfrm>
          </p:contentPart>
        </mc:Choice>
        <mc:Fallback>
          <p:sp>
            <p:nvSpPr>
              <p:cNvPr id="1049259" name=""/>
              <p:cNvSpPr/>
              <p:nvPr/>
            </p:nvSpPr>
            <p:spPr>
              <a:xfrm>
                <a:off x="1212573" y="1422362"/>
                <a:ext cx="13527" cy="177743"/>
              </a:xfrm>
            </p:spPr>
          </p:sp>
        </mc:Fallback>
      </mc:AlternateContent>
      <mc:AlternateContent xmlns:mc="http://schemas.openxmlformats.org/markup-compatibility/2006">
        <mc:Choice xmlns:p14="http://schemas.microsoft.com/office/powerpoint/2010/main" Requires="p14">
          <p:contentPart p14:bwMode="auto" r:id="rId22">
            <p14:nvContentPartPr>
              <p14:cNvPr id="1049260" name=""/>
              <p14:cNvContentPartPr/>
              <p14:nvPr/>
            </p14:nvContentPartPr>
            <p14:xfrm>
              <a:off x="1204921" y="1352357"/>
              <a:ext cx="163067" cy="258141"/>
            </p14:xfrm>
          </p:contentPart>
        </mc:Choice>
        <mc:Fallback>
          <p:sp>
            <p:nvSpPr>
              <p:cNvPr id="1049260" name=""/>
              <p:cNvSpPr/>
              <p:nvPr/>
            </p:nvSpPr>
            <p:spPr>
              <a:xfrm>
                <a:off x="1204921" y="1352357"/>
                <a:ext cx="163067" cy="258141"/>
              </a:xfrm>
            </p:spPr>
          </p:sp>
        </mc:Fallback>
      </mc:AlternateContent>
      <mc:AlternateContent xmlns:mc="http://schemas.openxmlformats.org/markup-compatibility/2006">
        <mc:Choice xmlns:p14="http://schemas.microsoft.com/office/powerpoint/2010/main" Requires="p14">
          <p:contentPart p14:bwMode="auto" r:id="rId23">
            <p14:nvContentPartPr>
              <p14:cNvPr id="1049261" name=""/>
              <p14:cNvContentPartPr/>
              <p14:nvPr/>
            </p14:nvContentPartPr>
            <p14:xfrm>
              <a:off x="1381454" y="1386373"/>
              <a:ext cx="87772" cy="338332"/>
            </p14:xfrm>
          </p:contentPart>
        </mc:Choice>
        <mc:Fallback>
          <p:sp>
            <p:nvSpPr>
              <p:cNvPr id="1049261" name=""/>
              <p:cNvSpPr/>
              <p:nvPr/>
            </p:nvSpPr>
            <p:spPr>
              <a:xfrm>
                <a:off x="1381454" y="1386373"/>
                <a:ext cx="87772" cy="338332"/>
              </a:xfrm>
            </p:spPr>
          </p:sp>
        </mc:Fallback>
      </mc:AlternateContent>
      <mc:AlternateContent xmlns:mc="http://schemas.openxmlformats.org/markup-compatibility/2006">
        <mc:Choice xmlns:p14="http://schemas.microsoft.com/office/powerpoint/2010/main" Requires="p14">
          <p:contentPart p14:bwMode="auto" r:id="rId24">
            <p14:nvContentPartPr>
              <p14:cNvPr id="1049262" name=""/>
              <p14:cNvContentPartPr/>
              <p14:nvPr/>
            </p14:nvContentPartPr>
            <p14:xfrm>
              <a:off x="1505409" y="1574261"/>
              <a:ext cx="3607" cy="203432"/>
            </p14:xfrm>
          </p:contentPart>
        </mc:Choice>
        <mc:Fallback>
          <p:sp>
            <p:nvSpPr>
              <p:cNvPr id="1049262" name=""/>
              <p:cNvSpPr/>
              <p:nvPr/>
            </p:nvSpPr>
            <p:spPr>
              <a:xfrm>
                <a:off x="1505409" y="1574261"/>
                <a:ext cx="3607" cy="203432"/>
              </a:xfrm>
            </p:spPr>
          </p:sp>
        </mc:Fallback>
      </mc:AlternateContent>
      <mc:AlternateContent xmlns:mc="http://schemas.openxmlformats.org/markup-compatibility/2006">
        <mc:Choice xmlns:p14="http://schemas.microsoft.com/office/powerpoint/2010/main" Requires="p14">
          <p:contentPart p14:bwMode="auto" r:id="rId25">
            <p14:nvContentPartPr>
              <p14:cNvPr id="1049263" name=""/>
              <p14:cNvContentPartPr/>
              <p14:nvPr/>
            </p14:nvContentPartPr>
            <p14:xfrm>
              <a:off x="1482023" y="1464592"/>
              <a:ext cx="144502" cy="273106"/>
            </p14:xfrm>
          </p:contentPart>
        </mc:Choice>
        <mc:Fallback>
          <p:sp>
            <p:nvSpPr>
              <p:cNvPr id="1049263" name=""/>
              <p:cNvSpPr/>
              <p:nvPr/>
            </p:nvSpPr>
            <p:spPr>
              <a:xfrm>
                <a:off x="1482023" y="1464592"/>
                <a:ext cx="144502" cy="273106"/>
              </a:xfrm>
            </p:spPr>
          </p:sp>
        </mc:Fallback>
      </mc:AlternateContent>
      <mc:AlternateContent xmlns:mc="http://schemas.openxmlformats.org/markup-compatibility/2006">
        <mc:Choice xmlns:p14="http://schemas.microsoft.com/office/powerpoint/2010/main" Requires="p14">
          <p:contentPart p14:bwMode="auto" r:id="rId26">
            <p14:nvContentPartPr>
              <p14:cNvPr id="1049264" name=""/>
              <p14:cNvContentPartPr/>
              <p14:nvPr/>
            </p14:nvContentPartPr>
            <p14:xfrm>
              <a:off x="1791335" y="1291809"/>
              <a:ext cx="115517" cy="6084"/>
            </p14:xfrm>
          </p:contentPart>
        </mc:Choice>
        <mc:Fallback>
          <p:sp>
            <p:nvSpPr>
              <p:cNvPr id="1049264" name=""/>
              <p:cNvSpPr/>
              <p:nvPr/>
            </p:nvSpPr>
            <p:spPr>
              <a:xfrm>
                <a:off x="1791335" y="1291809"/>
                <a:ext cx="115517" cy="6084"/>
              </a:xfrm>
            </p:spPr>
          </p:sp>
        </mc:Fallback>
      </mc:AlternateContent>
      <mc:AlternateContent xmlns:mc="http://schemas.openxmlformats.org/markup-compatibility/2006">
        <mc:Choice xmlns:p14="http://schemas.microsoft.com/office/powerpoint/2010/main" Requires="p14">
          <p:contentPart p14:bwMode="auto" r:id="rId27">
            <p14:nvContentPartPr>
              <p14:cNvPr id="1049265" name=""/>
              <p14:cNvContentPartPr/>
              <p14:nvPr/>
            </p14:nvContentPartPr>
            <p14:xfrm>
              <a:off x="1784275" y="1443956"/>
              <a:ext cx="146701" cy="16344"/>
            </p14:xfrm>
          </p:contentPart>
        </mc:Choice>
        <mc:Fallback>
          <p:sp>
            <p:nvSpPr>
              <p:cNvPr id="1049265" name=""/>
              <p:cNvSpPr/>
              <p:nvPr/>
            </p:nvSpPr>
            <p:spPr>
              <a:xfrm>
                <a:off x="1784275" y="1443956"/>
                <a:ext cx="146701" cy="16344"/>
              </a:xfrm>
            </p:spPr>
          </p:sp>
        </mc:Fallback>
      </mc:AlternateContent>
      <mc:AlternateContent xmlns:mc="http://schemas.openxmlformats.org/markup-compatibility/2006">
        <mc:Choice xmlns:p14="http://schemas.microsoft.com/office/powerpoint/2010/main" Requires="p14">
          <p:contentPart p14:bwMode="auto" r:id="rId28">
            <p14:nvContentPartPr>
              <p14:cNvPr id="1049266" name=""/>
              <p14:cNvContentPartPr/>
              <p14:nvPr/>
            </p14:nvContentPartPr>
            <p14:xfrm>
              <a:off x="2114678" y="973368"/>
              <a:ext cx="198649" cy="675995"/>
            </p14:xfrm>
          </p:contentPart>
        </mc:Choice>
        <mc:Fallback>
          <p:sp>
            <p:nvSpPr>
              <p:cNvPr id="1049266" name=""/>
              <p:cNvSpPr/>
              <p:nvPr/>
            </p:nvSpPr>
            <p:spPr>
              <a:xfrm>
                <a:off x="2114678" y="973368"/>
                <a:ext cx="198649" cy="675995"/>
              </a:xfrm>
            </p:spPr>
          </p:sp>
        </mc:Fallback>
      </mc:AlternateContent>
      <mc:AlternateContent xmlns:mc="http://schemas.openxmlformats.org/markup-compatibility/2006">
        <mc:Choice xmlns:p14="http://schemas.microsoft.com/office/powerpoint/2010/main" Requires="p14">
          <p:contentPart p14:bwMode="auto" r:id="rId29">
            <p14:nvContentPartPr>
              <p14:cNvPr id="1049267" name=""/>
              <p14:cNvContentPartPr/>
              <p14:nvPr/>
            </p14:nvContentPartPr>
            <p14:xfrm>
              <a:off x="2484088" y="1218032"/>
              <a:ext cx="167248" cy="245855"/>
            </p14:xfrm>
          </p:contentPart>
        </mc:Choice>
        <mc:Fallback>
          <p:sp>
            <p:nvSpPr>
              <p:cNvPr id="1049267" name=""/>
              <p:cNvSpPr/>
              <p:nvPr/>
            </p:nvSpPr>
            <p:spPr>
              <a:xfrm>
                <a:off x="2484088" y="1218032"/>
                <a:ext cx="167248" cy="245855"/>
              </a:xfrm>
            </p:spPr>
          </p:sp>
        </mc:Fallback>
      </mc:AlternateContent>
      <mc:AlternateContent xmlns:mc="http://schemas.openxmlformats.org/markup-compatibility/2006">
        <mc:Choice xmlns:p14="http://schemas.microsoft.com/office/powerpoint/2010/main" Requires="p14">
          <p:contentPart p14:bwMode="auto" r:id="rId30">
            <p14:nvContentPartPr>
              <p14:cNvPr id="1049268" name=""/>
              <p14:cNvContentPartPr/>
              <p14:nvPr/>
            </p14:nvContentPartPr>
            <p14:xfrm>
              <a:off x="2529661" y="1052792"/>
              <a:ext cx="12672" cy="91394"/>
            </p14:xfrm>
          </p:contentPart>
        </mc:Choice>
        <mc:Fallback>
          <p:sp>
            <p:nvSpPr>
              <p:cNvPr id="1049268" name=""/>
              <p:cNvSpPr/>
              <p:nvPr/>
            </p:nvSpPr>
            <p:spPr>
              <a:xfrm>
                <a:off x="2529661" y="1052792"/>
                <a:ext cx="12672" cy="91394"/>
              </a:xfrm>
            </p:spPr>
          </p:sp>
        </mc:Fallback>
      </mc:AlternateContent>
      <mc:AlternateContent xmlns:mc="http://schemas.openxmlformats.org/markup-compatibility/2006">
        <mc:Choice xmlns:p14="http://schemas.microsoft.com/office/powerpoint/2010/main" Requires="p14">
          <p:contentPart p14:bwMode="auto" r:id="rId31">
            <p14:nvContentPartPr>
              <p14:cNvPr id="1049269" name=""/>
              <p14:cNvContentPartPr/>
              <p14:nvPr/>
            </p14:nvContentPartPr>
            <p14:xfrm>
              <a:off x="2599254" y="1059990"/>
              <a:ext cx="35741" cy="87118"/>
            </p14:xfrm>
          </p:contentPart>
        </mc:Choice>
        <mc:Fallback>
          <p:sp>
            <p:nvSpPr>
              <p:cNvPr id="1049269" name=""/>
              <p:cNvSpPr/>
              <p:nvPr/>
            </p:nvSpPr>
            <p:spPr>
              <a:xfrm>
                <a:off x="2599254" y="1059990"/>
                <a:ext cx="35741" cy="87118"/>
              </a:xfrm>
            </p:spPr>
          </p:sp>
        </mc:Fallback>
      </mc:AlternateContent>
      <mc:AlternateContent xmlns:mc="http://schemas.openxmlformats.org/markup-compatibility/2006">
        <mc:Choice xmlns:p14="http://schemas.microsoft.com/office/powerpoint/2010/main" Requires="p14">
          <p:contentPart p14:bwMode="auto" r:id="rId32">
            <p14:nvContentPartPr>
              <p14:cNvPr id="1049270" name=""/>
              <p14:cNvContentPartPr/>
              <p14:nvPr/>
            </p14:nvContentPartPr>
            <p14:xfrm>
              <a:off x="2770898" y="1366885"/>
              <a:ext cx="155344" cy="19488"/>
            </p14:xfrm>
          </p:contentPart>
        </mc:Choice>
        <mc:Fallback>
          <p:sp>
            <p:nvSpPr>
              <p:cNvPr id="1049270" name=""/>
              <p:cNvSpPr/>
              <p:nvPr/>
            </p:nvSpPr>
            <p:spPr>
              <a:xfrm>
                <a:off x="2770898" y="1366885"/>
                <a:ext cx="155344" cy="19488"/>
              </a:xfrm>
            </p:spPr>
          </p:sp>
        </mc:Fallback>
      </mc:AlternateContent>
      <mc:AlternateContent xmlns:mc="http://schemas.openxmlformats.org/markup-compatibility/2006">
        <mc:Choice xmlns:p14="http://schemas.microsoft.com/office/powerpoint/2010/main" Requires="p14">
          <p:contentPart p14:bwMode="auto" r:id="rId33">
            <p14:nvContentPartPr>
              <p14:cNvPr id="1049271" name=""/>
              <p14:cNvContentPartPr/>
              <p14:nvPr/>
            </p14:nvContentPartPr>
            <p14:xfrm>
              <a:off x="3028585" y="1137829"/>
              <a:ext cx="155068" cy="269888"/>
            </p14:xfrm>
          </p:contentPart>
        </mc:Choice>
        <mc:Fallback>
          <p:sp>
            <p:nvSpPr>
              <p:cNvPr id="1049271" name=""/>
              <p:cNvSpPr/>
              <p:nvPr/>
            </p:nvSpPr>
            <p:spPr>
              <a:xfrm>
                <a:off x="3028585" y="1137829"/>
                <a:ext cx="155068" cy="269888"/>
              </a:xfrm>
            </p:spPr>
          </p:sp>
        </mc:Fallback>
      </mc:AlternateContent>
      <mc:AlternateContent xmlns:mc="http://schemas.openxmlformats.org/markup-compatibility/2006">
        <mc:Choice xmlns:p14="http://schemas.microsoft.com/office/powerpoint/2010/main" Requires="p14">
          <p:contentPart p14:bwMode="auto" r:id="rId34">
            <p14:nvContentPartPr>
              <p14:cNvPr id="1049272" name=""/>
              <p14:cNvContentPartPr/>
              <p14:nvPr/>
            </p14:nvContentPartPr>
            <p14:xfrm>
              <a:off x="3278213" y="1096630"/>
              <a:ext cx="137667" cy="260297"/>
            </p14:xfrm>
          </p:contentPart>
        </mc:Choice>
        <mc:Fallback>
          <p:sp>
            <p:nvSpPr>
              <p:cNvPr id="1049272" name=""/>
              <p:cNvSpPr/>
              <p:nvPr/>
            </p:nvSpPr>
            <p:spPr>
              <a:xfrm>
                <a:off x="3278213" y="1096630"/>
                <a:ext cx="137667" cy="260297"/>
              </a:xfrm>
            </p:spPr>
          </p:sp>
        </mc:Fallback>
      </mc:AlternateContent>
      <mc:AlternateContent xmlns:mc="http://schemas.openxmlformats.org/markup-compatibility/2006">
        <mc:Choice xmlns:p14="http://schemas.microsoft.com/office/powerpoint/2010/main" Requires="p14">
          <p:contentPart p14:bwMode="auto" r:id="rId35">
            <p14:nvContentPartPr>
              <p14:cNvPr id="1049273" name=""/>
              <p14:cNvContentPartPr/>
              <p14:nvPr/>
            </p14:nvContentPartPr>
            <p14:xfrm>
              <a:off x="3398034" y="973368"/>
              <a:ext cx="2519" cy="69282"/>
            </p14:xfrm>
          </p:contentPart>
        </mc:Choice>
        <mc:Fallback>
          <p:sp>
            <p:nvSpPr>
              <p:cNvPr id="1049273" name=""/>
              <p:cNvSpPr/>
              <p:nvPr/>
            </p:nvSpPr>
            <p:spPr>
              <a:xfrm>
                <a:off x="3398034" y="973368"/>
                <a:ext cx="2519" cy="69282"/>
              </a:xfrm>
            </p:spPr>
          </p:sp>
        </mc:Fallback>
      </mc:AlternateContent>
      <mc:AlternateContent xmlns:mc="http://schemas.openxmlformats.org/markup-compatibility/2006">
        <mc:Choice xmlns:p14="http://schemas.microsoft.com/office/powerpoint/2010/main" Requires="p14">
          <p:contentPart p14:bwMode="auto" r:id="rId36">
            <p14:nvContentPartPr>
              <p14:cNvPr id="1049274" name=""/>
              <p14:cNvContentPartPr/>
              <p14:nvPr/>
            </p14:nvContentPartPr>
            <p14:xfrm>
              <a:off x="3495892" y="895691"/>
              <a:ext cx="147691" cy="170582"/>
            </p14:xfrm>
          </p:contentPart>
        </mc:Choice>
        <mc:Fallback>
          <p:sp>
            <p:nvSpPr>
              <p:cNvPr id="1049274" name=""/>
              <p:cNvSpPr/>
              <p:nvPr/>
            </p:nvSpPr>
            <p:spPr>
              <a:xfrm>
                <a:off x="3495892" y="895691"/>
                <a:ext cx="147691" cy="170582"/>
              </a:xfrm>
            </p:spPr>
          </p:sp>
        </mc:Fallback>
      </mc:AlternateContent>
      <mc:AlternateContent xmlns:mc="http://schemas.openxmlformats.org/markup-compatibility/2006">
        <mc:Choice xmlns:p14="http://schemas.microsoft.com/office/powerpoint/2010/main" Requires="p14">
          <p:contentPart p14:bwMode="auto" r:id="rId37">
            <p14:nvContentPartPr>
              <p14:cNvPr id="1049275" name=""/>
              <p14:cNvContentPartPr/>
              <p14:nvPr/>
            </p14:nvContentPartPr>
            <p14:xfrm>
              <a:off x="3556006" y="850013"/>
              <a:ext cx="201458" cy="628652"/>
            </p14:xfrm>
          </p:contentPart>
        </mc:Choice>
        <mc:Fallback>
          <p:sp>
            <p:nvSpPr>
              <p:cNvPr id="1049275" name=""/>
              <p:cNvSpPr/>
              <p:nvPr/>
            </p:nvSpPr>
            <p:spPr>
              <a:xfrm>
                <a:off x="3556006" y="850013"/>
                <a:ext cx="201458" cy="628652"/>
              </a:xfrm>
            </p:spPr>
          </p:sp>
        </mc:Fallback>
      </mc:AlternateContent>
      <mc:AlternateContent xmlns:mc="http://schemas.openxmlformats.org/markup-compatibility/2006">
        <mc:Choice xmlns:p14="http://schemas.microsoft.com/office/powerpoint/2010/main" Requires="p14">
          <p:contentPart p14:bwMode="auto" r:id="rId38">
            <p14:nvContentPartPr>
              <p14:cNvPr id="1049276" name=""/>
              <p14:cNvContentPartPr/>
              <p14:nvPr/>
            </p14:nvContentPartPr>
            <p14:xfrm>
              <a:off x="3907986" y="1118069"/>
              <a:ext cx="207097" cy="163967"/>
            </p14:xfrm>
          </p:contentPart>
        </mc:Choice>
        <mc:Fallback>
          <p:sp>
            <p:nvSpPr>
              <p:cNvPr id="1049276" name=""/>
              <p:cNvSpPr/>
              <p:nvPr/>
            </p:nvSpPr>
            <p:spPr>
              <a:xfrm>
                <a:off x="3907986" y="1118069"/>
                <a:ext cx="207097" cy="163967"/>
              </a:xfrm>
            </p:spPr>
          </p:sp>
        </mc:Fallback>
      </mc:AlternateContent>
      <mc:AlternateContent xmlns:mc="http://schemas.openxmlformats.org/markup-compatibility/2006">
        <mc:Choice xmlns:p14="http://schemas.microsoft.com/office/powerpoint/2010/main" Requires="p14">
          <p:contentPart p14:bwMode="auto" r:id="rId39">
            <p14:nvContentPartPr>
              <p14:cNvPr id="1049277" name=""/>
              <p14:cNvContentPartPr/>
              <p14:nvPr/>
            </p14:nvContentPartPr>
            <p14:xfrm>
              <a:off x="4136032" y="1169225"/>
              <a:ext cx="181346" cy="162320"/>
            </p14:xfrm>
          </p:contentPart>
        </mc:Choice>
        <mc:Fallback>
          <p:sp>
            <p:nvSpPr>
              <p:cNvPr id="1049277" name=""/>
              <p:cNvSpPr/>
              <p:nvPr/>
            </p:nvSpPr>
            <p:spPr>
              <a:xfrm>
                <a:off x="4136032" y="1169225"/>
                <a:ext cx="181346" cy="162320"/>
              </a:xfrm>
            </p:spPr>
          </p:sp>
        </mc:Fallback>
      </mc:AlternateContent>
      <mc:AlternateContent xmlns:mc="http://schemas.openxmlformats.org/markup-compatibility/2006">
        <mc:Choice xmlns:p14="http://schemas.microsoft.com/office/powerpoint/2010/main" Requires="p14">
          <p:contentPart p14:bwMode="auto" r:id="rId40">
            <p14:nvContentPartPr>
              <p14:cNvPr id="1049278" name=""/>
              <p14:cNvContentPartPr/>
              <p14:nvPr/>
            </p14:nvContentPartPr>
            <p14:xfrm>
              <a:off x="3943726" y="958724"/>
              <a:ext cx="250626" cy="28791"/>
            </p14:xfrm>
          </p:contentPart>
        </mc:Choice>
        <mc:Fallback>
          <p:sp>
            <p:nvSpPr>
              <p:cNvPr id="1049278" name=""/>
              <p:cNvSpPr/>
              <p:nvPr/>
            </p:nvSpPr>
            <p:spPr>
              <a:xfrm>
                <a:off x="3943726" y="958724"/>
                <a:ext cx="250626" cy="28791"/>
              </a:xfrm>
            </p:spPr>
          </p:sp>
        </mc:Fallback>
      </mc:AlternateContent>
      <mc:AlternateContent xmlns:mc="http://schemas.openxmlformats.org/markup-compatibility/2006">
        <mc:Choice xmlns:p14="http://schemas.microsoft.com/office/powerpoint/2010/main" Requires="p14">
          <p:contentPart p14:bwMode="auto" r:id="rId41">
            <p14:nvContentPartPr>
              <p14:cNvPr id="1049279" name=""/>
              <p14:cNvContentPartPr/>
              <p14:nvPr/>
            </p14:nvContentPartPr>
            <p14:xfrm>
              <a:off x="4151111" y="915538"/>
              <a:ext cx="49430" cy="123782"/>
            </p14:xfrm>
          </p:contentPart>
        </mc:Choice>
        <mc:Fallback>
          <p:sp>
            <p:nvSpPr>
              <p:cNvPr id="1049279" name=""/>
              <p:cNvSpPr/>
              <p:nvPr/>
            </p:nvSpPr>
            <p:spPr>
              <a:xfrm>
                <a:off x="4151111" y="915538"/>
                <a:ext cx="49430" cy="123782"/>
              </a:xfrm>
            </p:spPr>
          </p:sp>
        </mc:Fallback>
      </mc:AlternateContent>
      <mc:AlternateContent xmlns:mc="http://schemas.openxmlformats.org/markup-compatibility/2006">
        <mc:Choice xmlns:p14="http://schemas.microsoft.com/office/powerpoint/2010/main" Requires="p14">
          <p:contentPart p14:bwMode="auto" r:id="rId42">
            <p14:nvContentPartPr>
              <p14:cNvPr id="1049280" name=""/>
              <p14:cNvContentPartPr/>
              <p14:nvPr/>
            </p14:nvContentPartPr>
            <p14:xfrm>
              <a:off x="4466160" y="1212709"/>
              <a:ext cx="171784" cy="6626"/>
            </p14:xfrm>
          </p:contentPart>
        </mc:Choice>
        <mc:Fallback>
          <p:sp>
            <p:nvSpPr>
              <p:cNvPr id="1049280" name=""/>
              <p:cNvSpPr/>
              <p:nvPr/>
            </p:nvSpPr>
            <p:spPr>
              <a:xfrm>
                <a:off x="4466160" y="1212709"/>
                <a:ext cx="171784" cy="6626"/>
              </a:xfrm>
            </p:spPr>
          </p:sp>
        </mc:Fallback>
      </mc:AlternateContent>
      <mc:AlternateContent xmlns:mc="http://schemas.openxmlformats.org/markup-compatibility/2006">
        <mc:Choice xmlns:p14="http://schemas.microsoft.com/office/powerpoint/2010/main" Requires="p14">
          <p:contentPart p14:bwMode="auto" r:id="rId43">
            <p14:nvContentPartPr>
              <p14:cNvPr id="1049281" name=""/>
              <p14:cNvContentPartPr/>
              <p14:nvPr/>
            </p14:nvContentPartPr>
            <p14:xfrm>
              <a:off x="4505662" y="1154306"/>
              <a:ext cx="24478" cy="148766"/>
            </p14:xfrm>
          </p:contentPart>
        </mc:Choice>
        <mc:Fallback>
          <p:sp>
            <p:nvSpPr>
              <p:cNvPr id="1049281" name=""/>
              <p:cNvSpPr/>
              <p:nvPr/>
            </p:nvSpPr>
            <p:spPr>
              <a:xfrm>
                <a:off x="4505662" y="1154306"/>
                <a:ext cx="24478" cy="148766"/>
              </a:xfrm>
            </p:spPr>
          </p:sp>
        </mc:Fallback>
      </mc:AlternateContent>
      <mc:AlternateContent xmlns:mc="http://schemas.openxmlformats.org/markup-compatibility/2006">
        <mc:Choice xmlns:p14="http://schemas.microsoft.com/office/powerpoint/2010/main" Requires="p14">
          <p:contentPart p14:bwMode="auto" r:id="rId44">
            <p14:nvContentPartPr>
              <p14:cNvPr id="1049282" name=""/>
              <p14:cNvContentPartPr/>
              <p14:nvPr/>
            </p14:nvContentPartPr>
            <p14:xfrm>
              <a:off x="4735383" y="791934"/>
              <a:ext cx="195407" cy="753535"/>
            </p14:xfrm>
          </p:contentPart>
        </mc:Choice>
        <mc:Fallback>
          <p:sp>
            <p:nvSpPr>
              <p:cNvPr id="1049282" name=""/>
              <p:cNvSpPr/>
              <p:nvPr/>
            </p:nvSpPr>
            <p:spPr>
              <a:xfrm>
                <a:off x="4735383" y="791934"/>
                <a:ext cx="195407" cy="753535"/>
              </a:xfrm>
            </p:spPr>
          </p:sp>
        </mc:Fallback>
      </mc:AlternateContent>
      <mc:AlternateContent xmlns:mc="http://schemas.openxmlformats.org/markup-compatibility/2006">
        <mc:Choice xmlns:p14="http://schemas.microsoft.com/office/powerpoint/2010/main" Requires="p14">
          <p:contentPart p14:bwMode="auto" r:id="rId45">
            <p14:nvContentPartPr>
              <p14:cNvPr id="1049283" name=""/>
              <p14:cNvContentPartPr/>
              <p14:nvPr/>
            </p14:nvContentPartPr>
            <p14:xfrm>
              <a:off x="4892869" y="1005654"/>
              <a:ext cx="173825" cy="297562"/>
            </p14:xfrm>
          </p:contentPart>
        </mc:Choice>
        <mc:Fallback>
          <p:sp>
            <p:nvSpPr>
              <p:cNvPr id="1049283" name=""/>
              <p:cNvSpPr/>
              <p:nvPr/>
            </p:nvSpPr>
            <p:spPr>
              <a:xfrm>
                <a:off x="4892869" y="1005654"/>
                <a:ext cx="173825" cy="297562"/>
              </a:xfrm>
            </p:spPr>
          </p:sp>
        </mc:Fallback>
      </mc:AlternateContent>
      <mc:AlternateContent xmlns:mc="http://schemas.openxmlformats.org/markup-compatibility/2006">
        <mc:Choice xmlns:p14="http://schemas.microsoft.com/office/powerpoint/2010/main" Requires="p14">
          <p:contentPart p14:bwMode="auto" r:id="rId46">
            <p14:nvContentPartPr>
              <p14:cNvPr id="1049284" name=""/>
              <p14:cNvContentPartPr/>
              <p14:nvPr/>
            </p14:nvContentPartPr>
            <p14:xfrm>
              <a:off x="5145236" y="1024483"/>
              <a:ext cx="140821" cy="206427"/>
            </p14:xfrm>
          </p:contentPart>
        </mc:Choice>
        <mc:Fallback>
          <p:sp>
            <p:nvSpPr>
              <p:cNvPr id="1049284" name=""/>
              <p:cNvSpPr/>
              <p:nvPr/>
            </p:nvSpPr>
            <p:spPr>
              <a:xfrm>
                <a:off x="5145236" y="1024483"/>
                <a:ext cx="140821" cy="206427"/>
              </a:xfrm>
            </p:spPr>
          </p:sp>
        </mc:Fallback>
      </mc:AlternateContent>
      <mc:AlternateContent xmlns:mc="http://schemas.openxmlformats.org/markup-compatibility/2006">
        <mc:Choice xmlns:p14="http://schemas.microsoft.com/office/powerpoint/2010/main" Requires="p14">
          <p:contentPart p14:bwMode="auto" r:id="rId47">
            <p14:nvContentPartPr>
              <p14:cNvPr id="1049285" name=""/>
              <p14:cNvContentPartPr/>
              <p14:nvPr/>
            </p14:nvContentPartPr>
            <p14:xfrm>
              <a:off x="5231278" y="879052"/>
              <a:ext cx="7060" cy="86869"/>
            </p14:xfrm>
          </p:contentPart>
        </mc:Choice>
        <mc:Fallback>
          <p:sp>
            <p:nvSpPr>
              <p:cNvPr id="1049285" name=""/>
              <p:cNvSpPr/>
              <p:nvPr/>
            </p:nvSpPr>
            <p:spPr>
              <a:xfrm>
                <a:off x="5231278" y="879052"/>
                <a:ext cx="7060" cy="86869"/>
              </a:xfrm>
            </p:spPr>
          </p:sp>
        </mc:Fallback>
      </mc:AlternateContent>
      <mc:AlternateContent xmlns:mc="http://schemas.openxmlformats.org/markup-compatibility/2006">
        <mc:Choice xmlns:p14="http://schemas.microsoft.com/office/powerpoint/2010/main" Requires="p14">
          <p:contentPart p14:bwMode="auto" r:id="rId48">
            <p14:nvContentPartPr>
              <p14:cNvPr id="1049286" name=""/>
              <p14:cNvContentPartPr/>
              <p14:nvPr/>
            </p14:nvContentPartPr>
            <p14:xfrm>
              <a:off x="5352554" y="1016267"/>
              <a:ext cx="145177" cy="197258"/>
            </p14:xfrm>
          </p:contentPart>
        </mc:Choice>
        <mc:Fallback>
          <p:sp>
            <p:nvSpPr>
              <p:cNvPr id="1049286" name=""/>
              <p:cNvSpPr/>
              <p:nvPr/>
            </p:nvSpPr>
            <p:spPr>
              <a:xfrm>
                <a:off x="5352554" y="1016267"/>
                <a:ext cx="145177" cy="197258"/>
              </a:xfrm>
            </p:spPr>
          </p:sp>
        </mc:Fallback>
      </mc:AlternateContent>
      <mc:AlternateContent xmlns:mc="http://schemas.openxmlformats.org/markup-compatibility/2006">
        <mc:Choice xmlns:p14="http://schemas.microsoft.com/office/powerpoint/2010/main" Requires="p14">
          <p:contentPart p14:bwMode="auto" r:id="rId49">
            <p14:nvContentPartPr>
              <p14:cNvPr id="1049287" name=""/>
              <p14:cNvContentPartPr/>
              <p14:nvPr/>
            </p14:nvContentPartPr>
            <p14:xfrm>
              <a:off x="5422439" y="817499"/>
              <a:ext cx="21960" cy="72434"/>
            </p14:xfrm>
          </p:contentPart>
        </mc:Choice>
        <mc:Fallback>
          <p:sp>
            <p:nvSpPr>
              <p:cNvPr id="1049287" name=""/>
              <p:cNvSpPr/>
              <p:nvPr/>
            </p:nvSpPr>
            <p:spPr>
              <a:xfrm>
                <a:off x="5422439" y="817499"/>
                <a:ext cx="21960" cy="72434"/>
              </a:xfrm>
            </p:spPr>
          </p:sp>
        </mc:Fallback>
      </mc:AlternateContent>
      <mc:AlternateContent xmlns:mc="http://schemas.openxmlformats.org/markup-compatibility/2006">
        <mc:Choice xmlns:p14="http://schemas.microsoft.com/office/powerpoint/2010/main" Requires="p14">
          <p:contentPart p14:bwMode="auto" r:id="rId50">
            <p14:nvContentPartPr>
              <p14:cNvPr id="1049288" name=""/>
              <p14:cNvContentPartPr/>
              <p14:nvPr/>
            </p14:nvContentPartPr>
            <p14:xfrm>
              <a:off x="5595746" y="1148790"/>
              <a:ext cx="211461" cy="27109"/>
            </p14:xfrm>
          </p:contentPart>
        </mc:Choice>
        <mc:Fallback>
          <p:sp>
            <p:nvSpPr>
              <p:cNvPr id="1049288" name=""/>
              <p:cNvSpPr/>
              <p:nvPr/>
            </p:nvSpPr>
            <p:spPr>
              <a:xfrm>
                <a:off x="5595746" y="1148790"/>
                <a:ext cx="211461" cy="27109"/>
              </a:xfrm>
            </p:spPr>
          </p:sp>
        </mc:Fallback>
      </mc:AlternateContent>
      <mc:AlternateContent xmlns:mc="http://schemas.openxmlformats.org/markup-compatibility/2006">
        <mc:Choice xmlns:p14="http://schemas.microsoft.com/office/powerpoint/2010/main" Requires="p14">
          <p:contentPart p14:bwMode="auto" r:id="rId51">
            <p14:nvContentPartPr>
              <p14:cNvPr id="1049289" name=""/>
              <p14:cNvContentPartPr/>
              <p14:nvPr/>
            </p14:nvContentPartPr>
            <p14:xfrm>
              <a:off x="5671531" y="1074882"/>
              <a:ext cx="17318" cy="171629"/>
            </p14:xfrm>
          </p:contentPart>
        </mc:Choice>
        <mc:Fallback>
          <p:sp>
            <p:nvSpPr>
              <p:cNvPr id="1049289" name=""/>
              <p:cNvSpPr/>
              <p:nvPr/>
            </p:nvSpPr>
            <p:spPr>
              <a:xfrm>
                <a:off x="5671531" y="1074882"/>
                <a:ext cx="17318" cy="171629"/>
              </a:xfrm>
            </p:spPr>
          </p:sp>
        </mc:Fallback>
      </mc:AlternateContent>
      <mc:AlternateContent xmlns:mc="http://schemas.openxmlformats.org/markup-compatibility/2006">
        <mc:Choice xmlns:p14="http://schemas.microsoft.com/office/powerpoint/2010/main" Requires="p14">
          <p:contentPart p14:bwMode="auto" r:id="rId52">
            <p14:nvContentPartPr>
              <p14:cNvPr id="1049290" name=""/>
              <p14:cNvContentPartPr/>
              <p14:nvPr/>
            </p14:nvContentPartPr>
            <p14:xfrm>
              <a:off x="5903294" y="1011406"/>
              <a:ext cx="187640" cy="164014"/>
            </p14:xfrm>
          </p:contentPart>
        </mc:Choice>
        <mc:Fallback>
          <p:sp>
            <p:nvSpPr>
              <p:cNvPr id="1049290" name=""/>
              <p:cNvSpPr/>
              <p:nvPr/>
            </p:nvSpPr>
            <p:spPr>
              <a:xfrm>
                <a:off x="5903294" y="1011406"/>
                <a:ext cx="187640" cy="164014"/>
              </a:xfrm>
            </p:spPr>
          </p:sp>
        </mc:Fallback>
      </mc:AlternateContent>
      <mc:AlternateContent xmlns:mc="http://schemas.openxmlformats.org/markup-compatibility/2006">
        <mc:Choice xmlns:p14="http://schemas.microsoft.com/office/powerpoint/2010/main" Requires="p14">
          <p:contentPart p14:bwMode="auto" r:id="rId53">
            <p14:nvContentPartPr>
              <p14:cNvPr id="1049291" name=""/>
              <p14:cNvContentPartPr/>
              <p14:nvPr/>
            </p14:nvContentPartPr>
            <p14:xfrm>
              <a:off x="6144969" y="951129"/>
              <a:ext cx="149489" cy="222702"/>
            </p14:xfrm>
          </p:contentPart>
        </mc:Choice>
        <mc:Fallback>
          <p:sp>
            <p:nvSpPr>
              <p:cNvPr id="1049291" name=""/>
              <p:cNvSpPr/>
              <p:nvPr/>
            </p:nvSpPr>
            <p:spPr>
              <a:xfrm>
                <a:off x="6144969" y="951129"/>
                <a:ext cx="149489" cy="222702"/>
              </a:xfrm>
            </p:spPr>
          </p:sp>
        </mc:Fallback>
      </mc:AlternateContent>
      <mc:AlternateContent xmlns:mc="http://schemas.openxmlformats.org/markup-compatibility/2006">
        <mc:Choice xmlns:p14="http://schemas.microsoft.com/office/powerpoint/2010/main" Requires="p14">
          <p:contentPart p14:bwMode="auto" r:id="rId54">
            <p14:nvContentPartPr>
              <p14:cNvPr id="1049292" name=""/>
              <p14:cNvContentPartPr/>
              <p14:nvPr/>
            </p14:nvContentPartPr>
            <p14:xfrm>
              <a:off x="6210841" y="835866"/>
              <a:ext cx="14561" cy="86621"/>
            </p14:xfrm>
          </p:contentPart>
        </mc:Choice>
        <mc:Fallback>
          <p:sp>
            <p:nvSpPr>
              <p:cNvPr id="1049292" name=""/>
              <p:cNvSpPr/>
              <p:nvPr/>
            </p:nvSpPr>
            <p:spPr>
              <a:xfrm>
                <a:off x="6210841" y="835866"/>
                <a:ext cx="14561" cy="86621"/>
              </a:xfrm>
            </p:spPr>
          </p:sp>
        </mc:Fallback>
      </mc:AlternateContent>
      <mc:AlternateContent xmlns:mc="http://schemas.openxmlformats.org/markup-compatibility/2006">
        <mc:Choice xmlns:p14="http://schemas.microsoft.com/office/powerpoint/2010/main" Requires="p14">
          <p:contentPart p14:bwMode="auto" r:id="rId55">
            <p14:nvContentPartPr>
              <p14:cNvPr id="1049293" name=""/>
              <p14:cNvContentPartPr/>
              <p14:nvPr/>
            </p14:nvContentPartPr>
            <p14:xfrm>
              <a:off x="6282323" y="828171"/>
              <a:ext cx="21621" cy="87366"/>
            </p14:xfrm>
          </p:contentPart>
        </mc:Choice>
        <mc:Fallback>
          <p:sp>
            <p:nvSpPr>
              <p:cNvPr id="1049293" name=""/>
              <p:cNvSpPr/>
              <p:nvPr/>
            </p:nvSpPr>
            <p:spPr>
              <a:xfrm>
                <a:off x="6282323" y="828171"/>
                <a:ext cx="21621" cy="87366"/>
              </a:xfrm>
            </p:spPr>
          </p:sp>
        </mc:Fallback>
      </mc:AlternateContent>
      <mc:AlternateContent xmlns:mc="http://schemas.openxmlformats.org/markup-compatibility/2006">
        <mc:Choice xmlns:p14="http://schemas.microsoft.com/office/powerpoint/2010/main" Requires="p14">
          <p:contentPart p14:bwMode="auto" r:id="rId56">
            <p14:nvContentPartPr>
              <p14:cNvPr id="1049294" name=""/>
              <p14:cNvContentPartPr/>
              <p14:nvPr/>
            </p14:nvContentPartPr>
            <p14:xfrm>
              <a:off x="6199129" y="719956"/>
              <a:ext cx="166616" cy="566197"/>
            </p14:xfrm>
          </p:contentPart>
        </mc:Choice>
        <mc:Fallback>
          <p:sp>
            <p:nvSpPr>
              <p:cNvPr id="1049294" name=""/>
              <p:cNvSpPr/>
              <p:nvPr/>
            </p:nvSpPr>
            <p:spPr>
              <a:xfrm>
                <a:off x="6199129" y="719956"/>
                <a:ext cx="166616" cy="566197"/>
              </a:xfrm>
            </p:spPr>
          </p:sp>
        </mc:Fallback>
      </mc:AlternateContent>
      <mc:AlternateContent xmlns:mc="http://schemas.openxmlformats.org/markup-compatibility/2006">
        <mc:Choice xmlns:p14="http://schemas.microsoft.com/office/powerpoint/2010/main" Requires="p14">
          <p:contentPart p14:bwMode="auto" r:id="rId57">
            <p14:nvContentPartPr>
              <p14:cNvPr id="1049295" name=""/>
              <p14:cNvContentPartPr/>
              <p14:nvPr/>
            </p14:nvContentPartPr>
            <p14:xfrm>
              <a:off x="6422158" y="976769"/>
              <a:ext cx="139404" cy="150758"/>
            </p14:xfrm>
          </p:contentPart>
        </mc:Choice>
        <mc:Fallback>
          <p:sp>
            <p:nvSpPr>
              <p:cNvPr id="1049295" name=""/>
              <p:cNvSpPr/>
              <p:nvPr/>
            </p:nvSpPr>
            <p:spPr>
              <a:xfrm>
                <a:off x="6422158" y="976769"/>
                <a:ext cx="139404" cy="150758"/>
              </a:xfrm>
            </p:spPr>
          </p:sp>
        </mc:Fallback>
      </mc:AlternateContent>
      <mc:AlternateContent xmlns:mc="http://schemas.openxmlformats.org/markup-compatibility/2006">
        <mc:Choice xmlns:p14="http://schemas.microsoft.com/office/powerpoint/2010/main" Requires="p14">
          <p:contentPart p14:bwMode="auto" r:id="rId58">
            <p14:nvContentPartPr>
              <p14:cNvPr id="1049296" name=""/>
              <p14:cNvContentPartPr/>
              <p14:nvPr/>
            </p14:nvContentPartPr>
            <p14:xfrm>
              <a:off x="6619509" y="1015024"/>
              <a:ext cx="166564" cy="161345"/>
            </p14:xfrm>
          </p:contentPart>
        </mc:Choice>
        <mc:Fallback>
          <p:sp>
            <p:nvSpPr>
              <p:cNvPr id="1049296" name=""/>
              <p:cNvSpPr/>
              <p:nvPr/>
            </p:nvSpPr>
            <p:spPr>
              <a:xfrm>
                <a:off x="6619509" y="1015024"/>
                <a:ext cx="166564" cy="161345"/>
              </a:xfrm>
            </p:spPr>
          </p:sp>
        </mc:Fallback>
      </mc:AlternateContent>
      <mc:AlternateContent xmlns:mc="http://schemas.openxmlformats.org/markup-compatibility/2006">
        <mc:Choice xmlns:p14="http://schemas.microsoft.com/office/powerpoint/2010/main" Requires="p14">
          <p:contentPart p14:bwMode="auto" r:id="rId59">
            <p14:nvContentPartPr>
              <p14:cNvPr id="1049297" name=""/>
              <p14:cNvContentPartPr/>
              <p14:nvPr/>
            </p14:nvContentPartPr>
            <p14:xfrm>
              <a:off x="6439847" y="857404"/>
              <a:ext cx="223256" cy="14202"/>
            </p14:xfrm>
          </p:contentPart>
        </mc:Choice>
        <mc:Fallback>
          <p:sp>
            <p:nvSpPr>
              <p:cNvPr id="1049297" name=""/>
              <p:cNvSpPr/>
              <p:nvPr/>
            </p:nvSpPr>
            <p:spPr>
              <a:xfrm>
                <a:off x="6439847" y="857404"/>
                <a:ext cx="223256" cy="14202"/>
              </a:xfrm>
            </p:spPr>
          </p:sp>
        </mc:Fallback>
      </mc:AlternateContent>
      <mc:AlternateContent xmlns:mc="http://schemas.openxmlformats.org/markup-compatibility/2006">
        <mc:Choice xmlns:p14="http://schemas.microsoft.com/office/powerpoint/2010/main" Requires="p14">
          <p:contentPart p14:bwMode="auto" r:id="rId60">
            <p14:nvContentPartPr>
              <p14:cNvPr id="1049298" name=""/>
              <p14:cNvContentPartPr/>
              <p14:nvPr/>
            </p14:nvContentPartPr>
            <p14:xfrm>
              <a:off x="6597371" y="813776"/>
              <a:ext cx="83268" cy="118148"/>
            </p14:xfrm>
          </p:contentPart>
        </mc:Choice>
        <mc:Fallback>
          <p:sp>
            <p:nvSpPr>
              <p:cNvPr id="1049298" name=""/>
              <p:cNvSpPr/>
              <p:nvPr/>
            </p:nvSpPr>
            <p:spPr>
              <a:xfrm>
                <a:off x="6597371" y="813776"/>
                <a:ext cx="83268" cy="118148"/>
              </a:xfrm>
            </p:spPr>
          </p:sp>
        </mc:Fallback>
      </mc:AlternateContent>
      <mc:AlternateContent xmlns:mc="http://schemas.openxmlformats.org/markup-compatibility/2006">
        <mc:Choice xmlns:p14="http://schemas.microsoft.com/office/powerpoint/2010/main" Requires="p14">
          <p:contentPart p14:bwMode="auto" r:id="rId61">
            <p14:nvContentPartPr>
              <p14:cNvPr id="1049299" name=""/>
              <p14:cNvContentPartPr/>
              <p14:nvPr/>
            </p14:nvContentPartPr>
            <p14:xfrm>
              <a:off x="5131116" y="476362"/>
              <a:ext cx="1241120" cy="996881"/>
            </p14:xfrm>
          </p:contentPart>
        </mc:Choice>
        <mc:Fallback>
          <p:sp>
            <p:nvSpPr>
              <p:cNvPr id="1049299" name=""/>
              <p:cNvSpPr/>
              <p:nvPr/>
            </p:nvSpPr>
            <p:spPr>
              <a:xfrm>
                <a:off x="5131116" y="476362"/>
                <a:ext cx="1241120" cy="996881"/>
              </a:xfrm>
            </p:spPr>
          </p:sp>
        </mc:Fallback>
      </mc:AlternateContent>
      <mc:AlternateContent xmlns:mc="http://schemas.openxmlformats.org/markup-compatibility/2006">
        <mc:Choice xmlns:p14="http://schemas.microsoft.com/office/powerpoint/2010/main" Requires="p14">
          <p:contentPart p14:bwMode="auto" r:id="rId62">
            <p14:nvContentPartPr>
              <p14:cNvPr id="1049300" name=""/>
              <p14:cNvContentPartPr/>
              <p14:nvPr/>
            </p14:nvContentPartPr>
            <p14:xfrm>
              <a:off x="6182602" y="364629"/>
              <a:ext cx="298704" cy="174230"/>
            </p14:xfrm>
          </p:contentPart>
        </mc:Choice>
        <mc:Fallback>
          <p:sp>
            <p:nvSpPr>
              <p:cNvPr id="1049300" name=""/>
              <p:cNvSpPr/>
              <p:nvPr/>
            </p:nvSpPr>
            <p:spPr>
              <a:xfrm>
                <a:off x="6182602" y="364629"/>
                <a:ext cx="298704" cy="174230"/>
              </a:xfrm>
            </p:spPr>
          </p:sp>
        </mc:Fallback>
      </mc:AlternateContent>
      <mc:AlternateContent xmlns:mc="http://schemas.openxmlformats.org/markup-compatibility/2006">
        <mc:Choice xmlns:p14="http://schemas.microsoft.com/office/powerpoint/2010/main" Requires="p14">
          <p:contentPart p14:bwMode="auto" r:id="rId63">
            <p14:nvContentPartPr>
              <p14:cNvPr id="1049301" name=""/>
              <p14:cNvContentPartPr/>
              <p14:nvPr/>
            </p14:nvContentPartPr>
            <p14:xfrm>
              <a:off x="6534670" y="309240"/>
              <a:ext cx="277812" cy="216766"/>
            </p14:xfrm>
          </p:contentPart>
        </mc:Choice>
        <mc:Fallback>
          <p:sp>
            <p:nvSpPr>
              <p:cNvPr id="1049301" name=""/>
              <p:cNvSpPr/>
              <p:nvPr/>
            </p:nvSpPr>
            <p:spPr>
              <a:xfrm>
                <a:off x="6534670" y="309240"/>
                <a:ext cx="277812" cy="216766"/>
              </a:xfrm>
            </p:spPr>
          </p:sp>
        </mc:Fallback>
      </mc:AlternateContent>
      <mc:AlternateContent xmlns:mc="http://schemas.openxmlformats.org/markup-compatibility/2006">
        <mc:Choice xmlns:p14="http://schemas.microsoft.com/office/powerpoint/2010/main" Requires="p14">
          <p:contentPart p14:bwMode="auto" r:id="rId64">
            <p14:nvContentPartPr>
              <p14:cNvPr id="1049302" name=""/>
              <p14:cNvContentPartPr/>
              <p14:nvPr/>
            </p14:nvContentPartPr>
            <p14:xfrm>
              <a:off x="7039975" y="379177"/>
              <a:ext cx="215292" cy="927523"/>
            </p14:xfrm>
          </p:contentPart>
        </mc:Choice>
        <mc:Fallback>
          <p:sp>
            <p:nvSpPr>
              <p:cNvPr id="1049302" name=""/>
              <p:cNvSpPr/>
              <p:nvPr/>
            </p:nvSpPr>
            <p:spPr>
              <a:xfrm>
                <a:off x="7039975" y="379177"/>
                <a:ext cx="215292" cy="927523"/>
              </a:xfrm>
            </p:spPr>
          </p:sp>
        </mc:Fallback>
      </mc:AlternateContent>
      <mc:AlternateContent xmlns:mc="http://schemas.openxmlformats.org/markup-compatibility/2006">
        <mc:Choice xmlns:p14="http://schemas.microsoft.com/office/powerpoint/2010/main" Requires="p14">
          <p:contentPart p14:bwMode="auto" r:id="rId65">
            <p14:nvContentPartPr>
              <p14:cNvPr id="1049303" name=""/>
              <p14:cNvContentPartPr/>
              <p14:nvPr/>
            </p14:nvContentPartPr>
            <p14:xfrm>
              <a:off x="7415747" y="562661"/>
              <a:ext cx="465056" cy="662222"/>
            </p14:xfrm>
          </p:contentPart>
        </mc:Choice>
        <mc:Fallback>
          <p:sp>
            <p:nvSpPr>
              <p:cNvPr id="1049303" name=""/>
              <p:cNvSpPr/>
              <p:nvPr/>
            </p:nvSpPr>
            <p:spPr>
              <a:xfrm>
                <a:off x="7415747" y="562661"/>
                <a:ext cx="465056" cy="662222"/>
              </a:xfrm>
            </p:spPr>
          </p:sp>
        </mc:Fallback>
      </mc:AlternateContent>
      <mc:AlternateContent xmlns:mc="http://schemas.openxmlformats.org/markup-compatibility/2006">
        <mc:Choice xmlns:p14="http://schemas.microsoft.com/office/powerpoint/2010/main" Requires="p14">
          <p:contentPart p14:bwMode="auto" r:id="rId66">
            <p14:nvContentPartPr>
              <p14:cNvPr id="1049304" name=""/>
              <p14:cNvContentPartPr/>
              <p14:nvPr/>
            </p14:nvContentPartPr>
            <p14:xfrm>
              <a:off x="7864907" y="828171"/>
              <a:ext cx="241357" cy="183443"/>
            </p14:xfrm>
          </p:contentPart>
        </mc:Choice>
        <mc:Fallback>
          <p:sp>
            <p:nvSpPr>
              <p:cNvPr id="1049304" name=""/>
              <p:cNvSpPr/>
              <p:nvPr/>
            </p:nvSpPr>
            <p:spPr>
              <a:xfrm>
                <a:off x="7864907" y="828171"/>
                <a:ext cx="241357" cy="183443"/>
              </a:xfrm>
            </p:spPr>
          </p:sp>
        </mc:Fallback>
      </mc:AlternateContent>
      <mc:AlternateContent xmlns:mc="http://schemas.openxmlformats.org/markup-compatibility/2006">
        <mc:Choice xmlns:p14="http://schemas.microsoft.com/office/powerpoint/2010/main" Requires="p14">
          <p:contentPart p14:bwMode="auto" r:id="rId67">
            <p14:nvContentPartPr>
              <p14:cNvPr id="1049305" name=""/>
              <p14:cNvContentPartPr/>
              <p14:nvPr/>
            </p14:nvContentPartPr>
            <p14:xfrm>
              <a:off x="7610129" y="922487"/>
              <a:ext cx="78514" cy="26672"/>
            </p14:xfrm>
          </p:contentPart>
        </mc:Choice>
        <mc:Fallback>
          <p:sp>
            <p:nvSpPr>
              <p:cNvPr id="1049305" name=""/>
              <p:cNvSpPr/>
              <p:nvPr/>
            </p:nvSpPr>
            <p:spPr>
              <a:xfrm>
                <a:off x="7610129" y="922487"/>
                <a:ext cx="78514" cy="26672"/>
              </a:xfrm>
            </p:spPr>
          </p:sp>
        </mc:Fallback>
      </mc:AlternateContent>
      <mc:AlternateContent xmlns:mc="http://schemas.openxmlformats.org/markup-compatibility/2006">
        <mc:Choice xmlns:p14="http://schemas.microsoft.com/office/powerpoint/2010/main" Requires="p14">
          <p:contentPart p14:bwMode="auto" r:id="rId68">
            <p14:nvContentPartPr>
              <p14:cNvPr id="1049306" name=""/>
              <p14:cNvContentPartPr/>
              <p14:nvPr/>
            </p14:nvContentPartPr>
            <p14:xfrm>
              <a:off x="8272964" y="799628"/>
              <a:ext cx="518443" cy="164900"/>
            </p14:xfrm>
          </p:contentPart>
        </mc:Choice>
        <mc:Fallback>
          <p:sp>
            <p:nvSpPr>
              <p:cNvPr id="1049306" name=""/>
              <p:cNvSpPr/>
              <p:nvPr/>
            </p:nvSpPr>
            <p:spPr>
              <a:xfrm>
                <a:off x="8272964" y="799628"/>
                <a:ext cx="518443" cy="164900"/>
              </a:xfrm>
            </p:spPr>
          </p:sp>
        </mc:Fallback>
      </mc:AlternateContent>
      <mc:AlternateContent xmlns:mc="http://schemas.openxmlformats.org/markup-compatibility/2006">
        <mc:Choice xmlns:p14="http://schemas.microsoft.com/office/powerpoint/2010/main" Requires="p14">
          <p:contentPart p14:bwMode="auto" r:id="rId69">
            <p14:nvContentPartPr>
              <p14:cNvPr id="1049307" name=""/>
              <p14:cNvContentPartPr/>
              <p14:nvPr/>
            </p14:nvContentPartPr>
            <p14:xfrm>
              <a:off x="8881244" y="524374"/>
              <a:ext cx="274744" cy="427986"/>
            </p14:xfrm>
          </p:contentPart>
        </mc:Choice>
        <mc:Fallback>
          <p:sp>
            <p:nvSpPr>
              <p:cNvPr id="1049307" name=""/>
              <p:cNvSpPr/>
              <p:nvPr/>
            </p:nvSpPr>
            <p:spPr>
              <a:xfrm>
                <a:off x="8881244" y="524374"/>
                <a:ext cx="274744" cy="427986"/>
              </a:xfrm>
            </p:spPr>
          </p:sp>
        </mc:Fallback>
      </mc:AlternateContent>
      <mc:AlternateContent xmlns:mc="http://schemas.openxmlformats.org/markup-compatibility/2006">
        <mc:Choice xmlns:p14="http://schemas.microsoft.com/office/powerpoint/2010/main" Requires="p14">
          <p:contentPart p14:bwMode="auto" r:id="rId70">
            <p14:nvContentPartPr>
              <p14:cNvPr id="1049308" name=""/>
              <p14:cNvContentPartPr/>
              <p14:nvPr/>
            </p14:nvContentPartPr>
            <p14:xfrm>
              <a:off x="8800065" y="653735"/>
              <a:ext cx="252510" cy="44131"/>
            </p14:xfrm>
          </p:contentPart>
        </mc:Choice>
        <mc:Fallback>
          <p:sp>
            <p:nvSpPr>
              <p:cNvPr id="1049308" name=""/>
              <p:cNvSpPr/>
              <p:nvPr/>
            </p:nvSpPr>
            <p:spPr>
              <a:xfrm>
                <a:off x="8800065" y="653735"/>
                <a:ext cx="252510" cy="44131"/>
              </a:xfrm>
            </p:spPr>
          </p:sp>
        </mc:Fallback>
      </mc:AlternateContent>
      <mc:AlternateContent xmlns:mc="http://schemas.openxmlformats.org/markup-compatibility/2006">
        <mc:Choice xmlns:p14="http://schemas.microsoft.com/office/powerpoint/2010/main" Requires="p14">
          <p:contentPart p14:bwMode="auto" r:id="rId71">
            <p14:nvContentPartPr>
              <p14:cNvPr id="1049309" name=""/>
              <p14:cNvContentPartPr/>
              <p14:nvPr/>
            </p14:nvContentPartPr>
            <p14:xfrm>
              <a:off x="9153885" y="517504"/>
              <a:ext cx="445158" cy="419011"/>
            </p14:xfrm>
          </p:contentPart>
        </mc:Choice>
        <mc:Fallback>
          <p:sp>
            <p:nvSpPr>
              <p:cNvPr id="1049309" name=""/>
              <p:cNvSpPr/>
              <p:nvPr/>
            </p:nvSpPr>
            <p:spPr>
              <a:xfrm>
                <a:off x="9153885" y="517504"/>
                <a:ext cx="445158" cy="419011"/>
              </a:xfrm>
            </p:spPr>
          </p:sp>
        </mc:Fallback>
      </mc:AlternateContent>
      <mc:AlternateContent xmlns:mc="http://schemas.openxmlformats.org/markup-compatibility/2006">
        <mc:Choice xmlns:p14="http://schemas.microsoft.com/office/powerpoint/2010/main" Requires="p14">
          <p:contentPart p14:bwMode="auto" r:id="rId72">
            <p14:nvContentPartPr>
              <p14:cNvPr id="1049310" name=""/>
              <p14:cNvContentPartPr/>
              <p14:nvPr/>
            </p14:nvContentPartPr>
            <p14:xfrm>
              <a:off x="9714692" y="524374"/>
              <a:ext cx="150979" cy="486555"/>
            </p14:xfrm>
          </p:contentPart>
        </mc:Choice>
        <mc:Fallback>
          <p:sp>
            <p:nvSpPr>
              <p:cNvPr id="1049310" name=""/>
              <p:cNvSpPr/>
              <p:nvPr/>
            </p:nvSpPr>
            <p:spPr>
              <a:xfrm>
                <a:off x="9714692" y="524374"/>
                <a:ext cx="150979" cy="486555"/>
              </a:xfrm>
            </p:spPr>
          </p:sp>
        </mc:Fallback>
      </mc:AlternateContent>
      <mc:AlternateContent xmlns:mc="http://schemas.openxmlformats.org/markup-compatibility/2006">
        <mc:Choice xmlns:p14="http://schemas.microsoft.com/office/powerpoint/2010/main" Requires="p14">
          <p:contentPart p14:bwMode="auto" r:id="rId73">
            <p14:nvContentPartPr>
              <p14:cNvPr id="1049311" name=""/>
              <p14:cNvContentPartPr/>
              <p14:nvPr/>
            </p14:nvContentPartPr>
            <p14:xfrm>
              <a:off x="9828356" y="531324"/>
              <a:ext cx="108796" cy="445483"/>
            </p14:xfrm>
          </p:contentPart>
        </mc:Choice>
        <mc:Fallback>
          <p:sp>
            <p:nvSpPr>
              <p:cNvPr id="1049311" name=""/>
              <p:cNvSpPr/>
              <p:nvPr/>
            </p:nvSpPr>
            <p:spPr>
              <a:xfrm>
                <a:off x="9828356" y="531324"/>
                <a:ext cx="108796" cy="445483"/>
              </a:xfrm>
            </p:spPr>
          </p:sp>
        </mc:Fallback>
      </mc:AlternateContent>
      <mc:AlternateContent xmlns:mc="http://schemas.openxmlformats.org/markup-compatibility/2006">
        <mc:Choice xmlns:p14="http://schemas.microsoft.com/office/powerpoint/2010/main" Requires="p14">
          <p:contentPart p14:bwMode="auto" r:id="rId74">
            <p14:nvContentPartPr>
              <p14:cNvPr id="1049312" name=""/>
              <p14:cNvContentPartPr/>
              <p14:nvPr/>
            </p14:nvContentPartPr>
            <p14:xfrm>
              <a:off x="9972068" y="686697"/>
              <a:ext cx="392956" cy="319868"/>
            </p14:xfrm>
          </p:contentPart>
        </mc:Choice>
        <mc:Fallback>
          <p:sp>
            <p:nvSpPr>
              <p:cNvPr id="1049312" name=""/>
              <p:cNvSpPr/>
              <p:nvPr/>
            </p:nvSpPr>
            <p:spPr>
              <a:xfrm>
                <a:off x="9972068" y="686697"/>
                <a:ext cx="392956" cy="319868"/>
              </a:xfrm>
            </p:spPr>
          </p:sp>
        </mc:Fallback>
      </mc:AlternateContent>
      <mc:AlternateContent xmlns:mc="http://schemas.openxmlformats.org/markup-compatibility/2006">
        <mc:Choice xmlns:p14="http://schemas.microsoft.com/office/powerpoint/2010/main" Requires="p14">
          <p:contentPart p14:bwMode="auto" r:id="rId75">
            <p14:nvContentPartPr>
              <p14:cNvPr id="1049313" name=""/>
              <p14:cNvContentPartPr/>
              <p14:nvPr/>
            </p14:nvContentPartPr>
            <p14:xfrm>
              <a:off x="10015694" y="566443"/>
              <a:ext cx="271740" cy="37603"/>
            </p14:xfrm>
          </p:contentPart>
        </mc:Choice>
        <mc:Fallback>
          <p:sp>
            <p:nvSpPr>
              <p:cNvPr id="1049313" name=""/>
              <p:cNvSpPr/>
              <p:nvPr/>
            </p:nvSpPr>
            <p:spPr>
              <a:xfrm>
                <a:off x="10015694" y="566443"/>
                <a:ext cx="271740" cy="37603"/>
              </a:xfrm>
            </p:spPr>
          </p:sp>
        </mc:Fallback>
      </mc:AlternateContent>
      <mc:AlternateContent xmlns:mc="http://schemas.openxmlformats.org/markup-compatibility/2006">
        <mc:Choice xmlns:p14="http://schemas.microsoft.com/office/powerpoint/2010/main" Requires="p14">
          <p:contentPart p14:bwMode="auto" r:id="rId76">
            <p14:nvContentPartPr>
              <p14:cNvPr id="1049314" name=""/>
              <p14:cNvContentPartPr/>
              <p14:nvPr/>
            </p14:nvContentPartPr>
            <p14:xfrm>
              <a:off x="10173218" y="538522"/>
              <a:ext cx="90852" cy="130050"/>
            </p14:xfrm>
          </p:contentPart>
        </mc:Choice>
        <mc:Fallback>
          <p:sp>
            <p:nvSpPr>
              <p:cNvPr id="1049314" name=""/>
              <p:cNvSpPr/>
              <p:nvPr/>
            </p:nvSpPr>
            <p:spPr>
              <a:xfrm>
                <a:off x="10173218" y="538522"/>
                <a:ext cx="90852" cy="130050"/>
              </a:xfrm>
            </p:spPr>
          </p:sp>
        </mc:Fallback>
      </mc:AlternateContent>
      <mc:AlternateContent xmlns:mc="http://schemas.openxmlformats.org/markup-compatibility/2006">
        <mc:Choice xmlns:p14="http://schemas.microsoft.com/office/powerpoint/2010/main" Requires="p14">
          <p:contentPart p14:bwMode="auto" r:id="rId77">
            <p14:nvContentPartPr>
              <p14:cNvPr id="1049315" name=""/>
              <p14:cNvContentPartPr/>
              <p14:nvPr/>
            </p14:nvContentPartPr>
            <p14:xfrm>
              <a:off x="10180278" y="458850"/>
              <a:ext cx="348998" cy="724247"/>
            </p14:xfrm>
          </p:contentPart>
        </mc:Choice>
        <mc:Fallback>
          <p:sp>
            <p:nvSpPr>
              <p:cNvPr id="1049315" name=""/>
              <p:cNvSpPr/>
              <p:nvPr/>
            </p:nvSpPr>
            <p:spPr>
              <a:xfrm>
                <a:off x="10180278" y="458850"/>
                <a:ext cx="348998" cy="724247"/>
              </a:xfrm>
            </p:spPr>
          </p:sp>
        </mc:Fallback>
      </mc:AlternateContent>
      <mc:AlternateContent xmlns:mc="http://schemas.openxmlformats.org/markup-compatibility/2006">
        <mc:Choice xmlns:p14="http://schemas.microsoft.com/office/powerpoint/2010/main" Requires="p14">
          <p:contentPart p14:bwMode="auto" r:id="rId78">
            <p14:nvContentPartPr>
              <p14:cNvPr id="1049316" name=""/>
              <p14:cNvContentPartPr/>
              <p14:nvPr/>
            </p14:nvContentPartPr>
            <p14:xfrm>
              <a:off x="689988" y="2400271"/>
              <a:ext cx="192823" cy="303224"/>
            </p14:xfrm>
          </p:contentPart>
        </mc:Choice>
        <mc:Fallback>
          <p:sp>
            <p:nvSpPr>
              <p:cNvPr id="1049316" name=""/>
              <p:cNvSpPr/>
              <p:nvPr/>
            </p:nvSpPr>
            <p:spPr>
              <a:xfrm>
                <a:off x="689988" y="2400271"/>
                <a:ext cx="192823" cy="303224"/>
              </a:xfrm>
            </p:spPr>
          </p:sp>
        </mc:Fallback>
      </mc:AlternateContent>
      <mc:AlternateContent xmlns:mc="http://schemas.openxmlformats.org/markup-compatibility/2006">
        <mc:Choice xmlns:p14="http://schemas.microsoft.com/office/powerpoint/2010/main" Requires="p14">
          <p:contentPart p14:bwMode="auto" r:id="rId79">
            <p14:nvContentPartPr>
              <p14:cNvPr id="1049317" name=""/>
              <p14:cNvContentPartPr/>
              <p14:nvPr/>
            </p14:nvContentPartPr>
            <p14:xfrm>
              <a:off x="783611" y="2197243"/>
              <a:ext cx="13599" cy="112566"/>
            </p14:xfrm>
          </p:contentPart>
        </mc:Choice>
        <mc:Fallback>
          <p:sp>
            <p:nvSpPr>
              <p:cNvPr id="1049317" name=""/>
              <p:cNvSpPr/>
              <p:nvPr/>
            </p:nvSpPr>
            <p:spPr>
              <a:xfrm>
                <a:off x="783611" y="2197243"/>
                <a:ext cx="13599" cy="112566"/>
              </a:xfrm>
            </p:spPr>
          </p:sp>
        </mc:Fallback>
      </mc:AlternateContent>
      <mc:AlternateContent xmlns:mc="http://schemas.openxmlformats.org/markup-compatibility/2006">
        <mc:Choice xmlns:p14="http://schemas.microsoft.com/office/powerpoint/2010/main" Requires="p14">
          <p:contentPart p14:bwMode="auto" r:id="rId80">
            <p14:nvContentPartPr>
              <p14:cNvPr id="1049318" name=""/>
              <p14:cNvContentPartPr/>
              <p14:nvPr/>
            </p14:nvContentPartPr>
            <p14:xfrm>
              <a:off x="1033277" y="2505463"/>
              <a:ext cx="148898" cy="6248"/>
            </p14:xfrm>
          </p:contentPart>
        </mc:Choice>
        <mc:Fallback>
          <p:sp>
            <p:nvSpPr>
              <p:cNvPr id="1049318" name=""/>
              <p:cNvSpPr/>
              <p:nvPr/>
            </p:nvSpPr>
            <p:spPr>
              <a:xfrm>
                <a:off x="1033277" y="2505463"/>
                <a:ext cx="148898" cy="6248"/>
              </a:xfrm>
            </p:spPr>
          </p:sp>
        </mc:Fallback>
      </mc:AlternateContent>
      <mc:AlternateContent xmlns:mc="http://schemas.openxmlformats.org/markup-compatibility/2006">
        <mc:Choice xmlns:p14="http://schemas.microsoft.com/office/powerpoint/2010/main" Requires="p14">
          <p:contentPart p14:bwMode="auto" r:id="rId81">
            <p14:nvContentPartPr>
              <p14:cNvPr id="1049319" name=""/>
              <p14:cNvContentPartPr/>
              <p14:nvPr/>
            </p14:nvContentPartPr>
            <p14:xfrm>
              <a:off x="1026217" y="2617386"/>
              <a:ext cx="196385" cy="22149"/>
            </p14:xfrm>
          </p:contentPart>
        </mc:Choice>
        <mc:Fallback>
          <p:sp>
            <p:nvSpPr>
              <p:cNvPr id="1049319" name=""/>
              <p:cNvSpPr/>
              <p:nvPr/>
            </p:nvSpPr>
            <p:spPr>
              <a:xfrm>
                <a:off x="1026217" y="2617386"/>
                <a:ext cx="196385" cy="22149"/>
              </a:xfrm>
            </p:spPr>
          </p:sp>
        </mc:Fallback>
      </mc:AlternateContent>
      <mc:AlternateContent xmlns:mc="http://schemas.openxmlformats.org/markup-compatibility/2006">
        <mc:Choice xmlns:p14="http://schemas.microsoft.com/office/powerpoint/2010/main" Requires="p14">
          <p:contentPart p14:bwMode="auto" r:id="rId82">
            <p14:nvContentPartPr>
              <p14:cNvPr id="1049320" name=""/>
              <p14:cNvContentPartPr/>
              <p14:nvPr/>
            </p14:nvContentPartPr>
            <p14:xfrm>
              <a:off x="1312143" y="2494339"/>
              <a:ext cx="285926" cy="36485"/>
            </p14:xfrm>
          </p:contentPart>
        </mc:Choice>
        <mc:Fallback>
          <p:sp>
            <p:nvSpPr>
              <p:cNvPr id="1049320" name=""/>
              <p:cNvSpPr/>
              <p:nvPr/>
            </p:nvSpPr>
            <p:spPr>
              <a:xfrm>
                <a:off x="1312143" y="2494339"/>
                <a:ext cx="285926" cy="36485"/>
              </a:xfrm>
            </p:spPr>
          </p:sp>
        </mc:Fallback>
      </mc:AlternateContent>
      <mc:AlternateContent xmlns:mc="http://schemas.openxmlformats.org/markup-compatibility/2006">
        <mc:Choice xmlns:p14="http://schemas.microsoft.com/office/powerpoint/2010/main" Requires="p14">
          <p:contentPart p14:bwMode="auto" r:id="rId83">
            <p14:nvContentPartPr>
              <p14:cNvPr id="1049321" name=""/>
              <p14:cNvContentPartPr/>
              <p14:nvPr/>
            </p14:nvContentPartPr>
            <p14:xfrm>
              <a:off x="1643777" y="2289086"/>
              <a:ext cx="276401" cy="243626"/>
            </p14:xfrm>
          </p:contentPart>
        </mc:Choice>
        <mc:Fallback>
          <p:sp>
            <p:nvSpPr>
              <p:cNvPr id="1049321" name=""/>
              <p:cNvSpPr/>
              <p:nvPr/>
            </p:nvSpPr>
            <p:spPr>
              <a:xfrm>
                <a:off x="1643777" y="2289086"/>
                <a:ext cx="276401" cy="243626"/>
              </a:xfrm>
            </p:spPr>
          </p:sp>
        </mc:Fallback>
      </mc:AlternateContent>
      <mc:AlternateContent xmlns:mc="http://schemas.openxmlformats.org/markup-compatibility/2006">
        <mc:Choice xmlns:p14="http://schemas.microsoft.com/office/powerpoint/2010/main" Requires="p14">
          <p:contentPart p14:bwMode="auto" r:id="rId84">
            <p14:nvContentPartPr>
              <p14:cNvPr id="1049322" name=""/>
              <p14:cNvContentPartPr/>
              <p14:nvPr/>
            </p14:nvContentPartPr>
            <p14:xfrm>
              <a:off x="2123125" y="2164079"/>
              <a:ext cx="397587" cy="300317"/>
            </p14:xfrm>
          </p:contentPart>
        </mc:Choice>
        <mc:Fallback>
          <p:sp>
            <p:nvSpPr>
              <p:cNvPr id="1049322" name=""/>
              <p:cNvSpPr/>
              <p:nvPr/>
            </p:nvSpPr>
            <p:spPr>
              <a:xfrm>
                <a:off x="2123125" y="2164079"/>
                <a:ext cx="397587" cy="300317"/>
              </a:xfrm>
            </p:spPr>
          </p:sp>
        </mc:Fallback>
      </mc:AlternateContent>
      <mc:AlternateContent xmlns:mc="http://schemas.openxmlformats.org/markup-compatibility/2006">
        <mc:Choice xmlns:p14="http://schemas.microsoft.com/office/powerpoint/2010/main" Requires="p14">
          <p:contentPart p14:bwMode="auto" r:id="rId85">
            <p14:nvContentPartPr>
              <p14:cNvPr id="1049323" name=""/>
              <p14:cNvContentPartPr/>
              <p14:nvPr/>
            </p14:nvContentPartPr>
            <p14:xfrm>
              <a:off x="2105943" y="2476220"/>
              <a:ext cx="525756" cy="32514"/>
            </p14:xfrm>
          </p:contentPart>
        </mc:Choice>
        <mc:Fallback>
          <p:sp>
            <p:nvSpPr>
              <p:cNvPr id="1049323" name=""/>
              <p:cNvSpPr/>
              <p:nvPr/>
            </p:nvSpPr>
            <p:spPr>
              <a:xfrm>
                <a:off x="2105943" y="2476220"/>
                <a:ext cx="525756" cy="32514"/>
              </a:xfrm>
            </p:spPr>
          </p:sp>
        </mc:Fallback>
      </mc:AlternateContent>
      <mc:AlternateContent xmlns:mc="http://schemas.openxmlformats.org/markup-compatibility/2006">
        <mc:Choice xmlns:p14="http://schemas.microsoft.com/office/powerpoint/2010/main" Requires="p14">
          <p:contentPart p14:bwMode="auto" r:id="rId86">
            <p14:nvContentPartPr>
              <p14:cNvPr id="1049324" name=""/>
              <p14:cNvContentPartPr/>
              <p14:nvPr/>
            </p14:nvContentPartPr>
            <p14:xfrm>
              <a:off x="2177690" y="2559863"/>
              <a:ext cx="337452" cy="276015"/>
            </p14:xfrm>
          </p:contentPart>
        </mc:Choice>
        <mc:Fallback>
          <p:sp>
            <p:nvSpPr>
              <p:cNvPr id="1049324" name=""/>
              <p:cNvSpPr/>
              <p:nvPr/>
            </p:nvSpPr>
            <p:spPr>
              <a:xfrm>
                <a:off x="2177690" y="2559863"/>
                <a:ext cx="337452" cy="276015"/>
              </a:xfrm>
            </p:spPr>
          </p:sp>
        </mc:Fallback>
      </mc:AlternateContent>
      <mc:AlternateContent xmlns:mc="http://schemas.openxmlformats.org/markup-compatibility/2006">
        <mc:Choice xmlns:p14="http://schemas.microsoft.com/office/powerpoint/2010/main" Requires="p14">
          <p:contentPart p14:bwMode="auto" r:id="rId87">
            <p14:nvContentPartPr>
              <p14:cNvPr id="1049325" name=""/>
              <p14:cNvContentPartPr/>
              <p14:nvPr/>
            </p14:nvContentPartPr>
            <p14:xfrm>
              <a:off x="3057266" y="2402927"/>
              <a:ext cx="342009" cy="27144"/>
            </p14:xfrm>
          </p:contentPart>
        </mc:Choice>
        <mc:Fallback>
          <p:sp>
            <p:nvSpPr>
              <p:cNvPr id="1049325" name=""/>
              <p:cNvSpPr/>
              <p:nvPr/>
            </p:nvSpPr>
            <p:spPr>
              <a:xfrm>
                <a:off x="3057266" y="2402927"/>
                <a:ext cx="342009" cy="27144"/>
              </a:xfrm>
            </p:spPr>
          </p:sp>
        </mc:Fallback>
      </mc:AlternateContent>
      <mc:AlternateContent xmlns:mc="http://schemas.openxmlformats.org/markup-compatibility/2006">
        <mc:Choice xmlns:p14="http://schemas.microsoft.com/office/powerpoint/2010/main" Requires="p14">
          <p:contentPart p14:bwMode="auto" r:id="rId88">
            <p14:nvContentPartPr>
              <p14:cNvPr id="1049326" name=""/>
              <p14:cNvContentPartPr/>
              <p14:nvPr/>
            </p14:nvContentPartPr>
            <p14:xfrm>
              <a:off x="3264651" y="2320599"/>
              <a:ext cx="112465" cy="191386"/>
            </p14:xfrm>
          </p:contentPart>
        </mc:Choice>
        <mc:Fallback>
          <p:sp>
            <p:nvSpPr>
              <p:cNvPr id="1049326" name=""/>
              <p:cNvSpPr/>
              <p:nvPr/>
            </p:nvSpPr>
            <p:spPr>
              <a:xfrm>
                <a:off x="3264651" y="2320599"/>
                <a:ext cx="112465" cy="191386"/>
              </a:xfrm>
            </p:spPr>
          </p:sp>
        </mc:Fallback>
      </mc:AlternateContent>
      <mc:AlternateContent xmlns:mc="http://schemas.openxmlformats.org/markup-compatibility/2006">
        <mc:Choice xmlns:p14="http://schemas.microsoft.com/office/powerpoint/2010/main" Requires="p14">
          <p:contentPart p14:bwMode="auto" r:id="rId89">
            <p14:nvContentPartPr>
              <p14:cNvPr id="1049327" name=""/>
              <p14:cNvContentPartPr/>
              <p14:nvPr/>
            </p14:nvContentPartPr>
            <p14:xfrm>
              <a:off x="3679421" y="2276243"/>
              <a:ext cx="178704" cy="224340"/>
            </p14:xfrm>
          </p:contentPart>
        </mc:Choice>
        <mc:Fallback>
          <p:sp>
            <p:nvSpPr>
              <p:cNvPr id="1049327" name=""/>
              <p:cNvSpPr/>
              <p:nvPr/>
            </p:nvSpPr>
            <p:spPr>
              <a:xfrm>
                <a:off x="3679421" y="2276243"/>
                <a:ext cx="178704" cy="224340"/>
              </a:xfrm>
            </p:spPr>
          </p:sp>
        </mc:Fallback>
      </mc:AlternateContent>
      <mc:AlternateContent xmlns:mc="http://schemas.openxmlformats.org/markup-compatibility/2006">
        <mc:Choice xmlns:p14="http://schemas.microsoft.com/office/powerpoint/2010/main" Requires="p14">
          <p:contentPart p14:bwMode="auto" r:id="rId90">
            <p14:nvContentPartPr>
              <p14:cNvPr id="1049328" name=""/>
              <p14:cNvContentPartPr/>
              <p14:nvPr/>
            </p14:nvContentPartPr>
            <p14:xfrm>
              <a:off x="3740312" y="2081334"/>
              <a:ext cx="17650" cy="76693"/>
            </p14:xfrm>
          </p:contentPart>
        </mc:Choice>
        <mc:Fallback>
          <p:sp>
            <p:nvSpPr>
              <p:cNvPr id="1049328" name=""/>
              <p:cNvSpPr/>
              <p:nvPr/>
            </p:nvSpPr>
            <p:spPr>
              <a:xfrm>
                <a:off x="3740312" y="2081334"/>
                <a:ext cx="17650" cy="76693"/>
              </a:xfrm>
            </p:spPr>
          </p:sp>
        </mc:Fallback>
      </mc:AlternateContent>
      <mc:AlternateContent xmlns:mc="http://schemas.openxmlformats.org/markup-compatibility/2006">
        <mc:Choice xmlns:p14="http://schemas.microsoft.com/office/powerpoint/2010/main" Requires="p14">
          <p:contentPart p14:bwMode="auto" r:id="rId91">
            <p14:nvContentPartPr>
              <p14:cNvPr id="1049329" name=""/>
              <p14:cNvContentPartPr/>
              <p14:nvPr/>
            </p14:nvContentPartPr>
            <p14:xfrm>
              <a:off x="3831302" y="2088780"/>
              <a:ext cx="5201" cy="32674"/>
            </p14:xfrm>
          </p:contentPart>
        </mc:Choice>
        <mc:Fallback>
          <p:sp>
            <p:nvSpPr>
              <p:cNvPr id="1049329" name=""/>
              <p:cNvSpPr/>
              <p:nvPr/>
            </p:nvSpPr>
            <p:spPr>
              <a:xfrm>
                <a:off x="3831302" y="2088780"/>
                <a:ext cx="5201" cy="32674"/>
              </a:xfrm>
            </p:spPr>
          </p:sp>
        </mc:Fallback>
      </mc:AlternateContent>
      <mc:AlternateContent xmlns:mc="http://schemas.openxmlformats.org/markup-compatibility/2006">
        <mc:Choice xmlns:p14="http://schemas.microsoft.com/office/powerpoint/2010/main" Requires="p14">
          <p:contentPart p14:bwMode="auto" r:id="rId92">
            <p14:nvContentPartPr>
              <p14:cNvPr id="1049330" name=""/>
              <p14:cNvContentPartPr/>
              <p14:nvPr/>
            </p14:nvContentPartPr>
            <p14:xfrm>
              <a:off x="4001088" y="2349624"/>
              <a:ext cx="251946" cy="14657"/>
            </p14:xfrm>
          </p:contentPart>
        </mc:Choice>
        <mc:Fallback>
          <p:sp>
            <p:nvSpPr>
              <p:cNvPr id="1049330" name=""/>
              <p:cNvSpPr/>
              <p:nvPr/>
            </p:nvSpPr>
            <p:spPr>
              <a:xfrm>
                <a:off x="4001088" y="2349624"/>
                <a:ext cx="251946" cy="14657"/>
              </a:xfrm>
            </p:spPr>
          </p:sp>
        </mc:Fallback>
      </mc:AlternateContent>
      <mc:AlternateContent xmlns:mc="http://schemas.openxmlformats.org/markup-compatibility/2006">
        <mc:Choice xmlns:p14="http://schemas.microsoft.com/office/powerpoint/2010/main" Requires="p14">
          <p:contentPart p14:bwMode="auto" r:id="rId93">
            <p14:nvContentPartPr>
              <p14:cNvPr id="1049331" name=""/>
              <p14:cNvContentPartPr/>
              <p14:nvPr/>
            </p14:nvContentPartPr>
            <p14:xfrm>
              <a:off x="4015649" y="2450904"/>
              <a:ext cx="185764" cy="22089"/>
            </p14:xfrm>
          </p:contentPart>
        </mc:Choice>
        <mc:Fallback>
          <p:sp>
            <p:nvSpPr>
              <p:cNvPr id="1049331" name=""/>
              <p:cNvSpPr/>
              <p:nvPr/>
            </p:nvSpPr>
            <p:spPr>
              <a:xfrm>
                <a:off x="4015649" y="2450904"/>
                <a:ext cx="185764" cy="22089"/>
              </a:xfrm>
            </p:spPr>
          </p:sp>
        </mc:Fallback>
      </mc:AlternateContent>
      <mc:AlternateContent xmlns:mc="http://schemas.openxmlformats.org/markup-compatibility/2006">
        <mc:Choice xmlns:p14="http://schemas.microsoft.com/office/powerpoint/2010/main" Requires="p14">
          <p:contentPart p14:bwMode="auto" r:id="rId94">
            <p14:nvContentPartPr>
              <p14:cNvPr id="1049332" name=""/>
              <p14:cNvContentPartPr/>
              <p14:nvPr/>
            </p14:nvContentPartPr>
            <p14:xfrm>
              <a:off x="3796816" y="2095977"/>
              <a:ext cx="18508" cy="72939"/>
            </p14:xfrm>
          </p:contentPart>
        </mc:Choice>
        <mc:Fallback>
          <p:sp>
            <p:nvSpPr>
              <p:cNvPr id="1049332" name=""/>
              <p:cNvSpPr/>
              <p:nvPr/>
            </p:nvSpPr>
            <p:spPr>
              <a:xfrm>
                <a:off x="3796816" y="2095977"/>
                <a:ext cx="18508" cy="72939"/>
              </a:xfrm>
            </p:spPr>
          </p:sp>
        </mc:Fallback>
      </mc:AlternateContent>
      <mc:AlternateContent xmlns:mc="http://schemas.openxmlformats.org/markup-compatibility/2006">
        <mc:Choice xmlns:p14="http://schemas.microsoft.com/office/powerpoint/2010/main" Requires="p14">
          <p:contentPart p14:bwMode="auto" r:id="rId95">
            <p14:nvContentPartPr>
              <p14:cNvPr id="1049333" name=""/>
              <p14:cNvContentPartPr/>
              <p14:nvPr/>
            </p14:nvContentPartPr>
            <p14:xfrm>
              <a:off x="4481896" y="2065793"/>
              <a:ext cx="155124" cy="300880"/>
            </p14:xfrm>
          </p:contentPart>
        </mc:Choice>
        <mc:Fallback>
          <p:sp>
            <p:nvSpPr>
              <p:cNvPr id="1049333" name=""/>
              <p:cNvSpPr/>
              <p:nvPr/>
            </p:nvSpPr>
            <p:spPr>
              <a:xfrm>
                <a:off x="4481896" y="2065793"/>
                <a:ext cx="155124" cy="300880"/>
              </a:xfrm>
            </p:spPr>
          </p:sp>
        </mc:Fallback>
      </mc:AlternateContent>
      <mc:AlternateContent xmlns:mc="http://schemas.openxmlformats.org/markup-compatibility/2006">
        <mc:Choice xmlns:p14="http://schemas.microsoft.com/office/powerpoint/2010/main" Requires="p14">
          <p:contentPart p14:bwMode="auto" r:id="rId96">
            <p14:nvContentPartPr>
              <p14:cNvPr id="1049334" name=""/>
              <p14:cNvContentPartPr/>
              <p14:nvPr/>
            </p14:nvContentPartPr>
            <p14:xfrm>
              <a:off x="4401738" y="2437178"/>
              <a:ext cx="308665" cy="35815"/>
            </p14:xfrm>
          </p:contentPart>
        </mc:Choice>
        <mc:Fallback>
          <p:sp>
            <p:nvSpPr>
              <p:cNvPr id="1049334" name=""/>
              <p:cNvSpPr/>
              <p:nvPr/>
            </p:nvSpPr>
            <p:spPr>
              <a:xfrm>
                <a:off x="4401738" y="2437178"/>
                <a:ext cx="308665" cy="35815"/>
              </a:xfrm>
            </p:spPr>
          </p:sp>
        </mc:Fallback>
      </mc:AlternateContent>
      <mc:AlternateContent xmlns:mc="http://schemas.openxmlformats.org/markup-compatibility/2006">
        <mc:Choice xmlns:p14="http://schemas.microsoft.com/office/powerpoint/2010/main" Requires="p14">
          <p:contentPart p14:bwMode="auto" r:id="rId97">
            <p14:nvContentPartPr>
              <p14:cNvPr id="1049335" name=""/>
              <p14:cNvContentPartPr/>
              <p14:nvPr/>
            </p14:nvContentPartPr>
            <p14:xfrm>
              <a:off x="4314924" y="2578975"/>
              <a:ext cx="311224" cy="321605"/>
            </p14:xfrm>
          </p:contentPart>
        </mc:Choice>
        <mc:Fallback>
          <p:sp>
            <p:nvSpPr>
              <p:cNvPr id="1049335" name=""/>
              <p:cNvSpPr/>
              <p:nvPr/>
            </p:nvSpPr>
            <p:spPr>
              <a:xfrm>
                <a:off x="4314924" y="2578975"/>
                <a:ext cx="311224" cy="321605"/>
              </a:xfrm>
            </p:spPr>
          </p:sp>
        </mc:Fallback>
      </mc:AlternateContent>
      <mc:AlternateContent xmlns:mc="http://schemas.openxmlformats.org/markup-compatibility/2006">
        <mc:Choice xmlns:p14="http://schemas.microsoft.com/office/powerpoint/2010/main" Requires="p14">
          <p:contentPart p14:bwMode="auto" r:id="rId98">
            <p14:nvContentPartPr>
              <p14:cNvPr id="1049336" name=""/>
              <p14:cNvContentPartPr/>
              <p14:nvPr/>
            </p14:nvContentPartPr>
            <p14:xfrm>
              <a:off x="4494400" y="2689920"/>
              <a:ext cx="214886" cy="38251"/>
            </p14:xfrm>
          </p:contentPart>
        </mc:Choice>
        <mc:Fallback>
          <p:sp>
            <p:nvSpPr>
              <p:cNvPr id="1049336" name=""/>
              <p:cNvSpPr/>
              <p:nvPr/>
            </p:nvSpPr>
            <p:spPr>
              <a:xfrm>
                <a:off x="4494400" y="2689920"/>
                <a:ext cx="214886" cy="38251"/>
              </a:xfrm>
            </p:spPr>
          </p:sp>
        </mc:Fallback>
      </mc:AlternateContent>
      <mc:AlternateContent xmlns:mc="http://schemas.openxmlformats.org/markup-compatibility/2006">
        <mc:Choice xmlns:p14="http://schemas.microsoft.com/office/powerpoint/2010/main" Requires="p14">
          <p:contentPart p14:bwMode="auto" r:id="rId99">
            <p14:nvContentPartPr>
              <p14:cNvPr id="1049337" name=""/>
              <p14:cNvContentPartPr/>
              <p14:nvPr/>
            </p14:nvContentPartPr>
            <p14:xfrm>
              <a:off x="4789494" y="1965206"/>
              <a:ext cx="348681" cy="849906"/>
            </p14:xfrm>
          </p:contentPart>
        </mc:Choice>
        <mc:Fallback>
          <p:sp>
            <p:nvSpPr>
              <p:cNvPr id="1049337" name=""/>
              <p:cNvSpPr/>
              <p:nvPr/>
            </p:nvSpPr>
            <p:spPr>
              <a:xfrm>
                <a:off x="4789494" y="1965206"/>
                <a:ext cx="348681" cy="849906"/>
              </a:xfrm>
            </p:spPr>
          </p:sp>
        </mc:Fallback>
      </mc:AlternateContent>
      <mc:AlternateContent xmlns:mc="http://schemas.openxmlformats.org/markup-compatibility/2006">
        <mc:Choice xmlns:p14="http://schemas.microsoft.com/office/powerpoint/2010/main" Requires="p14">
          <p:contentPart p14:bwMode="auto" r:id="rId100">
            <p14:nvContentPartPr>
              <p14:cNvPr id="1049338" name=""/>
              <p14:cNvContentPartPr/>
              <p14:nvPr/>
            </p14:nvContentPartPr>
            <p14:xfrm>
              <a:off x="4973591" y="2407469"/>
              <a:ext cx="179145" cy="21593"/>
            </p14:xfrm>
          </p:contentPart>
        </mc:Choice>
        <mc:Fallback>
          <p:sp>
            <p:nvSpPr>
              <p:cNvPr id="1049338" name=""/>
              <p:cNvSpPr/>
              <p:nvPr/>
            </p:nvSpPr>
            <p:spPr>
              <a:xfrm>
                <a:off x="4973591" y="2407469"/>
                <a:ext cx="179145" cy="21593"/>
              </a:xfrm>
            </p:spPr>
          </p:sp>
        </mc:Fallback>
      </mc:AlternateContent>
      <mc:AlternateContent xmlns:mc="http://schemas.openxmlformats.org/markup-compatibility/2006">
        <mc:Choice xmlns:p14="http://schemas.microsoft.com/office/powerpoint/2010/main" Requires="p14">
          <p:contentPart p14:bwMode="auto" r:id="rId101">
            <p14:nvContentPartPr>
              <p14:cNvPr id="1049339" name=""/>
              <p14:cNvContentPartPr/>
              <p14:nvPr/>
            </p14:nvContentPartPr>
            <p14:xfrm>
              <a:off x="5282881" y="2226531"/>
              <a:ext cx="227264" cy="219330"/>
            </p14:xfrm>
          </p:contentPart>
        </mc:Choice>
        <mc:Fallback>
          <p:sp>
            <p:nvSpPr>
              <p:cNvPr id="1049339" name=""/>
              <p:cNvSpPr/>
              <p:nvPr/>
            </p:nvSpPr>
            <p:spPr>
              <a:xfrm>
                <a:off x="5282881" y="2226531"/>
                <a:ext cx="227264" cy="219330"/>
              </a:xfrm>
            </p:spPr>
          </p:sp>
        </mc:Fallback>
      </mc:AlternateContent>
      <mc:AlternateContent xmlns:mc="http://schemas.openxmlformats.org/markup-compatibility/2006">
        <mc:Choice xmlns:p14="http://schemas.microsoft.com/office/powerpoint/2010/main" Requires="p14">
          <p:contentPart p14:bwMode="auto" r:id="rId102">
            <p14:nvContentPartPr>
              <p14:cNvPr id="1049340" name=""/>
              <p14:cNvContentPartPr/>
              <p14:nvPr/>
            </p14:nvContentPartPr>
            <p14:xfrm>
              <a:off x="5722769" y="2058627"/>
              <a:ext cx="371381" cy="347111"/>
            </p14:xfrm>
          </p:contentPart>
        </mc:Choice>
        <mc:Fallback>
          <p:sp>
            <p:nvSpPr>
              <p:cNvPr id="1049340" name=""/>
              <p:cNvSpPr/>
              <p:nvPr/>
            </p:nvSpPr>
            <p:spPr>
              <a:xfrm>
                <a:off x="5722769" y="2058627"/>
                <a:ext cx="371381" cy="347111"/>
              </a:xfrm>
            </p:spPr>
          </p:sp>
        </mc:Fallback>
      </mc:AlternateContent>
      <mc:AlternateContent xmlns:mc="http://schemas.openxmlformats.org/markup-compatibility/2006">
        <mc:Choice xmlns:p14="http://schemas.microsoft.com/office/powerpoint/2010/main" Requires="p14">
          <p:contentPart p14:bwMode="auto" r:id="rId103">
            <p14:nvContentPartPr>
              <p14:cNvPr id="1049341" name=""/>
              <p14:cNvContentPartPr/>
              <p14:nvPr/>
            </p14:nvContentPartPr>
            <p14:xfrm>
              <a:off x="5710470" y="2408208"/>
              <a:ext cx="428084" cy="20854"/>
            </p14:xfrm>
          </p:contentPart>
        </mc:Choice>
        <mc:Fallback>
          <p:sp>
            <p:nvSpPr>
              <p:cNvPr id="1049341" name=""/>
              <p:cNvSpPr/>
              <p:nvPr/>
            </p:nvSpPr>
            <p:spPr>
              <a:xfrm>
                <a:off x="5710470" y="2408208"/>
                <a:ext cx="428084" cy="20854"/>
              </a:xfrm>
            </p:spPr>
          </p:sp>
        </mc:Fallback>
      </mc:AlternateContent>
      <mc:AlternateContent xmlns:mc="http://schemas.openxmlformats.org/markup-compatibility/2006">
        <mc:Choice xmlns:p14="http://schemas.microsoft.com/office/powerpoint/2010/main" Requires="p14">
          <p:contentPart p14:bwMode="auto" r:id="rId104">
            <p14:nvContentPartPr>
              <p14:cNvPr id="1049342" name=""/>
              <p14:cNvContentPartPr/>
              <p14:nvPr/>
            </p14:nvContentPartPr>
            <p14:xfrm>
              <a:off x="5779567" y="2494339"/>
              <a:ext cx="349099" cy="197066"/>
            </p14:xfrm>
          </p:contentPart>
        </mc:Choice>
        <mc:Fallback>
          <p:sp>
            <p:nvSpPr>
              <p:cNvPr id="1049342" name=""/>
              <p:cNvSpPr/>
              <p:nvPr/>
            </p:nvSpPr>
            <p:spPr>
              <a:xfrm>
                <a:off x="5779567" y="2494339"/>
                <a:ext cx="349099" cy="197066"/>
              </a:xfrm>
            </p:spPr>
          </p:sp>
        </mc:Fallback>
      </mc:AlternateContent>
      <mc:AlternateContent xmlns:mc="http://schemas.openxmlformats.org/markup-compatibility/2006">
        <mc:Choice xmlns:p14="http://schemas.microsoft.com/office/powerpoint/2010/main" Requires="p14">
          <p:contentPart p14:bwMode="auto" r:id="rId105">
            <p14:nvContentPartPr>
              <p14:cNvPr id="1049343" name=""/>
              <p14:cNvContentPartPr/>
              <p14:nvPr/>
            </p14:nvContentPartPr>
            <p14:xfrm>
              <a:off x="6051086" y="1979437"/>
              <a:ext cx="258921" cy="718442"/>
            </p14:xfrm>
          </p:contentPart>
        </mc:Choice>
        <mc:Fallback>
          <p:sp>
            <p:nvSpPr>
              <p:cNvPr id="1049343" name=""/>
              <p:cNvSpPr/>
              <p:nvPr/>
            </p:nvSpPr>
            <p:spPr>
              <a:xfrm>
                <a:off x="6051086" y="1979437"/>
                <a:ext cx="258921" cy="718442"/>
              </a:xfrm>
            </p:spPr>
          </p:sp>
        </mc:Fallback>
      </mc:AlternateContent>
      <mc:AlternateContent xmlns:mc="http://schemas.openxmlformats.org/markup-compatibility/2006">
        <mc:Choice xmlns:p14="http://schemas.microsoft.com/office/powerpoint/2010/main" Requires="p14">
          <p:contentPart p14:bwMode="auto" r:id="rId106">
            <p14:nvContentPartPr>
              <p14:cNvPr id="1049344" name=""/>
              <p14:cNvContentPartPr/>
              <p14:nvPr/>
            </p14:nvContentPartPr>
            <p14:xfrm>
              <a:off x="6368366" y="2298757"/>
              <a:ext cx="172445" cy="17439"/>
            </p14:xfrm>
          </p:contentPart>
        </mc:Choice>
        <mc:Fallback>
          <p:sp>
            <p:nvSpPr>
              <p:cNvPr id="1049344" name=""/>
              <p:cNvSpPr/>
              <p:nvPr/>
            </p:nvSpPr>
            <p:spPr>
              <a:xfrm>
                <a:off x="6368366" y="2298757"/>
                <a:ext cx="172445" cy="17439"/>
              </a:xfrm>
            </p:spPr>
          </p:sp>
        </mc:Fallback>
      </mc:AlternateContent>
      <mc:AlternateContent xmlns:mc="http://schemas.openxmlformats.org/markup-compatibility/2006">
        <mc:Choice xmlns:p14="http://schemas.microsoft.com/office/powerpoint/2010/main" Requires="p14">
          <p:contentPart p14:bwMode="auto" r:id="rId107">
            <p14:nvContentPartPr>
              <p14:cNvPr id="1049345" name=""/>
              <p14:cNvContentPartPr/>
              <p14:nvPr/>
            </p14:nvContentPartPr>
            <p14:xfrm>
              <a:off x="6354246" y="2371231"/>
              <a:ext cx="178704" cy="7197"/>
            </p14:xfrm>
          </p:contentPart>
        </mc:Choice>
        <mc:Fallback>
          <p:sp>
            <p:nvSpPr>
              <p:cNvPr id="1049345" name=""/>
              <p:cNvSpPr/>
              <p:nvPr/>
            </p:nvSpPr>
            <p:spPr>
              <a:xfrm>
                <a:off x="6354246" y="2371231"/>
                <a:ext cx="178704" cy="7197"/>
              </a:xfrm>
            </p:spPr>
          </p:sp>
        </mc:Fallback>
      </mc:AlternateContent>
      <mc:AlternateContent xmlns:mc="http://schemas.openxmlformats.org/markup-compatibility/2006">
        <mc:Choice xmlns:p14="http://schemas.microsoft.com/office/powerpoint/2010/main" Requires="p14">
          <p:contentPart p14:bwMode="auto" r:id="rId108">
            <p14:nvContentPartPr>
              <p14:cNvPr id="1049346" name=""/>
              <p14:cNvContentPartPr/>
              <p14:nvPr/>
            </p14:nvContentPartPr>
            <p14:xfrm>
              <a:off x="6675913" y="2317319"/>
              <a:ext cx="183972" cy="4298"/>
            </p14:xfrm>
          </p:contentPart>
        </mc:Choice>
        <mc:Fallback>
          <p:sp>
            <p:nvSpPr>
              <p:cNvPr id="1049346" name=""/>
              <p:cNvSpPr/>
              <p:nvPr/>
            </p:nvSpPr>
            <p:spPr>
              <a:xfrm>
                <a:off x="6675913" y="2317319"/>
                <a:ext cx="183972" cy="4298"/>
              </a:xfrm>
            </p:spPr>
          </p:sp>
        </mc:Fallback>
      </mc:AlternateContent>
      <mc:AlternateContent xmlns:mc="http://schemas.openxmlformats.org/markup-compatibility/2006">
        <mc:Choice xmlns:p14="http://schemas.microsoft.com/office/powerpoint/2010/main" Requires="p14">
          <p:contentPart p14:bwMode="auto" r:id="rId109">
            <p14:nvContentPartPr>
              <p14:cNvPr id="1049347" name=""/>
              <p14:cNvContentPartPr/>
              <p14:nvPr/>
            </p14:nvContentPartPr>
            <p14:xfrm>
              <a:off x="6917986" y="2155542"/>
              <a:ext cx="276454" cy="253224"/>
            </p14:xfrm>
          </p:contentPart>
        </mc:Choice>
        <mc:Fallback>
          <p:sp>
            <p:nvSpPr>
              <p:cNvPr id="1049347" name=""/>
              <p:cNvSpPr/>
              <p:nvPr/>
            </p:nvSpPr>
            <p:spPr>
              <a:xfrm>
                <a:off x="6917986" y="2155542"/>
                <a:ext cx="276454" cy="253224"/>
              </a:xfrm>
            </p:spPr>
          </p:sp>
        </mc:Fallback>
      </mc:AlternateContent>
      <mc:AlternateContent xmlns:mc="http://schemas.openxmlformats.org/markup-compatibility/2006">
        <mc:Choice xmlns:p14="http://schemas.microsoft.com/office/powerpoint/2010/main" Requires="p14">
          <p:contentPart p14:bwMode="auto" r:id="rId110">
            <p14:nvContentPartPr>
              <p14:cNvPr id="1049348" name=""/>
              <p14:cNvContentPartPr/>
              <p14:nvPr/>
            </p14:nvContentPartPr>
            <p14:xfrm>
              <a:off x="7460647" y="1986709"/>
              <a:ext cx="184134" cy="285283"/>
            </p14:xfrm>
          </p:contentPart>
        </mc:Choice>
        <mc:Fallback>
          <p:sp>
            <p:nvSpPr>
              <p:cNvPr id="1049348" name=""/>
              <p:cNvSpPr/>
              <p:nvPr/>
            </p:nvSpPr>
            <p:spPr>
              <a:xfrm>
                <a:off x="7460647" y="1986709"/>
                <a:ext cx="184134" cy="285283"/>
              </a:xfrm>
            </p:spPr>
          </p:sp>
        </mc:Fallback>
      </mc:AlternateContent>
      <mc:AlternateContent xmlns:mc="http://schemas.openxmlformats.org/markup-compatibility/2006">
        <mc:Choice xmlns:p14="http://schemas.microsoft.com/office/powerpoint/2010/main" Requires="p14">
          <p:contentPart p14:bwMode="auto" r:id="rId111">
            <p14:nvContentPartPr>
              <p14:cNvPr id="1049349" name=""/>
              <p14:cNvContentPartPr/>
              <p14:nvPr/>
            </p14:nvContentPartPr>
            <p14:xfrm>
              <a:off x="7426912" y="2328044"/>
              <a:ext cx="299451" cy="29039"/>
            </p14:xfrm>
          </p:contentPart>
        </mc:Choice>
        <mc:Fallback>
          <p:sp>
            <p:nvSpPr>
              <p:cNvPr id="1049349" name=""/>
              <p:cNvSpPr/>
              <p:nvPr/>
            </p:nvSpPr>
            <p:spPr>
              <a:xfrm>
                <a:off x="7426912" y="2328044"/>
                <a:ext cx="299451" cy="29039"/>
              </a:xfrm>
            </p:spPr>
          </p:sp>
        </mc:Fallback>
      </mc:AlternateContent>
      <mc:AlternateContent xmlns:mc="http://schemas.openxmlformats.org/markup-compatibility/2006">
        <mc:Choice xmlns:p14="http://schemas.microsoft.com/office/powerpoint/2010/main" Requires="p14">
          <p:contentPart p14:bwMode="auto" r:id="rId112">
            <p14:nvContentPartPr>
              <p14:cNvPr id="1049350" name=""/>
              <p14:cNvContentPartPr/>
              <p14:nvPr/>
            </p14:nvContentPartPr>
            <p14:xfrm>
              <a:off x="7351096" y="2422112"/>
              <a:ext cx="286027" cy="331826"/>
            </p14:xfrm>
          </p:contentPart>
        </mc:Choice>
        <mc:Fallback>
          <p:sp>
            <p:nvSpPr>
              <p:cNvPr id="1049350" name=""/>
              <p:cNvSpPr/>
              <p:nvPr/>
            </p:nvSpPr>
            <p:spPr>
              <a:xfrm>
                <a:off x="7351096" y="2422112"/>
                <a:ext cx="286027" cy="331826"/>
              </a:xfrm>
            </p:spPr>
          </p:sp>
        </mc:Fallback>
      </mc:AlternateContent>
      <mc:AlternateContent xmlns:mc="http://schemas.openxmlformats.org/markup-compatibility/2006">
        <mc:Choice xmlns:p14="http://schemas.microsoft.com/office/powerpoint/2010/main" Requires="p14">
          <p:contentPart p14:bwMode="auto" r:id="rId113">
            <p14:nvContentPartPr>
              <p14:cNvPr id="1049351" name=""/>
              <p14:cNvContentPartPr/>
              <p14:nvPr/>
            </p14:nvContentPartPr>
            <p14:xfrm>
              <a:off x="7548254" y="2566813"/>
              <a:ext cx="135903" cy="21345"/>
            </p14:xfrm>
          </p:contentPart>
        </mc:Choice>
        <mc:Fallback>
          <p:sp>
            <p:nvSpPr>
              <p:cNvPr id="1049351" name=""/>
              <p:cNvSpPr/>
              <p:nvPr/>
            </p:nvSpPr>
            <p:spPr>
              <a:xfrm>
                <a:off x="7548254" y="2566813"/>
                <a:ext cx="135903" cy="21345"/>
              </a:xfrm>
            </p:spPr>
          </p:sp>
        </mc:Fallback>
      </mc:AlternateContent>
      <mc:AlternateContent xmlns:mc="http://schemas.openxmlformats.org/markup-compatibility/2006">
        <mc:Choice xmlns:p14="http://schemas.microsoft.com/office/powerpoint/2010/main" Requires="p14">
          <p:contentPart p14:bwMode="auto" r:id="rId114">
            <p14:nvContentPartPr>
              <p14:cNvPr id="1049352" name=""/>
              <p14:cNvContentPartPr/>
              <p14:nvPr/>
            </p14:nvContentPartPr>
            <p14:xfrm>
              <a:off x="7800990" y="1949303"/>
              <a:ext cx="241016" cy="706882"/>
            </p14:xfrm>
          </p:contentPart>
        </mc:Choice>
        <mc:Fallback>
          <p:sp>
            <p:nvSpPr>
              <p:cNvPr id="1049352" name=""/>
              <p:cNvSpPr/>
              <p:nvPr/>
            </p:nvSpPr>
            <p:spPr>
              <a:xfrm>
                <a:off x="7800990" y="1949303"/>
                <a:ext cx="241016" cy="706882"/>
              </a:xfrm>
            </p:spPr>
          </p:sp>
        </mc:Fallback>
      </mc:AlternateContent>
      <mc:AlternateContent xmlns:mc="http://schemas.openxmlformats.org/markup-compatibility/2006">
        <mc:Choice xmlns:p14="http://schemas.microsoft.com/office/powerpoint/2010/main" Requires="p14">
          <p:contentPart p14:bwMode="auto" r:id="rId115">
            <p14:nvContentPartPr>
              <p14:cNvPr id="1049353" name=""/>
              <p14:cNvContentPartPr/>
              <p14:nvPr/>
            </p14:nvContentPartPr>
            <p14:xfrm>
              <a:off x="8012400" y="2021099"/>
              <a:ext cx="418229" cy="332741"/>
            </p14:xfrm>
          </p:contentPart>
        </mc:Choice>
        <mc:Fallback>
          <p:sp>
            <p:nvSpPr>
              <p:cNvPr id="1049353" name=""/>
              <p:cNvSpPr/>
              <p:nvPr/>
            </p:nvSpPr>
            <p:spPr>
              <a:xfrm>
                <a:off x="8012400" y="2021099"/>
                <a:ext cx="418229" cy="332741"/>
              </a:xfrm>
            </p:spPr>
          </p:sp>
        </mc:Fallback>
      </mc:AlternateContent>
      <mc:AlternateContent xmlns:mc="http://schemas.openxmlformats.org/markup-compatibility/2006">
        <mc:Choice xmlns:p14="http://schemas.microsoft.com/office/powerpoint/2010/main" Requires="p14">
          <p:contentPart p14:bwMode="auto" r:id="rId116">
            <p14:nvContentPartPr>
              <p14:cNvPr id="1049354" name=""/>
              <p14:cNvContentPartPr/>
              <p14:nvPr/>
            </p14:nvContentPartPr>
            <p14:xfrm>
              <a:off x="8063186" y="2320230"/>
              <a:ext cx="383360" cy="44051"/>
            </p14:xfrm>
          </p:contentPart>
        </mc:Choice>
        <mc:Fallback>
          <p:sp>
            <p:nvSpPr>
              <p:cNvPr id="1049354" name=""/>
              <p:cNvSpPr/>
              <p:nvPr/>
            </p:nvSpPr>
            <p:spPr>
              <a:xfrm>
                <a:off x="8063186" y="2320230"/>
                <a:ext cx="383360" cy="44051"/>
              </a:xfrm>
            </p:spPr>
          </p:sp>
        </mc:Fallback>
      </mc:AlternateContent>
      <mc:AlternateContent xmlns:mc="http://schemas.openxmlformats.org/markup-compatibility/2006">
        <mc:Choice xmlns:p14="http://schemas.microsoft.com/office/powerpoint/2010/main" Requires="p14">
          <p:contentPart p14:bwMode="auto" r:id="rId117">
            <p14:nvContentPartPr>
              <p14:cNvPr id="1049355" name=""/>
              <p14:cNvContentPartPr/>
              <p14:nvPr/>
            </p14:nvContentPartPr>
            <p14:xfrm>
              <a:off x="8100895" y="2436756"/>
              <a:ext cx="311278" cy="202626"/>
            </p14:xfrm>
          </p:contentPart>
        </mc:Choice>
        <mc:Fallback>
          <p:sp>
            <p:nvSpPr>
              <p:cNvPr id="1049355" name=""/>
              <p:cNvSpPr/>
              <p:nvPr/>
            </p:nvSpPr>
            <p:spPr>
              <a:xfrm>
                <a:off x="8100895" y="2436756"/>
                <a:ext cx="311278" cy="202626"/>
              </a:xfrm>
            </p:spPr>
          </p:sp>
        </mc:Fallback>
      </mc:AlternateContent>
      <mc:AlternateContent xmlns:mc="http://schemas.openxmlformats.org/markup-compatibility/2006">
        <mc:Choice xmlns:p14="http://schemas.microsoft.com/office/powerpoint/2010/main" Requires="p14">
          <p:contentPart p14:bwMode="auto" r:id="rId118">
            <p14:nvContentPartPr>
              <p14:cNvPr id="1049356" name=""/>
              <p14:cNvContentPartPr/>
              <p14:nvPr/>
            </p14:nvContentPartPr>
            <p14:xfrm>
              <a:off x="8370734" y="1963179"/>
              <a:ext cx="206395" cy="669158"/>
            </p14:xfrm>
          </p:contentPart>
        </mc:Choice>
        <mc:Fallback>
          <p:sp>
            <p:nvSpPr>
              <p:cNvPr id="1049356" name=""/>
              <p:cNvSpPr/>
              <p:nvPr/>
            </p:nvSpPr>
            <p:spPr>
              <a:xfrm>
                <a:off x="8370734" y="1963179"/>
                <a:ext cx="206395" cy="669158"/>
              </a:xfrm>
            </p:spPr>
          </p:sp>
        </mc:Fallback>
      </mc:AlternateContent>
      <mc:AlternateContent xmlns:mc="http://schemas.openxmlformats.org/markup-compatibility/2006">
        <mc:Choice xmlns:p14="http://schemas.microsoft.com/office/powerpoint/2010/main" Requires="p14">
          <p:contentPart p14:bwMode="auto" r:id="rId119">
            <p14:nvContentPartPr>
              <p14:cNvPr id="1049357" name=""/>
              <p14:cNvContentPartPr/>
              <p14:nvPr/>
            </p14:nvContentPartPr>
            <p14:xfrm>
              <a:off x="8756823" y="2284361"/>
              <a:ext cx="155899" cy="16981"/>
            </p14:xfrm>
          </p:contentPart>
        </mc:Choice>
        <mc:Fallback>
          <p:sp>
            <p:nvSpPr>
              <p:cNvPr id="1049357" name=""/>
              <p:cNvSpPr/>
              <p:nvPr/>
            </p:nvSpPr>
            <p:spPr>
              <a:xfrm>
                <a:off x="8756823" y="2284361"/>
                <a:ext cx="155899" cy="16981"/>
              </a:xfrm>
            </p:spPr>
          </p:sp>
        </mc:Fallback>
      </mc:AlternateContent>
      <mc:AlternateContent xmlns:mc="http://schemas.openxmlformats.org/markup-compatibility/2006">
        <mc:Choice xmlns:p14="http://schemas.microsoft.com/office/powerpoint/2010/main" Requires="p14">
          <p:contentPart p14:bwMode="auto" r:id="rId120">
            <p14:nvContentPartPr>
              <p14:cNvPr id="1049358" name=""/>
              <p14:cNvContentPartPr/>
              <p14:nvPr/>
            </p14:nvContentPartPr>
            <p14:xfrm>
              <a:off x="8778444" y="2407469"/>
              <a:ext cx="117918" cy="15435"/>
            </p14:xfrm>
          </p:contentPart>
        </mc:Choice>
        <mc:Fallback>
          <p:sp>
            <p:nvSpPr>
              <p:cNvPr id="1049358" name=""/>
              <p:cNvSpPr/>
              <p:nvPr/>
            </p:nvSpPr>
            <p:spPr>
              <a:xfrm>
                <a:off x="8778444" y="2407469"/>
                <a:ext cx="117918" cy="15435"/>
              </a:xfrm>
            </p:spPr>
          </p:sp>
        </mc:Fallback>
      </mc:AlternateContent>
      <mc:AlternateContent xmlns:mc="http://schemas.openxmlformats.org/markup-compatibility/2006">
        <mc:Choice xmlns:p14="http://schemas.microsoft.com/office/powerpoint/2010/main" Requires="p14">
          <p:contentPart p14:bwMode="auto" r:id="rId121">
            <p14:nvContentPartPr>
              <p14:cNvPr id="1049359" name=""/>
              <p14:cNvContentPartPr/>
              <p14:nvPr/>
            </p14:nvContentPartPr>
            <p14:xfrm>
              <a:off x="8985829" y="2328045"/>
              <a:ext cx="214445" cy="36237"/>
            </p14:xfrm>
          </p:contentPart>
        </mc:Choice>
        <mc:Fallback>
          <p:sp>
            <p:nvSpPr>
              <p:cNvPr id="1049359" name=""/>
              <p:cNvSpPr/>
              <p:nvPr/>
            </p:nvSpPr>
            <p:spPr>
              <a:xfrm>
                <a:off x="8985829" y="2328045"/>
                <a:ext cx="214445" cy="36237"/>
              </a:xfrm>
            </p:spPr>
          </p:sp>
        </mc:Fallback>
      </mc:AlternateContent>
      <mc:AlternateContent xmlns:mc="http://schemas.openxmlformats.org/markup-compatibility/2006">
        <mc:Choice xmlns:p14="http://schemas.microsoft.com/office/powerpoint/2010/main" Requires="p14">
          <p:contentPart p14:bwMode="auto" r:id="rId122">
            <p14:nvContentPartPr>
              <p14:cNvPr id="1049360" name=""/>
              <p14:cNvContentPartPr/>
              <p14:nvPr/>
            </p14:nvContentPartPr>
            <p14:xfrm>
              <a:off x="9273348" y="2144047"/>
              <a:ext cx="198732" cy="244378"/>
            </p14:xfrm>
          </p:contentPart>
        </mc:Choice>
        <mc:Fallback>
          <p:sp>
            <p:nvSpPr>
              <p:cNvPr id="1049360" name=""/>
              <p:cNvSpPr/>
              <p:nvPr/>
            </p:nvSpPr>
            <p:spPr>
              <a:xfrm>
                <a:off x="9273348" y="2144047"/>
                <a:ext cx="198732" cy="244378"/>
              </a:xfrm>
            </p:spPr>
          </p:sp>
        </mc:Fallback>
      </mc:AlternateContent>
      <mc:AlternateContent xmlns:mc="http://schemas.openxmlformats.org/markup-compatibility/2006">
        <mc:Choice xmlns:p14="http://schemas.microsoft.com/office/powerpoint/2010/main" Requires="p14">
          <p:contentPart p14:bwMode="auto" r:id="rId123">
            <p14:nvContentPartPr>
              <p14:cNvPr id="1049361" name=""/>
              <p14:cNvContentPartPr/>
              <p14:nvPr/>
            </p14:nvContentPartPr>
            <p14:xfrm>
              <a:off x="9708994" y="2143237"/>
              <a:ext cx="202231" cy="229579"/>
            </p14:xfrm>
          </p:contentPart>
        </mc:Choice>
        <mc:Fallback>
          <p:sp>
            <p:nvSpPr>
              <p:cNvPr id="1049361" name=""/>
              <p:cNvSpPr/>
              <p:nvPr/>
            </p:nvSpPr>
            <p:spPr>
              <a:xfrm>
                <a:off x="9708994" y="2143237"/>
                <a:ext cx="202231" cy="229579"/>
              </a:xfrm>
            </p:spPr>
          </p:sp>
        </mc:Fallback>
      </mc:AlternateContent>
      <mc:AlternateContent xmlns:mc="http://schemas.openxmlformats.org/markup-compatibility/2006">
        <mc:Choice xmlns:p14="http://schemas.microsoft.com/office/powerpoint/2010/main" Requires="p14">
          <p:contentPart p14:bwMode="auto" r:id="rId124">
            <p14:nvContentPartPr>
              <p14:cNvPr id="1049362" name=""/>
              <p14:cNvContentPartPr/>
              <p14:nvPr/>
            </p14:nvContentPartPr>
            <p14:xfrm>
              <a:off x="9808309" y="1958226"/>
              <a:ext cx="7060" cy="79672"/>
            </p14:xfrm>
          </p:contentPart>
        </mc:Choice>
        <mc:Fallback>
          <p:sp>
            <p:nvSpPr>
              <p:cNvPr id="1049362" name=""/>
              <p:cNvSpPr/>
              <p:nvPr/>
            </p:nvSpPr>
            <p:spPr>
              <a:xfrm>
                <a:off x="9808309" y="1958226"/>
                <a:ext cx="7060" cy="79672"/>
              </a:xfrm>
            </p:spPr>
          </p:sp>
        </mc:Fallback>
      </mc:AlternateContent>
      <mc:AlternateContent xmlns:mc="http://schemas.openxmlformats.org/markup-compatibility/2006">
        <mc:Choice xmlns:p14="http://schemas.microsoft.com/office/powerpoint/2010/main" Requires="p14">
          <p:contentPart p14:bwMode="auto" r:id="rId125">
            <p14:nvContentPartPr>
              <p14:cNvPr id="1049363" name=""/>
              <p14:cNvContentPartPr/>
              <p14:nvPr/>
            </p14:nvContentPartPr>
            <p14:xfrm>
              <a:off x="10107687" y="2130788"/>
              <a:ext cx="189953" cy="166300"/>
            </p14:xfrm>
          </p:contentPart>
        </mc:Choice>
        <mc:Fallback>
          <p:sp>
            <p:nvSpPr>
              <p:cNvPr id="1049363" name=""/>
              <p:cNvSpPr/>
              <p:nvPr/>
            </p:nvSpPr>
            <p:spPr>
              <a:xfrm>
                <a:off x="10107687" y="2130788"/>
                <a:ext cx="189953" cy="166300"/>
              </a:xfrm>
            </p:spPr>
          </p:sp>
        </mc:Fallback>
      </mc:AlternateContent>
      <mc:AlternateContent xmlns:mc="http://schemas.openxmlformats.org/markup-compatibility/2006">
        <mc:Choice xmlns:p14="http://schemas.microsoft.com/office/powerpoint/2010/main" Requires="p14">
          <p:contentPart p14:bwMode="auto" r:id="rId126">
            <p14:nvContentPartPr>
              <p14:cNvPr id="1049364" name=""/>
              <p14:cNvContentPartPr/>
              <p14:nvPr/>
            </p14:nvContentPartPr>
            <p14:xfrm>
              <a:off x="10265880" y="1958226"/>
              <a:ext cx="19505" cy="329502"/>
            </p14:xfrm>
          </p:contentPart>
        </mc:Choice>
        <mc:Fallback>
          <p:sp>
            <p:nvSpPr>
              <p:cNvPr id="1049364" name=""/>
              <p:cNvSpPr/>
              <p:nvPr/>
            </p:nvSpPr>
            <p:spPr>
              <a:xfrm>
                <a:off x="10265880" y="1958226"/>
                <a:ext cx="19505" cy="329502"/>
              </a:xfrm>
            </p:spPr>
          </p:sp>
        </mc:Fallback>
      </mc:AlternateContent>
      <mc:AlternateContent xmlns:mc="http://schemas.openxmlformats.org/markup-compatibility/2006">
        <mc:Choice xmlns:p14="http://schemas.microsoft.com/office/powerpoint/2010/main" Requires="p14">
          <p:contentPart p14:bwMode="auto" r:id="rId127">
            <p14:nvContentPartPr>
              <p14:cNvPr id="1049365" name=""/>
              <p14:cNvContentPartPr/>
              <p14:nvPr/>
            </p14:nvContentPartPr>
            <p14:xfrm>
              <a:off x="10273381" y="1747566"/>
              <a:ext cx="222253" cy="212400"/>
            </p14:xfrm>
          </p:contentPart>
        </mc:Choice>
        <mc:Fallback>
          <p:sp>
            <p:nvSpPr>
              <p:cNvPr id="1049365" name=""/>
              <p:cNvSpPr/>
              <p:nvPr/>
            </p:nvSpPr>
            <p:spPr>
              <a:xfrm>
                <a:off x="10273381" y="1747566"/>
                <a:ext cx="222253" cy="212400"/>
              </a:xfrm>
            </p:spPr>
          </p:sp>
        </mc:Fallback>
      </mc:AlternateContent>
      <mc:AlternateContent xmlns:mc="http://schemas.openxmlformats.org/markup-compatibility/2006">
        <mc:Choice xmlns:p14="http://schemas.microsoft.com/office/powerpoint/2010/main" Requires="p14">
          <p:contentPart p14:bwMode="auto" r:id="rId128">
            <p14:nvContentPartPr>
              <p14:cNvPr id="1049366" name=""/>
              <p14:cNvContentPartPr/>
              <p14:nvPr/>
            </p14:nvContentPartPr>
            <p14:xfrm>
              <a:off x="10507419" y="2052791"/>
              <a:ext cx="151531" cy="194828"/>
            </p14:xfrm>
          </p:contentPart>
        </mc:Choice>
        <mc:Fallback>
          <p:sp>
            <p:nvSpPr>
              <p:cNvPr id="1049366" name=""/>
              <p:cNvSpPr/>
              <p:nvPr/>
            </p:nvSpPr>
            <p:spPr>
              <a:xfrm>
                <a:off x="10507419" y="2052791"/>
                <a:ext cx="151531" cy="194828"/>
              </a:xfrm>
            </p:spPr>
          </p:sp>
        </mc:Fallback>
      </mc:AlternateContent>
      <mc:AlternateContent xmlns:mc="http://schemas.openxmlformats.org/markup-compatibility/2006">
        <mc:Choice xmlns:p14="http://schemas.microsoft.com/office/powerpoint/2010/main" Requires="p14">
          <p:contentPart p14:bwMode="auto" r:id="rId129">
            <p14:nvContentPartPr>
              <p14:cNvPr id="1049367" name=""/>
              <p14:cNvContentPartPr/>
              <p14:nvPr/>
            </p14:nvContentPartPr>
            <p14:xfrm>
              <a:off x="10187338" y="2326176"/>
              <a:ext cx="521417" cy="30908"/>
            </p14:xfrm>
          </p:contentPart>
        </mc:Choice>
        <mc:Fallback>
          <p:sp>
            <p:nvSpPr>
              <p:cNvPr id="1049367" name=""/>
              <p:cNvSpPr/>
              <p:nvPr/>
            </p:nvSpPr>
            <p:spPr>
              <a:xfrm>
                <a:off x="10187338" y="2326176"/>
                <a:ext cx="521417" cy="30908"/>
              </a:xfrm>
            </p:spPr>
          </p:sp>
        </mc:Fallback>
      </mc:AlternateContent>
      <mc:AlternateContent xmlns:mc="http://schemas.openxmlformats.org/markup-compatibility/2006">
        <mc:Choice xmlns:p14="http://schemas.microsoft.com/office/powerpoint/2010/main" Requires="p14">
          <p:contentPart p14:bwMode="auto" r:id="rId130">
            <p14:nvContentPartPr>
              <p14:cNvPr id="1049368" name=""/>
              <p14:cNvContentPartPr/>
              <p14:nvPr/>
            </p14:nvContentPartPr>
            <p14:xfrm>
              <a:off x="10235688" y="2484907"/>
              <a:ext cx="379875" cy="314751"/>
            </p14:xfrm>
          </p:contentPart>
        </mc:Choice>
        <mc:Fallback>
          <p:sp>
            <p:nvSpPr>
              <p:cNvPr id="1049368" name=""/>
              <p:cNvSpPr/>
              <p:nvPr/>
            </p:nvSpPr>
            <p:spPr>
              <a:xfrm>
                <a:off x="10235688" y="2484907"/>
                <a:ext cx="379875" cy="314751"/>
              </a:xfrm>
            </p:spPr>
          </p:sp>
        </mc:Fallback>
      </mc:AlternateContent>
      <mc:AlternateContent xmlns:mc="http://schemas.openxmlformats.org/markup-compatibility/2006">
        <mc:Choice xmlns:p14="http://schemas.microsoft.com/office/powerpoint/2010/main" Requires="p14">
          <p:contentPart p14:bwMode="auto" r:id="rId131">
            <p14:nvContentPartPr>
              <p14:cNvPr id="1049369" name=""/>
              <p14:cNvContentPartPr/>
              <p14:nvPr/>
            </p14:nvContentPartPr>
            <p14:xfrm>
              <a:off x="10616228" y="2431518"/>
              <a:ext cx="164584" cy="171532"/>
            </p14:xfrm>
          </p:contentPart>
        </mc:Choice>
        <mc:Fallback>
          <p:sp>
            <p:nvSpPr>
              <p:cNvPr id="1049369" name=""/>
              <p:cNvSpPr/>
              <p:nvPr/>
            </p:nvSpPr>
            <p:spPr>
              <a:xfrm>
                <a:off x="10616228" y="2431518"/>
                <a:ext cx="164584" cy="171532"/>
              </a:xfrm>
            </p:spPr>
          </p:sp>
        </mc:Fallback>
      </mc:AlternateContent>
      <mc:AlternateContent xmlns:mc="http://schemas.openxmlformats.org/markup-compatibility/2006">
        <mc:Choice xmlns:p14="http://schemas.microsoft.com/office/powerpoint/2010/main" Requires="p14">
          <p:contentPart p14:bwMode="auto" r:id="rId132">
            <p14:nvContentPartPr>
              <p14:cNvPr id="1049370" name=""/>
              <p14:cNvContentPartPr/>
              <p14:nvPr/>
            </p14:nvContentPartPr>
            <p14:xfrm>
              <a:off x="607780" y="3281769"/>
              <a:ext cx="182535" cy="291857"/>
            </p14:xfrm>
          </p:contentPart>
        </mc:Choice>
        <mc:Fallback>
          <p:sp>
            <p:nvSpPr>
              <p:cNvPr id="1049370" name=""/>
              <p:cNvSpPr/>
              <p:nvPr/>
            </p:nvSpPr>
            <p:spPr>
              <a:xfrm>
                <a:off x="607780" y="3281769"/>
                <a:ext cx="182535" cy="291857"/>
              </a:xfrm>
            </p:spPr>
          </p:sp>
        </mc:Fallback>
      </mc:AlternateContent>
      <mc:AlternateContent xmlns:mc="http://schemas.openxmlformats.org/markup-compatibility/2006">
        <mc:Choice xmlns:p14="http://schemas.microsoft.com/office/powerpoint/2010/main" Requires="p14">
          <p:contentPart p14:bwMode="auto" r:id="rId133">
            <p14:nvContentPartPr>
              <p14:cNvPr id="1049371" name=""/>
              <p14:cNvContentPartPr/>
              <p14:nvPr/>
            </p14:nvContentPartPr>
            <p14:xfrm>
              <a:off x="718120" y="3117569"/>
              <a:ext cx="14669" cy="74042"/>
            </p14:xfrm>
          </p:contentPart>
        </mc:Choice>
        <mc:Fallback>
          <p:sp>
            <p:nvSpPr>
              <p:cNvPr id="1049371" name=""/>
              <p:cNvSpPr/>
              <p:nvPr/>
            </p:nvSpPr>
            <p:spPr>
              <a:xfrm>
                <a:off x="718120" y="3117569"/>
                <a:ext cx="14669" cy="74042"/>
              </a:xfrm>
            </p:spPr>
          </p:sp>
        </mc:Fallback>
      </mc:AlternateContent>
      <mc:AlternateContent xmlns:mc="http://schemas.openxmlformats.org/markup-compatibility/2006">
        <mc:Choice xmlns:p14="http://schemas.microsoft.com/office/powerpoint/2010/main" Requires="p14">
          <p:contentPart p14:bwMode="auto" r:id="rId134">
            <p14:nvContentPartPr>
              <p14:cNvPr id="1049372" name=""/>
              <p14:cNvContentPartPr/>
              <p14:nvPr/>
            </p14:nvContentPartPr>
            <p14:xfrm>
              <a:off x="897373" y="3428812"/>
              <a:ext cx="117995" cy="7835"/>
            </p14:xfrm>
          </p:contentPart>
        </mc:Choice>
        <mc:Fallback>
          <p:sp>
            <p:nvSpPr>
              <p:cNvPr id="1049372" name=""/>
              <p:cNvSpPr/>
              <p:nvPr/>
            </p:nvSpPr>
            <p:spPr>
              <a:xfrm>
                <a:off x="897373" y="3428812"/>
                <a:ext cx="117995" cy="7835"/>
              </a:xfrm>
            </p:spPr>
          </p:sp>
        </mc:Fallback>
      </mc:AlternateContent>
      <mc:AlternateContent xmlns:mc="http://schemas.openxmlformats.org/markup-compatibility/2006">
        <mc:Choice xmlns:p14="http://schemas.microsoft.com/office/powerpoint/2010/main" Requires="p14">
          <p:contentPart p14:bwMode="auto" r:id="rId135">
            <p14:nvContentPartPr>
              <p14:cNvPr id="1049373" name=""/>
              <p14:cNvContentPartPr/>
              <p14:nvPr/>
            </p14:nvContentPartPr>
            <p14:xfrm>
              <a:off x="861633" y="3530549"/>
              <a:ext cx="175107" cy="14172"/>
            </p14:xfrm>
          </p:contentPart>
        </mc:Choice>
        <mc:Fallback>
          <p:sp>
            <p:nvSpPr>
              <p:cNvPr id="1049373" name=""/>
              <p:cNvSpPr/>
              <p:nvPr/>
            </p:nvSpPr>
            <p:spPr>
              <a:xfrm>
                <a:off x="861633" y="3530549"/>
                <a:ext cx="175107" cy="14172"/>
              </a:xfrm>
            </p:spPr>
          </p:sp>
        </mc:Fallback>
      </mc:AlternateContent>
      <mc:AlternateContent xmlns:mc="http://schemas.openxmlformats.org/markup-compatibility/2006">
        <mc:Choice xmlns:p14="http://schemas.microsoft.com/office/powerpoint/2010/main" Requires="p14">
          <p:contentPart p14:bwMode="auto" r:id="rId136">
            <p14:nvContentPartPr>
              <p14:cNvPr id="1049374" name=""/>
              <p14:cNvContentPartPr/>
              <p14:nvPr/>
            </p14:nvContentPartPr>
            <p14:xfrm>
              <a:off x="1223664" y="3175400"/>
              <a:ext cx="226191" cy="207642"/>
            </p14:xfrm>
          </p:contentPart>
        </mc:Choice>
        <mc:Fallback>
          <p:sp>
            <p:nvSpPr>
              <p:cNvPr id="1049374" name=""/>
              <p:cNvSpPr/>
              <p:nvPr/>
            </p:nvSpPr>
            <p:spPr>
              <a:xfrm>
                <a:off x="1223664" y="3175400"/>
                <a:ext cx="226191" cy="207642"/>
              </a:xfrm>
            </p:spPr>
          </p:sp>
        </mc:Fallback>
      </mc:AlternateContent>
      <mc:AlternateContent xmlns:mc="http://schemas.openxmlformats.org/markup-compatibility/2006">
        <mc:Choice xmlns:p14="http://schemas.microsoft.com/office/powerpoint/2010/main" Requires="p14">
          <p:contentPart p14:bwMode="auto" r:id="rId137">
            <p14:nvContentPartPr>
              <p14:cNvPr id="1049375" name=""/>
              <p14:cNvContentPartPr/>
              <p14:nvPr/>
            </p14:nvContentPartPr>
            <p14:xfrm>
              <a:off x="1147559" y="3486891"/>
              <a:ext cx="379029" cy="7445"/>
            </p14:xfrm>
          </p:contentPart>
        </mc:Choice>
        <mc:Fallback>
          <p:sp>
            <p:nvSpPr>
              <p:cNvPr id="1049375" name=""/>
              <p:cNvSpPr/>
              <p:nvPr/>
            </p:nvSpPr>
            <p:spPr>
              <a:xfrm>
                <a:off x="1147559" y="3486891"/>
                <a:ext cx="379029" cy="7445"/>
              </a:xfrm>
            </p:spPr>
          </p:sp>
        </mc:Fallback>
      </mc:AlternateContent>
      <mc:AlternateContent xmlns:mc="http://schemas.openxmlformats.org/markup-compatibility/2006">
        <mc:Choice xmlns:p14="http://schemas.microsoft.com/office/powerpoint/2010/main" Requires="p14">
          <p:contentPart p14:bwMode="auto" r:id="rId138">
            <p14:nvContentPartPr>
              <p14:cNvPr id="1049376" name=""/>
              <p14:cNvContentPartPr/>
              <p14:nvPr/>
            </p14:nvContentPartPr>
            <p14:xfrm>
              <a:off x="1274866" y="3667310"/>
              <a:ext cx="142137" cy="196510"/>
            </p14:xfrm>
          </p:contentPart>
        </mc:Choice>
        <mc:Fallback>
          <p:sp>
            <p:nvSpPr>
              <p:cNvPr id="1049376" name=""/>
              <p:cNvSpPr/>
              <p:nvPr/>
            </p:nvSpPr>
            <p:spPr>
              <a:xfrm>
                <a:off x="1274866" y="3667310"/>
                <a:ext cx="142137" cy="196510"/>
              </a:xfrm>
            </p:spPr>
          </p:sp>
        </mc:Fallback>
      </mc:AlternateContent>
      <mc:AlternateContent xmlns:mc="http://schemas.openxmlformats.org/markup-compatibility/2006">
        <mc:Choice xmlns:p14="http://schemas.microsoft.com/office/powerpoint/2010/main" Requires="p14">
          <p:contentPart p14:bwMode="auto" r:id="rId139">
            <p14:nvContentPartPr>
              <p14:cNvPr id="1049377" name=""/>
              <p14:cNvContentPartPr/>
              <p14:nvPr/>
            </p14:nvContentPartPr>
            <p14:xfrm>
              <a:off x="1452478" y="3598059"/>
              <a:ext cx="96944" cy="152561"/>
            </p14:xfrm>
          </p:contentPart>
        </mc:Choice>
        <mc:Fallback>
          <p:sp>
            <p:nvSpPr>
              <p:cNvPr id="1049377" name=""/>
              <p:cNvSpPr/>
              <p:nvPr/>
            </p:nvSpPr>
            <p:spPr>
              <a:xfrm>
                <a:off x="1452478" y="3598059"/>
                <a:ext cx="96944" cy="152561"/>
              </a:xfrm>
            </p:spPr>
          </p:sp>
        </mc:Fallback>
      </mc:AlternateContent>
      <mc:AlternateContent xmlns:mc="http://schemas.openxmlformats.org/markup-compatibility/2006">
        <mc:Choice xmlns:p14="http://schemas.microsoft.com/office/powerpoint/2010/main" Requires="p14">
          <p:contentPart p14:bwMode="auto" r:id="rId140">
            <p14:nvContentPartPr>
              <p14:cNvPr id="1049378" name=""/>
              <p14:cNvContentPartPr/>
              <p14:nvPr/>
            </p14:nvContentPartPr>
            <p14:xfrm>
              <a:off x="1576890" y="3462077"/>
              <a:ext cx="121580" cy="2971"/>
            </p14:xfrm>
          </p:contentPart>
        </mc:Choice>
        <mc:Fallback>
          <p:sp>
            <p:nvSpPr>
              <p:cNvPr id="1049378" name=""/>
              <p:cNvSpPr/>
              <p:nvPr/>
            </p:nvSpPr>
            <p:spPr>
              <a:xfrm>
                <a:off x="1576890" y="3462077"/>
                <a:ext cx="121580" cy="2971"/>
              </a:xfrm>
            </p:spPr>
          </p:sp>
        </mc:Fallback>
      </mc:AlternateContent>
      <mc:AlternateContent xmlns:mc="http://schemas.openxmlformats.org/markup-compatibility/2006">
        <mc:Choice xmlns:p14="http://schemas.microsoft.com/office/powerpoint/2010/main" Requires="p14">
          <p:contentPart p14:bwMode="auto" r:id="rId141">
            <p14:nvContentPartPr>
              <p14:cNvPr id="1049379" name=""/>
              <p14:cNvContentPartPr/>
              <p14:nvPr/>
            </p14:nvContentPartPr>
            <p14:xfrm>
              <a:off x="1576890" y="3527899"/>
              <a:ext cx="140905" cy="31218"/>
            </p14:xfrm>
          </p:contentPart>
        </mc:Choice>
        <mc:Fallback>
          <p:sp>
            <p:nvSpPr>
              <p:cNvPr id="1049379" name=""/>
              <p:cNvSpPr/>
              <p:nvPr/>
            </p:nvSpPr>
            <p:spPr>
              <a:xfrm>
                <a:off x="1576890" y="3527899"/>
                <a:ext cx="140905" cy="31218"/>
              </a:xfrm>
            </p:spPr>
          </p:sp>
        </mc:Fallback>
      </mc:AlternateContent>
      <mc:AlternateContent xmlns:mc="http://schemas.openxmlformats.org/markup-compatibility/2006">
        <mc:Choice xmlns:p14="http://schemas.microsoft.com/office/powerpoint/2010/main" Requires="p14">
          <p:contentPart p14:bwMode="auto" r:id="rId142">
            <p14:nvContentPartPr>
              <p14:cNvPr id="1049380" name=""/>
              <p14:cNvContentPartPr/>
              <p14:nvPr/>
            </p14:nvContentPartPr>
            <p14:xfrm>
              <a:off x="1830750" y="3291050"/>
              <a:ext cx="225332" cy="274026"/>
            </p14:xfrm>
          </p:contentPart>
        </mc:Choice>
        <mc:Fallback>
          <p:sp>
            <p:nvSpPr>
              <p:cNvPr id="1049380" name=""/>
              <p:cNvSpPr/>
              <p:nvPr/>
            </p:nvSpPr>
            <p:spPr>
              <a:xfrm>
                <a:off x="1830750" y="3291050"/>
                <a:ext cx="225332" cy="274026"/>
              </a:xfrm>
            </p:spPr>
          </p:sp>
        </mc:Fallback>
      </mc:AlternateContent>
      <mc:AlternateContent xmlns:mc="http://schemas.openxmlformats.org/markup-compatibility/2006">
        <mc:Choice xmlns:p14="http://schemas.microsoft.com/office/powerpoint/2010/main" Requires="p14">
          <p:contentPart p14:bwMode="auto" r:id="rId143">
            <p14:nvContentPartPr>
              <p14:cNvPr id="1049381" name=""/>
              <p14:cNvContentPartPr/>
              <p14:nvPr/>
            </p14:nvContentPartPr>
            <p14:xfrm>
              <a:off x="2117241" y="3334992"/>
              <a:ext cx="172299" cy="208096"/>
            </p14:xfrm>
          </p:contentPart>
        </mc:Choice>
        <mc:Fallback>
          <p:sp>
            <p:nvSpPr>
              <p:cNvPr id="1049381" name=""/>
              <p:cNvSpPr/>
              <p:nvPr/>
            </p:nvSpPr>
            <p:spPr>
              <a:xfrm>
                <a:off x="2117241" y="3334992"/>
                <a:ext cx="172299" cy="208096"/>
              </a:xfrm>
            </p:spPr>
          </p:sp>
        </mc:Fallback>
      </mc:AlternateContent>
      <mc:AlternateContent xmlns:mc="http://schemas.openxmlformats.org/markup-compatibility/2006">
        <mc:Choice xmlns:p14="http://schemas.microsoft.com/office/powerpoint/2010/main" Requires="p14">
          <p:contentPart p14:bwMode="auto" r:id="rId144">
            <p14:nvContentPartPr>
              <p14:cNvPr id="1049382" name=""/>
              <p14:cNvContentPartPr/>
              <p14:nvPr/>
            </p14:nvContentPartPr>
            <p14:xfrm>
              <a:off x="2234786" y="3178631"/>
              <a:ext cx="227283" cy="196479"/>
            </p14:xfrm>
          </p:contentPart>
        </mc:Choice>
        <mc:Fallback>
          <p:sp>
            <p:nvSpPr>
              <p:cNvPr id="1049382" name=""/>
              <p:cNvSpPr/>
              <p:nvPr/>
            </p:nvSpPr>
            <p:spPr>
              <a:xfrm>
                <a:off x="2234786" y="3178631"/>
                <a:ext cx="227283" cy="196479"/>
              </a:xfrm>
            </p:spPr>
          </p:sp>
        </mc:Fallback>
      </mc:AlternateContent>
      <mc:AlternateContent xmlns:mc="http://schemas.openxmlformats.org/markup-compatibility/2006">
        <mc:Choice xmlns:p14="http://schemas.microsoft.com/office/powerpoint/2010/main" Requires="p14">
          <p:contentPart p14:bwMode="auto" r:id="rId145">
            <p14:nvContentPartPr>
              <p14:cNvPr id="1049383" name=""/>
              <p14:cNvContentPartPr/>
              <p14:nvPr/>
            </p14:nvContentPartPr>
            <p14:xfrm>
              <a:off x="2992844" y="3356540"/>
              <a:ext cx="338051" cy="21638"/>
            </p14:xfrm>
          </p:contentPart>
        </mc:Choice>
        <mc:Fallback>
          <p:sp>
            <p:nvSpPr>
              <p:cNvPr id="1049383" name=""/>
              <p:cNvSpPr/>
              <p:nvPr/>
            </p:nvSpPr>
            <p:spPr>
              <a:xfrm>
                <a:off x="2992844" y="3356540"/>
                <a:ext cx="338051" cy="21638"/>
              </a:xfrm>
            </p:spPr>
          </p:sp>
        </mc:Fallback>
      </mc:AlternateContent>
      <mc:AlternateContent xmlns:mc="http://schemas.openxmlformats.org/markup-compatibility/2006">
        <mc:Choice xmlns:p14="http://schemas.microsoft.com/office/powerpoint/2010/main" Requires="p14">
          <p:contentPart p14:bwMode="auto" r:id="rId146">
            <p14:nvContentPartPr>
              <p14:cNvPr id="1049384" name=""/>
              <p14:cNvContentPartPr/>
              <p14:nvPr/>
            </p14:nvContentPartPr>
            <p14:xfrm>
              <a:off x="2992844" y="3423529"/>
              <a:ext cx="327791" cy="70808"/>
            </p14:xfrm>
          </p:contentPart>
        </mc:Choice>
        <mc:Fallback>
          <p:sp>
            <p:nvSpPr>
              <p:cNvPr id="1049384" name=""/>
              <p:cNvSpPr/>
              <p:nvPr/>
            </p:nvSpPr>
            <p:spPr>
              <a:xfrm>
                <a:off x="2992844" y="3423529"/>
                <a:ext cx="327791" cy="70808"/>
              </a:xfrm>
            </p:spPr>
          </p:sp>
        </mc:Fallback>
      </mc:AlternateContent>
      <mc:AlternateContent xmlns:mc="http://schemas.openxmlformats.org/markup-compatibility/2006">
        <mc:Choice xmlns:p14="http://schemas.microsoft.com/office/powerpoint/2010/main" Requires="p14">
          <p:contentPart p14:bwMode="auto" r:id="rId147">
            <p14:nvContentPartPr>
              <p14:cNvPr id="1049385" name=""/>
              <p14:cNvContentPartPr/>
              <p14:nvPr/>
            </p14:nvContentPartPr>
            <p14:xfrm>
              <a:off x="3171548" y="3298755"/>
              <a:ext cx="236026" cy="299414"/>
            </p14:xfrm>
          </p:contentPart>
        </mc:Choice>
        <mc:Fallback>
          <p:sp>
            <p:nvSpPr>
              <p:cNvPr id="1049385" name=""/>
              <p:cNvSpPr/>
              <p:nvPr/>
            </p:nvSpPr>
            <p:spPr>
              <a:xfrm>
                <a:off x="3171548" y="3298755"/>
                <a:ext cx="236026" cy="299414"/>
              </a:xfrm>
            </p:spPr>
          </p:sp>
        </mc:Fallback>
      </mc:AlternateContent>
      <mc:AlternateContent xmlns:mc="http://schemas.openxmlformats.org/markup-compatibility/2006">
        <mc:Choice xmlns:p14="http://schemas.microsoft.com/office/powerpoint/2010/main" Requires="p14">
          <p:contentPart p14:bwMode="auto" r:id="rId148">
            <p14:nvContentPartPr>
              <p14:cNvPr id="1049386" name=""/>
              <p14:cNvContentPartPr/>
              <p14:nvPr/>
            </p14:nvContentPartPr>
            <p14:xfrm>
              <a:off x="4158612" y="3363535"/>
              <a:ext cx="250185" cy="266647"/>
            </p14:xfrm>
          </p:contentPart>
        </mc:Choice>
        <mc:Fallback>
          <p:sp>
            <p:nvSpPr>
              <p:cNvPr id="1049386" name=""/>
              <p:cNvSpPr/>
              <p:nvPr/>
            </p:nvSpPr>
            <p:spPr>
              <a:xfrm>
                <a:off x="4158612" y="3363535"/>
                <a:ext cx="250185" cy="266647"/>
              </a:xfrm>
            </p:spPr>
          </p:sp>
        </mc:Fallback>
      </mc:AlternateContent>
      <mc:AlternateContent xmlns:mc="http://schemas.openxmlformats.org/markup-compatibility/2006">
        <mc:Choice xmlns:p14="http://schemas.microsoft.com/office/powerpoint/2010/main" Requires="p14">
          <p:contentPart p14:bwMode="auto" r:id="rId149">
            <p14:nvContentPartPr>
              <p14:cNvPr id="1049387" name=""/>
              <p14:cNvContentPartPr/>
              <p14:nvPr/>
            </p14:nvContentPartPr>
            <p14:xfrm>
              <a:off x="4264985" y="3219083"/>
              <a:ext cx="850" cy="86870"/>
            </p14:xfrm>
          </p:contentPart>
        </mc:Choice>
        <mc:Fallback>
          <p:sp>
            <p:nvSpPr>
              <p:cNvPr id="1049387" name=""/>
              <p:cNvSpPr/>
              <p:nvPr/>
            </p:nvSpPr>
            <p:spPr>
              <a:xfrm>
                <a:off x="4264985" y="3219083"/>
                <a:ext cx="850" cy="86870"/>
              </a:xfrm>
            </p:spPr>
          </p:sp>
        </mc:Fallback>
      </mc:AlternateContent>
      <mc:AlternateContent xmlns:mc="http://schemas.openxmlformats.org/markup-compatibility/2006">
        <mc:Choice xmlns:p14="http://schemas.microsoft.com/office/powerpoint/2010/main" Requires="p14">
          <p:contentPart p14:bwMode="auto" r:id="rId150">
            <p14:nvContentPartPr>
              <p14:cNvPr id="1049388" name=""/>
              <p14:cNvContentPartPr/>
              <p14:nvPr/>
            </p14:nvContentPartPr>
            <p14:xfrm>
              <a:off x="4336913" y="3219083"/>
              <a:ext cx="7463" cy="74085"/>
            </p14:xfrm>
          </p:contentPart>
        </mc:Choice>
        <mc:Fallback>
          <p:sp>
            <p:nvSpPr>
              <p:cNvPr id="1049388" name=""/>
              <p:cNvSpPr/>
              <p:nvPr/>
            </p:nvSpPr>
            <p:spPr>
              <a:xfrm>
                <a:off x="4336913" y="3219083"/>
                <a:ext cx="7463" cy="74085"/>
              </a:xfrm>
            </p:spPr>
          </p:sp>
        </mc:Fallback>
      </mc:AlternateContent>
      <mc:AlternateContent xmlns:mc="http://schemas.openxmlformats.org/markup-compatibility/2006">
        <mc:Choice xmlns:p14="http://schemas.microsoft.com/office/powerpoint/2010/main" Requires="p14">
          <p:contentPart p14:bwMode="auto" r:id="rId151">
            <p14:nvContentPartPr>
              <p14:cNvPr id="1049389" name=""/>
              <p14:cNvContentPartPr/>
              <p14:nvPr/>
            </p14:nvContentPartPr>
            <p14:xfrm>
              <a:off x="4551762" y="3465619"/>
              <a:ext cx="145022" cy="6627"/>
            </p14:xfrm>
          </p:contentPart>
        </mc:Choice>
        <mc:Fallback>
          <p:sp>
            <p:nvSpPr>
              <p:cNvPr id="1049389" name=""/>
              <p:cNvSpPr/>
              <p:nvPr/>
            </p:nvSpPr>
            <p:spPr>
              <a:xfrm>
                <a:off x="4551762" y="3465619"/>
                <a:ext cx="145022" cy="6627"/>
              </a:xfrm>
            </p:spPr>
          </p:sp>
        </mc:Fallback>
      </mc:AlternateContent>
      <mc:AlternateContent xmlns:mc="http://schemas.openxmlformats.org/markup-compatibility/2006">
        <mc:Choice xmlns:p14="http://schemas.microsoft.com/office/powerpoint/2010/main" Requires="p14">
          <p:contentPart p14:bwMode="auto" r:id="rId152">
            <p14:nvContentPartPr>
              <p14:cNvPr id="1049390" name=""/>
              <p14:cNvContentPartPr/>
              <p14:nvPr/>
            </p14:nvContentPartPr>
            <p14:xfrm>
              <a:off x="4544702" y="3603418"/>
              <a:ext cx="169957" cy="14026"/>
            </p14:xfrm>
          </p:contentPart>
        </mc:Choice>
        <mc:Fallback>
          <p:sp>
            <p:nvSpPr>
              <p:cNvPr id="1049390" name=""/>
              <p:cNvSpPr/>
              <p:nvPr/>
            </p:nvSpPr>
            <p:spPr>
              <a:xfrm>
                <a:off x="4544702" y="3603418"/>
                <a:ext cx="169957" cy="14026"/>
              </a:xfrm>
            </p:spPr>
          </p:sp>
        </mc:Fallback>
      </mc:AlternateContent>
      <mc:AlternateContent xmlns:mc="http://schemas.openxmlformats.org/markup-compatibility/2006">
        <mc:Choice xmlns:p14="http://schemas.microsoft.com/office/powerpoint/2010/main" Requires="p14">
          <p:contentPart p14:bwMode="auto" r:id="rId153">
            <p14:nvContentPartPr>
              <p14:cNvPr id="1049391" name=""/>
              <p14:cNvContentPartPr/>
              <p14:nvPr/>
            </p14:nvContentPartPr>
            <p14:xfrm>
              <a:off x="4887990" y="3508484"/>
              <a:ext cx="207385" cy="22089"/>
            </p14:xfrm>
          </p:contentPart>
        </mc:Choice>
        <mc:Fallback>
          <p:sp>
            <p:nvSpPr>
              <p:cNvPr id="1049391" name=""/>
              <p:cNvSpPr/>
              <p:nvPr/>
            </p:nvSpPr>
            <p:spPr>
              <a:xfrm>
                <a:off x="4887990" y="3508484"/>
                <a:ext cx="207385" cy="22089"/>
              </a:xfrm>
            </p:spPr>
          </p:sp>
        </mc:Fallback>
      </mc:AlternateContent>
      <mc:AlternateContent xmlns:mc="http://schemas.openxmlformats.org/markup-compatibility/2006">
        <mc:Choice xmlns:p14="http://schemas.microsoft.com/office/powerpoint/2010/main" Requires="p14">
          <p:contentPart p14:bwMode="auto" r:id="rId154">
            <p14:nvContentPartPr>
              <p14:cNvPr id="1049392" name=""/>
              <p14:cNvContentPartPr/>
              <p14:nvPr/>
            </p14:nvContentPartPr>
            <p14:xfrm>
              <a:off x="5175368" y="3368778"/>
              <a:ext cx="306096" cy="282058"/>
            </p14:xfrm>
          </p:contentPart>
        </mc:Choice>
        <mc:Fallback>
          <p:sp>
            <p:nvSpPr>
              <p:cNvPr id="1049392" name=""/>
              <p:cNvSpPr/>
              <p:nvPr/>
            </p:nvSpPr>
            <p:spPr>
              <a:xfrm>
                <a:off x="5175368" y="3368778"/>
                <a:ext cx="306096" cy="282058"/>
              </a:xfrm>
            </p:spPr>
          </p:sp>
        </mc:Fallback>
      </mc:AlternateContent>
      <mc:AlternateContent xmlns:mc="http://schemas.openxmlformats.org/markup-compatibility/2006">
        <mc:Choice xmlns:p14="http://schemas.microsoft.com/office/powerpoint/2010/main" Requires="p14">
          <p:contentPart p14:bwMode="auto" r:id="rId155">
            <p14:nvContentPartPr>
              <p14:cNvPr id="1049393" name=""/>
              <p14:cNvContentPartPr/>
              <p14:nvPr/>
            </p14:nvContentPartPr>
            <p14:xfrm>
              <a:off x="5483023" y="3209756"/>
              <a:ext cx="159402" cy="196988"/>
            </p14:xfrm>
          </p:contentPart>
        </mc:Choice>
        <mc:Fallback>
          <p:sp>
            <p:nvSpPr>
              <p:cNvPr id="1049393" name=""/>
              <p:cNvSpPr/>
              <p:nvPr/>
            </p:nvSpPr>
            <p:spPr>
              <a:xfrm>
                <a:off x="5483023" y="3209756"/>
                <a:ext cx="159402" cy="196988"/>
              </a:xfrm>
            </p:spPr>
          </p:sp>
        </mc:Fallback>
      </mc:AlternateContent>
      <mc:AlternateContent xmlns:mc="http://schemas.openxmlformats.org/markup-compatibility/2006">
        <mc:Choice xmlns:p14="http://schemas.microsoft.com/office/powerpoint/2010/main" Requires="p14">
          <p:contentPart p14:bwMode="auto" r:id="rId156">
            <p14:nvContentPartPr>
              <p14:cNvPr id="1049394" name=""/>
              <p14:cNvContentPartPr/>
              <p14:nvPr/>
            </p14:nvContentPartPr>
            <p14:xfrm>
              <a:off x="5710470" y="3445904"/>
              <a:ext cx="212428" cy="214726"/>
            </p14:xfrm>
          </p:contentPart>
        </mc:Choice>
        <mc:Fallback>
          <p:sp>
            <p:nvSpPr>
              <p:cNvPr id="1049394" name=""/>
              <p:cNvSpPr/>
              <p:nvPr/>
            </p:nvSpPr>
            <p:spPr>
              <a:xfrm>
                <a:off x="5710470" y="3445904"/>
                <a:ext cx="212428" cy="214726"/>
              </a:xfrm>
            </p:spPr>
          </p:sp>
        </mc:Fallback>
      </mc:AlternateContent>
      <mc:AlternateContent xmlns:mc="http://schemas.openxmlformats.org/markup-compatibility/2006">
        <mc:Choice xmlns:p14="http://schemas.microsoft.com/office/powerpoint/2010/main" Requires="p14">
          <p:contentPart p14:bwMode="auto" r:id="rId157">
            <p14:nvContentPartPr>
              <p14:cNvPr id="1049395" name=""/>
              <p14:cNvContentPartPr/>
              <p14:nvPr/>
            </p14:nvContentPartPr>
            <p14:xfrm>
              <a:off x="5846373" y="3229009"/>
              <a:ext cx="184815" cy="161365"/>
            </p14:xfrm>
          </p:contentPart>
        </mc:Choice>
        <mc:Fallback>
          <p:sp>
            <p:nvSpPr>
              <p:cNvPr id="1049395" name=""/>
              <p:cNvSpPr/>
              <p:nvPr/>
            </p:nvSpPr>
            <p:spPr>
              <a:xfrm>
                <a:off x="5846373" y="3229009"/>
                <a:ext cx="184815" cy="161365"/>
              </a:xfrm>
            </p:spPr>
          </p:sp>
        </mc:Fallback>
      </mc:AlternateContent>
      <mc:AlternateContent xmlns:mc="http://schemas.openxmlformats.org/markup-compatibility/2006">
        <mc:Choice xmlns:p14="http://schemas.microsoft.com/office/powerpoint/2010/main" Requires="p14">
          <p:contentPart p14:bwMode="auto" r:id="rId158">
            <p14:nvContentPartPr>
              <p14:cNvPr id="1049396" name=""/>
              <p14:cNvContentPartPr/>
              <p14:nvPr/>
            </p14:nvContentPartPr>
            <p14:xfrm>
              <a:off x="6215420" y="3384516"/>
              <a:ext cx="180303" cy="135881"/>
            </p14:xfrm>
          </p:contentPart>
        </mc:Choice>
        <mc:Fallback>
          <p:sp>
            <p:nvSpPr>
              <p:cNvPr id="1049396" name=""/>
              <p:cNvSpPr/>
              <p:nvPr/>
            </p:nvSpPr>
            <p:spPr>
              <a:xfrm>
                <a:off x="6215420" y="3384516"/>
                <a:ext cx="180303" cy="135881"/>
              </a:xfrm>
            </p:spPr>
          </p:sp>
        </mc:Fallback>
      </mc:AlternateContent>
      <mc:AlternateContent xmlns:mc="http://schemas.openxmlformats.org/markup-compatibility/2006">
        <mc:Choice xmlns:p14="http://schemas.microsoft.com/office/powerpoint/2010/main" Requires="p14">
          <p:contentPart p14:bwMode="auto" r:id="rId159">
            <p14:nvContentPartPr>
              <p14:cNvPr id="1049397" name=""/>
              <p14:cNvContentPartPr/>
              <p14:nvPr/>
            </p14:nvContentPartPr>
            <p14:xfrm>
              <a:off x="6325565" y="3146360"/>
              <a:ext cx="56920" cy="333084"/>
            </p14:xfrm>
          </p:contentPart>
        </mc:Choice>
        <mc:Fallback>
          <p:sp>
            <p:nvSpPr>
              <p:cNvPr id="1049397" name=""/>
              <p:cNvSpPr/>
              <p:nvPr/>
            </p:nvSpPr>
            <p:spPr>
              <a:xfrm>
                <a:off x="6325565" y="3146360"/>
                <a:ext cx="56920" cy="333084"/>
              </a:xfrm>
            </p:spPr>
          </p:sp>
        </mc:Fallback>
      </mc:AlternateContent>
      <mc:AlternateContent xmlns:mc="http://schemas.openxmlformats.org/markup-compatibility/2006">
        <mc:Choice xmlns:p14="http://schemas.microsoft.com/office/powerpoint/2010/main" Requires="p14">
          <p:contentPart p14:bwMode="auto" r:id="rId160">
            <p14:nvContentPartPr>
              <p14:cNvPr id="1049398" name=""/>
              <p14:cNvContentPartPr/>
              <p14:nvPr/>
            </p14:nvContentPartPr>
            <p14:xfrm>
              <a:off x="6364675" y="3007269"/>
              <a:ext cx="175537" cy="204833"/>
            </p14:xfrm>
          </p:contentPart>
        </mc:Choice>
        <mc:Fallback>
          <p:sp>
            <p:nvSpPr>
              <p:cNvPr id="1049398" name=""/>
              <p:cNvSpPr/>
              <p:nvPr/>
            </p:nvSpPr>
            <p:spPr>
              <a:xfrm>
                <a:off x="6364675" y="3007269"/>
                <a:ext cx="175537" cy="204833"/>
              </a:xfrm>
            </p:spPr>
          </p:sp>
        </mc:Fallback>
      </mc:AlternateContent>
      <mc:AlternateContent xmlns:mc="http://schemas.openxmlformats.org/markup-compatibility/2006">
        <mc:Choice xmlns:p14="http://schemas.microsoft.com/office/powerpoint/2010/main" Requires="p14">
          <p:contentPart p14:bwMode="auto" r:id="rId161">
            <p14:nvContentPartPr>
              <p14:cNvPr id="1049399" name=""/>
              <p14:cNvContentPartPr/>
              <p14:nvPr/>
            </p14:nvContentPartPr>
            <p14:xfrm>
              <a:off x="6547070" y="3303679"/>
              <a:ext cx="230688" cy="149873"/>
            </p14:xfrm>
          </p:contentPart>
        </mc:Choice>
        <mc:Fallback>
          <p:sp>
            <p:nvSpPr>
              <p:cNvPr id="1049399" name=""/>
              <p:cNvSpPr/>
              <p:nvPr/>
            </p:nvSpPr>
            <p:spPr>
              <a:xfrm>
                <a:off x="6547070" y="3303679"/>
                <a:ext cx="230688" cy="149873"/>
              </a:xfrm>
            </p:spPr>
          </p:sp>
        </mc:Fallback>
      </mc:AlternateContent>
      <mc:AlternateContent xmlns:mc="http://schemas.openxmlformats.org/markup-compatibility/2006">
        <mc:Choice xmlns:p14="http://schemas.microsoft.com/office/powerpoint/2010/main" Requires="p14">
          <p:contentPart p14:bwMode="auto" r:id="rId162">
            <p14:nvContentPartPr>
              <p14:cNvPr id="1049400" name=""/>
              <p14:cNvContentPartPr/>
              <p14:nvPr/>
            </p14:nvContentPartPr>
            <p14:xfrm>
              <a:off x="6182602" y="3542488"/>
              <a:ext cx="692862" cy="26135"/>
            </p14:xfrm>
          </p:contentPart>
        </mc:Choice>
        <mc:Fallback>
          <p:sp>
            <p:nvSpPr>
              <p:cNvPr id="1049400" name=""/>
              <p:cNvSpPr/>
              <p:nvPr/>
            </p:nvSpPr>
            <p:spPr>
              <a:xfrm>
                <a:off x="6182602" y="3542488"/>
                <a:ext cx="692862" cy="26135"/>
              </a:xfrm>
            </p:spPr>
          </p:sp>
        </mc:Fallback>
      </mc:AlternateContent>
      <mc:AlternateContent xmlns:mc="http://schemas.openxmlformats.org/markup-compatibility/2006">
        <mc:Choice xmlns:p14="http://schemas.microsoft.com/office/powerpoint/2010/main" Requires="p14">
          <p:contentPart p14:bwMode="auto" r:id="rId163">
            <p14:nvContentPartPr>
              <p14:cNvPr id="1049401" name=""/>
              <p14:cNvContentPartPr/>
              <p14:nvPr/>
            </p14:nvContentPartPr>
            <p14:xfrm>
              <a:off x="6409992" y="3646483"/>
              <a:ext cx="326566" cy="331211"/>
            </p14:xfrm>
          </p:contentPart>
        </mc:Choice>
        <mc:Fallback>
          <p:sp>
            <p:nvSpPr>
              <p:cNvPr id="1049401" name=""/>
              <p:cNvSpPr/>
              <p:nvPr/>
            </p:nvSpPr>
            <p:spPr>
              <a:xfrm>
                <a:off x="6409992" y="3646483"/>
                <a:ext cx="326566" cy="331211"/>
              </a:xfrm>
            </p:spPr>
          </p:sp>
        </mc:Fallback>
      </mc:AlternateContent>
      <mc:AlternateContent xmlns:mc="http://schemas.openxmlformats.org/markup-compatibility/2006">
        <mc:Choice xmlns:p14="http://schemas.microsoft.com/office/powerpoint/2010/main" Requires="p14">
          <p:contentPart p14:bwMode="auto" r:id="rId164">
            <p14:nvContentPartPr>
              <p14:cNvPr id="1049402" name=""/>
              <p14:cNvContentPartPr/>
              <p14:nvPr/>
            </p14:nvContentPartPr>
            <p14:xfrm>
              <a:off x="6749534" y="3624432"/>
              <a:ext cx="151414" cy="169347"/>
            </p14:xfrm>
          </p:contentPart>
        </mc:Choice>
        <mc:Fallback>
          <p:sp>
            <p:nvSpPr>
              <p:cNvPr id="1049402" name=""/>
              <p:cNvSpPr/>
              <p:nvPr/>
            </p:nvSpPr>
            <p:spPr>
              <a:xfrm>
                <a:off x="6749534" y="3624432"/>
                <a:ext cx="151414" cy="169347"/>
              </a:xfrm>
            </p:spPr>
          </p:sp>
        </mc:Fallback>
      </mc:AlternateContent>
      <mc:AlternateContent xmlns:mc="http://schemas.openxmlformats.org/markup-compatibility/2006">
        <mc:Choice xmlns:p14="http://schemas.microsoft.com/office/powerpoint/2010/main" Requires="p14">
          <p:contentPart p14:bwMode="auto" r:id="rId165">
            <p14:nvContentPartPr>
              <p14:cNvPr id="1049403" name=""/>
              <p14:cNvContentPartPr/>
              <p14:nvPr/>
            </p14:nvContentPartPr>
            <p14:xfrm>
              <a:off x="825892" y="4225535"/>
              <a:ext cx="214444" cy="325940"/>
            </p14:xfrm>
          </p:contentPart>
        </mc:Choice>
        <mc:Fallback>
          <p:sp>
            <p:nvSpPr>
              <p:cNvPr id="1049403" name=""/>
              <p:cNvSpPr/>
              <p:nvPr/>
            </p:nvSpPr>
            <p:spPr>
              <a:xfrm>
                <a:off x="825892" y="4225535"/>
                <a:ext cx="214444" cy="325940"/>
              </a:xfrm>
            </p:spPr>
          </p:sp>
        </mc:Fallback>
      </mc:AlternateContent>
      <mc:AlternateContent xmlns:mc="http://schemas.openxmlformats.org/markup-compatibility/2006">
        <mc:Choice xmlns:p14="http://schemas.microsoft.com/office/powerpoint/2010/main" Requires="p14">
          <p:contentPart p14:bwMode="auto" r:id="rId166">
            <p14:nvContentPartPr>
              <p14:cNvPr id="1049404" name=""/>
              <p14:cNvContentPartPr/>
              <p14:nvPr/>
            </p14:nvContentPartPr>
            <p14:xfrm>
              <a:off x="1119939" y="4233949"/>
              <a:ext cx="150851" cy="296054"/>
            </p14:xfrm>
          </p:contentPart>
        </mc:Choice>
        <mc:Fallback>
          <p:sp>
            <p:nvSpPr>
              <p:cNvPr id="1049404" name=""/>
              <p:cNvSpPr/>
              <p:nvPr/>
            </p:nvSpPr>
            <p:spPr>
              <a:xfrm>
                <a:off x="1119939" y="4233949"/>
                <a:ext cx="150851" cy="296054"/>
              </a:xfrm>
            </p:spPr>
          </p:sp>
        </mc:Fallback>
      </mc:AlternateContent>
      <mc:AlternateContent xmlns:mc="http://schemas.openxmlformats.org/markup-compatibility/2006">
        <mc:Choice xmlns:p14="http://schemas.microsoft.com/office/powerpoint/2010/main" Requires="p14">
          <p:contentPart p14:bwMode="auto" r:id="rId167">
            <p14:nvContentPartPr>
              <p14:cNvPr id="1049405" name=""/>
              <p14:cNvContentPartPr/>
              <p14:nvPr/>
            </p14:nvContentPartPr>
            <p14:xfrm>
              <a:off x="1215511" y="4131466"/>
              <a:ext cx="3529" cy="79672"/>
            </p14:xfrm>
          </p:contentPart>
        </mc:Choice>
        <mc:Fallback>
          <p:sp>
            <p:nvSpPr>
              <p:cNvPr id="1049405" name=""/>
              <p:cNvSpPr/>
              <p:nvPr/>
            </p:nvSpPr>
            <p:spPr>
              <a:xfrm>
                <a:off x="1215511" y="4131466"/>
                <a:ext cx="3529" cy="79672"/>
              </a:xfrm>
            </p:spPr>
          </p:sp>
        </mc:Fallback>
      </mc:AlternateContent>
      <mc:AlternateContent xmlns:mc="http://schemas.openxmlformats.org/markup-compatibility/2006">
        <mc:Choice xmlns:p14="http://schemas.microsoft.com/office/powerpoint/2010/main" Requires="p14">
          <p:contentPart p14:bwMode="auto" r:id="rId168">
            <p14:nvContentPartPr>
              <p14:cNvPr id="1049406" name=""/>
              <p14:cNvContentPartPr/>
              <p14:nvPr/>
            </p14:nvContentPartPr>
            <p14:xfrm>
              <a:off x="1305083" y="4068987"/>
              <a:ext cx="174298" cy="173092"/>
            </p14:xfrm>
          </p:contentPart>
        </mc:Choice>
        <mc:Fallback>
          <p:sp>
            <p:nvSpPr>
              <p:cNvPr id="1049406" name=""/>
              <p:cNvSpPr/>
              <p:nvPr/>
            </p:nvSpPr>
            <p:spPr>
              <a:xfrm>
                <a:off x="1305083" y="4068987"/>
                <a:ext cx="174298" cy="173092"/>
              </a:xfrm>
            </p:spPr>
          </p:sp>
        </mc:Fallback>
      </mc:AlternateContent>
      <mc:AlternateContent xmlns:mc="http://schemas.openxmlformats.org/markup-compatibility/2006">
        <mc:Choice xmlns:p14="http://schemas.microsoft.com/office/powerpoint/2010/main" Requires="p14">
          <p:contentPart p14:bwMode="auto" r:id="rId169">
            <p14:nvContentPartPr>
              <p14:cNvPr id="1049407" name=""/>
              <p14:cNvContentPartPr/>
              <p14:nvPr/>
            </p14:nvContentPartPr>
            <p14:xfrm>
              <a:off x="1526588" y="4337968"/>
              <a:ext cx="171644" cy="3476"/>
            </p14:xfrm>
          </p:contentPart>
        </mc:Choice>
        <mc:Fallback>
          <p:sp>
            <p:nvSpPr>
              <p:cNvPr id="1049407" name=""/>
              <p:cNvSpPr/>
              <p:nvPr/>
            </p:nvSpPr>
            <p:spPr>
              <a:xfrm>
                <a:off x="1526588" y="4337968"/>
                <a:ext cx="171644" cy="3476"/>
              </a:xfrm>
            </p:spPr>
          </p:sp>
        </mc:Fallback>
      </mc:AlternateContent>
      <mc:AlternateContent xmlns:mc="http://schemas.openxmlformats.org/markup-compatibility/2006">
        <mc:Choice xmlns:p14="http://schemas.microsoft.com/office/powerpoint/2010/main" Requires="p14">
          <p:contentPart p14:bwMode="auto" r:id="rId170">
            <p14:nvContentPartPr>
              <p14:cNvPr id="1049408" name=""/>
              <p14:cNvContentPartPr/>
              <p14:nvPr/>
            </p14:nvContentPartPr>
            <p14:xfrm>
              <a:off x="1526588" y="4450404"/>
              <a:ext cx="193265" cy="18308"/>
            </p14:xfrm>
          </p:contentPart>
        </mc:Choice>
        <mc:Fallback>
          <p:sp>
            <p:nvSpPr>
              <p:cNvPr id="1049408" name=""/>
              <p:cNvSpPr/>
              <p:nvPr/>
            </p:nvSpPr>
            <p:spPr>
              <a:xfrm>
                <a:off x="1526588" y="4450404"/>
                <a:ext cx="193265" cy="18308"/>
              </a:xfrm>
            </p:spPr>
          </p:sp>
        </mc:Fallback>
      </mc:AlternateContent>
      <mc:AlternateContent xmlns:mc="http://schemas.openxmlformats.org/markup-compatibility/2006">
        <mc:Choice xmlns:p14="http://schemas.microsoft.com/office/powerpoint/2010/main" Requires="p14">
          <p:contentPart p14:bwMode="auto" r:id="rId171">
            <p14:nvContentPartPr>
              <p14:cNvPr id="1049409" name=""/>
              <p14:cNvContentPartPr/>
              <p14:nvPr/>
            </p14:nvContentPartPr>
            <p14:xfrm>
              <a:off x="1850394" y="4223930"/>
              <a:ext cx="291289" cy="287783"/>
            </p14:xfrm>
          </p:contentPart>
        </mc:Choice>
        <mc:Fallback>
          <p:sp>
            <p:nvSpPr>
              <p:cNvPr id="1049409" name=""/>
              <p:cNvSpPr/>
              <p:nvPr/>
            </p:nvSpPr>
            <p:spPr>
              <a:xfrm>
                <a:off x="1850394" y="4223930"/>
                <a:ext cx="291289" cy="287783"/>
              </a:xfrm>
            </p:spPr>
          </p:sp>
        </mc:Fallback>
      </mc:AlternateContent>
      <mc:AlternateContent xmlns:mc="http://schemas.openxmlformats.org/markup-compatibility/2006">
        <mc:Choice xmlns:p14="http://schemas.microsoft.com/office/powerpoint/2010/main" Requires="p14">
          <p:contentPart p14:bwMode="auto" r:id="rId172">
            <p14:nvContentPartPr>
              <p14:cNvPr id="1049410" name=""/>
              <p14:cNvContentPartPr/>
              <p14:nvPr/>
            </p14:nvContentPartPr>
            <p14:xfrm>
              <a:off x="2093124" y="4040684"/>
              <a:ext cx="157615" cy="216633"/>
            </p14:xfrm>
          </p:contentPart>
        </mc:Choice>
        <mc:Fallback>
          <p:sp>
            <p:nvSpPr>
              <p:cNvPr id="1049410" name=""/>
              <p:cNvSpPr/>
              <p:nvPr/>
            </p:nvSpPr>
            <p:spPr>
              <a:xfrm>
                <a:off x="2093124" y="4040684"/>
                <a:ext cx="157615" cy="216633"/>
              </a:xfrm>
            </p:spPr>
          </p:sp>
        </mc:Fallback>
      </mc:AlternateContent>
      <mc:AlternateContent xmlns:mc="http://schemas.openxmlformats.org/markup-compatibility/2006">
        <mc:Choice xmlns:p14="http://schemas.microsoft.com/office/powerpoint/2010/main" Requires="p14">
          <p:contentPart p14:bwMode="auto" r:id="rId173">
            <p14:nvContentPartPr>
              <p14:cNvPr id="1049411" name=""/>
              <p14:cNvContentPartPr/>
              <p14:nvPr/>
            </p14:nvContentPartPr>
            <p14:xfrm>
              <a:off x="2306268" y="4222861"/>
              <a:ext cx="192512" cy="270729"/>
            </p14:xfrm>
          </p:contentPart>
        </mc:Choice>
        <mc:Fallback>
          <p:sp>
            <p:nvSpPr>
              <p:cNvPr id="1049411" name=""/>
              <p:cNvSpPr/>
              <p:nvPr/>
            </p:nvSpPr>
            <p:spPr>
              <a:xfrm>
                <a:off x="2306268" y="4222861"/>
                <a:ext cx="192512" cy="270729"/>
              </a:xfrm>
            </p:spPr>
          </p:sp>
        </mc:Fallback>
      </mc:AlternateContent>
      <mc:AlternateContent xmlns:mc="http://schemas.openxmlformats.org/markup-compatibility/2006">
        <mc:Choice xmlns:p14="http://schemas.microsoft.com/office/powerpoint/2010/main" Requires="p14">
          <p:contentPart p14:bwMode="auto" r:id="rId174">
            <p14:nvContentPartPr>
              <p14:cNvPr id="1049412" name=""/>
              <p14:cNvContentPartPr/>
              <p14:nvPr/>
            </p14:nvContentPartPr>
            <p14:xfrm>
              <a:off x="2470852" y="4038030"/>
              <a:ext cx="249051" cy="233628"/>
            </p14:xfrm>
          </p:contentPart>
        </mc:Choice>
        <mc:Fallback>
          <p:sp>
            <p:nvSpPr>
              <p:cNvPr id="1049412" name=""/>
              <p:cNvSpPr/>
              <p:nvPr/>
            </p:nvSpPr>
            <p:spPr>
              <a:xfrm>
                <a:off x="2470852" y="4038030"/>
                <a:ext cx="249051" cy="233628"/>
              </a:xfrm>
            </p:spPr>
          </p:sp>
        </mc:Fallback>
      </mc:AlternateContent>
      <mc:AlternateContent xmlns:mc="http://schemas.openxmlformats.org/markup-compatibility/2006">
        <mc:Choice xmlns:p14="http://schemas.microsoft.com/office/powerpoint/2010/main" Requires="p14">
          <p:contentPart p14:bwMode="auto" r:id="rId175">
            <p14:nvContentPartPr>
              <p14:cNvPr id="1049413" name=""/>
              <p14:cNvContentPartPr/>
              <p14:nvPr/>
            </p14:nvContentPartPr>
            <p14:xfrm>
              <a:off x="3293332" y="4399523"/>
              <a:ext cx="273233" cy="36490"/>
            </p14:xfrm>
          </p:contentPart>
        </mc:Choice>
        <mc:Fallback>
          <p:sp>
            <p:nvSpPr>
              <p:cNvPr id="1049413" name=""/>
              <p:cNvSpPr/>
              <p:nvPr/>
            </p:nvSpPr>
            <p:spPr>
              <a:xfrm>
                <a:off x="3293332" y="4399523"/>
                <a:ext cx="273233" cy="36490"/>
              </a:xfrm>
            </p:spPr>
          </p:sp>
        </mc:Fallback>
      </mc:AlternateContent>
      <mc:AlternateContent xmlns:mc="http://schemas.openxmlformats.org/markup-compatibility/2006">
        <mc:Choice xmlns:p14="http://schemas.microsoft.com/office/powerpoint/2010/main" Requires="p14">
          <p:contentPart p14:bwMode="auto" r:id="rId176">
            <p14:nvContentPartPr>
              <p14:cNvPr id="1049414" name=""/>
              <p14:cNvContentPartPr/>
              <p14:nvPr/>
            </p14:nvContentPartPr>
            <p14:xfrm>
              <a:off x="3314512" y="4486393"/>
              <a:ext cx="245568" cy="10978"/>
            </p14:xfrm>
          </p:contentPart>
        </mc:Choice>
        <mc:Fallback>
          <p:sp>
            <p:nvSpPr>
              <p:cNvPr id="1049414" name=""/>
              <p:cNvSpPr/>
              <p:nvPr/>
            </p:nvSpPr>
            <p:spPr>
              <a:xfrm>
                <a:off x="3314512" y="4486393"/>
                <a:ext cx="245568" cy="10978"/>
              </a:xfrm>
            </p:spPr>
          </p:sp>
        </mc:Fallback>
      </mc:AlternateContent>
      <mc:AlternateContent xmlns:mc="http://schemas.openxmlformats.org/markup-compatibility/2006">
        <mc:Choice xmlns:p14="http://schemas.microsoft.com/office/powerpoint/2010/main" Requires="p14">
          <p:contentPart p14:bwMode="auto" r:id="rId177">
            <p14:nvContentPartPr>
              <p14:cNvPr id="1049415" name=""/>
              <p14:cNvContentPartPr/>
              <p14:nvPr/>
            </p14:nvContentPartPr>
            <p14:xfrm>
              <a:off x="3507777" y="4312901"/>
              <a:ext cx="208886" cy="290446"/>
            </p14:xfrm>
          </p:contentPart>
        </mc:Choice>
        <mc:Fallback>
          <p:sp>
            <p:nvSpPr>
              <p:cNvPr id="1049415" name=""/>
              <p:cNvSpPr/>
              <p:nvPr/>
            </p:nvSpPr>
            <p:spPr>
              <a:xfrm>
                <a:off x="3507777" y="4312901"/>
                <a:ext cx="208886" cy="290446"/>
              </a:xfrm>
            </p:spPr>
          </p:sp>
        </mc:Fallback>
      </mc:AlternateContent>
      <mc:AlternateContent xmlns:mc="http://schemas.openxmlformats.org/markup-compatibility/2006">
        <mc:Choice xmlns:p14="http://schemas.microsoft.com/office/powerpoint/2010/main" Requires="p14">
          <p:contentPart p14:bwMode="auto" r:id="rId178">
            <p14:nvContentPartPr>
              <p14:cNvPr id="1049416" name=""/>
              <p14:cNvContentPartPr/>
              <p14:nvPr/>
            </p14:nvContentPartPr>
            <p14:xfrm>
              <a:off x="4047288" y="4369664"/>
              <a:ext cx="220251" cy="257914"/>
            </p14:xfrm>
          </p:contentPart>
        </mc:Choice>
        <mc:Fallback>
          <p:sp>
            <p:nvSpPr>
              <p:cNvPr id="1049416" name=""/>
              <p:cNvSpPr/>
              <p:nvPr/>
            </p:nvSpPr>
            <p:spPr>
              <a:xfrm>
                <a:off x="4047288" y="4369664"/>
                <a:ext cx="220251" cy="257914"/>
              </a:xfrm>
            </p:spPr>
          </p:sp>
        </mc:Fallback>
      </mc:AlternateContent>
      <mc:AlternateContent xmlns:mc="http://schemas.openxmlformats.org/markup-compatibility/2006">
        <mc:Choice xmlns:p14="http://schemas.microsoft.com/office/powerpoint/2010/main" Requires="p14">
          <p:contentPart p14:bwMode="auto" r:id="rId179">
            <p14:nvContentPartPr>
              <p14:cNvPr id="1049417" name=""/>
              <p14:cNvContentPartPr/>
              <p14:nvPr/>
            </p14:nvContentPartPr>
            <p14:xfrm>
              <a:off x="3994028" y="4247376"/>
              <a:ext cx="354900" cy="29517"/>
            </p14:xfrm>
          </p:contentPart>
        </mc:Choice>
        <mc:Fallback>
          <p:sp>
            <p:nvSpPr>
              <p:cNvPr id="1049417" name=""/>
              <p:cNvSpPr/>
              <p:nvPr/>
            </p:nvSpPr>
            <p:spPr>
              <a:xfrm>
                <a:off x="3994028" y="4247376"/>
                <a:ext cx="354900" cy="29517"/>
              </a:xfrm>
            </p:spPr>
          </p:sp>
        </mc:Fallback>
      </mc:AlternateContent>
      <mc:AlternateContent xmlns:mc="http://schemas.openxmlformats.org/markup-compatibility/2006">
        <mc:Choice xmlns:p14="http://schemas.microsoft.com/office/powerpoint/2010/main" Requires="p14">
          <p:contentPart p14:bwMode="auto" r:id="rId180">
            <p14:nvContentPartPr>
              <p14:cNvPr id="1049418" name=""/>
              <p14:cNvContentPartPr/>
              <p14:nvPr/>
            </p14:nvContentPartPr>
            <p14:xfrm>
              <a:off x="4244214" y="4182100"/>
              <a:ext cx="154232" cy="216204"/>
            </p14:xfrm>
          </p:contentPart>
        </mc:Choice>
        <mc:Fallback>
          <p:sp>
            <p:nvSpPr>
              <p:cNvPr id="1049418" name=""/>
              <p:cNvSpPr/>
              <p:nvPr/>
            </p:nvSpPr>
            <p:spPr>
              <a:xfrm>
                <a:off x="4244214" y="4182100"/>
                <a:ext cx="154232" cy="216204"/>
              </a:xfrm>
            </p:spPr>
          </p:sp>
        </mc:Fallback>
      </mc:AlternateContent>
      <mc:AlternateContent xmlns:mc="http://schemas.openxmlformats.org/markup-compatibility/2006">
        <mc:Choice xmlns:p14="http://schemas.microsoft.com/office/powerpoint/2010/main" Requires="p14">
          <p:contentPart p14:bwMode="auto" r:id="rId181">
            <p14:nvContentPartPr>
              <p14:cNvPr id="1049419" name=""/>
              <p14:cNvContentPartPr/>
              <p14:nvPr/>
            </p14:nvContentPartPr>
            <p14:xfrm>
              <a:off x="4342264" y="4465591"/>
              <a:ext cx="118696" cy="218429"/>
            </p14:xfrm>
          </p:contentPart>
        </mc:Choice>
        <mc:Fallback>
          <p:sp>
            <p:nvSpPr>
              <p:cNvPr id="1049419" name=""/>
              <p:cNvSpPr/>
              <p:nvPr/>
            </p:nvSpPr>
            <p:spPr>
              <a:xfrm>
                <a:off x="4342264" y="4465591"/>
                <a:ext cx="118696" cy="218429"/>
              </a:xfrm>
            </p:spPr>
          </p:sp>
        </mc:Fallback>
      </mc:AlternateContent>
      <mc:AlternateContent xmlns:mc="http://schemas.openxmlformats.org/markup-compatibility/2006">
        <mc:Choice xmlns:p14="http://schemas.microsoft.com/office/powerpoint/2010/main" Requires="p14">
          <p:contentPart p14:bwMode="auto" r:id="rId182">
            <p14:nvContentPartPr>
              <p14:cNvPr id="1049420" name=""/>
              <p14:cNvContentPartPr/>
              <p14:nvPr/>
            </p14:nvContentPartPr>
            <p14:xfrm>
              <a:off x="4438888" y="4428562"/>
              <a:ext cx="141554" cy="431719"/>
            </p14:xfrm>
          </p:contentPart>
        </mc:Choice>
        <mc:Fallback>
          <p:sp>
            <p:nvSpPr>
              <p:cNvPr id="1049420" name=""/>
              <p:cNvSpPr/>
              <p:nvPr/>
            </p:nvSpPr>
            <p:spPr>
              <a:xfrm>
                <a:off x="4438888" y="4428562"/>
                <a:ext cx="141554" cy="431719"/>
              </a:xfrm>
            </p:spPr>
          </p:sp>
        </mc:Fallback>
      </mc:AlternateContent>
      <mc:AlternateContent xmlns:mc="http://schemas.openxmlformats.org/markup-compatibility/2006">
        <mc:Choice xmlns:p14="http://schemas.microsoft.com/office/powerpoint/2010/main" Requires="p14">
          <p:contentPart p14:bwMode="auto" r:id="rId183">
            <p14:nvContentPartPr>
              <p14:cNvPr id="1049421" name=""/>
              <p14:cNvContentPartPr/>
              <p14:nvPr/>
            </p14:nvContentPartPr>
            <p14:xfrm>
              <a:off x="4566323" y="4718212"/>
              <a:ext cx="20425" cy="228981"/>
            </p14:xfrm>
          </p:contentPart>
        </mc:Choice>
        <mc:Fallback>
          <p:sp>
            <p:nvSpPr>
              <p:cNvPr id="1049421" name=""/>
              <p:cNvSpPr/>
              <p:nvPr/>
            </p:nvSpPr>
            <p:spPr>
              <a:xfrm>
                <a:off x="4566323" y="4718212"/>
                <a:ext cx="20425" cy="228981"/>
              </a:xfrm>
            </p:spPr>
          </p:sp>
        </mc:Fallback>
      </mc:AlternateContent>
      <mc:AlternateContent xmlns:mc="http://schemas.openxmlformats.org/markup-compatibility/2006">
        <mc:Choice xmlns:p14="http://schemas.microsoft.com/office/powerpoint/2010/main" Requires="p14">
          <p:contentPart p14:bwMode="auto" r:id="rId184">
            <p14:nvContentPartPr>
              <p14:cNvPr id="1049422" name=""/>
              <p14:cNvContentPartPr/>
              <p14:nvPr/>
            </p14:nvContentPartPr>
            <p14:xfrm>
              <a:off x="4558821" y="4662291"/>
              <a:ext cx="148066" cy="264712"/>
            </p14:xfrm>
          </p:contentPart>
        </mc:Choice>
        <mc:Fallback>
          <p:sp>
            <p:nvSpPr>
              <p:cNvPr id="1049422" name=""/>
              <p:cNvSpPr/>
              <p:nvPr/>
            </p:nvSpPr>
            <p:spPr>
              <a:xfrm>
                <a:off x="4558821" y="4662291"/>
                <a:ext cx="148066" cy="264712"/>
              </a:xfrm>
            </p:spPr>
          </p:sp>
        </mc:Fallback>
      </mc:AlternateContent>
      <mc:AlternateContent xmlns:mc="http://schemas.openxmlformats.org/markup-compatibility/2006">
        <mc:Choice xmlns:p14="http://schemas.microsoft.com/office/powerpoint/2010/main" Requires="p14">
          <p:contentPart p14:bwMode="auto" r:id="rId185">
            <p14:nvContentPartPr>
              <p14:cNvPr id="1049423" name=""/>
              <p14:cNvContentPartPr/>
              <p14:nvPr/>
            </p14:nvContentPartPr>
            <p14:xfrm>
              <a:off x="4816508" y="4544472"/>
              <a:ext cx="173445" cy="9338"/>
            </p14:xfrm>
          </p:contentPart>
        </mc:Choice>
        <mc:Fallback>
          <p:sp>
            <p:nvSpPr>
              <p:cNvPr id="1049423" name=""/>
              <p:cNvSpPr/>
              <p:nvPr/>
            </p:nvSpPr>
            <p:spPr>
              <a:xfrm>
                <a:off x="4816508" y="4544472"/>
                <a:ext cx="173445" cy="9338"/>
              </a:xfrm>
            </p:spPr>
          </p:sp>
        </mc:Fallback>
      </mc:AlternateContent>
      <mc:AlternateContent xmlns:mc="http://schemas.openxmlformats.org/markup-compatibility/2006">
        <mc:Choice xmlns:p14="http://schemas.microsoft.com/office/powerpoint/2010/main" Requires="p14">
          <p:contentPart p14:bwMode="auto" r:id="rId186">
            <p14:nvContentPartPr>
              <p14:cNvPr id="1049424" name=""/>
              <p14:cNvContentPartPr/>
              <p14:nvPr/>
            </p14:nvContentPartPr>
            <p14:xfrm>
              <a:off x="4809448" y="4673719"/>
              <a:ext cx="221449" cy="2740"/>
            </p14:xfrm>
          </p:contentPart>
        </mc:Choice>
        <mc:Fallback>
          <p:sp>
            <p:nvSpPr>
              <p:cNvPr id="1049424" name=""/>
              <p:cNvSpPr/>
              <p:nvPr/>
            </p:nvSpPr>
            <p:spPr>
              <a:xfrm>
                <a:off x="4809448" y="4673719"/>
                <a:ext cx="221449" cy="2740"/>
              </a:xfrm>
            </p:spPr>
          </p:sp>
        </mc:Fallback>
      </mc:AlternateContent>
      <mc:AlternateContent xmlns:mc="http://schemas.openxmlformats.org/markup-compatibility/2006">
        <mc:Choice xmlns:p14="http://schemas.microsoft.com/office/powerpoint/2010/main" Requires="p14">
          <p:contentPart p14:bwMode="auto" r:id="rId187">
            <p14:nvContentPartPr>
              <p14:cNvPr id="1049425" name=""/>
              <p14:cNvContentPartPr/>
              <p14:nvPr/>
            </p14:nvContentPartPr>
            <p14:xfrm>
              <a:off x="5088315" y="4616427"/>
              <a:ext cx="207533" cy="7717"/>
            </p14:xfrm>
          </p:contentPart>
        </mc:Choice>
        <mc:Fallback>
          <p:sp>
            <p:nvSpPr>
              <p:cNvPr id="1049425" name=""/>
              <p:cNvSpPr/>
              <p:nvPr/>
            </p:nvSpPr>
            <p:spPr>
              <a:xfrm>
                <a:off x="5088315" y="4616427"/>
                <a:ext cx="207533" cy="7717"/>
              </a:xfrm>
            </p:spPr>
          </p:sp>
        </mc:Fallback>
      </mc:AlternateContent>
      <mc:AlternateContent xmlns:mc="http://schemas.openxmlformats.org/markup-compatibility/2006">
        <mc:Choice xmlns:p14="http://schemas.microsoft.com/office/powerpoint/2010/main" Requires="p14">
          <p:contentPart p14:bwMode="auto" r:id="rId188">
            <p14:nvContentPartPr>
              <p14:cNvPr id="1049426" name=""/>
              <p14:cNvContentPartPr/>
              <p14:nvPr/>
            </p14:nvContentPartPr>
            <p14:xfrm>
              <a:off x="5368903" y="4482243"/>
              <a:ext cx="228470" cy="276584"/>
            </p14:xfrm>
          </p:contentPart>
        </mc:Choice>
        <mc:Fallback>
          <p:sp>
            <p:nvSpPr>
              <p:cNvPr id="1049426" name=""/>
              <p:cNvSpPr/>
              <p:nvPr/>
            </p:nvSpPr>
            <p:spPr>
              <a:xfrm>
                <a:off x="5368903" y="4482243"/>
                <a:ext cx="228470" cy="276584"/>
              </a:xfrm>
            </p:spPr>
          </p:sp>
        </mc:Fallback>
      </mc:AlternateContent>
      <mc:AlternateContent xmlns:mc="http://schemas.openxmlformats.org/markup-compatibility/2006">
        <mc:Choice xmlns:p14="http://schemas.microsoft.com/office/powerpoint/2010/main" Requires="p14">
          <p:contentPart p14:bwMode="auto" r:id="rId189">
            <p14:nvContentPartPr>
              <p14:cNvPr id="1049427" name=""/>
              <p14:cNvContentPartPr/>
              <p14:nvPr/>
            </p14:nvContentPartPr>
            <p14:xfrm>
              <a:off x="5530309" y="4298234"/>
              <a:ext cx="221487" cy="189896"/>
            </p14:xfrm>
          </p:contentPart>
        </mc:Choice>
        <mc:Fallback>
          <p:sp>
            <p:nvSpPr>
              <p:cNvPr id="1049427" name=""/>
              <p:cNvSpPr/>
              <p:nvPr/>
            </p:nvSpPr>
            <p:spPr>
              <a:xfrm>
                <a:off x="5530309" y="4298234"/>
                <a:ext cx="221487" cy="189896"/>
              </a:xfrm>
            </p:spPr>
          </p:sp>
        </mc:Fallback>
      </mc:AlternateContent>
      <mc:AlternateContent xmlns:mc="http://schemas.openxmlformats.org/markup-compatibility/2006">
        <mc:Choice xmlns:p14="http://schemas.microsoft.com/office/powerpoint/2010/main" Requires="p14">
          <p:contentPart p14:bwMode="auto" r:id="rId190">
            <p14:nvContentPartPr>
              <p14:cNvPr id="1049428" name=""/>
              <p14:cNvContentPartPr/>
              <p14:nvPr/>
            </p14:nvContentPartPr>
            <p14:xfrm>
              <a:off x="5731650" y="4536944"/>
              <a:ext cx="224429" cy="203358"/>
            </p14:xfrm>
          </p:contentPart>
        </mc:Choice>
        <mc:Fallback>
          <p:sp>
            <p:nvSpPr>
              <p:cNvPr id="1049428" name=""/>
              <p:cNvSpPr/>
              <p:nvPr/>
            </p:nvSpPr>
            <p:spPr>
              <a:xfrm>
                <a:off x="5731650" y="4536944"/>
                <a:ext cx="224429" cy="203358"/>
              </a:xfrm>
            </p:spPr>
          </p:sp>
        </mc:Fallback>
      </mc:AlternateContent>
      <mc:AlternateContent xmlns:mc="http://schemas.openxmlformats.org/markup-compatibility/2006">
        <mc:Choice xmlns:p14="http://schemas.microsoft.com/office/powerpoint/2010/main" Requires="p14">
          <p:contentPart p14:bwMode="auto" r:id="rId191">
            <p14:nvContentPartPr>
              <p14:cNvPr id="1049429" name=""/>
              <p14:cNvContentPartPr/>
              <p14:nvPr/>
            </p14:nvContentPartPr>
            <p14:xfrm>
              <a:off x="5882114" y="4350056"/>
              <a:ext cx="221504" cy="160510"/>
            </p14:xfrm>
          </p:contentPart>
        </mc:Choice>
        <mc:Fallback>
          <p:sp>
            <p:nvSpPr>
              <p:cNvPr id="1049429" name=""/>
              <p:cNvSpPr/>
              <p:nvPr/>
            </p:nvSpPr>
            <p:spPr>
              <a:xfrm>
                <a:off x="5882114" y="4350056"/>
                <a:ext cx="221504" cy="160510"/>
              </a:xfrm>
            </p:spPr>
          </p:sp>
        </mc:Fallback>
      </mc:AlternateContent>
      <mc:AlternateContent xmlns:mc="http://schemas.openxmlformats.org/markup-compatibility/2006">
        <mc:Choice xmlns:p14="http://schemas.microsoft.com/office/powerpoint/2010/main" Requires="p14">
          <p:contentPart p14:bwMode="auto" r:id="rId192">
            <p14:nvContentPartPr>
              <p14:cNvPr id="1049430" name=""/>
              <p14:cNvContentPartPr/>
              <p14:nvPr/>
            </p14:nvContentPartPr>
            <p14:xfrm>
              <a:off x="6179723" y="4189793"/>
              <a:ext cx="302540" cy="1126036"/>
            </p14:xfrm>
          </p:contentPart>
        </mc:Choice>
        <mc:Fallback>
          <p:sp>
            <p:nvSpPr>
              <p:cNvPr id="1049430" name=""/>
              <p:cNvSpPr/>
              <p:nvPr/>
            </p:nvSpPr>
            <p:spPr>
              <a:xfrm>
                <a:off x="6179723" y="4189793"/>
                <a:ext cx="302540" cy="1126036"/>
              </a:xfrm>
            </p:spPr>
          </p:sp>
        </mc:Fallback>
      </mc:AlternateContent>
      <mc:AlternateContent xmlns:mc="http://schemas.openxmlformats.org/markup-compatibility/2006">
        <mc:Choice xmlns:p14="http://schemas.microsoft.com/office/powerpoint/2010/main" Requires="p14">
          <p:contentPart p14:bwMode="auto" r:id="rId193">
            <p14:nvContentPartPr>
              <p14:cNvPr id="1049431" name=""/>
              <p14:cNvContentPartPr/>
              <p14:nvPr/>
            </p14:nvContentPartPr>
            <p14:xfrm>
              <a:off x="6412660" y="4319851"/>
              <a:ext cx="217077" cy="424656"/>
            </p14:xfrm>
          </p:contentPart>
        </mc:Choice>
        <mc:Fallback>
          <p:sp>
            <p:nvSpPr>
              <p:cNvPr id="1049431" name=""/>
              <p:cNvSpPr/>
              <p:nvPr/>
            </p:nvSpPr>
            <p:spPr>
              <a:xfrm>
                <a:off x="6412660" y="4319851"/>
                <a:ext cx="217077" cy="424656"/>
              </a:xfrm>
            </p:spPr>
          </p:sp>
        </mc:Fallback>
      </mc:AlternateContent>
      <mc:AlternateContent xmlns:mc="http://schemas.openxmlformats.org/markup-compatibility/2006">
        <mc:Choice xmlns:p14="http://schemas.microsoft.com/office/powerpoint/2010/main" Requires="p14">
          <p:contentPart p14:bwMode="auto" r:id="rId194">
            <p14:nvContentPartPr>
              <p14:cNvPr id="1049432" name=""/>
              <p14:cNvContentPartPr/>
              <p14:nvPr/>
            </p14:nvContentPartPr>
            <p14:xfrm>
              <a:off x="6525890" y="4182259"/>
              <a:ext cx="228740" cy="263530"/>
            </p14:xfrm>
          </p:contentPart>
        </mc:Choice>
        <mc:Fallback>
          <p:sp>
            <p:nvSpPr>
              <p:cNvPr id="1049432" name=""/>
              <p:cNvSpPr/>
              <p:nvPr/>
            </p:nvSpPr>
            <p:spPr>
              <a:xfrm>
                <a:off x="6525890" y="4182259"/>
                <a:ext cx="228740" cy="263530"/>
              </a:xfrm>
            </p:spPr>
          </p:sp>
        </mc:Fallback>
      </mc:AlternateContent>
      <mc:AlternateContent xmlns:mc="http://schemas.openxmlformats.org/markup-compatibility/2006">
        <mc:Choice xmlns:p14="http://schemas.microsoft.com/office/powerpoint/2010/main" Requires="p14">
          <p:contentPart p14:bwMode="auto" r:id="rId195">
            <p14:nvContentPartPr>
              <p14:cNvPr id="1049433" name=""/>
              <p14:cNvContentPartPr/>
              <p14:nvPr/>
            </p14:nvContentPartPr>
            <p14:xfrm>
              <a:off x="6711654" y="4508483"/>
              <a:ext cx="214578" cy="209004"/>
            </p14:xfrm>
          </p:contentPart>
        </mc:Choice>
        <mc:Fallback>
          <p:sp>
            <p:nvSpPr>
              <p:cNvPr id="1049433" name=""/>
              <p:cNvSpPr/>
              <p:nvPr/>
            </p:nvSpPr>
            <p:spPr>
              <a:xfrm>
                <a:off x="6711654" y="4508483"/>
                <a:ext cx="214578" cy="209004"/>
              </a:xfrm>
            </p:spPr>
          </p:sp>
        </mc:Fallback>
      </mc:AlternateContent>
      <mc:AlternateContent xmlns:mc="http://schemas.openxmlformats.org/markup-compatibility/2006">
        <mc:Choice xmlns:p14="http://schemas.microsoft.com/office/powerpoint/2010/main" Requires="p14">
          <p:contentPart p14:bwMode="auto" r:id="rId196">
            <p14:nvContentPartPr>
              <p14:cNvPr id="1049434" name=""/>
              <p14:cNvContentPartPr/>
              <p14:nvPr/>
            </p14:nvContentPartPr>
            <p14:xfrm>
              <a:off x="6594341" y="4790685"/>
              <a:ext cx="377206" cy="47966"/>
            </p14:xfrm>
          </p:contentPart>
        </mc:Choice>
        <mc:Fallback>
          <p:sp>
            <p:nvSpPr>
              <p:cNvPr id="1049434" name=""/>
              <p:cNvSpPr/>
              <p:nvPr/>
            </p:nvSpPr>
            <p:spPr>
              <a:xfrm>
                <a:off x="6594341" y="4790685"/>
                <a:ext cx="377206" cy="47966"/>
              </a:xfrm>
            </p:spPr>
          </p:sp>
        </mc:Fallback>
      </mc:AlternateContent>
      <mc:AlternateContent xmlns:mc="http://schemas.openxmlformats.org/markup-compatibility/2006">
        <mc:Choice xmlns:p14="http://schemas.microsoft.com/office/powerpoint/2010/main" Requires="p14">
          <p:contentPart p14:bwMode="auto" r:id="rId197">
            <p14:nvContentPartPr>
              <p14:cNvPr id="1049435" name=""/>
              <p14:cNvContentPartPr/>
              <p14:nvPr/>
            </p14:nvContentPartPr>
            <p14:xfrm>
              <a:off x="6642872" y="4899398"/>
              <a:ext cx="316954" cy="342680"/>
            </p14:xfrm>
          </p:contentPart>
        </mc:Choice>
        <mc:Fallback>
          <p:sp>
            <p:nvSpPr>
              <p:cNvPr id="1049435" name=""/>
              <p:cNvSpPr/>
              <p:nvPr/>
            </p:nvSpPr>
            <p:spPr>
              <a:xfrm>
                <a:off x="6642872" y="4899398"/>
                <a:ext cx="316954" cy="342680"/>
              </a:xfrm>
            </p:spPr>
          </p:sp>
        </mc:Fallback>
      </mc:AlternateContent>
      <mc:AlternateContent xmlns:mc="http://schemas.openxmlformats.org/markup-compatibility/2006">
        <mc:Choice xmlns:p14="http://schemas.microsoft.com/office/powerpoint/2010/main" Requires="p14">
          <p:contentPart p14:bwMode="auto" r:id="rId198">
            <p14:nvContentPartPr>
              <p14:cNvPr id="1049436" name=""/>
              <p14:cNvContentPartPr/>
              <p14:nvPr/>
            </p14:nvContentPartPr>
            <p14:xfrm>
              <a:off x="6954780" y="4940299"/>
              <a:ext cx="177372" cy="163171"/>
            </p14:xfrm>
          </p:contentPart>
        </mc:Choice>
        <mc:Fallback>
          <p:sp>
            <p:nvSpPr>
              <p:cNvPr id="1049436" name=""/>
              <p:cNvSpPr/>
              <p:nvPr/>
            </p:nvSpPr>
            <p:spPr>
              <a:xfrm>
                <a:off x="6954780" y="4940299"/>
                <a:ext cx="177372" cy="163171"/>
              </a:xfrm>
            </p:spPr>
          </p:sp>
        </mc:Fallback>
      </mc:AlternateContent>
      <mc:AlternateContent xmlns:mc="http://schemas.openxmlformats.org/markup-compatibility/2006">
        <mc:Choice xmlns:p14="http://schemas.microsoft.com/office/powerpoint/2010/main" Requires="p14">
          <p:contentPart p14:bwMode="auto" r:id="rId199">
            <p14:nvContentPartPr>
              <p14:cNvPr id="1049437" name=""/>
              <p14:cNvContentPartPr/>
              <p14:nvPr/>
            </p14:nvContentPartPr>
            <p14:xfrm>
              <a:off x="7204965" y="4744024"/>
              <a:ext cx="178704" cy="46662"/>
            </p14:xfrm>
          </p:contentPart>
        </mc:Choice>
        <mc:Fallback>
          <p:sp>
            <p:nvSpPr>
              <p:cNvPr id="1049437" name=""/>
              <p:cNvSpPr/>
              <p:nvPr/>
            </p:nvSpPr>
            <p:spPr>
              <a:xfrm>
                <a:off x="7204965" y="4744024"/>
                <a:ext cx="178704" cy="46662"/>
              </a:xfrm>
            </p:spPr>
          </p:sp>
        </mc:Fallback>
      </mc:AlternateContent>
      <mc:AlternateContent xmlns:mc="http://schemas.openxmlformats.org/markup-compatibility/2006">
        <mc:Choice xmlns:p14="http://schemas.microsoft.com/office/powerpoint/2010/main" Requires="p14">
          <p:contentPart p14:bwMode="auto" r:id="rId200">
            <p14:nvContentPartPr>
              <p14:cNvPr id="1049438" name=""/>
              <p14:cNvContentPartPr/>
              <p14:nvPr/>
            </p14:nvContentPartPr>
            <p14:xfrm>
              <a:off x="7248207" y="4645986"/>
              <a:ext cx="56920" cy="275254"/>
            </p14:xfrm>
          </p:contentPart>
        </mc:Choice>
        <mc:Fallback>
          <p:sp>
            <p:nvSpPr>
              <p:cNvPr id="1049438" name=""/>
              <p:cNvSpPr/>
              <p:nvPr/>
            </p:nvSpPr>
            <p:spPr>
              <a:xfrm>
                <a:off x="7248207" y="4645986"/>
                <a:ext cx="56920" cy="275254"/>
              </a:xfrm>
            </p:spPr>
          </p:sp>
        </mc:Fallback>
      </mc:AlternateContent>
      <mc:AlternateContent xmlns:mc="http://schemas.openxmlformats.org/markup-compatibility/2006">
        <mc:Choice xmlns:p14="http://schemas.microsoft.com/office/powerpoint/2010/main" Requires="p14">
          <p:contentPart p14:bwMode="auto" r:id="rId201">
            <p14:nvContentPartPr>
              <p14:cNvPr id="1049439" name=""/>
              <p14:cNvContentPartPr/>
              <p14:nvPr/>
            </p14:nvContentPartPr>
            <p14:xfrm>
              <a:off x="7512513" y="4636336"/>
              <a:ext cx="228707" cy="201275"/>
            </p14:xfrm>
          </p:contentPart>
        </mc:Choice>
        <mc:Fallback>
          <p:sp>
            <p:nvSpPr>
              <p:cNvPr id="1049439" name=""/>
              <p:cNvSpPr/>
              <p:nvPr/>
            </p:nvSpPr>
            <p:spPr>
              <a:xfrm>
                <a:off x="7512513" y="4636336"/>
                <a:ext cx="228707" cy="201275"/>
              </a:xfrm>
            </p:spPr>
          </p:sp>
        </mc:Fallback>
      </mc:AlternateContent>
      <mc:AlternateContent xmlns:mc="http://schemas.openxmlformats.org/markup-compatibility/2006">
        <mc:Choice xmlns:p14="http://schemas.microsoft.com/office/powerpoint/2010/main" Requires="p14">
          <p:contentPart p14:bwMode="auto" r:id="rId202">
            <p14:nvContentPartPr>
              <p14:cNvPr id="1049440" name=""/>
              <p14:cNvContentPartPr/>
              <p14:nvPr/>
            </p14:nvContentPartPr>
            <p14:xfrm>
              <a:off x="7527074" y="4214558"/>
              <a:ext cx="367128" cy="1067047"/>
            </p14:xfrm>
          </p:contentPart>
        </mc:Choice>
        <mc:Fallback>
          <p:sp>
            <p:nvSpPr>
              <p:cNvPr id="1049440" name=""/>
              <p:cNvSpPr/>
              <p:nvPr/>
            </p:nvSpPr>
            <p:spPr>
              <a:xfrm>
                <a:off x="7527074" y="4214558"/>
                <a:ext cx="367128" cy="1067047"/>
              </a:xfrm>
            </p:spPr>
          </p:sp>
        </mc:Fallback>
      </mc:AlternateContent>
      <mc:AlternateContent xmlns:mc="http://schemas.openxmlformats.org/markup-compatibility/2006">
        <mc:Choice xmlns:p14="http://schemas.microsoft.com/office/powerpoint/2010/main" Requires="p14">
          <p:contentPart p14:bwMode="auto" r:id="rId203">
            <p14:nvContentPartPr>
              <p14:cNvPr id="1049441" name=""/>
              <p14:cNvContentPartPr/>
              <p14:nvPr/>
            </p14:nvContentPartPr>
            <p14:xfrm>
              <a:off x="7920223" y="4533699"/>
              <a:ext cx="425360" cy="299558"/>
            </p14:xfrm>
          </p:contentPart>
        </mc:Choice>
        <mc:Fallback>
          <p:sp>
            <p:nvSpPr>
              <p:cNvPr id="1049441" name=""/>
              <p:cNvSpPr/>
              <p:nvPr/>
            </p:nvSpPr>
            <p:spPr>
              <a:xfrm>
                <a:off x="7920223" y="4533699"/>
                <a:ext cx="425360" cy="299558"/>
              </a:xfrm>
            </p:spPr>
          </p:sp>
        </mc:Fallback>
      </mc:AlternateContent>
      <mc:AlternateContent xmlns:mc="http://schemas.openxmlformats.org/markup-compatibility/2006">
        <mc:Choice xmlns:p14="http://schemas.microsoft.com/office/powerpoint/2010/main" Requires="p14">
          <p:contentPart p14:bwMode="auto" r:id="rId204">
            <p14:nvContentPartPr>
              <p14:cNvPr id="1049442" name=""/>
              <p14:cNvContentPartPr/>
              <p14:nvPr/>
            </p14:nvContentPartPr>
            <p14:xfrm>
              <a:off x="7961449" y="4406721"/>
              <a:ext cx="201899" cy="37481"/>
            </p14:xfrm>
          </p:contentPart>
        </mc:Choice>
        <mc:Fallback>
          <p:sp>
            <p:nvSpPr>
              <p:cNvPr id="1049442" name=""/>
              <p:cNvSpPr/>
              <p:nvPr/>
            </p:nvSpPr>
            <p:spPr>
              <a:xfrm>
                <a:off x="7961449" y="4406721"/>
                <a:ext cx="201899" cy="37481"/>
              </a:xfrm>
            </p:spPr>
          </p:sp>
        </mc:Fallback>
      </mc:AlternateContent>
      <mc:AlternateContent xmlns:mc="http://schemas.openxmlformats.org/markup-compatibility/2006">
        <mc:Choice xmlns:p14="http://schemas.microsoft.com/office/powerpoint/2010/main" Requires="p14">
          <p:contentPart p14:bwMode="auto" r:id="rId205">
            <p14:nvContentPartPr>
              <p14:cNvPr id="1049443" name=""/>
              <p14:cNvContentPartPr/>
              <p14:nvPr/>
            </p14:nvContentPartPr>
            <p14:xfrm>
              <a:off x="8049067" y="4319851"/>
              <a:ext cx="197190" cy="184735"/>
            </p14:xfrm>
          </p:contentPart>
        </mc:Choice>
        <mc:Fallback>
          <p:sp>
            <p:nvSpPr>
              <p:cNvPr id="1049443" name=""/>
              <p:cNvSpPr/>
              <p:nvPr/>
            </p:nvSpPr>
            <p:spPr>
              <a:xfrm>
                <a:off x="8049067" y="4319851"/>
                <a:ext cx="197190" cy="184735"/>
              </a:xfrm>
            </p:spPr>
          </p:sp>
        </mc:Fallback>
      </mc:AlternateContent>
      <mc:AlternateContent xmlns:mc="http://schemas.openxmlformats.org/markup-compatibility/2006">
        <mc:Choice xmlns:p14="http://schemas.microsoft.com/office/powerpoint/2010/main" Requires="p14">
          <p:contentPart p14:bwMode="auto" r:id="rId206">
            <p14:nvContentPartPr>
              <p14:cNvPr id="1049444" name=""/>
              <p14:cNvContentPartPr/>
              <p14:nvPr/>
            </p14:nvContentPartPr>
            <p14:xfrm>
              <a:off x="3840034" y="4040874"/>
              <a:ext cx="118987" cy="1278626"/>
            </p14:xfrm>
          </p:contentPart>
        </mc:Choice>
        <mc:Fallback>
          <p:sp>
            <p:nvSpPr>
              <p:cNvPr id="1049444" name=""/>
              <p:cNvSpPr/>
              <p:nvPr/>
            </p:nvSpPr>
            <p:spPr>
              <a:xfrm>
                <a:off x="3840034" y="4040874"/>
                <a:ext cx="118987" cy="1278626"/>
              </a:xfrm>
            </p:spPr>
          </p:sp>
        </mc:Fallback>
      </mc:AlternateContent>
      <mc:AlternateContent xmlns:mc="http://schemas.openxmlformats.org/markup-compatibility/2006">
        <mc:Choice xmlns:p14="http://schemas.microsoft.com/office/powerpoint/2010/main" Requires="p14">
          <p:contentPart p14:bwMode="auto" r:id="rId207">
            <p14:nvContentPartPr>
              <p14:cNvPr id="1049445" name=""/>
              <p14:cNvContentPartPr/>
              <p14:nvPr/>
            </p14:nvContentPartPr>
            <p14:xfrm>
              <a:off x="3800763" y="4050631"/>
              <a:ext cx="4696485" cy="1400292"/>
            </p14:xfrm>
          </p:contentPart>
        </mc:Choice>
        <mc:Fallback>
          <p:sp>
            <p:nvSpPr>
              <p:cNvPr id="1049445" name=""/>
              <p:cNvSpPr/>
              <p:nvPr/>
            </p:nvSpPr>
            <p:spPr>
              <a:xfrm>
                <a:off x="3800763" y="4050631"/>
                <a:ext cx="4696485" cy="1400292"/>
              </a:xfrm>
            </p:spPr>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723" name="ZoneTexte 3"/>
          <p:cNvSpPr txBox="1"/>
          <p:nvPr/>
        </p:nvSpPr>
        <p:spPr>
          <a:xfrm>
            <a:off x="708338" y="347730"/>
            <a:ext cx="3472180" cy="396240"/>
          </a:xfrm>
          <a:prstGeom prst="rect"/>
          <a:noFill/>
        </p:spPr>
        <p:txBody>
          <a:bodyPr rtlCol="0" wrap="none">
            <a:spAutoFit/>
          </a:bodyPr>
          <a:p>
            <a:r>
              <a:rPr dirty="0" sz="2000" lang="fr-MA"/>
              <a:t>Or                                     , alors </a:t>
            </a:r>
          </a:p>
        </p:txBody>
      </p:sp>
      <p:sp>
        <p:nvSpPr>
          <p:cNvPr id="1048724" name="Rectangle 4"/>
          <p:cNvSpPr>
            <a:spLocks noChangeAspect="1" noMove="1" noResize="1" noRot="1" noAdjustHandles="1" noEditPoints="1" noChangeArrowheads="1" noChangeShapeType="1" noTextEdit="1"/>
          </p:cNvSpPr>
          <p:nvPr/>
        </p:nvSpPr>
        <p:spPr>
          <a:xfrm>
            <a:off x="1278650" y="294574"/>
            <a:ext cx="1719060" cy="506421"/>
          </a:xfrm>
          <a:prstGeom prst="rect"/>
          <a:blipFill rotWithShape="0">
            <a:blip xmlns:r="http://schemas.openxmlformats.org/officeDocument/2006/relationships" r:embed="rId1"/>
            <a:stretch>
              <a:fillRect/>
            </a:stretch>
          </a:blipFill>
        </p:spPr>
        <p:txBody>
          <a:bodyPr/>
          <a:p>
            <a:r>
              <a:rPr lang="fr-MA">
                <a:noFill/>
              </a:rPr>
              <a:t> </a:t>
            </a:r>
          </a:p>
        </p:txBody>
      </p:sp>
      <p:sp>
        <p:nvSpPr>
          <p:cNvPr id="1048725" name="Rectangle 5"/>
          <p:cNvSpPr>
            <a:spLocks noChangeAspect="1" noMove="1" noResize="1" noRot="1" noAdjustHandles="1" noEditPoints="1" noChangeArrowheads="1" noChangeShapeType="1" noTextEdit="1"/>
          </p:cNvSpPr>
          <p:nvPr/>
        </p:nvSpPr>
        <p:spPr>
          <a:xfrm>
            <a:off x="4124887" y="92916"/>
            <a:ext cx="3919406" cy="939103"/>
          </a:xfrm>
          <a:prstGeom prst="rect"/>
          <a:blipFill rotWithShape="0">
            <a:blip xmlns:r="http://schemas.openxmlformats.org/officeDocument/2006/relationships" r:embed="rId2"/>
            <a:stretch>
              <a:fillRect/>
            </a:stretch>
          </a:blipFill>
        </p:spPr>
        <p:txBody>
          <a:bodyPr/>
          <a:p>
            <a:r>
              <a:rPr lang="fr-MA">
                <a:noFill/>
              </a:rPr>
              <a:t> </a:t>
            </a:r>
          </a:p>
        </p:txBody>
      </p:sp>
      <p:sp>
        <p:nvSpPr>
          <p:cNvPr id="1048726" name="ZoneTexte 6"/>
          <p:cNvSpPr txBox="1"/>
          <p:nvPr/>
        </p:nvSpPr>
        <p:spPr>
          <a:xfrm>
            <a:off x="927279" y="1146220"/>
            <a:ext cx="641522" cy="400110"/>
          </a:xfrm>
          <a:prstGeom prst="rect"/>
          <a:noFill/>
        </p:spPr>
        <p:txBody>
          <a:bodyPr rtlCol="0" wrap="none">
            <a:spAutoFit/>
          </a:bodyPr>
          <a:p>
            <a:r>
              <a:rPr dirty="0" sz="2000" lang="fr-MA"/>
              <a:t>Soit </a:t>
            </a:r>
          </a:p>
        </p:txBody>
      </p:sp>
      <p:sp>
        <p:nvSpPr>
          <p:cNvPr id="1048727" name="Rectangle 7"/>
          <p:cNvSpPr>
            <a:spLocks noChangeAspect="1" noMove="1" noResize="1" noRot="1" noAdjustHandles="1" noEditPoints="1" noChangeArrowheads="1" noChangeShapeType="1" noTextEdit="1"/>
          </p:cNvSpPr>
          <p:nvPr/>
        </p:nvSpPr>
        <p:spPr>
          <a:xfrm>
            <a:off x="2226703" y="1032019"/>
            <a:ext cx="2669192" cy="842923"/>
          </a:xfrm>
          <a:prstGeom prst="rect"/>
          <a:blipFill rotWithShape="0">
            <a:blip xmlns:r="http://schemas.openxmlformats.org/officeDocument/2006/relationships" r:embed="rId3"/>
            <a:stretch>
              <a:fillRect/>
            </a:stretch>
          </a:blipFill>
        </p:spPr>
        <p:txBody>
          <a:bodyPr/>
          <a:p>
            <a:r>
              <a:rPr lang="fr-MA">
                <a:noFill/>
              </a:rPr>
              <a:t> </a:t>
            </a:r>
          </a:p>
        </p:txBody>
      </p:sp>
      <p:sp>
        <p:nvSpPr>
          <p:cNvPr id="1048728" name="Rectangle 8"/>
          <p:cNvSpPr/>
          <p:nvPr/>
        </p:nvSpPr>
        <p:spPr>
          <a:xfrm>
            <a:off x="708338" y="2076599"/>
            <a:ext cx="3636135" cy="400110"/>
          </a:xfrm>
          <a:prstGeom prst="rect"/>
        </p:spPr>
        <p:txBody>
          <a:bodyPr wrap="square">
            <a:spAutoFit/>
          </a:bodyPr>
          <a:p>
            <a:pPr algn="just" indent="-285750" marL="285750">
              <a:buFont typeface="Wingdings" panose="05000000000000000000" pitchFamily="2" charset="2"/>
              <a:buChar char="Ø"/>
            </a:pPr>
            <a:r>
              <a:rPr baseline="0" b="0" dirty="0" sz="2000" i="0" lang="fr-MA" strike="noStrike" u="none">
                <a:latin typeface="Bembo"/>
              </a:rPr>
              <a:t>la solution est de la forme :</a:t>
            </a:r>
            <a:endParaRPr dirty="0" sz="2000" lang="fr-MA"/>
          </a:p>
        </p:txBody>
      </p:sp>
      <p:sp>
        <p:nvSpPr>
          <p:cNvPr id="1048729" name="ZoneTexte 9"/>
          <p:cNvSpPr txBox="1">
            <a:spLocks noChangeAspect="1" noMove="1" noResize="1" noRot="1" noAdjustHandles="1" noEditPoints="1" noChangeArrowheads="1" noChangeShapeType="1" noTextEdit="1"/>
          </p:cNvSpPr>
          <p:nvPr/>
        </p:nvSpPr>
        <p:spPr>
          <a:xfrm>
            <a:off x="4344473" y="2076599"/>
            <a:ext cx="3145348" cy="576248"/>
          </a:xfrm>
          <a:prstGeom prst="rect"/>
          <a:blipFill rotWithShape="0">
            <a:blip xmlns:r="http://schemas.openxmlformats.org/officeDocument/2006/relationships" r:embed="rId4"/>
            <a:stretch>
              <a:fillRect/>
            </a:stretch>
          </a:blipFill>
        </p:spPr>
        <p:txBody>
          <a:bodyPr/>
          <a:p>
            <a:r>
              <a:rPr lang="fr-MA">
                <a:noFill/>
              </a:rPr>
              <a:t> </a:t>
            </a:r>
          </a:p>
        </p:txBody>
      </p:sp>
      <p:sp>
        <p:nvSpPr>
          <p:cNvPr id="1048730" name="ZoneTexte 10"/>
          <p:cNvSpPr txBox="1">
            <a:spLocks noChangeAspect="1" noMove="1" noResize="1" noRot="1" noAdjustHandles="1" noEditPoints="1" noChangeArrowheads="1" noChangeShapeType="1" noTextEdit="1"/>
          </p:cNvSpPr>
          <p:nvPr/>
        </p:nvSpPr>
        <p:spPr>
          <a:xfrm>
            <a:off x="8411287" y="1946469"/>
            <a:ext cx="3321037" cy="680058"/>
          </a:xfrm>
          <a:prstGeom prst="rect"/>
          <a:blipFill rotWithShape="0">
            <a:blip xmlns:r="http://schemas.openxmlformats.org/officeDocument/2006/relationships" r:embed="rId5"/>
            <a:stretch>
              <a:fillRect/>
            </a:stretch>
          </a:blipFill>
        </p:spPr>
        <p:txBody>
          <a:bodyPr/>
          <a:p>
            <a:r>
              <a:rPr lang="fr-MA">
                <a:noFill/>
              </a:rPr>
              <a:t> </a:t>
            </a:r>
          </a:p>
        </p:txBody>
      </p:sp>
      <p:sp>
        <p:nvSpPr>
          <p:cNvPr id="1048731" name="ZoneTexte 11"/>
          <p:cNvSpPr txBox="1"/>
          <p:nvPr/>
        </p:nvSpPr>
        <p:spPr>
          <a:xfrm>
            <a:off x="7709943" y="2128145"/>
            <a:ext cx="481222" cy="430887"/>
          </a:xfrm>
          <a:prstGeom prst="rect"/>
          <a:noFill/>
        </p:spPr>
        <p:txBody>
          <a:bodyPr rtlCol="0" wrap="none">
            <a:spAutoFit/>
          </a:bodyPr>
          <a:p>
            <a:r>
              <a:rPr dirty="0" sz="2200" lang="fr-MA"/>
              <a:t>ou</a:t>
            </a:r>
          </a:p>
        </p:txBody>
      </p:sp>
      <p:sp>
        <p:nvSpPr>
          <p:cNvPr id="1048732" name="ZoneTexte 12"/>
          <p:cNvSpPr txBox="1">
            <a:spLocks noChangeAspect="1" noMove="1" noResize="1" noRot="1" noAdjustHandles="1" noEditPoints="1" noChangeArrowheads="1" noChangeShapeType="1" noTextEdit="1"/>
          </p:cNvSpPr>
          <p:nvPr/>
        </p:nvSpPr>
        <p:spPr>
          <a:xfrm>
            <a:off x="708338" y="2941328"/>
            <a:ext cx="9244197" cy="1467709"/>
          </a:xfrm>
          <a:prstGeom prst="rect"/>
          <a:blipFill rotWithShape="0">
            <a:blip xmlns:r="http://schemas.openxmlformats.org/officeDocument/2006/relationships" r:embed="rId6"/>
            <a:stretch>
              <a:fillRect l="-396" b="-5417"/>
            </a:stretch>
          </a:blipFill>
        </p:spPr>
        <p:txBody>
          <a:bodyPr/>
          <a:p>
            <a:r>
              <a:rPr lang="fr-MA">
                <a:noFill/>
              </a:rPr>
              <a:t> </a:t>
            </a:r>
          </a:p>
        </p:txBody>
      </p:sp>
      <p:sp>
        <p:nvSpPr>
          <p:cNvPr id="1048733" name="ZoneTexte 13"/>
          <p:cNvSpPr txBox="1">
            <a:spLocks noChangeAspect="1" noMove="1" noResize="1" noRot="1" noAdjustHandles="1" noEditPoints="1" noChangeArrowheads="1" noChangeShapeType="1" noTextEdit="1"/>
          </p:cNvSpPr>
          <p:nvPr/>
        </p:nvSpPr>
        <p:spPr>
          <a:xfrm>
            <a:off x="2138180" y="3741675"/>
            <a:ext cx="3526350" cy="820481"/>
          </a:xfrm>
          <a:prstGeom prst="rect"/>
          <a:blipFill rotWithShape="0">
            <a:blip xmlns:r="http://schemas.openxmlformats.org/officeDocument/2006/relationships" r:embed="rId7"/>
            <a:stretch>
              <a:fillRect/>
            </a:stretch>
          </a:blipFill>
        </p:spPr>
        <p:txBody>
          <a:bodyPr/>
          <a:p>
            <a:r>
              <a:rPr lang="fr-MA">
                <a:noFill/>
              </a:rPr>
              <a:t> </a:t>
            </a:r>
          </a:p>
        </p:txBody>
      </p:sp>
      <p:sp>
        <p:nvSpPr>
          <p:cNvPr id="1048734" name="Rectangle 14"/>
          <p:cNvSpPr/>
          <p:nvPr/>
        </p:nvSpPr>
        <p:spPr>
          <a:xfrm>
            <a:off x="339530" y="4873656"/>
            <a:ext cx="6761480" cy="510540"/>
          </a:xfrm>
          <a:prstGeom prst="rect"/>
          <a:solidFill>
            <a:srgbClr val="FFFF00"/>
          </a:solidFill>
        </p:spPr>
        <p:txBody>
          <a:bodyPr wrap="non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4. Discussion sur la nature du mouvement</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35" name="Rectangle 15"/>
          <p:cNvSpPr/>
          <p:nvPr/>
        </p:nvSpPr>
        <p:spPr>
          <a:xfrm>
            <a:off x="339530" y="5599885"/>
            <a:ext cx="8302195" cy="929640"/>
          </a:xfrm>
          <a:prstGeom prst="rect"/>
          <a:solidFill>
            <a:srgbClr val="92D050"/>
          </a:solidFill>
        </p:spPr>
        <p:txBody>
          <a:bodyPr wrap="squar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4.1 À partir de la courbe de l’énergie potentielle effective</a:t>
            </a:r>
            <a:endParaRPr dirty="0" sz="2800" lang="fr-MA">
              <a:effectLst>
                <a:outerShdw algn="tl" blurRad="38100" dir="2700000" dist="38100">
                  <a:srgbClr val="000000">
                    <a:alpha val="43137"/>
                  </a:srgbClr>
                </a:outerShdw>
              </a:effectLst>
              <a:latin typeface="AR BLANCA" panose="02000000000000000000" pitchFamily="2" charset="0"/>
            </a:endParaRPr>
          </a:p>
        </p:txBody>
      </p:sp>
      <mc:AlternateContent xmlns:mc="http://schemas.openxmlformats.org/markup-compatibility/2006">
        <mc:Choice xmlns:p14="http://schemas.microsoft.com/office/powerpoint/2010/main" Requires="p14">
          <p:contentPart p14:bwMode="auto" r:id="rId8">
            <p14:nvContentPartPr>
              <p14:cNvPr id="1049446" name=""/>
              <p14:cNvContentPartPr/>
              <p14:nvPr/>
            </p14:nvContentPartPr>
            <p14:xfrm>
              <a:off x="2095201" y="45845"/>
              <a:ext cx="25508" cy="209223"/>
            </p14:xfrm>
          </p:contentPart>
        </mc:Choice>
        <mc:Fallback>
          <p:sp>
            <p:nvSpPr>
              <p:cNvPr id="1049446" name=""/>
              <p:cNvSpPr/>
              <p:nvPr/>
            </p:nvSpPr>
            <p:spPr>
              <a:xfrm>
                <a:off x="2095201" y="45845"/>
                <a:ext cx="25508" cy="209223"/>
              </a:xfrm>
            </p:spPr>
          </p:sp>
        </mc:Fallback>
      </mc:AlternateContent>
      <mc:AlternateContent xmlns:mc="http://schemas.openxmlformats.org/markup-compatibility/2006">
        <mc:Choice xmlns:p14="http://schemas.microsoft.com/office/powerpoint/2010/main" Requires="p14">
          <p:contentPart p14:bwMode="auto" r:id="rId9">
            <p14:nvContentPartPr>
              <p14:cNvPr id="1049447" name=""/>
              <p14:cNvContentPartPr/>
              <p14:nvPr/>
            </p14:nvContentPartPr>
            <p14:xfrm>
              <a:off x="2134618" y="96726"/>
              <a:ext cx="78547" cy="120982"/>
            </p14:xfrm>
          </p:contentPart>
        </mc:Choice>
        <mc:Fallback>
          <p:sp>
            <p:nvSpPr>
              <p:cNvPr id="1049447" name=""/>
              <p:cNvSpPr/>
              <p:nvPr/>
            </p:nvSpPr>
            <p:spPr>
              <a:xfrm>
                <a:off x="2134618" y="96726"/>
                <a:ext cx="78547" cy="120982"/>
              </a:xfrm>
            </p:spPr>
          </p:sp>
        </mc:Fallback>
      </mc:AlternateContent>
      <mc:AlternateContent xmlns:mc="http://schemas.openxmlformats.org/markup-compatibility/2006">
        <mc:Choice xmlns:p14="http://schemas.microsoft.com/office/powerpoint/2010/main" Requires="p14">
          <p:contentPart p14:bwMode="auto" r:id="rId10">
            <p14:nvContentPartPr>
              <p14:cNvPr id="1049448" name=""/>
              <p14:cNvContentPartPr/>
              <p14:nvPr/>
            </p14:nvContentPartPr>
            <p14:xfrm>
              <a:off x="2097661" y="147358"/>
              <a:ext cx="244347" cy="225310"/>
            </p14:xfrm>
          </p:contentPart>
        </mc:Choice>
        <mc:Fallback>
          <p:sp>
            <p:nvSpPr>
              <p:cNvPr id="1049448" name=""/>
              <p:cNvSpPr/>
              <p:nvPr/>
            </p:nvSpPr>
            <p:spPr>
              <a:xfrm>
                <a:off x="2097661" y="147358"/>
                <a:ext cx="244347" cy="225310"/>
              </a:xfrm>
            </p:spPr>
          </p:sp>
        </mc:Fallback>
      </mc:AlternateContent>
      <mc:AlternateContent xmlns:mc="http://schemas.openxmlformats.org/markup-compatibility/2006">
        <mc:Choice xmlns:p14="http://schemas.microsoft.com/office/powerpoint/2010/main" Requires="p14">
          <p:contentPart p14:bwMode="auto" r:id="rId11">
            <p14:nvContentPartPr>
              <p14:cNvPr id="1049449" name=""/>
              <p14:cNvContentPartPr/>
              <p14:nvPr/>
            </p14:nvContentPartPr>
            <p14:xfrm>
              <a:off x="2263467" y="241426"/>
              <a:ext cx="171644" cy="185274"/>
            </p14:xfrm>
          </p:contentPart>
        </mc:Choice>
        <mc:Fallback>
          <p:sp>
            <p:nvSpPr>
              <p:cNvPr id="1049449" name=""/>
              <p:cNvSpPr/>
              <p:nvPr/>
            </p:nvSpPr>
            <p:spPr>
              <a:xfrm>
                <a:off x="2263467" y="241426"/>
                <a:ext cx="171644" cy="185274"/>
              </a:xfrm>
            </p:spPr>
          </p:sp>
        </mc:Fallback>
      </mc:AlternateContent>
      <mc:AlternateContent xmlns:mc="http://schemas.openxmlformats.org/markup-compatibility/2006">
        <mc:Choice xmlns:p14="http://schemas.microsoft.com/office/powerpoint/2010/main" Requires="p14">
          <p:contentPart p14:bwMode="auto" r:id="rId12">
            <p14:nvContentPartPr>
              <p14:cNvPr id="1049450" name=""/>
              <p14:cNvContentPartPr/>
              <p14:nvPr/>
            </p14:nvContentPartPr>
            <p14:xfrm>
              <a:off x="2447560" y="156611"/>
              <a:ext cx="121681" cy="122289"/>
            </p14:xfrm>
          </p:contentPart>
        </mc:Choice>
        <mc:Fallback>
          <p:sp>
            <p:nvSpPr>
              <p:cNvPr id="1049450" name=""/>
              <p:cNvSpPr/>
              <p:nvPr/>
            </p:nvSpPr>
            <p:spPr>
              <a:xfrm>
                <a:off x="2447560" y="156611"/>
                <a:ext cx="121681" cy="122289"/>
              </a:xfrm>
            </p:spPr>
          </p:sp>
        </mc:Fallback>
      </mc:AlternateContent>
      <mc:AlternateContent xmlns:mc="http://schemas.openxmlformats.org/markup-compatibility/2006">
        <mc:Choice xmlns:p14="http://schemas.microsoft.com/office/powerpoint/2010/main" Requires="p14">
          <p:contentPart p14:bwMode="auto" r:id="rId13">
            <p14:nvContentPartPr>
              <p14:cNvPr id="1049451" name=""/>
              <p14:cNvContentPartPr/>
              <p14:nvPr/>
            </p14:nvContentPartPr>
            <p14:xfrm>
              <a:off x="2144418" y="1016832"/>
              <a:ext cx="2829844" cy="911477"/>
            </p14:xfrm>
          </p:contentPart>
        </mc:Choice>
        <mc:Fallback>
          <p:sp>
            <p:nvSpPr>
              <p:cNvPr id="1049451" name=""/>
              <p:cNvSpPr/>
              <p:nvPr/>
            </p:nvSpPr>
            <p:spPr>
              <a:xfrm>
                <a:off x="2144418" y="1016832"/>
                <a:ext cx="2829844" cy="911477"/>
              </a:xfrm>
            </p:spPr>
          </p:sp>
        </mc:Fallback>
      </mc:AlternateContent>
      <mc:AlternateContent xmlns:mc="http://schemas.openxmlformats.org/markup-compatibility/2006">
        <mc:Choice xmlns:p14="http://schemas.microsoft.com/office/powerpoint/2010/main" Requires="p14">
          <p:contentPart p14:bwMode="auto" r:id="rId14">
            <p14:nvContentPartPr>
              <p14:cNvPr id="1049452" name=""/>
              <p14:cNvContentPartPr/>
              <p14:nvPr/>
            </p14:nvContentPartPr>
            <p14:xfrm>
              <a:off x="4262219" y="2001661"/>
              <a:ext cx="46416" cy="888356"/>
            </p14:xfrm>
          </p:contentPart>
        </mc:Choice>
        <mc:Fallback>
          <p:sp>
            <p:nvSpPr>
              <p:cNvPr id="1049452" name=""/>
              <p:cNvSpPr/>
              <p:nvPr/>
            </p:nvSpPr>
            <p:spPr>
              <a:xfrm>
                <a:off x="4262219" y="2001661"/>
                <a:ext cx="46416" cy="888356"/>
              </a:xfrm>
            </p:spPr>
          </p:sp>
        </mc:Fallback>
      </mc:AlternateContent>
      <mc:AlternateContent xmlns:mc="http://schemas.openxmlformats.org/markup-compatibility/2006">
        <mc:Choice xmlns:p14="http://schemas.microsoft.com/office/powerpoint/2010/main" Requires="p14">
          <p:contentPart p14:bwMode="auto" r:id="rId15">
            <p14:nvContentPartPr>
              <p14:cNvPr id="1049453" name=""/>
              <p14:cNvContentPartPr/>
              <p14:nvPr/>
            </p14:nvContentPartPr>
            <p14:xfrm>
              <a:off x="4243949" y="1981228"/>
              <a:ext cx="3291640" cy="868273"/>
            </p14:xfrm>
          </p:contentPart>
        </mc:Choice>
        <mc:Fallback>
          <p:sp>
            <p:nvSpPr>
              <p:cNvPr id="1049453" name=""/>
              <p:cNvSpPr/>
              <p:nvPr/>
            </p:nvSpPr>
            <p:spPr>
              <a:xfrm>
                <a:off x="4243949" y="1981228"/>
                <a:ext cx="3291640" cy="868273"/>
              </a:xfrm>
            </p:spPr>
          </p:sp>
        </mc:Fallback>
      </mc:AlternateContent>
      <mc:AlternateContent xmlns:mc="http://schemas.openxmlformats.org/markup-compatibility/2006">
        <mc:Choice xmlns:p14="http://schemas.microsoft.com/office/powerpoint/2010/main" Requires="p14">
          <p:contentPart p14:bwMode="auto" r:id="rId16">
            <p14:nvContentPartPr>
              <p14:cNvPr id="1049454" name=""/>
              <p14:cNvContentPartPr/>
              <p14:nvPr/>
            </p14:nvContentPartPr>
            <p14:xfrm>
              <a:off x="5855291" y="2160831"/>
              <a:ext cx="267909" cy="476213"/>
            </p14:xfrm>
          </p:contentPart>
        </mc:Choice>
        <mc:Fallback>
          <p:sp>
            <p:nvSpPr>
              <p:cNvPr id="1049454" name=""/>
              <p:cNvSpPr/>
              <p:nvPr/>
            </p:nvSpPr>
            <p:spPr>
              <a:xfrm>
                <a:off x="5855291" y="2160831"/>
                <a:ext cx="267909" cy="476213"/>
              </a:xfrm>
            </p:spPr>
          </p:sp>
        </mc:Fallback>
      </mc:AlternateContent>
      <mc:AlternateContent xmlns:mc="http://schemas.openxmlformats.org/markup-compatibility/2006">
        <mc:Choice xmlns:p14="http://schemas.microsoft.com/office/powerpoint/2010/main" Requires="p14">
          <p:contentPart p14:bwMode="auto" r:id="rId17">
            <p14:nvContentPartPr>
              <p14:cNvPr id="1049455" name=""/>
              <p14:cNvContentPartPr/>
              <p14:nvPr/>
            </p14:nvContentPartPr>
            <p14:xfrm>
              <a:off x="7009354" y="2211200"/>
              <a:ext cx="334123" cy="454902"/>
            </p14:xfrm>
          </p:contentPart>
        </mc:Choice>
        <mc:Fallback>
          <p:sp>
            <p:nvSpPr>
              <p:cNvPr id="1049455" name=""/>
              <p:cNvSpPr/>
              <p:nvPr/>
            </p:nvSpPr>
            <p:spPr>
              <a:xfrm>
                <a:off x="7009354" y="2211200"/>
                <a:ext cx="334123" cy="454902"/>
              </a:xfrm>
            </p:spPr>
          </p:sp>
        </mc:Fallback>
      </mc:AlternateContent>
      <mc:AlternateContent xmlns:mc="http://schemas.openxmlformats.org/markup-compatibility/2006">
        <mc:Choice xmlns:p14="http://schemas.microsoft.com/office/powerpoint/2010/main" Requires="p14">
          <p:contentPart p14:bwMode="auto" r:id="rId18">
            <p14:nvContentPartPr>
              <p14:cNvPr id="1049456" name=""/>
              <p14:cNvContentPartPr/>
              <p14:nvPr/>
            </p14:nvContentPartPr>
            <p14:xfrm>
              <a:off x="7119364" y="1407719"/>
              <a:ext cx="257246" cy="847603"/>
            </p14:xfrm>
          </p:contentPart>
        </mc:Choice>
        <mc:Fallback>
          <p:sp>
            <p:nvSpPr>
              <p:cNvPr id="1049456" name=""/>
              <p:cNvSpPr/>
              <p:nvPr/>
            </p:nvSpPr>
            <p:spPr>
              <a:xfrm>
                <a:off x="7119364" y="1407719"/>
                <a:ext cx="257246" cy="847603"/>
              </a:xfrm>
            </p:spPr>
          </p:sp>
        </mc:Fallback>
      </mc:AlternateContent>
      <mc:AlternateContent xmlns:mc="http://schemas.openxmlformats.org/markup-compatibility/2006">
        <mc:Choice xmlns:p14="http://schemas.microsoft.com/office/powerpoint/2010/main" Requires="p14">
          <p:contentPart p14:bwMode="auto" r:id="rId19">
            <p14:nvContentPartPr>
              <p14:cNvPr id="1049457" name=""/>
              <p14:cNvContentPartPr/>
              <p14:nvPr/>
            </p14:nvContentPartPr>
            <p14:xfrm>
              <a:off x="5989336" y="1357086"/>
              <a:ext cx="1079726" cy="884088"/>
            </p14:xfrm>
          </p:contentPart>
        </mc:Choice>
        <mc:Fallback>
          <p:sp>
            <p:nvSpPr>
              <p:cNvPr id="1049457" name=""/>
              <p:cNvSpPr/>
              <p:nvPr/>
            </p:nvSpPr>
            <p:spPr>
              <a:xfrm>
                <a:off x="5989336" y="1357086"/>
                <a:ext cx="1079726" cy="884088"/>
              </a:xfrm>
            </p:spPr>
          </p:sp>
        </mc:Fallback>
      </mc:AlternateContent>
      <mc:AlternateContent xmlns:mc="http://schemas.openxmlformats.org/markup-compatibility/2006">
        <mc:Choice xmlns:p14="http://schemas.microsoft.com/office/powerpoint/2010/main" Requires="p14">
          <p:contentPart p14:bwMode="auto" r:id="rId20">
            <p14:nvContentPartPr>
              <p14:cNvPr id="1049458" name=""/>
              <p14:cNvContentPartPr/>
              <p14:nvPr/>
            </p14:nvContentPartPr>
            <p14:xfrm>
              <a:off x="7137994" y="1045595"/>
              <a:ext cx="238616" cy="282212"/>
            </p14:xfrm>
          </p:contentPart>
        </mc:Choice>
        <mc:Fallback>
          <p:sp>
            <p:nvSpPr>
              <p:cNvPr id="1049458" name=""/>
              <p:cNvSpPr/>
              <p:nvPr/>
            </p:nvSpPr>
            <p:spPr>
              <a:xfrm>
                <a:off x="7137994" y="1045595"/>
                <a:ext cx="238616" cy="282212"/>
              </a:xfrm>
            </p:spPr>
          </p:sp>
        </mc:Fallback>
      </mc:AlternateContent>
      <mc:AlternateContent xmlns:mc="http://schemas.openxmlformats.org/markup-compatibility/2006">
        <mc:Choice xmlns:p14="http://schemas.microsoft.com/office/powerpoint/2010/main" Requires="p14">
          <p:contentPart p14:bwMode="auto" r:id="rId21">
            <p14:nvContentPartPr>
              <p14:cNvPr id="1049459" name=""/>
              <p14:cNvContentPartPr/>
              <p14:nvPr/>
            </p14:nvContentPartPr>
            <p14:xfrm>
              <a:off x="7363092" y="1146838"/>
              <a:ext cx="297516" cy="162646"/>
            </p14:xfrm>
          </p:contentPart>
        </mc:Choice>
        <mc:Fallback>
          <p:sp>
            <p:nvSpPr>
              <p:cNvPr id="1049459" name=""/>
              <p:cNvSpPr/>
              <p:nvPr/>
            </p:nvSpPr>
            <p:spPr>
              <a:xfrm>
                <a:off x="7363092" y="1146838"/>
                <a:ext cx="297516" cy="162646"/>
              </a:xfrm>
            </p:spPr>
          </p:sp>
        </mc:Fallback>
      </mc:AlternateContent>
      <mc:AlternateContent xmlns:mc="http://schemas.openxmlformats.org/markup-compatibility/2006">
        <mc:Choice xmlns:p14="http://schemas.microsoft.com/office/powerpoint/2010/main" Requires="p14">
          <p:contentPart p14:bwMode="auto" r:id="rId22">
            <p14:nvContentPartPr>
              <p14:cNvPr id="1049460" name=""/>
              <p14:cNvContentPartPr/>
              <p14:nvPr/>
            </p14:nvContentPartPr>
            <p14:xfrm>
              <a:off x="7692700" y="1161504"/>
              <a:ext cx="170161" cy="129781"/>
            </p14:xfrm>
          </p:contentPart>
        </mc:Choice>
        <mc:Fallback>
          <p:sp>
            <p:nvSpPr>
              <p:cNvPr id="1049460" name=""/>
              <p:cNvSpPr/>
              <p:nvPr/>
            </p:nvSpPr>
            <p:spPr>
              <a:xfrm>
                <a:off x="7692700" y="1161504"/>
                <a:ext cx="170161" cy="129781"/>
              </a:xfrm>
            </p:spPr>
          </p:sp>
        </mc:Fallback>
      </mc:AlternateContent>
      <mc:AlternateContent xmlns:mc="http://schemas.openxmlformats.org/markup-compatibility/2006">
        <mc:Choice xmlns:p14="http://schemas.microsoft.com/office/powerpoint/2010/main" Requires="p14">
          <p:contentPart p14:bwMode="auto" r:id="rId23">
            <p14:nvContentPartPr>
              <p14:cNvPr id="1049461" name=""/>
              <p14:cNvContentPartPr/>
              <p14:nvPr/>
            </p14:nvContentPartPr>
            <p14:xfrm>
              <a:off x="7814997" y="965922"/>
              <a:ext cx="55364" cy="338989"/>
            </p14:xfrm>
          </p:contentPart>
        </mc:Choice>
        <mc:Fallback>
          <p:sp>
            <p:nvSpPr>
              <p:cNvPr id="1049461" name=""/>
              <p:cNvSpPr/>
              <p:nvPr/>
            </p:nvSpPr>
            <p:spPr>
              <a:xfrm>
                <a:off x="7814997" y="965922"/>
                <a:ext cx="55364" cy="338989"/>
              </a:xfrm>
            </p:spPr>
          </p:sp>
        </mc:Fallback>
      </mc:AlternateContent>
      <mc:AlternateContent xmlns:mc="http://schemas.openxmlformats.org/markup-compatibility/2006">
        <mc:Choice xmlns:p14="http://schemas.microsoft.com/office/powerpoint/2010/main" Requires="p14">
          <p:contentPart p14:bwMode="auto" r:id="rId24">
            <p14:nvContentPartPr>
              <p14:cNvPr id="1049462" name=""/>
              <p14:cNvContentPartPr/>
              <p14:nvPr/>
            </p14:nvContentPartPr>
            <p14:xfrm>
              <a:off x="8027259" y="1139662"/>
              <a:ext cx="35927" cy="176179"/>
            </p14:xfrm>
          </p:contentPart>
        </mc:Choice>
        <mc:Fallback>
          <p:sp>
            <p:nvSpPr>
              <p:cNvPr id="1049462" name=""/>
              <p:cNvSpPr/>
              <p:nvPr/>
            </p:nvSpPr>
            <p:spPr>
              <a:xfrm>
                <a:off x="8027259" y="1139662"/>
                <a:ext cx="35927" cy="176179"/>
              </a:xfrm>
            </p:spPr>
          </p:sp>
        </mc:Fallback>
      </mc:AlternateContent>
      <mc:AlternateContent xmlns:mc="http://schemas.openxmlformats.org/markup-compatibility/2006">
        <mc:Choice xmlns:p14="http://schemas.microsoft.com/office/powerpoint/2010/main" Requires="p14">
          <p:contentPart p14:bwMode="auto" r:id="rId25">
            <p14:nvContentPartPr>
              <p14:cNvPr id="1049463" name=""/>
              <p14:cNvContentPartPr/>
              <p14:nvPr/>
            </p14:nvContentPartPr>
            <p14:xfrm>
              <a:off x="8034505" y="1016555"/>
              <a:ext cx="3308" cy="31122"/>
            </p14:xfrm>
          </p:contentPart>
        </mc:Choice>
        <mc:Fallback>
          <p:sp>
            <p:nvSpPr>
              <p:cNvPr id="1049463" name=""/>
              <p:cNvSpPr/>
              <p:nvPr/>
            </p:nvSpPr>
            <p:spPr>
              <a:xfrm>
                <a:off x="8034505" y="1016555"/>
                <a:ext cx="3308" cy="31122"/>
              </a:xfrm>
            </p:spPr>
          </p:sp>
        </mc:Fallback>
      </mc:AlternateContent>
      <mc:AlternateContent xmlns:mc="http://schemas.openxmlformats.org/markup-compatibility/2006">
        <mc:Choice xmlns:p14="http://schemas.microsoft.com/office/powerpoint/2010/main" Requires="p14">
          <p:contentPart p14:bwMode="auto" r:id="rId26">
            <p14:nvContentPartPr>
              <p14:cNvPr id="1049464" name=""/>
              <p14:cNvContentPartPr/>
              <p14:nvPr/>
            </p14:nvContentPartPr>
            <p14:xfrm>
              <a:off x="8127184" y="1110343"/>
              <a:ext cx="134365" cy="184087"/>
            </p14:xfrm>
          </p:contentPart>
        </mc:Choice>
        <mc:Fallback>
          <p:sp>
            <p:nvSpPr>
              <p:cNvPr id="1049464" name=""/>
              <p:cNvSpPr/>
              <p:nvPr/>
            </p:nvSpPr>
            <p:spPr>
              <a:xfrm>
                <a:off x="8127184" y="1110343"/>
                <a:ext cx="134365" cy="184087"/>
              </a:xfrm>
            </p:spPr>
          </p:sp>
        </mc:Fallback>
      </mc:AlternateContent>
      <mc:AlternateContent xmlns:mc="http://schemas.openxmlformats.org/markup-compatibility/2006">
        <mc:Choice xmlns:p14="http://schemas.microsoft.com/office/powerpoint/2010/main" Requires="p14">
          <p:contentPart p14:bwMode="auto" r:id="rId27">
            <p14:nvContentPartPr>
              <p14:cNvPr id="1049465" name=""/>
              <p14:cNvContentPartPr/>
              <p14:nvPr/>
            </p14:nvContentPartPr>
            <p14:xfrm>
              <a:off x="8310219" y="1125267"/>
              <a:ext cx="31834" cy="174862"/>
            </p14:xfrm>
          </p:contentPart>
        </mc:Choice>
        <mc:Fallback>
          <p:sp>
            <p:nvSpPr>
              <p:cNvPr id="1049465" name=""/>
              <p:cNvSpPr/>
              <p:nvPr/>
            </p:nvSpPr>
            <p:spPr>
              <a:xfrm>
                <a:off x="8310219" y="1125267"/>
                <a:ext cx="31834" cy="174862"/>
              </a:xfrm>
            </p:spPr>
          </p:sp>
        </mc:Fallback>
      </mc:AlternateContent>
      <mc:AlternateContent xmlns:mc="http://schemas.openxmlformats.org/markup-compatibility/2006">
        <mc:Choice xmlns:p14="http://schemas.microsoft.com/office/powerpoint/2010/main" Requires="p14">
          <p:contentPart p14:bwMode="auto" r:id="rId28">
            <p14:nvContentPartPr>
              <p14:cNvPr id="1049466" name=""/>
              <p14:cNvContentPartPr/>
              <p14:nvPr/>
            </p14:nvContentPartPr>
            <p14:xfrm>
              <a:off x="8281347" y="965922"/>
              <a:ext cx="53646" cy="104554"/>
            </p14:xfrm>
          </p:contentPart>
        </mc:Choice>
        <mc:Fallback>
          <p:sp>
            <p:nvSpPr>
              <p:cNvPr id="1049466" name=""/>
              <p:cNvSpPr/>
              <p:nvPr/>
            </p:nvSpPr>
            <p:spPr>
              <a:xfrm>
                <a:off x="8281347" y="965922"/>
                <a:ext cx="53646" cy="104554"/>
              </a:xfrm>
            </p:spPr>
          </p:sp>
        </mc:Fallback>
      </mc:AlternateContent>
      <mc:AlternateContent xmlns:mc="http://schemas.openxmlformats.org/markup-compatibility/2006">
        <mc:Choice xmlns:p14="http://schemas.microsoft.com/office/powerpoint/2010/main" Requires="p14">
          <p:contentPart p14:bwMode="auto" r:id="rId29">
            <p14:nvContentPartPr>
              <p14:cNvPr id="1049467" name=""/>
              <p14:cNvContentPartPr/>
              <p14:nvPr/>
            </p14:nvContentPartPr>
            <p14:xfrm>
              <a:off x="8393825" y="907844"/>
              <a:ext cx="84131" cy="382145"/>
            </p14:xfrm>
          </p:contentPart>
        </mc:Choice>
        <mc:Fallback>
          <p:sp>
            <p:nvSpPr>
              <p:cNvPr id="1049467" name=""/>
              <p:cNvSpPr/>
              <p:nvPr/>
            </p:nvSpPr>
            <p:spPr>
              <a:xfrm>
                <a:off x="8393825" y="907844"/>
                <a:ext cx="84131" cy="382145"/>
              </a:xfrm>
            </p:spPr>
          </p:sp>
        </mc:Fallback>
      </mc:AlternateContent>
      <mc:AlternateContent xmlns:mc="http://schemas.openxmlformats.org/markup-compatibility/2006">
        <mc:Choice xmlns:p14="http://schemas.microsoft.com/office/powerpoint/2010/main" Requires="p14">
          <p:contentPart p14:bwMode="auto" r:id="rId30">
            <p14:nvContentPartPr>
              <p14:cNvPr id="1049468" name=""/>
              <p14:cNvContentPartPr/>
              <p14:nvPr/>
            </p14:nvContentPartPr>
            <p14:xfrm>
              <a:off x="8370734" y="1118286"/>
              <a:ext cx="193346" cy="162850"/>
            </p14:xfrm>
          </p:contentPart>
        </mc:Choice>
        <mc:Fallback>
          <p:sp>
            <p:nvSpPr>
              <p:cNvPr id="1049468" name=""/>
              <p:cNvSpPr/>
              <p:nvPr/>
            </p:nvSpPr>
            <p:spPr>
              <a:xfrm>
                <a:off x="8370734" y="1118286"/>
                <a:ext cx="193346" cy="162850"/>
              </a:xfrm>
            </p:spPr>
          </p:sp>
        </mc:Fallback>
      </mc:AlternateContent>
      <mc:AlternateContent xmlns:mc="http://schemas.openxmlformats.org/markup-compatibility/2006">
        <mc:Choice xmlns:p14="http://schemas.microsoft.com/office/powerpoint/2010/main" Requires="p14">
          <p:contentPart p14:bwMode="auto" r:id="rId31">
            <p14:nvContentPartPr>
              <p14:cNvPr id="1049469" name=""/>
              <p14:cNvContentPartPr/>
              <p14:nvPr/>
            </p14:nvContentPartPr>
            <p14:xfrm>
              <a:off x="8549438" y="973368"/>
              <a:ext cx="28681" cy="93819"/>
            </p14:xfrm>
          </p:contentPart>
        </mc:Choice>
        <mc:Fallback>
          <p:sp>
            <p:nvSpPr>
              <p:cNvPr id="1049469" name=""/>
              <p:cNvSpPr/>
              <p:nvPr/>
            </p:nvSpPr>
            <p:spPr>
              <a:xfrm>
                <a:off x="8549438" y="973368"/>
                <a:ext cx="28681" cy="93819"/>
              </a:xfrm>
            </p:spPr>
          </p:sp>
        </mc:Fallback>
      </mc:AlternateContent>
      <mc:AlternateContent xmlns:mc="http://schemas.openxmlformats.org/markup-compatibility/2006">
        <mc:Choice xmlns:p14="http://schemas.microsoft.com/office/powerpoint/2010/main" Requires="p14">
          <p:contentPart p14:bwMode="auto" r:id="rId32">
            <p14:nvContentPartPr>
              <p14:cNvPr id="1049470" name=""/>
              <p14:cNvContentPartPr/>
              <p14:nvPr/>
            </p14:nvContentPartPr>
            <p14:xfrm>
              <a:off x="8596128" y="1132465"/>
              <a:ext cx="159879" cy="164393"/>
            </p14:xfrm>
          </p:contentPart>
        </mc:Choice>
        <mc:Fallback>
          <p:sp>
            <p:nvSpPr>
              <p:cNvPr id="1049470" name=""/>
              <p:cNvSpPr/>
              <p:nvPr/>
            </p:nvSpPr>
            <p:spPr>
              <a:xfrm>
                <a:off x="8596128" y="1132465"/>
                <a:ext cx="159879" cy="164393"/>
              </a:xfrm>
            </p:spPr>
          </p:sp>
        </mc:Fallback>
      </mc:AlternateContent>
      <mc:AlternateContent xmlns:mc="http://schemas.openxmlformats.org/markup-compatibility/2006">
        <mc:Choice xmlns:p14="http://schemas.microsoft.com/office/powerpoint/2010/main" Requires="p14">
          <p:contentPart p14:bwMode="auto" r:id="rId33">
            <p14:nvContentPartPr>
              <p14:cNvPr id="1049471" name=""/>
              <p14:cNvContentPartPr/>
              <p14:nvPr/>
            </p14:nvContentPartPr>
            <p14:xfrm>
              <a:off x="8776336" y="850013"/>
              <a:ext cx="95211" cy="383414"/>
            </p14:xfrm>
          </p:contentPart>
        </mc:Choice>
        <mc:Fallback>
          <p:sp>
            <p:nvSpPr>
              <p:cNvPr id="1049471" name=""/>
              <p:cNvSpPr/>
              <p:nvPr/>
            </p:nvSpPr>
            <p:spPr>
              <a:xfrm>
                <a:off x="8776336" y="850013"/>
                <a:ext cx="95211" cy="383414"/>
              </a:xfrm>
            </p:spPr>
          </p:sp>
        </mc:Fallback>
      </mc:AlternateContent>
      <mc:AlternateContent xmlns:mc="http://schemas.openxmlformats.org/markup-compatibility/2006">
        <mc:Choice xmlns:p14="http://schemas.microsoft.com/office/powerpoint/2010/main" Requires="p14">
          <p:contentPart p14:bwMode="auto" r:id="rId34">
            <p14:nvContentPartPr>
              <p14:cNvPr id="1049472" name=""/>
              <p14:cNvContentPartPr/>
              <p14:nvPr/>
            </p14:nvContentPartPr>
            <p14:xfrm>
              <a:off x="8878606" y="1084884"/>
              <a:ext cx="230160" cy="243162"/>
            </p14:xfrm>
          </p:contentPart>
        </mc:Choice>
        <mc:Fallback>
          <p:sp>
            <p:nvSpPr>
              <p:cNvPr id="1049472" name=""/>
              <p:cNvSpPr/>
              <p:nvPr/>
            </p:nvSpPr>
            <p:spPr>
              <a:xfrm>
                <a:off x="8878606" y="1084884"/>
                <a:ext cx="230160" cy="243162"/>
              </a:xfrm>
            </p:spPr>
          </p:sp>
        </mc:Fallback>
      </mc:AlternateContent>
      <mc:AlternateContent xmlns:mc="http://schemas.openxmlformats.org/markup-compatibility/2006">
        <mc:Choice xmlns:p14="http://schemas.microsoft.com/office/powerpoint/2010/main" Requires="p14">
          <p:contentPart p14:bwMode="auto" r:id="rId35">
            <p14:nvContentPartPr>
              <p14:cNvPr id="1049473" name=""/>
              <p14:cNvContentPartPr/>
              <p14:nvPr/>
            </p14:nvContentPartPr>
            <p14:xfrm>
              <a:off x="7026262" y="1371464"/>
              <a:ext cx="2047482" cy="14909"/>
            </p14:xfrm>
          </p:contentPart>
        </mc:Choice>
        <mc:Fallback>
          <p:sp>
            <p:nvSpPr>
              <p:cNvPr id="1049473" name=""/>
              <p:cNvSpPr/>
              <p:nvPr/>
            </p:nvSpPr>
            <p:spPr>
              <a:xfrm>
                <a:off x="7026262" y="1371464"/>
                <a:ext cx="2047482" cy="14909"/>
              </a:xfrm>
            </p:spPr>
          </p:sp>
        </mc:Fallback>
      </mc:AlternateContent>
      <mc:AlternateContent xmlns:mc="http://schemas.openxmlformats.org/markup-compatibility/2006">
        <mc:Choice xmlns:p14="http://schemas.microsoft.com/office/powerpoint/2010/main" Requires="p14">
          <p:contentPart p14:bwMode="auto" r:id="rId36">
            <p14:nvContentPartPr>
              <p14:cNvPr id="1049474" name=""/>
              <p14:cNvContentPartPr/>
              <p14:nvPr/>
            </p14:nvContentPartPr>
            <p14:xfrm>
              <a:off x="3093007" y="3553693"/>
              <a:ext cx="2411840" cy="60210"/>
            </p14:xfrm>
          </p:contentPart>
        </mc:Choice>
        <mc:Fallback>
          <p:sp>
            <p:nvSpPr>
              <p:cNvPr id="1049474" name=""/>
              <p:cNvSpPr/>
              <p:nvPr/>
            </p:nvSpPr>
            <p:spPr>
              <a:xfrm>
                <a:off x="3093007" y="3553693"/>
                <a:ext cx="2411840" cy="60210"/>
              </a:xfrm>
            </p:spPr>
          </p:sp>
        </mc:Fallback>
      </mc:AlternateContent>
      <mc:AlternateContent xmlns:mc="http://schemas.openxmlformats.org/markup-compatibility/2006">
        <mc:Choice xmlns:p14="http://schemas.microsoft.com/office/powerpoint/2010/main" Requires="p14">
          <p:contentPart p14:bwMode="auto" r:id="rId37">
            <p14:nvContentPartPr>
              <p14:cNvPr id="1049475" name=""/>
              <p14:cNvContentPartPr/>
              <p14:nvPr/>
            </p14:nvContentPartPr>
            <p14:xfrm>
              <a:off x="7326749" y="3537523"/>
              <a:ext cx="1246598" cy="24526"/>
            </p14:xfrm>
          </p:contentPart>
        </mc:Choice>
        <mc:Fallback>
          <p:sp>
            <p:nvSpPr>
              <p:cNvPr id="1049475" name=""/>
              <p:cNvSpPr/>
              <p:nvPr/>
            </p:nvSpPr>
            <p:spPr>
              <a:xfrm>
                <a:off x="7326749" y="3537523"/>
                <a:ext cx="1246598" cy="24526"/>
              </a:xfrm>
            </p:spPr>
          </p:sp>
        </mc:Fallback>
      </mc:AlternateContent>
      <mc:AlternateContent xmlns:mc="http://schemas.openxmlformats.org/markup-compatibility/2006">
        <mc:Choice xmlns:p14="http://schemas.microsoft.com/office/powerpoint/2010/main" Requires="p14">
          <p:contentPart p14:bwMode="auto" r:id="rId38">
            <p14:nvContentPartPr>
              <p14:cNvPr id="1049476" name=""/>
              <p14:cNvContentPartPr/>
              <p14:nvPr/>
            </p14:nvContentPartPr>
            <p14:xfrm>
              <a:off x="10265880" y="3353623"/>
              <a:ext cx="145082" cy="181674"/>
            </p14:xfrm>
          </p:contentPart>
        </mc:Choice>
        <mc:Fallback>
          <p:sp>
            <p:nvSpPr>
              <p:cNvPr id="1049476" name=""/>
              <p:cNvSpPr/>
              <p:nvPr/>
            </p:nvSpPr>
            <p:spPr>
              <a:xfrm>
                <a:off x="10265880" y="3353623"/>
                <a:ext cx="145082" cy="181674"/>
              </a:xfrm>
            </p:spPr>
          </p:sp>
        </mc:Fallback>
      </mc:AlternateContent>
      <mc:AlternateContent xmlns:mc="http://schemas.openxmlformats.org/markup-compatibility/2006">
        <mc:Choice xmlns:p14="http://schemas.microsoft.com/office/powerpoint/2010/main" Requires="p14">
          <p:contentPart p14:bwMode="auto" r:id="rId39">
            <p14:nvContentPartPr>
              <p14:cNvPr id="1049477" name=""/>
              <p14:cNvContentPartPr/>
              <p14:nvPr/>
            </p14:nvContentPartPr>
            <p14:xfrm>
              <a:off x="10506383" y="3363535"/>
              <a:ext cx="174494" cy="185901"/>
            </p14:xfrm>
          </p:contentPart>
        </mc:Choice>
        <mc:Fallback>
          <p:sp>
            <p:nvSpPr>
              <p:cNvPr id="1049477" name=""/>
              <p:cNvSpPr/>
              <p:nvPr/>
            </p:nvSpPr>
            <p:spPr>
              <a:xfrm>
                <a:off x="10506383" y="3363535"/>
                <a:ext cx="174494" cy="185901"/>
              </a:xfrm>
            </p:spPr>
          </p:sp>
        </mc:Fallback>
      </mc:AlternateContent>
      <mc:AlternateContent xmlns:mc="http://schemas.openxmlformats.org/markup-compatibility/2006">
        <mc:Choice xmlns:p14="http://schemas.microsoft.com/office/powerpoint/2010/main" Requires="p14">
          <p:contentPart p14:bwMode="auto" r:id="rId40">
            <p14:nvContentPartPr>
              <p14:cNvPr id="1049478" name=""/>
              <p14:cNvContentPartPr/>
              <p14:nvPr/>
            </p14:nvContentPartPr>
            <p14:xfrm>
              <a:off x="10487826" y="3437046"/>
              <a:ext cx="159274" cy="20805"/>
            </p14:xfrm>
          </p:contentPart>
        </mc:Choice>
        <mc:Fallback>
          <p:sp>
            <p:nvSpPr>
              <p:cNvPr id="1049478" name=""/>
              <p:cNvSpPr/>
              <p:nvPr/>
            </p:nvSpPr>
            <p:spPr>
              <a:xfrm>
                <a:off x="10487826" y="3437046"/>
                <a:ext cx="159274" cy="20805"/>
              </a:xfrm>
            </p:spPr>
          </p:sp>
        </mc:Fallback>
      </mc:AlternateContent>
      <mc:AlternateContent xmlns:mc="http://schemas.openxmlformats.org/markup-compatibility/2006">
        <mc:Choice xmlns:p14="http://schemas.microsoft.com/office/powerpoint/2010/main" Requires="p14">
          <p:contentPart p14:bwMode="auto" r:id="rId41">
            <p14:nvContentPartPr>
              <p14:cNvPr id="1049479" name=""/>
              <p14:cNvContentPartPr/>
              <p14:nvPr/>
            </p14:nvContentPartPr>
            <p14:xfrm>
              <a:off x="10855717" y="3334992"/>
              <a:ext cx="26496" cy="243261"/>
            </p14:xfrm>
          </p:contentPart>
        </mc:Choice>
        <mc:Fallback>
          <p:sp>
            <p:nvSpPr>
              <p:cNvPr id="1049479" name=""/>
              <p:cNvSpPr/>
              <p:nvPr/>
            </p:nvSpPr>
            <p:spPr>
              <a:xfrm>
                <a:off x="10855717" y="3334992"/>
                <a:ext cx="26496" cy="243261"/>
              </a:xfrm>
            </p:spPr>
          </p:sp>
        </mc:Fallback>
      </mc:AlternateContent>
      <mc:AlternateContent xmlns:mc="http://schemas.openxmlformats.org/markup-compatibility/2006">
        <mc:Choice xmlns:p14="http://schemas.microsoft.com/office/powerpoint/2010/main" Requires="p14">
          <p:contentPart p14:bwMode="auto" r:id="rId42">
            <p14:nvContentPartPr>
              <p14:cNvPr id="1049480" name=""/>
              <p14:cNvContentPartPr/>
              <p14:nvPr/>
            </p14:nvContentPartPr>
            <p14:xfrm>
              <a:off x="10845234" y="3304408"/>
              <a:ext cx="229068" cy="307399"/>
            </p14:xfrm>
          </p:contentPart>
        </mc:Choice>
        <mc:Fallback>
          <p:sp>
            <p:nvSpPr>
              <p:cNvPr id="1049480" name=""/>
              <p:cNvSpPr/>
              <p:nvPr/>
            </p:nvSpPr>
            <p:spPr>
              <a:xfrm>
                <a:off x="10845234" y="3304408"/>
                <a:ext cx="229068" cy="307399"/>
              </a:xfrm>
            </p:spPr>
          </p:sp>
        </mc:Fallback>
      </mc:AlternateContent>
      <mc:AlternateContent xmlns:mc="http://schemas.openxmlformats.org/markup-compatibility/2006">
        <mc:Choice xmlns:p14="http://schemas.microsoft.com/office/powerpoint/2010/main" Requires="p14">
          <p:contentPart p14:bwMode="auto" r:id="rId43">
            <p14:nvContentPartPr>
              <p14:cNvPr id="1049481" name=""/>
              <p14:cNvContentPartPr/>
              <p14:nvPr/>
            </p14:nvContentPartPr>
            <p14:xfrm>
              <a:off x="10762751" y="3305953"/>
              <a:ext cx="8329" cy="279505"/>
            </p14:xfrm>
          </p:contentPart>
        </mc:Choice>
        <mc:Fallback>
          <p:sp>
            <p:nvSpPr>
              <p:cNvPr id="1049481" name=""/>
              <p:cNvSpPr/>
              <p:nvPr/>
            </p:nvSpPr>
            <p:spPr>
              <a:xfrm>
                <a:off x="10762751" y="3305953"/>
                <a:ext cx="8329" cy="279505"/>
              </a:xfrm>
            </p:spPr>
          </p:sp>
        </mc:Fallback>
      </mc:AlternateContent>
      <mc:AlternateContent xmlns:mc="http://schemas.openxmlformats.org/markup-compatibility/2006">
        <mc:Choice xmlns:p14="http://schemas.microsoft.com/office/powerpoint/2010/main" Requires="p14">
          <p:contentPart p14:bwMode="auto" r:id="rId44">
            <p14:nvContentPartPr>
              <p14:cNvPr id="1049482" name=""/>
              <p14:cNvContentPartPr/>
              <p14:nvPr/>
            </p14:nvContentPartPr>
            <p14:xfrm>
              <a:off x="11138661" y="3160756"/>
              <a:ext cx="5581" cy="172616"/>
            </p14:xfrm>
          </p:contentPart>
        </mc:Choice>
        <mc:Fallback>
          <p:sp>
            <p:nvSpPr>
              <p:cNvPr id="1049482" name=""/>
              <p:cNvSpPr/>
              <p:nvPr/>
            </p:nvSpPr>
            <p:spPr>
              <a:xfrm>
                <a:off x="11138661" y="3160756"/>
                <a:ext cx="5581" cy="172616"/>
              </a:xfrm>
            </p:spPr>
          </p:sp>
        </mc:Fallback>
      </mc:AlternateContent>
      <mc:AlternateContent xmlns:mc="http://schemas.openxmlformats.org/markup-compatibility/2006">
        <mc:Choice xmlns:p14="http://schemas.microsoft.com/office/powerpoint/2010/main" Requires="p14">
          <p:contentPart p14:bwMode="auto" r:id="rId45">
            <p14:nvContentPartPr>
              <p14:cNvPr id="1049483" name=""/>
              <p14:cNvContentPartPr/>
              <p14:nvPr/>
            </p14:nvContentPartPr>
            <p14:xfrm>
              <a:off x="11016878" y="3227445"/>
              <a:ext cx="206258" cy="5785"/>
            </p14:xfrm>
          </p:contentPart>
        </mc:Choice>
        <mc:Fallback>
          <p:sp>
            <p:nvSpPr>
              <p:cNvPr id="1049483" name=""/>
              <p:cNvSpPr/>
              <p:nvPr/>
            </p:nvSpPr>
            <p:spPr>
              <a:xfrm>
                <a:off x="11016878" y="3227445"/>
                <a:ext cx="206258" cy="5785"/>
              </a:xfrm>
            </p:spPr>
          </p:sp>
        </mc:Fallback>
      </mc:AlternateContent>
      <mc:AlternateContent xmlns:mc="http://schemas.openxmlformats.org/markup-compatibility/2006">
        <mc:Choice xmlns:p14="http://schemas.microsoft.com/office/powerpoint/2010/main" Requires="p14">
          <p:contentPart p14:bwMode="auto" r:id="rId46">
            <p14:nvContentPartPr>
              <p14:cNvPr id="1049484" name=""/>
              <p14:cNvContentPartPr/>
              <p14:nvPr/>
            </p14:nvContentPartPr>
            <p14:xfrm>
              <a:off x="10265880" y="3640924"/>
              <a:ext cx="1180329" cy="56192"/>
            </p14:xfrm>
          </p:contentPart>
        </mc:Choice>
        <mc:Fallback>
          <p:sp>
            <p:nvSpPr>
              <p:cNvPr id="1049484" name=""/>
              <p:cNvSpPr/>
              <p:nvPr/>
            </p:nvSpPr>
            <p:spPr>
              <a:xfrm>
                <a:off x="10265880" y="3640924"/>
                <a:ext cx="1180329" cy="56192"/>
              </a:xfrm>
            </p:spPr>
          </p:sp>
        </mc:Fallback>
      </mc:AlternateContent>
      <mc:AlternateContent xmlns:mc="http://schemas.openxmlformats.org/markup-compatibility/2006">
        <mc:Choice xmlns:p14="http://schemas.microsoft.com/office/powerpoint/2010/main" Requires="p14">
          <p:contentPart p14:bwMode="auto" r:id="rId47">
            <p14:nvContentPartPr>
              <p14:cNvPr id="1049485" name=""/>
              <p14:cNvContentPartPr/>
              <p14:nvPr/>
            </p14:nvContentPartPr>
            <p14:xfrm>
              <a:off x="2090327" y="3673025"/>
              <a:ext cx="3622612" cy="941595"/>
            </p14:xfrm>
          </p:contentPart>
        </mc:Choice>
        <mc:Fallback>
          <p:sp>
            <p:nvSpPr>
              <p:cNvPr id="1049485" name=""/>
              <p:cNvSpPr/>
              <p:nvPr/>
            </p:nvSpPr>
            <p:spPr>
              <a:xfrm>
                <a:off x="2090327" y="3673025"/>
                <a:ext cx="3622612" cy="941595"/>
              </a:xfrm>
            </p:spPr>
          </p:sp>
        </mc:Fallback>
      </mc:AlternateContent>
      <mc:AlternateContent xmlns:mc="http://schemas.openxmlformats.org/markup-compatibility/2006">
        <mc:Choice xmlns:p14="http://schemas.microsoft.com/office/powerpoint/2010/main" Requires="p14">
          <p:contentPart p14:bwMode="auto" r:id="rId48">
            <p14:nvContentPartPr>
              <p14:cNvPr id="1049571" name=""/>
              <p14:cNvContentPartPr/>
              <p14:nvPr/>
            </p14:nvContentPartPr>
            <p14:xfrm>
              <a:off x="3368078" y="4220833"/>
              <a:ext cx="232359" cy="371300"/>
            </p14:xfrm>
          </p:contentPart>
        </mc:Choice>
        <mc:Fallback>
          <p:sp>
            <p:nvSpPr>
              <p:cNvPr id="1049571" name=""/>
              <p:cNvSpPr/>
              <p:nvPr/>
            </p:nvSpPr>
            <p:spPr>
              <a:xfrm>
                <a:off x="3368078" y="4220833"/>
                <a:ext cx="232359" cy="371300"/>
              </a:xfrm>
            </p:spPr>
          </p:sp>
        </mc:Fallback>
      </mc:AlternateContent>
      <mc:AlternateContent xmlns:mc="http://schemas.openxmlformats.org/markup-compatibility/2006">
        <mc:Choice xmlns:p14="http://schemas.microsoft.com/office/powerpoint/2010/main" Requires="p14">
          <p:contentPart p14:bwMode="auto" r:id="rId49">
            <p14:nvContentPartPr>
              <p14:cNvPr id="1049572" name=""/>
              <p14:cNvContentPartPr/>
              <p14:nvPr/>
            </p14:nvContentPartPr>
            <p14:xfrm>
              <a:off x="3359522" y="4225535"/>
              <a:ext cx="269253" cy="374714"/>
            </p14:xfrm>
          </p:contentPart>
        </mc:Choice>
        <mc:Fallback>
          <p:sp>
            <p:nvSpPr>
              <p:cNvPr id="1049572" name=""/>
              <p:cNvSpPr/>
              <p:nvPr/>
            </p:nvSpPr>
            <p:spPr>
              <a:xfrm>
                <a:off x="3359522" y="4225535"/>
                <a:ext cx="269253" cy="374714"/>
              </a:xfrm>
            </p:spPr>
          </p:sp>
        </mc:Fallback>
      </mc:AlternateContent>
      <mc:AlternateContent xmlns:mc="http://schemas.openxmlformats.org/markup-compatibility/2006">
        <mc:Choice xmlns:p14="http://schemas.microsoft.com/office/powerpoint/2010/main" Requires="p14">
          <p:contentPart p14:bwMode="auto" r:id="rId50">
            <p14:nvContentPartPr>
              <p14:cNvPr id="1049573" name=""/>
              <p14:cNvContentPartPr/>
              <p14:nvPr/>
            </p14:nvContentPartPr>
            <p14:xfrm>
              <a:off x="7205963" y="2980403"/>
              <a:ext cx="2708405" cy="873635"/>
            </p14:xfrm>
          </p:contentPart>
        </mc:Choice>
        <mc:Fallback>
          <p:sp>
            <p:nvSpPr>
              <p:cNvPr id="1049573" name=""/>
              <p:cNvSpPr/>
              <p:nvPr/>
            </p:nvSpPr>
            <p:spPr>
              <a:xfrm>
                <a:off x="7205963" y="2980403"/>
                <a:ext cx="2708405" cy="873635"/>
              </a:xfrm>
            </p:spPr>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486" name=""/>
              <p14:cNvContentPartPr/>
              <p14:nvPr/>
            </p14:nvContentPartPr>
            <p14:xfrm>
              <a:off x="1791335" y="944081"/>
              <a:ext cx="2245493" cy="4158096"/>
            </p14:xfrm>
          </p:contentPart>
        </mc:Choice>
        <mc:Fallback>
          <p:sp>
            <p:nvSpPr>
              <p:cNvPr id="1049486" name=""/>
              <p:cNvSpPr/>
              <p:nvPr/>
            </p:nvSpPr>
            <p:spPr>
              <a:xfrm>
                <a:off x="1791335" y="944081"/>
                <a:ext cx="2245493" cy="4158096"/>
              </a:xfrm>
            </p:spPr>
          </p:sp>
        </mc:Fallback>
      </mc:AlternateContent>
      <mc:AlternateContent xmlns:mc="http://schemas.openxmlformats.org/markup-compatibility/2006">
        <mc:Choice xmlns:p14="http://schemas.microsoft.com/office/powerpoint/2010/main" Requires="p14">
          <p:contentPart p14:bwMode="auto" r:id="rId2">
            <p14:nvContentPartPr>
              <p14:cNvPr id="1049487" name=""/>
              <p14:cNvContentPartPr/>
              <p14:nvPr/>
            </p14:nvContentPartPr>
            <p14:xfrm>
              <a:off x="1884438" y="1161504"/>
              <a:ext cx="2345656" cy="4122107"/>
            </p14:xfrm>
          </p:contentPart>
        </mc:Choice>
        <mc:Fallback>
          <p:sp>
            <p:nvSpPr>
              <p:cNvPr id="1049487" name=""/>
              <p:cNvSpPr/>
              <p:nvPr/>
            </p:nvSpPr>
            <p:spPr>
              <a:xfrm>
                <a:off x="1884438" y="1161504"/>
                <a:ext cx="2345656" cy="4122107"/>
              </a:xfrm>
            </p:spPr>
          </p:sp>
        </mc:Fallback>
      </mc:AlternateContent>
      <mc:AlternateContent xmlns:mc="http://schemas.openxmlformats.org/markup-compatibility/2006">
        <mc:Choice xmlns:p14="http://schemas.microsoft.com/office/powerpoint/2010/main" Requires="p14">
          <p:contentPart p14:bwMode="auto" r:id="rId3">
            <p14:nvContentPartPr>
              <p14:cNvPr id="1049488" name=""/>
              <p14:cNvContentPartPr/>
              <p14:nvPr/>
            </p14:nvContentPartPr>
            <p14:xfrm>
              <a:off x="1834136" y="808058"/>
              <a:ext cx="2202912" cy="488189"/>
            </p14:xfrm>
          </p:contentPart>
        </mc:Choice>
        <mc:Fallback>
          <p:sp>
            <p:nvSpPr>
              <p:cNvPr id="1049488" name=""/>
              <p:cNvSpPr/>
              <p:nvPr/>
            </p:nvSpPr>
            <p:spPr>
              <a:xfrm>
                <a:off x="1834136" y="808058"/>
                <a:ext cx="2202912" cy="488189"/>
              </a:xfrm>
            </p:spPr>
          </p:sp>
        </mc:Fallback>
      </mc:AlternateContent>
      <mc:AlternateContent xmlns:mc="http://schemas.openxmlformats.org/markup-compatibility/2006">
        <mc:Choice xmlns:p14="http://schemas.microsoft.com/office/powerpoint/2010/main" Requires="p14">
          <p:contentPart p14:bwMode="auto" r:id="rId4">
            <p14:nvContentPartPr>
              <p14:cNvPr id="1049489" name=""/>
              <p14:cNvContentPartPr/>
              <p14:nvPr/>
            </p14:nvContentPartPr>
            <p14:xfrm>
              <a:off x="1791335" y="5116821"/>
              <a:ext cx="2473671" cy="400301"/>
            </p14:xfrm>
          </p:contentPart>
        </mc:Choice>
        <mc:Fallback>
          <p:sp>
            <p:nvSpPr>
              <p:cNvPr id="1049489" name=""/>
              <p:cNvSpPr/>
              <p:nvPr/>
            </p:nvSpPr>
            <p:spPr>
              <a:xfrm>
                <a:off x="1791335" y="5116821"/>
                <a:ext cx="2473671" cy="400301"/>
              </a:xfrm>
            </p:spPr>
          </p:sp>
        </mc:Fallback>
      </mc:AlternateContent>
      <mc:AlternateContent xmlns:mc="http://schemas.openxmlformats.org/markup-compatibility/2006">
        <mc:Choice xmlns:p14="http://schemas.microsoft.com/office/powerpoint/2010/main" Requires="p14">
          <p:contentPart p14:bwMode="auto" r:id="rId5">
            <p14:nvContentPartPr>
              <p14:cNvPr id="1049490" name=""/>
              <p14:cNvContentPartPr/>
              <p14:nvPr/>
            </p14:nvContentPartPr>
            <p14:xfrm>
              <a:off x="4053449" y="5205575"/>
              <a:ext cx="112223" cy="84986"/>
            </p14:xfrm>
          </p:contentPart>
        </mc:Choice>
        <mc:Fallback>
          <p:sp>
            <p:nvSpPr>
              <p:cNvPr id="1049490" name=""/>
              <p:cNvSpPr/>
              <p:nvPr/>
            </p:nvSpPr>
            <p:spPr>
              <a:xfrm>
                <a:off x="4053449" y="5205575"/>
                <a:ext cx="112223" cy="84986"/>
              </a:xfrm>
            </p:spPr>
          </p:sp>
        </mc:Fallback>
      </mc:AlternateContent>
      <mc:AlternateContent xmlns:mc="http://schemas.openxmlformats.org/markup-compatibility/2006">
        <mc:Choice xmlns:p14="http://schemas.microsoft.com/office/powerpoint/2010/main" Requires="p14">
          <p:contentPart p14:bwMode="auto" r:id="rId6">
            <p14:nvContentPartPr>
              <p14:cNvPr id="1049491" name=""/>
              <p14:cNvContentPartPr/>
              <p14:nvPr/>
            </p14:nvContentPartPr>
            <p14:xfrm>
              <a:off x="3618909" y="5071188"/>
              <a:ext cx="75514" cy="36946"/>
            </p14:xfrm>
          </p:contentPart>
        </mc:Choice>
        <mc:Fallback>
          <p:sp>
            <p:nvSpPr>
              <p:cNvPr id="1049491" name=""/>
              <p:cNvSpPr/>
              <p:nvPr/>
            </p:nvSpPr>
            <p:spPr>
              <a:xfrm>
                <a:off x="3618909" y="5071188"/>
                <a:ext cx="75514" cy="36946"/>
              </a:xfrm>
            </p:spPr>
          </p:sp>
        </mc:Fallback>
      </mc:AlternateContent>
      <mc:AlternateContent xmlns:mc="http://schemas.openxmlformats.org/markup-compatibility/2006">
        <mc:Choice xmlns:p14="http://schemas.microsoft.com/office/powerpoint/2010/main" Requires="p14">
          <p:contentPart p14:bwMode="auto" r:id="rId7">
            <p14:nvContentPartPr>
              <p14:cNvPr id="1049492" name=""/>
              <p14:cNvContentPartPr/>
              <p14:nvPr/>
            </p14:nvContentPartPr>
            <p14:xfrm>
              <a:off x="3299047" y="4999453"/>
              <a:ext cx="165487" cy="59538"/>
            </p14:xfrm>
          </p:contentPart>
        </mc:Choice>
        <mc:Fallback>
          <p:sp>
            <p:nvSpPr>
              <p:cNvPr id="1049492" name=""/>
              <p:cNvSpPr/>
              <p:nvPr/>
            </p:nvSpPr>
            <p:spPr>
              <a:xfrm>
                <a:off x="3299047" y="4999453"/>
                <a:ext cx="165487" cy="59538"/>
              </a:xfrm>
            </p:spPr>
          </p:sp>
        </mc:Fallback>
      </mc:AlternateContent>
      <mc:AlternateContent xmlns:mc="http://schemas.openxmlformats.org/markup-compatibility/2006">
        <mc:Choice xmlns:p14="http://schemas.microsoft.com/office/powerpoint/2010/main" Requires="p14">
          <p:contentPart p14:bwMode="auto" r:id="rId8">
            <p14:nvContentPartPr>
              <p14:cNvPr id="1049493" name=""/>
              <p14:cNvContentPartPr/>
              <p14:nvPr/>
            </p14:nvContentPartPr>
            <p14:xfrm>
              <a:off x="2893143" y="4969301"/>
              <a:ext cx="202510" cy="31362"/>
            </p14:xfrm>
          </p:contentPart>
        </mc:Choice>
        <mc:Fallback>
          <p:sp>
            <p:nvSpPr>
              <p:cNvPr id="1049493" name=""/>
              <p:cNvSpPr/>
              <p:nvPr/>
            </p:nvSpPr>
            <p:spPr>
              <a:xfrm>
                <a:off x="2893143" y="4969301"/>
                <a:ext cx="202510" cy="31362"/>
              </a:xfrm>
            </p:spPr>
          </p:sp>
        </mc:Fallback>
      </mc:AlternateContent>
      <mc:AlternateContent xmlns:mc="http://schemas.openxmlformats.org/markup-compatibility/2006">
        <mc:Choice xmlns:p14="http://schemas.microsoft.com/office/powerpoint/2010/main" Requires="p14">
          <p:contentPart p14:bwMode="auto" r:id="rId9">
            <p14:nvContentPartPr>
              <p14:cNvPr id="1049494" name=""/>
              <p14:cNvContentPartPr/>
              <p14:nvPr/>
            </p14:nvContentPartPr>
            <p14:xfrm>
              <a:off x="1890728" y="4977043"/>
              <a:ext cx="782655" cy="143005"/>
            </p14:xfrm>
          </p:contentPart>
        </mc:Choice>
        <mc:Fallback>
          <p:sp>
            <p:nvSpPr>
              <p:cNvPr id="1049494" name=""/>
              <p:cNvSpPr/>
              <p:nvPr/>
            </p:nvSpPr>
            <p:spPr>
              <a:xfrm>
                <a:off x="1890728" y="4977043"/>
                <a:ext cx="782655" cy="143005"/>
              </a:xfrm>
            </p:spPr>
          </p:sp>
        </mc:Fallback>
      </mc:AlternateContent>
      <mc:AlternateContent xmlns:mc="http://schemas.openxmlformats.org/markup-compatibility/2006">
        <mc:Choice xmlns:p14="http://schemas.microsoft.com/office/powerpoint/2010/main" Requires="p14">
          <p:contentPart p14:bwMode="auto" r:id="rId10">
            <p14:nvContentPartPr>
              <p14:cNvPr id="1049495" name=""/>
              <p14:cNvContentPartPr/>
              <p14:nvPr/>
            </p14:nvContentPartPr>
            <p14:xfrm>
              <a:off x="2841605" y="82082"/>
              <a:ext cx="193859" cy="6353847"/>
            </p14:xfrm>
          </p:contentPart>
        </mc:Choice>
        <mc:Fallback>
          <p:sp>
            <p:nvSpPr>
              <p:cNvPr id="1049495" name=""/>
              <p:cNvSpPr/>
              <p:nvPr/>
            </p:nvSpPr>
            <p:spPr>
              <a:xfrm>
                <a:off x="2841605" y="82082"/>
                <a:ext cx="193859" cy="6353847"/>
              </a:xfrm>
            </p:spPr>
          </p:sp>
        </mc:Fallback>
      </mc:AlternateContent>
      <mc:AlternateContent xmlns:mc="http://schemas.openxmlformats.org/markup-compatibility/2006">
        <mc:Choice xmlns:p14="http://schemas.microsoft.com/office/powerpoint/2010/main" Requires="p14">
          <p:contentPart p14:bwMode="auto" r:id="rId11">
            <p14:nvContentPartPr>
              <p14:cNvPr id="1049496" name=""/>
              <p14:cNvContentPartPr/>
              <p14:nvPr/>
            </p14:nvContentPartPr>
            <p14:xfrm>
              <a:off x="1297582" y="3965173"/>
              <a:ext cx="3049796" cy="86161"/>
            </p14:xfrm>
          </p:contentPart>
        </mc:Choice>
        <mc:Fallback>
          <p:sp>
            <p:nvSpPr>
              <p:cNvPr id="1049496" name=""/>
              <p:cNvSpPr/>
              <p:nvPr/>
            </p:nvSpPr>
            <p:spPr>
              <a:xfrm>
                <a:off x="1297582" y="3965173"/>
                <a:ext cx="3049796" cy="86161"/>
              </a:xfrm>
            </p:spPr>
          </p:sp>
        </mc:Fallback>
      </mc:AlternateContent>
      <mc:AlternateContent xmlns:mc="http://schemas.openxmlformats.org/markup-compatibility/2006">
        <mc:Choice xmlns:p14="http://schemas.microsoft.com/office/powerpoint/2010/main" Requires="p14">
          <p:contentPart p14:bwMode="auto" r:id="rId12">
            <p14:nvContentPartPr>
              <p14:cNvPr id="1049497" name=""/>
              <p14:cNvContentPartPr/>
              <p14:nvPr/>
            </p14:nvContentPartPr>
            <p14:xfrm>
              <a:off x="2856941" y="4022755"/>
              <a:ext cx="130994" cy="137999"/>
            </p14:xfrm>
          </p:contentPart>
        </mc:Choice>
        <mc:Fallback>
          <p:sp>
            <p:nvSpPr>
              <p:cNvPr id="1049497" name=""/>
              <p:cNvSpPr/>
              <p:nvPr/>
            </p:nvSpPr>
            <p:spPr>
              <a:xfrm>
                <a:off x="2856941" y="4022755"/>
                <a:ext cx="130994" cy="137999"/>
              </a:xfrm>
            </p:spPr>
          </p:sp>
        </mc:Fallback>
      </mc:AlternateContent>
      <mc:AlternateContent xmlns:mc="http://schemas.openxmlformats.org/markup-compatibility/2006">
        <mc:Choice xmlns:p14="http://schemas.microsoft.com/office/powerpoint/2010/main" Requires="p14">
          <p:contentPart p14:bwMode="auto" r:id="rId13">
            <p14:nvContentPartPr>
              <p14:cNvPr id="1049498" name=""/>
              <p14:cNvContentPartPr/>
              <p14:nvPr/>
            </p14:nvContentPartPr>
            <p14:xfrm>
              <a:off x="1171584" y="3341942"/>
              <a:ext cx="3491539" cy="1140197"/>
            </p14:xfrm>
          </p:contentPart>
        </mc:Choice>
        <mc:Fallback>
          <p:sp>
            <p:nvSpPr>
              <p:cNvPr id="1049498" name=""/>
              <p:cNvSpPr/>
              <p:nvPr/>
            </p:nvSpPr>
            <p:spPr>
              <a:xfrm>
                <a:off x="1171584" y="3341942"/>
                <a:ext cx="3491539" cy="1140197"/>
              </a:xfrm>
            </p:spPr>
          </p:sp>
        </mc:Fallback>
      </mc:AlternateContent>
      <mc:AlternateContent xmlns:mc="http://schemas.openxmlformats.org/markup-compatibility/2006">
        <mc:Choice xmlns:p14="http://schemas.microsoft.com/office/powerpoint/2010/main" Requires="p14">
          <p:contentPart p14:bwMode="auto" r:id="rId14">
            <p14:nvContentPartPr>
              <p14:cNvPr id="1049499" name=""/>
              <p14:cNvContentPartPr/>
              <p14:nvPr/>
            </p14:nvContentPartPr>
            <p14:xfrm>
              <a:off x="2019900" y="3421862"/>
              <a:ext cx="2737172" cy="369422"/>
            </p14:xfrm>
          </p:contentPart>
        </mc:Choice>
        <mc:Fallback>
          <p:sp>
            <p:nvSpPr>
              <p:cNvPr id="1049499" name=""/>
              <p:cNvSpPr/>
              <p:nvPr/>
            </p:nvSpPr>
            <p:spPr>
              <a:xfrm>
                <a:off x="2019900" y="3421862"/>
                <a:ext cx="2737172" cy="369422"/>
              </a:xfrm>
            </p:spPr>
          </p:sp>
        </mc:Fallback>
      </mc:AlternateContent>
      <mc:AlternateContent xmlns:mc="http://schemas.openxmlformats.org/markup-compatibility/2006">
        <mc:Choice xmlns:p14="http://schemas.microsoft.com/office/powerpoint/2010/main" Requires="p14">
          <p:contentPart p14:bwMode="auto" r:id="rId15">
            <p14:nvContentPartPr>
              <p14:cNvPr id="1049500" name=""/>
              <p14:cNvContentPartPr/>
              <p14:nvPr/>
            </p14:nvContentPartPr>
            <p14:xfrm>
              <a:off x="2306810" y="3829835"/>
              <a:ext cx="1218285" cy="363054"/>
            </p14:xfrm>
          </p:contentPart>
        </mc:Choice>
        <mc:Fallback>
          <p:sp>
            <p:nvSpPr>
              <p:cNvPr id="1049500" name=""/>
              <p:cNvSpPr/>
              <p:nvPr/>
            </p:nvSpPr>
            <p:spPr>
              <a:xfrm>
                <a:off x="2306810" y="3829835"/>
                <a:ext cx="1218285" cy="363054"/>
              </a:xfrm>
            </p:spPr>
          </p:sp>
        </mc:Fallback>
      </mc:AlternateContent>
      <mc:AlternateContent xmlns:mc="http://schemas.openxmlformats.org/markup-compatibility/2006">
        <mc:Choice xmlns:p14="http://schemas.microsoft.com/office/powerpoint/2010/main" Requires="p14">
          <p:contentPart p14:bwMode="auto" r:id="rId16">
            <p14:nvContentPartPr>
              <p14:cNvPr id="1049501" name=""/>
              <p14:cNvContentPartPr/>
              <p14:nvPr/>
            </p14:nvContentPartPr>
            <p14:xfrm>
              <a:off x="1667572" y="4088280"/>
              <a:ext cx="339980" cy="216736"/>
            </p14:xfrm>
          </p:contentPart>
        </mc:Choice>
        <mc:Fallback>
          <p:sp>
            <p:nvSpPr>
              <p:cNvPr id="1049501" name=""/>
              <p:cNvSpPr/>
              <p:nvPr/>
            </p:nvSpPr>
            <p:spPr>
              <a:xfrm>
                <a:off x="1667572" y="4088280"/>
                <a:ext cx="339980" cy="216736"/>
              </a:xfrm>
            </p:spPr>
          </p:sp>
        </mc:Fallback>
      </mc:AlternateContent>
      <mc:AlternateContent xmlns:mc="http://schemas.openxmlformats.org/markup-compatibility/2006">
        <mc:Choice xmlns:p14="http://schemas.microsoft.com/office/powerpoint/2010/main" Requires="p14">
          <p:contentPart p14:bwMode="auto" r:id="rId17">
            <p14:nvContentPartPr>
              <p14:cNvPr id="1049502" name=""/>
              <p14:cNvContentPartPr/>
              <p14:nvPr/>
            </p14:nvContentPartPr>
            <p14:xfrm>
              <a:off x="2040618" y="4058931"/>
              <a:ext cx="335986" cy="337284"/>
            </p14:xfrm>
          </p:contentPart>
        </mc:Choice>
        <mc:Fallback>
          <p:sp>
            <p:nvSpPr>
              <p:cNvPr id="1049502" name=""/>
              <p:cNvSpPr/>
              <p:nvPr/>
            </p:nvSpPr>
            <p:spPr>
              <a:xfrm>
                <a:off x="2040618" y="4058931"/>
                <a:ext cx="335986" cy="337284"/>
              </a:xfrm>
            </p:spPr>
          </p:sp>
        </mc:Fallback>
      </mc:AlternateContent>
      <mc:AlternateContent xmlns:mc="http://schemas.openxmlformats.org/markup-compatibility/2006">
        <mc:Choice xmlns:p14="http://schemas.microsoft.com/office/powerpoint/2010/main" Requires="p14">
          <p:contentPart p14:bwMode="auto" r:id="rId18">
            <p14:nvContentPartPr>
              <p14:cNvPr id="1049503" name=""/>
              <p14:cNvContentPartPr/>
              <p14:nvPr/>
            </p14:nvContentPartPr>
            <p14:xfrm>
              <a:off x="1822415" y="1414916"/>
              <a:ext cx="2236035" cy="1475282"/>
            </p14:xfrm>
          </p:contentPart>
        </mc:Choice>
        <mc:Fallback>
          <p:sp>
            <p:nvSpPr>
              <p:cNvPr id="1049503" name=""/>
              <p:cNvSpPr/>
              <p:nvPr/>
            </p:nvSpPr>
            <p:spPr>
              <a:xfrm>
                <a:off x="1822415" y="1414916"/>
                <a:ext cx="2236035" cy="1475282"/>
              </a:xfrm>
            </p:spPr>
          </p:sp>
        </mc:Fallback>
      </mc:AlternateContent>
      <mc:AlternateContent xmlns:mc="http://schemas.openxmlformats.org/markup-compatibility/2006">
        <mc:Choice xmlns:p14="http://schemas.microsoft.com/office/powerpoint/2010/main" Requires="p14">
          <p:contentPart p14:bwMode="auto" r:id="rId19">
            <p14:nvContentPartPr>
              <p14:cNvPr id="1049504" name=""/>
              <p14:cNvContentPartPr/>
              <p14:nvPr/>
            </p14:nvContentPartPr>
            <p14:xfrm>
              <a:off x="1827076" y="2057492"/>
              <a:ext cx="2145000" cy="986814"/>
            </p14:xfrm>
          </p:contentPart>
        </mc:Choice>
        <mc:Fallback>
          <p:sp>
            <p:nvSpPr>
              <p:cNvPr id="1049504" name=""/>
              <p:cNvSpPr/>
              <p:nvPr/>
            </p:nvSpPr>
            <p:spPr>
              <a:xfrm>
                <a:off x="1827076" y="2057492"/>
                <a:ext cx="2145000" cy="986814"/>
              </a:xfrm>
            </p:spPr>
          </p:sp>
        </mc:Fallback>
      </mc:AlternateContent>
      <mc:AlternateContent xmlns:mc="http://schemas.openxmlformats.org/markup-compatibility/2006">
        <mc:Choice xmlns:p14="http://schemas.microsoft.com/office/powerpoint/2010/main" Requires="p14">
          <p:contentPart p14:bwMode="auto" r:id="rId20">
            <p14:nvContentPartPr>
              <p14:cNvPr id="1049505" name=""/>
              <p14:cNvContentPartPr/>
              <p14:nvPr/>
            </p14:nvContentPartPr>
            <p14:xfrm>
              <a:off x="3800763" y="1473243"/>
              <a:ext cx="214886" cy="629931"/>
            </p14:xfrm>
          </p:contentPart>
        </mc:Choice>
        <mc:Fallback>
          <p:sp>
            <p:nvSpPr>
              <p:cNvPr id="1049505" name=""/>
              <p:cNvSpPr/>
              <p:nvPr/>
            </p:nvSpPr>
            <p:spPr>
              <a:xfrm>
                <a:off x="3800763" y="1473243"/>
                <a:ext cx="214886" cy="629931"/>
              </a:xfrm>
            </p:spPr>
          </p:sp>
        </mc:Fallback>
      </mc:AlternateContent>
      <mc:AlternateContent xmlns:mc="http://schemas.openxmlformats.org/markup-compatibility/2006">
        <mc:Choice xmlns:p14="http://schemas.microsoft.com/office/powerpoint/2010/main" Requires="p14">
          <p:contentPart p14:bwMode="auto" r:id="rId21">
            <p14:nvContentPartPr>
              <p14:cNvPr id="1049506" name=""/>
              <p14:cNvContentPartPr/>
              <p14:nvPr/>
            </p14:nvContentPartPr>
            <p14:xfrm>
              <a:off x="3689967" y="1384009"/>
              <a:ext cx="3573" cy="30907"/>
            </p14:xfrm>
          </p:contentPart>
        </mc:Choice>
        <mc:Fallback>
          <p:sp>
            <p:nvSpPr>
              <p:cNvPr id="1049506" name=""/>
              <p:cNvSpPr/>
              <p:nvPr/>
            </p:nvSpPr>
            <p:spPr>
              <a:xfrm>
                <a:off x="3689967" y="1384009"/>
                <a:ext cx="3573" cy="30907"/>
              </a:xfrm>
            </p:spPr>
          </p:sp>
        </mc:Fallback>
      </mc:AlternateContent>
      <mc:AlternateContent xmlns:mc="http://schemas.openxmlformats.org/markup-compatibility/2006">
        <mc:Choice xmlns:p14="http://schemas.microsoft.com/office/powerpoint/2010/main" Requires="p14">
          <p:contentPart p14:bwMode="auto" r:id="rId22">
            <p14:nvContentPartPr>
              <p14:cNvPr id="1049507" name=""/>
              <p14:cNvContentPartPr/>
              <p14:nvPr/>
            </p14:nvContentPartPr>
            <p14:xfrm>
              <a:off x="3589579" y="1311120"/>
              <a:ext cx="3799" cy="31569"/>
            </p14:xfrm>
          </p:contentPart>
        </mc:Choice>
        <mc:Fallback>
          <p:sp>
            <p:nvSpPr>
              <p:cNvPr id="1049507" name=""/>
              <p:cNvSpPr/>
              <p:nvPr/>
            </p:nvSpPr>
            <p:spPr>
              <a:xfrm>
                <a:off x="3589579" y="1311120"/>
                <a:ext cx="3799" cy="31569"/>
              </a:xfrm>
            </p:spPr>
          </p:sp>
        </mc:Fallback>
      </mc:AlternateContent>
      <mc:AlternateContent xmlns:mc="http://schemas.openxmlformats.org/markup-compatibility/2006">
        <mc:Choice xmlns:p14="http://schemas.microsoft.com/office/powerpoint/2010/main" Requires="p14">
          <p:contentPart p14:bwMode="auto" r:id="rId23">
            <p14:nvContentPartPr>
              <p14:cNvPr id="1049508" name=""/>
              <p14:cNvContentPartPr/>
              <p14:nvPr/>
            </p14:nvContentPartPr>
            <p14:xfrm>
              <a:off x="3035296" y="1320849"/>
              <a:ext cx="314956" cy="166398"/>
            </p14:xfrm>
          </p:contentPart>
        </mc:Choice>
        <mc:Fallback>
          <p:sp>
            <p:nvSpPr>
              <p:cNvPr id="1049508" name=""/>
              <p:cNvSpPr/>
              <p:nvPr/>
            </p:nvSpPr>
            <p:spPr>
              <a:xfrm>
                <a:off x="3035296" y="1320849"/>
                <a:ext cx="314956" cy="166398"/>
              </a:xfrm>
            </p:spPr>
          </p:sp>
        </mc:Fallback>
      </mc:AlternateContent>
      <mc:AlternateContent xmlns:mc="http://schemas.openxmlformats.org/markup-compatibility/2006">
        <mc:Choice xmlns:p14="http://schemas.microsoft.com/office/powerpoint/2010/main" Requires="p14">
          <p:contentPart p14:bwMode="auto" r:id="rId24">
            <p14:nvContentPartPr>
              <p14:cNvPr id="1049509" name=""/>
              <p14:cNvContentPartPr/>
              <p14:nvPr/>
            </p14:nvContentPartPr>
            <p14:xfrm>
              <a:off x="2756778" y="1588905"/>
              <a:ext cx="85601" cy="43435"/>
            </p14:xfrm>
          </p:contentPart>
        </mc:Choice>
        <mc:Fallback>
          <p:sp>
            <p:nvSpPr>
              <p:cNvPr id="1049509" name=""/>
              <p:cNvSpPr/>
              <p:nvPr/>
            </p:nvSpPr>
            <p:spPr>
              <a:xfrm>
                <a:off x="2756778" y="1588905"/>
                <a:ext cx="85601" cy="43435"/>
              </a:xfrm>
            </p:spPr>
          </p:sp>
        </mc:Fallback>
      </mc:AlternateContent>
      <mc:AlternateContent xmlns:mc="http://schemas.openxmlformats.org/markup-compatibility/2006">
        <mc:Choice xmlns:p14="http://schemas.microsoft.com/office/powerpoint/2010/main" Requires="p14">
          <p:contentPart p14:bwMode="auto" r:id="rId25">
            <p14:nvContentPartPr>
              <p14:cNvPr id="1049510" name=""/>
              <p14:cNvContentPartPr/>
              <p14:nvPr/>
            </p14:nvContentPartPr>
            <p14:xfrm>
              <a:off x="2459821" y="1762645"/>
              <a:ext cx="75011" cy="21841"/>
            </p14:xfrm>
          </p:contentPart>
        </mc:Choice>
        <mc:Fallback>
          <p:sp>
            <p:nvSpPr>
              <p:cNvPr id="1049510" name=""/>
              <p:cNvSpPr/>
              <p:nvPr/>
            </p:nvSpPr>
            <p:spPr>
              <a:xfrm>
                <a:off x="2459821" y="1762645"/>
                <a:ext cx="75011" cy="21841"/>
              </a:xfrm>
            </p:spPr>
          </p:sp>
        </mc:Fallback>
      </mc:AlternateContent>
      <mc:AlternateContent xmlns:mc="http://schemas.openxmlformats.org/markup-compatibility/2006">
        <mc:Choice xmlns:p14="http://schemas.microsoft.com/office/powerpoint/2010/main" Requires="p14">
          <p:contentPart p14:bwMode="auto" r:id="rId26">
            <p14:nvContentPartPr>
              <p14:cNvPr id="1049511" name=""/>
              <p14:cNvContentPartPr/>
              <p14:nvPr/>
            </p14:nvContentPartPr>
            <p14:xfrm>
              <a:off x="1703305" y="2001661"/>
              <a:ext cx="459999" cy="265726"/>
            </p14:xfrm>
          </p:contentPart>
        </mc:Choice>
        <mc:Fallback>
          <p:sp>
            <p:nvSpPr>
              <p:cNvPr id="1049511" name=""/>
              <p:cNvSpPr/>
              <p:nvPr/>
            </p:nvSpPr>
            <p:spPr>
              <a:xfrm>
                <a:off x="1703305" y="2001661"/>
                <a:ext cx="459999" cy="265726"/>
              </a:xfrm>
            </p:spPr>
          </p:sp>
        </mc:Fallback>
      </mc:AlternateContent>
      <mc:AlternateContent xmlns:mc="http://schemas.openxmlformats.org/markup-compatibility/2006">
        <mc:Choice xmlns:p14="http://schemas.microsoft.com/office/powerpoint/2010/main" Requires="p14">
          <p:contentPart p14:bwMode="auto" r:id="rId27">
            <p14:nvContentPartPr>
              <p14:cNvPr id="1049512" name=""/>
              <p14:cNvContentPartPr/>
              <p14:nvPr/>
            </p14:nvContentPartPr>
            <p14:xfrm>
              <a:off x="2493664" y="1732368"/>
              <a:ext cx="1049853" cy="677971"/>
            </p14:xfrm>
          </p:contentPart>
        </mc:Choice>
        <mc:Fallback>
          <p:sp>
            <p:nvSpPr>
              <p:cNvPr id="1049512" name=""/>
              <p:cNvSpPr/>
              <p:nvPr/>
            </p:nvSpPr>
            <p:spPr>
              <a:xfrm>
                <a:off x="2493664" y="1732368"/>
                <a:ext cx="1049853" cy="677971"/>
              </a:xfrm>
            </p:spPr>
          </p:sp>
        </mc:Fallback>
      </mc:AlternateContent>
      <mc:AlternateContent xmlns:mc="http://schemas.openxmlformats.org/markup-compatibility/2006">
        <mc:Choice xmlns:p14="http://schemas.microsoft.com/office/powerpoint/2010/main" Requires="p14">
          <p:contentPart p14:bwMode="auto" r:id="rId28">
            <p14:nvContentPartPr>
              <p14:cNvPr id="1049513" name=""/>
              <p14:cNvContentPartPr/>
              <p14:nvPr/>
            </p14:nvContentPartPr>
            <p14:xfrm>
              <a:off x="2763838" y="2204761"/>
              <a:ext cx="65344" cy="15062"/>
            </p14:xfrm>
          </p:contentPart>
        </mc:Choice>
        <mc:Fallback>
          <p:sp>
            <p:nvSpPr>
              <p:cNvPr id="1049513" name=""/>
              <p:cNvSpPr/>
              <p:nvPr/>
            </p:nvSpPr>
            <p:spPr>
              <a:xfrm>
                <a:off x="2763838" y="2204761"/>
                <a:ext cx="65344" cy="15062"/>
              </a:xfrm>
            </p:spPr>
          </p:sp>
        </mc:Fallback>
      </mc:AlternateContent>
      <mc:AlternateContent xmlns:mc="http://schemas.openxmlformats.org/markup-compatibility/2006">
        <mc:Choice xmlns:p14="http://schemas.microsoft.com/office/powerpoint/2010/main" Requires="p14">
          <p:contentPart p14:bwMode="auto" r:id="rId29">
            <p14:nvContentPartPr>
              <p14:cNvPr id="1049514" name=""/>
              <p14:cNvContentPartPr/>
              <p14:nvPr/>
            </p14:nvContentPartPr>
            <p14:xfrm>
              <a:off x="2767953" y="2169458"/>
              <a:ext cx="79496" cy="44765"/>
            </p14:xfrm>
          </p:contentPart>
        </mc:Choice>
        <mc:Fallback>
          <p:sp>
            <p:nvSpPr>
              <p:cNvPr id="1049514" name=""/>
              <p:cNvSpPr/>
              <p:nvPr/>
            </p:nvSpPr>
            <p:spPr>
              <a:xfrm>
                <a:off x="2767953" y="2169458"/>
                <a:ext cx="79496" cy="44765"/>
              </a:xfrm>
            </p:spPr>
          </p:sp>
        </mc:Fallback>
      </mc:AlternateContent>
      <mc:AlternateContent xmlns:mc="http://schemas.openxmlformats.org/markup-compatibility/2006">
        <mc:Choice xmlns:p14="http://schemas.microsoft.com/office/powerpoint/2010/main" Requires="p14">
          <p:contentPart p14:bwMode="auto" r:id="rId30">
            <p14:nvContentPartPr>
              <p14:cNvPr id="1049515" name=""/>
              <p14:cNvContentPartPr/>
              <p14:nvPr/>
            </p14:nvContentPartPr>
            <p14:xfrm>
              <a:off x="3104766" y="1951029"/>
              <a:ext cx="31041" cy="110663"/>
            </p14:xfrm>
          </p:contentPart>
        </mc:Choice>
        <mc:Fallback>
          <p:sp>
            <p:nvSpPr>
              <p:cNvPr id="1049515" name=""/>
              <p:cNvSpPr/>
              <p:nvPr/>
            </p:nvSpPr>
            <p:spPr>
              <a:xfrm>
                <a:off x="3104766" y="1951029"/>
                <a:ext cx="31041" cy="110663"/>
              </a:xfrm>
            </p:spPr>
          </p:sp>
        </mc:Fallback>
      </mc:AlternateContent>
      <mc:AlternateContent xmlns:mc="http://schemas.openxmlformats.org/markup-compatibility/2006">
        <mc:Choice xmlns:p14="http://schemas.microsoft.com/office/powerpoint/2010/main" Requires="p14">
          <p:contentPart p14:bwMode="auto" r:id="rId31">
            <p14:nvContentPartPr>
              <p14:cNvPr id="1049516" name=""/>
              <p14:cNvContentPartPr/>
              <p14:nvPr/>
            </p14:nvContentPartPr>
            <p14:xfrm>
              <a:off x="3071386" y="2009107"/>
              <a:ext cx="107222" cy="21841"/>
            </p14:xfrm>
          </p:contentPart>
        </mc:Choice>
        <mc:Fallback>
          <p:sp>
            <p:nvSpPr>
              <p:cNvPr id="1049516" name=""/>
              <p:cNvSpPr/>
              <p:nvPr/>
            </p:nvSpPr>
            <p:spPr>
              <a:xfrm>
                <a:off x="3071386" y="2009107"/>
                <a:ext cx="107222" cy="21841"/>
              </a:xfrm>
            </p:spPr>
          </p:sp>
        </mc:Fallback>
      </mc:AlternateContent>
      <mc:AlternateContent xmlns:mc="http://schemas.openxmlformats.org/markup-compatibility/2006">
        <mc:Choice xmlns:p14="http://schemas.microsoft.com/office/powerpoint/2010/main" Requires="p14">
          <p:contentPart p14:bwMode="auto" r:id="rId32">
            <p14:nvContentPartPr>
              <p14:cNvPr id="1049517" name=""/>
              <p14:cNvContentPartPr/>
              <p14:nvPr/>
            </p14:nvContentPartPr>
            <p14:xfrm>
              <a:off x="6754455" y="632590"/>
              <a:ext cx="2810728" cy="4954819"/>
            </p14:xfrm>
          </p:contentPart>
        </mc:Choice>
        <mc:Fallback>
          <p:sp>
            <p:nvSpPr>
              <p:cNvPr id="1049517" name=""/>
              <p:cNvSpPr/>
              <p:nvPr/>
            </p:nvSpPr>
            <p:spPr>
              <a:xfrm>
                <a:off x="6754455" y="632590"/>
                <a:ext cx="2810728" cy="4954819"/>
              </a:xfrm>
            </p:spPr>
          </p:sp>
        </mc:Fallback>
      </mc:AlternateContent>
      <mc:AlternateContent xmlns:mc="http://schemas.openxmlformats.org/markup-compatibility/2006">
        <mc:Choice xmlns:p14="http://schemas.microsoft.com/office/powerpoint/2010/main" Requires="p14">
          <p:contentPart p14:bwMode="auto" r:id="rId33">
            <p14:nvContentPartPr>
              <p14:cNvPr id="1049518" name=""/>
              <p14:cNvContentPartPr/>
              <p14:nvPr/>
            </p14:nvContentPartPr>
            <p14:xfrm>
              <a:off x="6783136" y="647233"/>
              <a:ext cx="2467439" cy="5512523"/>
            </p14:xfrm>
          </p:contentPart>
        </mc:Choice>
        <mc:Fallback>
          <p:sp>
            <p:nvSpPr>
              <p:cNvPr id="1049518" name=""/>
              <p:cNvSpPr/>
              <p:nvPr/>
            </p:nvSpPr>
            <p:spPr>
              <a:xfrm>
                <a:off x="6783136" y="647233"/>
                <a:ext cx="2467439" cy="5512523"/>
              </a:xfrm>
            </p:spPr>
          </p:sp>
        </mc:Fallback>
      </mc:AlternateContent>
      <mc:AlternateContent xmlns:mc="http://schemas.openxmlformats.org/markup-compatibility/2006">
        <mc:Choice xmlns:p14="http://schemas.microsoft.com/office/powerpoint/2010/main" Requires="p14">
          <p:contentPart p14:bwMode="auto" r:id="rId34">
            <p14:nvContentPartPr>
              <p14:cNvPr id="1049519" name=""/>
              <p14:cNvContentPartPr/>
              <p14:nvPr/>
            </p14:nvContentPartPr>
            <p14:xfrm>
              <a:off x="6847557" y="256736"/>
              <a:ext cx="2742510" cy="695454"/>
            </p14:xfrm>
          </p:contentPart>
        </mc:Choice>
        <mc:Fallback>
          <p:sp>
            <p:nvSpPr>
              <p:cNvPr id="1049519" name=""/>
              <p:cNvSpPr/>
              <p:nvPr/>
            </p:nvSpPr>
            <p:spPr>
              <a:xfrm>
                <a:off x="6847557" y="256736"/>
                <a:ext cx="2742510" cy="695454"/>
              </a:xfrm>
            </p:spPr>
          </p:sp>
        </mc:Fallback>
      </mc:AlternateContent>
      <mc:AlternateContent xmlns:mc="http://schemas.openxmlformats.org/markup-compatibility/2006">
        <mc:Choice xmlns:p14="http://schemas.microsoft.com/office/powerpoint/2010/main" Requires="p14">
          <p:contentPart p14:bwMode="auto" r:id="rId35">
            <p14:nvContentPartPr>
              <p14:cNvPr id="1049520" name=""/>
              <p14:cNvContentPartPr/>
              <p14:nvPr/>
            </p14:nvContentPartPr>
            <p14:xfrm>
              <a:off x="6760479" y="5400693"/>
              <a:ext cx="2434579" cy="685928"/>
            </p14:xfrm>
          </p:contentPart>
        </mc:Choice>
        <mc:Fallback>
          <p:sp>
            <p:nvSpPr>
              <p:cNvPr id="1049520" name=""/>
              <p:cNvSpPr/>
              <p:nvPr/>
            </p:nvSpPr>
            <p:spPr>
              <a:xfrm>
                <a:off x="6760479" y="5400693"/>
                <a:ext cx="2434579" cy="685928"/>
              </a:xfrm>
            </p:spPr>
          </p:sp>
        </mc:Fallback>
      </mc:AlternateContent>
      <mc:AlternateContent xmlns:mc="http://schemas.openxmlformats.org/markup-compatibility/2006">
        <mc:Choice xmlns:p14="http://schemas.microsoft.com/office/powerpoint/2010/main" Requires="p14">
          <p:contentPart p14:bwMode="auto" r:id="rId36">
            <p14:nvContentPartPr>
              <p14:cNvPr id="1049521" name=""/>
              <p14:cNvContentPartPr/>
              <p14:nvPr/>
            </p14:nvContentPartPr>
            <p14:xfrm>
              <a:off x="7836060" y="24499"/>
              <a:ext cx="383807" cy="6630245"/>
            </p14:xfrm>
          </p:contentPart>
        </mc:Choice>
        <mc:Fallback>
          <p:sp>
            <p:nvSpPr>
              <p:cNvPr id="1049521" name=""/>
              <p:cNvSpPr/>
              <p:nvPr/>
            </p:nvSpPr>
            <p:spPr>
              <a:xfrm>
                <a:off x="7836060" y="24499"/>
                <a:ext cx="383807" cy="6630245"/>
              </a:xfrm>
            </p:spPr>
          </p:sp>
        </mc:Fallback>
      </mc:AlternateContent>
      <mc:AlternateContent xmlns:mc="http://schemas.openxmlformats.org/markup-compatibility/2006">
        <mc:Choice xmlns:p14="http://schemas.microsoft.com/office/powerpoint/2010/main" Requires="p14">
          <p:contentPart p14:bwMode="auto" r:id="rId37">
            <p14:nvContentPartPr>
              <p14:cNvPr id="1049522" name=""/>
              <p14:cNvContentPartPr/>
              <p14:nvPr/>
            </p14:nvContentPartPr>
            <p14:xfrm>
              <a:off x="8463837" y="53042"/>
              <a:ext cx="278866" cy="3506570"/>
            </p14:xfrm>
          </p:contentPart>
        </mc:Choice>
        <mc:Fallback>
          <p:sp>
            <p:nvSpPr>
              <p:cNvPr id="1049522" name=""/>
              <p:cNvSpPr/>
              <p:nvPr/>
            </p:nvSpPr>
            <p:spPr>
              <a:xfrm>
                <a:off x="8463837" y="53042"/>
                <a:ext cx="278866" cy="3506570"/>
              </a:xfrm>
            </p:spPr>
          </p:sp>
        </mc:Fallback>
      </mc:AlternateContent>
      <mc:AlternateContent xmlns:mc="http://schemas.openxmlformats.org/markup-compatibility/2006">
        <mc:Choice xmlns:p14="http://schemas.microsoft.com/office/powerpoint/2010/main" Requires="p14">
          <p:contentPart p14:bwMode="auto" r:id="rId38">
            <p14:nvContentPartPr>
              <p14:cNvPr id="1049523" name=""/>
              <p14:cNvContentPartPr/>
              <p14:nvPr/>
            </p14:nvContentPartPr>
            <p14:xfrm>
              <a:off x="8459328" y="38647"/>
              <a:ext cx="612544" cy="207950"/>
            </p14:xfrm>
          </p:contentPart>
        </mc:Choice>
        <mc:Fallback>
          <p:sp>
            <p:nvSpPr>
              <p:cNvPr id="1049523" name=""/>
              <p:cNvSpPr/>
              <p:nvPr/>
            </p:nvSpPr>
            <p:spPr>
              <a:xfrm>
                <a:off x="8459328" y="38647"/>
                <a:ext cx="612544" cy="207950"/>
              </a:xfrm>
            </p:spPr>
          </p:sp>
        </mc:Fallback>
      </mc:AlternateContent>
      <mc:AlternateContent xmlns:mc="http://schemas.openxmlformats.org/markup-compatibility/2006">
        <mc:Choice xmlns:p14="http://schemas.microsoft.com/office/powerpoint/2010/main" Requires="p14">
          <p:contentPart p14:bwMode="auto" r:id="rId39">
            <p14:nvContentPartPr>
              <p14:cNvPr id="1049524" name=""/>
              <p14:cNvContentPartPr/>
              <p14:nvPr/>
            </p14:nvContentPartPr>
            <p14:xfrm>
              <a:off x="8264631" y="335991"/>
              <a:ext cx="626926" cy="3136556"/>
            </p14:xfrm>
          </p:contentPart>
        </mc:Choice>
        <mc:Fallback>
          <p:sp>
            <p:nvSpPr>
              <p:cNvPr id="1049524" name=""/>
              <p:cNvSpPr/>
              <p:nvPr/>
            </p:nvSpPr>
            <p:spPr>
              <a:xfrm>
                <a:off x="8264631" y="335991"/>
                <a:ext cx="626926" cy="3136556"/>
              </a:xfrm>
            </p:spPr>
          </p:sp>
        </mc:Fallback>
      </mc:AlternateContent>
      <mc:AlternateContent xmlns:mc="http://schemas.openxmlformats.org/markup-compatibility/2006">
        <mc:Choice xmlns:p14="http://schemas.microsoft.com/office/powerpoint/2010/main" Requires="p14">
          <p:contentPart p14:bwMode="auto" r:id="rId40">
            <p14:nvContentPartPr>
              <p14:cNvPr id="1049525" name=""/>
              <p14:cNvContentPartPr/>
              <p14:nvPr/>
            </p14:nvContentPartPr>
            <p14:xfrm>
              <a:off x="8859517" y="53042"/>
              <a:ext cx="212712" cy="3419204"/>
            </p14:xfrm>
          </p:contentPart>
        </mc:Choice>
        <mc:Fallback>
          <p:sp>
            <p:nvSpPr>
              <p:cNvPr id="1049525" name=""/>
              <p:cNvSpPr/>
              <p:nvPr/>
            </p:nvSpPr>
            <p:spPr>
              <a:xfrm>
                <a:off x="8859517" y="53042"/>
                <a:ext cx="212712" cy="3419204"/>
              </a:xfrm>
            </p:spPr>
          </p:sp>
        </mc:Fallback>
      </mc:AlternateContent>
      <mc:AlternateContent xmlns:mc="http://schemas.openxmlformats.org/markup-compatibility/2006">
        <mc:Choice xmlns:p14="http://schemas.microsoft.com/office/powerpoint/2010/main" Requires="p14">
          <p:contentPart p14:bwMode="auto" r:id="rId41">
            <p14:nvContentPartPr>
              <p14:cNvPr id="1049526" name=""/>
              <p14:cNvContentPartPr/>
              <p14:nvPr/>
            </p14:nvContentPartPr>
            <p14:xfrm>
              <a:off x="8349554" y="1378679"/>
              <a:ext cx="308158" cy="802885"/>
            </p14:xfrm>
          </p:contentPart>
        </mc:Choice>
        <mc:Fallback>
          <p:sp>
            <p:nvSpPr>
              <p:cNvPr id="1049526" name=""/>
              <p:cNvSpPr/>
              <p:nvPr/>
            </p:nvSpPr>
            <p:spPr>
              <a:xfrm>
                <a:off x="8349554" y="1378679"/>
                <a:ext cx="308158" cy="802885"/>
              </a:xfrm>
            </p:spPr>
          </p:sp>
        </mc:Fallback>
      </mc:AlternateContent>
      <mc:AlternateContent xmlns:mc="http://schemas.openxmlformats.org/markup-compatibility/2006">
        <mc:Choice xmlns:p14="http://schemas.microsoft.com/office/powerpoint/2010/main" Requires="p14">
          <p:contentPart p14:bwMode="auto" r:id="rId42">
            <p14:nvContentPartPr>
              <p14:cNvPr id="1049527" name=""/>
              <p14:cNvContentPartPr/>
              <p14:nvPr/>
            </p14:nvContentPartPr>
            <p14:xfrm>
              <a:off x="8592680" y="725352"/>
              <a:ext cx="294996" cy="1464693"/>
            </p14:xfrm>
          </p:contentPart>
        </mc:Choice>
        <mc:Fallback>
          <p:sp>
            <p:nvSpPr>
              <p:cNvPr id="1049527" name=""/>
              <p:cNvSpPr/>
              <p:nvPr/>
            </p:nvSpPr>
            <p:spPr>
              <a:xfrm>
                <a:off x="8592680" y="725352"/>
                <a:ext cx="294996" cy="1464693"/>
              </a:xfrm>
            </p:spPr>
          </p:sp>
        </mc:Fallback>
      </mc:AlternateContent>
      <mc:AlternateContent xmlns:mc="http://schemas.openxmlformats.org/markup-compatibility/2006">
        <mc:Choice xmlns:p14="http://schemas.microsoft.com/office/powerpoint/2010/main" Requires="p14">
          <p:contentPart p14:bwMode="auto" r:id="rId43">
            <p14:nvContentPartPr>
              <p14:cNvPr id="1049528" name=""/>
              <p14:cNvContentPartPr/>
              <p14:nvPr/>
            </p14:nvContentPartPr>
            <p14:xfrm>
              <a:off x="9036715" y="1675775"/>
              <a:ext cx="42217" cy="419114"/>
            </p14:xfrm>
          </p:contentPart>
        </mc:Choice>
        <mc:Fallback>
          <p:sp>
            <p:nvSpPr>
              <p:cNvPr id="1049528" name=""/>
              <p:cNvSpPr/>
              <p:nvPr/>
            </p:nvSpPr>
            <p:spPr>
              <a:xfrm>
                <a:off x="9036715" y="1675775"/>
                <a:ext cx="42217" cy="419114"/>
              </a:xfrm>
            </p:spPr>
          </p:sp>
        </mc:Fallback>
      </mc:AlternateContent>
      <mc:AlternateContent xmlns:mc="http://schemas.openxmlformats.org/markup-compatibility/2006">
        <mc:Choice xmlns:p14="http://schemas.microsoft.com/office/powerpoint/2010/main" Requires="p14">
          <p:contentPart p14:bwMode="auto" r:id="rId44">
            <p14:nvContentPartPr>
              <p14:cNvPr id="1049529" name=""/>
              <p14:cNvContentPartPr/>
              <p14:nvPr/>
            </p14:nvContentPartPr>
            <p14:xfrm>
              <a:off x="9073848" y="1694424"/>
              <a:ext cx="115477" cy="120624"/>
            </p14:xfrm>
          </p:contentPart>
        </mc:Choice>
        <mc:Fallback>
          <p:sp>
            <p:nvSpPr>
              <p:cNvPr id="1049529" name=""/>
              <p:cNvSpPr/>
              <p:nvPr/>
            </p:nvSpPr>
            <p:spPr>
              <a:xfrm>
                <a:off x="9073848" y="1694424"/>
                <a:ext cx="115477" cy="120624"/>
              </a:xfrm>
            </p:spPr>
          </p:sp>
        </mc:Fallback>
      </mc:AlternateContent>
      <mc:AlternateContent xmlns:mc="http://schemas.openxmlformats.org/markup-compatibility/2006">
        <mc:Choice xmlns:p14="http://schemas.microsoft.com/office/powerpoint/2010/main" Requires="p14">
          <p:contentPart p14:bwMode="auto" r:id="rId45">
            <p14:nvContentPartPr>
              <p14:cNvPr id="1049530" name=""/>
              <p14:cNvContentPartPr/>
              <p14:nvPr/>
            </p14:nvContentPartPr>
            <p14:xfrm>
              <a:off x="9185658" y="1699616"/>
              <a:ext cx="336724" cy="118392"/>
            </p14:xfrm>
          </p:contentPart>
        </mc:Choice>
        <mc:Fallback>
          <p:sp>
            <p:nvSpPr>
              <p:cNvPr id="1049530" name=""/>
              <p:cNvSpPr/>
              <p:nvPr/>
            </p:nvSpPr>
            <p:spPr>
              <a:xfrm>
                <a:off x="9185658" y="1699616"/>
                <a:ext cx="336724" cy="118392"/>
              </a:xfrm>
            </p:spPr>
          </p:sp>
        </mc:Fallback>
      </mc:AlternateContent>
      <mc:AlternateContent xmlns:mc="http://schemas.openxmlformats.org/markup-compatibility/2006">
        <mc:Choice xmlns:p14="http://schemas.microsoft.com/office/powerpoint/2010/main" Requires="p14">
          <p:contentPart p14:bwMode="auto" r:id="rId46">
            <p14:nvContentPartPr>
              <p14:cNvPr id="1049531" name=""/>
              <p14:cNvContentPartPr/>
              <p14:nvPr/>
            </p14:nvContentPartPr>
            <p14:xfrm>
              <a:off x="9545971" y="1660107"/>
              <a:ext cx="186206" cy="131929"/>
            </p14:xfrm>
          </p:contentPart>
        </mc:Choice>
        <mc:Fallback>
          <p:sp>
            <p:nvSpPr>
              <p:cNvPr id="1049531" name=""/>
              <p:cNvSpPr/>
              <p:nvPr/>
            </p:nvSpPr>
            <p:spPr>
              <a:xfrm>
                <a:off x="9545971" y="1660107"/>
                <a:ext cx="186206" cy="131929"/>
              </a:xfrm>
            </p:spPr>
          </p:sp>
        </mc:Fallback>
      </mc:AlternateContent>
      <mc:AlternateContent xmlns:mc="http://schemas.openxmlformats.org/markup-compatibility/2006">
        <mc:Choice xmlns:p14="http://schemas.microsoft.com/office/powerpoint/2010/main" Requires="p14">
          <p:contentPart p14:bwMode="auto" r:id="rId47">
            <p14:nvContentPartPr>
              <p14:cNvPr id="1049532" name=""/>
              <p14:cNvContentPartPr/>
              <p14:nvPr/>
            </p14:nvContentPartPr>
            <p14:xfrm>
              <a:off x="9734718" y="1418391"/>
              <a:ext cx="165451" cy="392565"/>
            </p14:xfrm>
          </p:contentPart>
        </mc:Choice>
        <mc:Fallback>
          <p:sp>
            <p:nvSpPr>
              <p:cNvPr id="1049532" name=""/>
              <p:cNvSpPr/>
              <p:nvPr/>
            </p:nvSpPr>
            <p:spPr>
              <a:xfrm>
                <a:off x="9734718" y="1418391"/>
                <a:ext cx="165451" cy="392565"/>
              </a:xfrm>
            </p:spPr>
          </p:sp>
        </mc:Fallback>
      </mc:AlternateContent>
      <mc:AlternateContent xmlns:mc="http://schemas.openxmlformats.org/markup-compatibility/2006">
        <mc:Choice xmlns:p14="http://schemas.microsoft.com/office/powerpoint/2010/main" Requires="p14">
          <p:contentPart p14:bwMode="auto" r:id="rId48">
            <p14:nvContentPartPr>
              <p14:cNvPr id="1049533" name=""/>
              <p14:cNvContentPartPr/>
              <p14:nvPr/>
            </p14:nvContentPartPr>
            <p14:xfrm>
              <a:off x="9950532" y="1346998"/>
              <a:ext cx="322776" cy="430748"/>
            </p14:xfrm>
          </p:contentPart>
        </mc:Choice>
        <mc:Fallback>
          <p:sp>
            <p:nvSpPr>
              <p:cNvPr id="1049533" name=""/>
              <p:cNvSpPr/>
              <p:nvPr/>
            </p:nvSpPr>
            <p:spPr>
              <a:xfrm>
                <a:off x="9950532" y="1346998"/>
                <a:ext cx="322776" cy="430748"/>
              </a:xfrm>
            </p:spPr>
          </p:sp>
        </mc:Fallback>
      </mc:AlternateContent>
      <mc:AlternateContent xmlns:mc="http://schemas.openxmlformats.org/markup-compatibility/2006">
        <mc:Choice xmlns:p14="http://schemas.microsoft.com/office/powerpoint/2010/main" Requires="p14">
          <p:contentPart p14:bwMode="auto" r:id="rId49">
            <p14:nvContentPartPr>
              <p14:cNvPr id="1049534" name=""/>
              <p14:cNvContentPartPr/>
              <p14:nvPr/>
            </p14:nvContentPartPr>
            <p14:xfrm>
              <a:off x="9971793" y="1867881"/>
              <a:ext cx="268494" cy="25311"/>
            </p14:xfrm>
          </p:contentPart>
        </mc:Choice>
        <mc:Fallback>
          <p:sp>
            <p:nvSpPr>
              <p:cNvPr id="1049534" name=""/>
              <p:cNvSpPr/>
              <p:nvPr/>
            </p:nvSpPr>
            <p:spPr>
              <a:xfrm>
                <a:off x="9971793" y="1867881"/>
                <a:ext cx="268494" cy="25311"/>
              </a:xfrm>
            </p:spPr>
          </p:sp>
        </mc:Fallback>
      </mc:AlternateContent>
      <mc:AlternateContent xmlns:mc="http://schemas.openxmlformats.org/markup-compatibility/2006">
        <mc:Choice xmlns:p14="http://schemas.microsoft.com/office/powerpoint/2010/main" Requires="p14">
          <p:contentPart p14:bwMode="auto" r:id="rId50">
            <p14:nvContentPartPr>
              <p14:cNvPr id="1049535" name=""/>
              <p14:cNvContentPartPr/>
              <p14:nvPr/>
            </p14:nvContentPartPr>
            <p14:xfrm>
              <a:off x="1176240" y="1902672"/>
              <a:ext cx="576827" cy="422953"/>
            </p14:xfrm>
          </p:contentPart>
        </mc:Choice>
        <mc:Fallback>
          <p:sp>
            <p:nvSpPr>
              <p:cNvPr id="1049535" name=""/>
              <p:cNvSpPr/>
              <p:nvPr/>
            </p:nvSpPr>
            <p:spPr>
              <a:xfrm>
                <a:off x="1176240" y="1902672"/>
                <a:ext cx="576827" cy="422953"/>
              </a:xfrm>
            </p:spPr>
          </p:sp>
        </mc:Fallback>
      </mc:AlternateContent>
      <mc:AlternateContent xmlns:mc="http://schemas.openxmlformats.org/markup-compatibility/2006">
        <mc:Choice xmlns:p14="http://schemas.microsoft.com/office/powerpoint/2010/main" Requires="p14">
          <p:contentPart p14:bwMode="auto" r:id="rId51">
            <p14:nvContentPartPr>
              <p14:cNvPr id="1049536" name=""/>
              <p14:cNvContentPartPr/>
              <p14:nvPr/>
            </p14:nvContentPartPr>
            <p14:xfrm>
              <a:off x="1689156" y="2045593"/>
              <a:ext cx="9077" cy="30496"/>
            </p14:xfrm>
          </p:contentPart>
        </mc:Choice>
        <mc:Fallback>
          <p:sp>
            <p:nvSpPr>
              <p:cNvPr id="1049536" name=""/>
              <p:cNvSpPr/>
              <p:nvPr/>
            </p:nvSpPr>
            <p:spPr>
              <a:xfrm>
                <a:off x="1689156" y="2045593"/>
                <a:ext cx="9077" cy="30496"/>
              </a:xfrm>
            </p:spPr>
          </p:sp>
        </mc:Fallback>
      </mc:AlternateContent>
      <mc:AlternateContent xmlns:mc="http://schemas.openxmlformats.org/markup-compatibility/2006">
        <mc:Choice xmlns:p14="http://schemas.microsoft.com/office/powerpoint/2010/main" Requires="p14">
          <p:contentPart p14:bwMode="auto" r:id="rId52">
            <p14:nvContentPartPr>
              <p14:cNvPr id="1049537" name=""/>
              <p14:cNvContentPartPr/>
              <p14:nvPr/>
            </p14:nvContentPartPr>
            <p14:xfrm>
              <a:off x="1777873" y="2162247"/>
              <a:ext cx="15503" cy="377368"/>
            </p14:xfrm>
          </p:contentPart>
        </mc:Choice>
        <mc:Fallback>
          <p:sp>
            <p:nvSpPr>
              <p:cNvPr id="1049537" name=""/>
              <p:cNvSpPr/>
              <p:nvPr/>
            </p:nvSpPr>
            <p:spPr>
              <a:xfrm>
                <a:off x="1777873" y="2162247"/>
                <a:ext cx="15503" cy="377368"/>
              </a:xfrm>
            </p:spPr>
          </p:sp>
        </mc:Fallback>
      </mc:AlternateContent>
      <mc:AlternateContent xmlns:mc="http://schemas.openxmlformats.org/markup-compatibility/2006">
        <mc:Choice xmlns:p14="http://schemas.microsoft.com/office/powerpoint/2010/main" Requires="p14">
          <p:contentPart p14:bwMode="auto" r:id="rId53">
            <p14:nvContentPartPr>
              <p14:cNvPr id="1049538" name=""/>
              <p14:cNvContentPartPr/>
              <p14:nvPr/>
            </p14:nvContentPartPr>
            <p14:xfrm>
              <a:off x="1832371" y="2203443"/>
              <a:ext cx="69170" cy="151179"/>
            </p14:xfrm>
          </p:contentPart>
        </mc:Choice>
        <mc:Fallback>
          <p:sp>
            <p:nvSpPr>
              <p:cNvPr id="1049538" name=""/>
              <p:cNvSpPr/>
              <p:nvPr/>
            </p:nvSpPr>
            <p:spPr>
              <a:xfrm>
                <a:off x="1832371" y="2203443"/>
                <a:ext cx="69170" cy="151179"/>
              </a:xfrm>
            </p:spPr>
          </p:sp>
        </mc:Fallback>
      </mc:AlternateContent>
      <mc:AlternateContent xmlns:mc="http://schemas.openxmlformats.org/markup-compatibility/2006">
        <mc:Choice xmlns:p14="http://schemas.microsoft.com/office/powerpoint/2010/main" Requires="p14">
          <p:contentPart p14:bwMode="auto" r:id="rId54">
            <p14:nvContentPartPr>
              <p14:cNvPr id="1049539" name=""/>
              <p14:cNvContentPartPr/>
              <p14:nvPr/>
            </p14:nvContentPartPr>
            <p14:xfrm>
              <a:off x="1929335" y="2110373"/>
              <a:ext cx="177751" cy="269029"/>
            </p14:xfrm>
          </p:contentPart>
        </mc:Choice>
        <mc:Fallback>
          <p:sp>
            <p:nvSpPr>
              <p:cNvPr id="1049539" name=""/>
              <p:cNvSpPr/>
              <p:nvPr/>
            </p:nvSpPr>
            <p:spPr>
              <a:xfrm>
                <a:off x="1929335" y="2110373"/>
                <a:ext cx="177751" cy="269029"/>
              </a:xfrm>
            </p:spPr>
          </p:sp>
        </mc:Fallback>
      </mc:AlternateContent>
      <mc:AlternateContent xmlns:mc="http://schemas.openxmlformats.org/markup-compatibility/2006">
        <mc:Choice xmlns:p14="http://schemas.microsoft.com/office/powerpoint/2010/main" Requires="p14">
          <p:contentPart p14:bwMode="auto" r:id="rId55">
            <p14:nvContentPartPr>
              <p14:cNvPr id="1049540" name=""/>
              <p14:cNvContentPartPr/>
              <p14:nvPr/>
            </p14:nvContentPartPr>
            <p14:xfrm>
              <a:off x="1207568" y="2476347"/>
              <a:ext cx="844866" cy="11998"/>
            </p14:xfrm>
          </p:contentPart>
        </mc:Choice>
        <mc:Fallback>
          <p:sp>
            <p:nvSpPr>
              <p:cNvPr id="1049540" name=""/>
              <p:cNvSpPr/>
              <p:nvPr/>
            </p:nvSpPr>
            <p:spPr>
              <a:xfrm>
                <a:off x="1207568" y="2476347"/>
                <a:ext cx="844866" cy="11998"/>
              </a:xfrm>
            </p:spPr>
          </p:sp>
        </mc:Fallback>
      </mc:AlternateContent>
      <mc:AlternateContent xmlns:mc="http://schemas.openxmlformats.org/markup-compatibility/2006">
        <mc:Choice xmlns:p14="http://schemas.microsoft.com/office/powerpoint/2010/main" Requires="p14">
          <p:contentPart p14:bwMode="auto" r:id="rId56">
            <p14:nvContentPartPr>
              <p14:cNvPr id="1049541" name=""/>
              <p14:cNvContentPartPr/>
              <p14:nvPr/>
            </p14:nvContentPartPr>
            <p14:xfrm>
              <a:off x="2070202" y="2201463"/>
              <a:ext cx="64658" cy="61056"/>
            </p14:xfrm>
          </p:contentPart>
        </mc:Choice>
        <mc:Fallback>
          <p:sp>
            <p:nvSpPr>
              <p:cNvPr id="1049541" name=""/>
              <p:cNvSpPr/>
              <p:nvPr/>
            </p:nvSpPr>
            <p:spPr>
              <a:xfrm>
                <a:off x="2070202" y="2201463"/>
                <a:ext cx="64658" cy="61056"/>
              </a:xfrm>
            </p:spPr>
          </p:sp>
        </mc:Fallback>
      </mc:AlternateContent>
      <mc:AlternateContent xmlns:mc="http://schemas.openxmlformats.org/markup-compatibility/2006">
        <mc:Choice xmlns:p14="http://schemas.microsoft.com/office/powerpoint/2010/main" Requires="p14">
          <p:contentPart p14:bwMode="auto" r:id="rId57">
            <p14:nvContentPartPr>
              <p14:cNvPr id="1049542" name=""/>
              <p14:cNvContentPartPr/>
              <p14:nvPr/>
            </p14:nvContentPartPr>
            <p14:xfrm>
              <a:off x="7058310" y="3412461"/>
              <a:ext cx="694245" cy="3069445"/>
            </p14:xfrm>
          </p:contentPart>
        </mc:Choice>
        <mc:Fallback>
          <p:sp>
            <p:nvSpPr>
              <p:cNvPr id="1049542" name=""/>
              <p:cNvSpPr/>
              <p:nvPr/>
            </p:nvSpPr>
            <p:spPr>
              <a:xfrm>
                <a:off x="7058310" y="3412461"/>
                <a:ext cx="694245" cy="3069445"/>
              </a:xfrm>
            </p:spPr>
          </p:sp>
        </mc:Fallback>
      </mc:AlternateContent>
      <mc:AlternateContent xmlns:mc="http://schemas.openxmlformats.org/markup-compatibility/2006">
        <mc:Choice xmlns:p14="http://schemas.microsoft.com/office/powerpoint/2010/main" Requires="p14">
          <p:contentPart p14:bwMode="auto" r:id="rId58">
            <p14:nvContentPartPr>
              <p14:cNvPr id="1049543" name=""/>
              <p14:cNvContentPartPr/>
              <p14:nvPr/>
            </p14:nvContentPartPr>
            <p14:xfrm>
              <a:off x="7727447" y="3436010"/>
              <a:ext cx="14072" cy="145197"/>
            </p14:xfrm>
          </p:contentPart>
        </mc:Choice>
        <mc:Fallback>
          <p:sp>
            <p:nvSpPr>
              <p:cNvPr id="1049543" name=""/>
              <p:cNvSpPr/>
              <p:nvPr/>
            </p:nvSpPr>
            <p:spPr>
              <a:xfrm>
                <a:off x="7727447" y="3436010"/>
                <a:ext cx="14072" cy="145197"/>
              </a:xfrm>
            </p:spPr>
          </p:sp>
        </mc:Fallback>
      </mc:AlternateContent>
      <mc:AlternateContent xmlns:mc="http://schemas.openxmlformats.org/markup-compatibility/2006">
        <mc:Choice xmlns:p14="http://schemas.microsoft.com/office/powerpoint/2010/main" Requires="p14">
          <p:contentPart p14:bwMode="auto" r:id="rId59">
            <p14:nvContentPartPr>
              <p14:cNvPr id="1049544" name=""/>
              <p14:cNvContentPartPr/>
              <p14:nvPr/>
            </p14:nvContentPartPr>
            <p14:xfrm>
              <a:off x="7395684" y="3312902"/>
              <a:ext cx="467177" cy="187756"/>
            </p14:xfrm>
          </p:contentPart>
        </mc:Choice>
        <mc:Fallback>
          <p:sp>
            <p:nvSpPr>
              <p:cNvPr id="1049544" name=""/>
              <p:cNvSpPr/>
              <p:nvPr/>
            </p:nvSpPr>
            <p:spPr>
              <a:xfrm>
                <a:off x="7395684" y="3312902"/>
                <a:ext cx="467177" cy="187756"/>
              </a:xfrm>
            </p:spPr>
          </p:sp>
        </mc:Fallback>
      </mc:AlternateContent>
      <mc:AlternateContent xmlns:mc="http://schemas.openxmlformats.org/markup-compatibility/2006">
        <mc:Choice xmlns:p14="http://schemas.microsoft.com/office/powerpoint/2010/main" Requires="p14">
          <p:contentPart p14:bwMode="auto" r:id="rId60">
            <p14:nvContentPartPr>
              <p14:cNvPr id="1049545" name=""/>
              <p14:cNvContentPartPr/>
              <p14:nvPr/>
            </p14:nvContentPartPr>
            <p14:xfrm>
              <a:off x="6710844" y="3508484"/>
              <a:ext cx="709007" cy="3034944"/>
            </p14:xfrm>
          </p:contentPart>
        </mc:Choice>
        <mc:Fallback>
          <p:sp>
            <p:nvSpPr>
              <p:cNvPr id="1049545" name=""/>
              <p:cNvSpPr/>
              <p:nvPr/>
            </p:nvSpPr>
            <p:spPr>
              <a:xfrm>
                <a:off x="6710844" y="3508484"/>
                <a:ext cx="709007" cy="3034944"/>
              </a:xfrm>
            </p:spPr>
          </p:sp>
        </mc:Fallback>
      </mc:AlternateContent>
      <mc:AlternateContent xmlns:mc="http://schemas.openxmlformats.org/markup-compatibility/2006">
        <mc:Choice xmlns:p14="http://schemas.microsoft.com/office/powerpoint/2010/main" Requires="p14">
          <p:contentPart p14:bwMode="auto" r:id="rId61">
            <p14:nvContentPartPr>
              <p14:cNvPr id="1049546" name=""/>
              <p14:cNvContentPartPr/>
              <p14:nvPr/>
            </p14:nvContentPartPr>
            <p14:xfrm>
              <a:off x="7455459" y="3370981"/>
              <a:ext cx="443143" cy="3095848"/>
            </p14:xfrm>
          </p:contentPart>
        </mc:Choice>
        <mc:Fallback>
          <p:sp>
            <p:nvSpPr>
              <p:cNvPr id="1049546" name=""/>
              <p:cNvSpPr/>
              <p:nvPr/>
            </p:nvSpPr>
            <p:spPr>
              <a:xfrm>
                <a:off x="7455459" y="3370981"/>
                <a:ext cx="443143" cy="3095848"/>
              </a:xfrm>
            </p:spPr>
          </p:sp>
        </mc:Fallback>
      </mc:AlternateContent>
      <mc:AlternateContent xmlns:mc="http://schemas.openxmlformats.org/markup-compatibility/2006">
        <mc:Choice xmlns:p14="http://schemas.microsoft.com/office/powerpoint/2010/main" Requires="p14">
          <p:contentPart p14:bwMode="auto" r:id="rId62">
            <p14:nvContentPartPr>
              <p14:cNvPr id="1049547" name=""/>
              <p14:cNvContentPartPr/>
              <p14:nvPr/>
            </p14:nvContentPartPr>
            <p14:xfrm>
              <a:off x="6818877" y="6377181"/>
              <a:ext cx="601823" cy="31399"/>
            </p14:xfrm>
          </p:contentPart>
        </mc:Choice>
        <mc:Fallback>
          <p:sp>
            <p:nvSpPr>
              <p:cNvPr id="1049547" name=""/>
              <p:cNvSpPr/>
              <p:nvPr/>
            </p:nvSpPr>
            <p:spPr>
              <a:xfrm>
                <a:off x="6818877" y="6377181"/>
                <a:ext cx="601823" cy="31399"/>
              </a:xfrm>
            </p:spPr>
          </p:sp>
        </mc:Fallback>
      </mc:AlternateContent>
      <mc:AlternateContent xmlns:mc="http://schemas.openxmlformats.org/markup-compatibility/2006">
        <mc:Choice xmlns:p14="http://schemas.microsoft.com/office/powerpoint/2010/main" Requires="p14">
          <p:contentPart p14:bwMode="auto" r:id="rId63">
            <p14:nvContentPartPr>
              <p14:cNvPr id="1049548" name=""/>
              <p14:cNvContentPartPr/>
              <p14:nvPr/>
            </p14:nvContentPartPr>
            <p14:xfrm>
              <a:off x="6822624" y="3668077"/>
              <a:ext cx="904333" cy="2244166"/>
            </p14:xfrm>
          </p:contentPart>
        </mc:Choice>
        <mc:Fallback>
          <p:sp>
            <p:nvSpPr>
              <p:cNvPr id="1049548" name=""/>
              <p:cNvSpPr/>
              <p:nvPr/>
            </p:nvSpPr>
            <p:spPr>
              <a:xfrm>
                <a:off x="6822624" y="3668077"/>
                <a:ext cx="904333" cy="2244166"/>
              </a:xfrm>
            </p:spPr>
          </p:sp>
        </mc:Fallback>
      </mc:AlternateContent>
      <mc:AlternateContent xmlns:mc="http://schemas.openxmlformats.org/markup-compatibility/2006">
        <mc:Choice xmlns:p14="http://schemas.microsoft.com/office/powerpoint/2010/main" Requires="p14">
          <p:contentPart p14:bwMode="auto" r:id="rId64">
            <p14:nvContentPartPr>
              <p14:cNvPr id="1049549" name=""/>
              <p14:cNvContentPartPr/>
              <p14:nvPr/>
            </p14:nvContentPartPr>
            <p14:xfrm>
              <a:off x="7637605" y="3675026"/>
              <a:ext cx="166882" cy="2528413"/>
            </p14:xfrm>
          </p:contentPart>
        </mc:Choice>
        <mc:Fallback>
          <p:sp>
            <p:nvSpPr>
              <p:cNvPr id="1049549" name=""/>
              <p:cNvSpPr/>
              <p:nvPr/>
            </p:nvSpPr>
            <p:spPr>
              <a:xfrm>
                <a:off x="7637605" y="3675026"/>
                <a:ext cx="166882" cy="2528413"/>
              </a:xfrm>
            </p:spPr>
          </p:sp>
        </mc:Fallback>
      </mc:AlternateContent>
      <mc:AlternateContent xmlns:mc="http://schemas.openxmlformats.org/markup-compatibility/2006">
        <mc:Choice xmlns:p14="http://schemas.microsoft.com/office/powerpoint/2010/main" Requires="p14">
          <p:contentPart p14:bwMode="auto" r:id="rId65">
            <p14:nvContentPartPr>
              <p14:cNvPr id="1049550" name=""/>
              <p14:cNvContentPartPr/>
              <p14:nvPr/>
            </p14:nvContentPartPr>
            <p14:xfrm>
              <a:off x="6168041" y="5805080"/>
              <a:ext cx="579354" cy="44023"/>
            </p14:xfrm>
          </p:contentPart>
        </mc:Choice>
        <mc:Fallback>
          <p:sp>
            <p:nvSpPr>
              <p:cNvPr id="1049550" name=""/>
              <p:cNvSpPr/>
              <p:nvPr/>
            </p:nvSpPr>
            <p:spPr>
              <a:xfrm>
                <a:off x="6168041" y="5805080"/>
                <a:ext cx="579354" cy="44023"/>
              </a:xfrm>
            </p:spPr>
          </p:sp>
        </mc:Fallback>
      </mc:AlternateContent>
      <mc:AlternateContent xmlns:mc="http://schemas.openxmlformats.org/markup-compatibility/2006">
        <mc:Choice xmlns:p14="http://schemas.microsoft.com/office/powerpoint/2010/main" Requires="p14">
          <p:contentPart p14:bwMode="auto" r:id="rId66">
            <p14:nvContentPartPr>
              <p14:cNvPr id="1049551" name=""/>
              <p14:cNvContentPartPr/>
              <p14:nvPr/>
            </p14:nvContentPartPr>
            <p14:xfrm>
              <a:off x="6661352" y="5711012"/>
              <a:ext cx="42218" cy="179971"/>
            </p14:xfrm>
          </p:contentPart>
        </mc:Choice>
        <mc:Fallback>
          <p:sp>
            <p:nvSpPr>
              <p:cNvPr id="1049551" name=""/>
              <p:cNvSpPr/>
              <p:nvPr/>
            </p:nvSpPr>
            <p:spPr>
              <a:xfrm>
                <a:off x="6661352" y="5711012"/>
                <a:ext cx="42218" cy="179971"/>
              </a:xfrm>
            </p:spPr>
          </p:sp>
        </mc:Fallback>
      </mc:AlternateContent>
      <mc:AlternateContent xmlns:mc="http://schemas.openxmlformats.org/markup-compatibility/2006">
        <mc:Choice xmlns:p14="http://schemas.microsoft.com/office/powerpoint/2010/main" Requires="p14">
          <p:contentPart p14:bwMode="auto" r:id="rId67">
            <p14:nvContentPartPr>
              <p14:cNvPr id="1049552" name=""/>
              <p14:cNvContentPartPr/>
              <p14:nvPr/>
            </p14:nvContentPartPr>
            <p14:xfrm>
              <a:off x="5418833" y="5225533"/>
              <a:ext cx="351080" cy="825963"/>
            </p14:xfrm>
          </p:contentPart>
        </mc:Choice>
        <mc:Fallback>
          <p:sp>
            <p:nvSpPr>
              <p:cNvPr id="1049552" name=""/>
              <p:cNvSpPr/>
              <p:nvPr/>
            </p:nvSpPr>
            <p:spPr>
              <a:xfrm>
                <a:off x="5418833" y="5225533"/>
                <a:ext cx="351080" cy="825963"/>
              </a:xfrm>
            </p:spPr>
          </p:sp>
        </mc:Fallback>
      </mc:AlternateContent>
      <mc:AlternateContent xmlns:mc="http://schemas.openxmlformats.org/markup-compatibility/2006">
        <mc:Choice xmlns:p14="http://schemas.microsoft.com/office/powerpoint/2010/main" Requires="p14">
          <p:contentPart p14:bwMode="auto" r:id="rId68">
            <p14:nvContentPartPr>
              <p14:cNvPr id="1049553" name=""/>
              <p14:cNvContentPartPr/>
              <p14:nvPr/>
            </p14:nvContentPartPr>
            <p14:xfrm>
              <a:off x="5821548" y="5699843"/>
              <a:ext cx="24825" cy="277818"/>
            </p14:xfrm>
          </p:contentPart>
        </mc:Choice>
        <mc:Fallback>
          <p:sp>
            <p:nvSpPr>
              <p:cNvPr id="1049553" name=""/>
              <p:cNvSpPr/>
              <p:nvPr/>
            </p:nvSpPr>
            <p:spPr>
              <a:xfrm>
                <a:off x="5821548" y="5699843"/>
                <a:ext cx="24825" cy="277818"/>
              </a:xfrm>
            </p:spPr>
          </p:sp>
        </mc:Fallback>
      </mc:AlternateContent>
      <mc:AlternateContent xmlns:mc="http://schemas.openxmlformats.org/markup-compatibility/2006">
        <mc:Choice xmlns:p14="http://schemas.microsoft.com/office/powerpoint/2010/main" Requires="p14">
          <p:contentPart p14:bwMode="auto" r:id="rId69">
            <p14:nvContentPartPr>
              <p14:cNvPr id="1049554" name=""/>
              <p14:cNvContentPartPr/>
              <p14:nvPr/>
            </p14:nvContentPartPr>
            <p14:xfrm>
              <a:off x="5796071" y="5688367"/>
              <a:ext cx="236092" cy="181357"/>
            </p14:xfrm>
          </p:contentPart>
        </mc:Choice>
        <mc:Fallback>
          <p:sp>
            <p:nvSpPr>
              <p:cNvPr id="1049554" name=""/>
              <p:cNvSpPr/>
              <p:nvPr/>
            </p:nvSpPr>
            <p:spPr>
              <a:xfrm>
                <a:off x="5796071" y="5688367"/>
                <a:ext cx="236092" cy="181357"/>
              </a:xfrm>
            </p:spPr>
          </p:sp>
        </mc:Fallback>
      </mc:AlternateContent>
      <mc:AlternateContent xmlns:mc="http://schemas.openxmlformats.org/markup-compatibility/2006">
        <mc:Choice xmlns:p14="http://schemas.microsoft.com/office/powerpoint/2010/main" Requires="p14">
          <p:contentPart p14:bwMode="auto" r:id="rId70">
            <p14:nvContentPartPr>
              <p14:cNvPr id="1049555" name=""/>
              <p14:cNvContentPartPr/>
              <p14:nvPr/>
            </p14:nvContentPartPr>
            <p14:xfrm>
              <a:off x="6049089" y="5384629"/>
              <a:ext cx="81977" cy="481185"/>
            </p14:xfrm>
          </p:contentPart>
        </mc:Choice>
        <mc:Fallback>
          <p:sp>
            <p:nvSpPr>
              <p:cNvPr id="1049555" name=""/>
              <p:cNvSpPr/>
              <p:nvPr/>
            </p:nvSpPr>
            <p:spPr>
              <a:xfrm>
                <a:off x="6049089" y="5384629"/>
                <a:ext cx="81977" cy="481185"/>
              </a:xfrm>
            </p:spPr>
          </p:sp>
        </mc:Fallback>
      </mc:AlternateContent>
      <mc:AlternateContent xmlns:mc="http://schemas.openxmlformats.org/markup-compatibility/2006">
        <mc:Choice xmlns:p14="http://schemas.microsoft.com/office/powerpoint/2010/main" Requires="p14">
          <p:contentPart p14:bwMode="auto" r:id="rId71">
            <p14:nvContentPartPr>
              <p14:cNvPr id="1049556" name=""/>
              <p14:cNvContentPartPr/>
              <p14:nvPr/>
            </p14:nvContentPartPr>
            <p14:xfrm>
              <a:off x="6160134" y="5369157"/>
              <a:ext cx="180719" cy="415677"/>
            </p14:xfrm>
          </p:contentPart>
        </mc:Choice>
        <mc:Fallback>
          <p:sp>
            <p:nvSpPr>
              <p:cNvPr id="1049556" name=""/>
              <p:cNvSpPr/>
              <p:nvPr/>
            </p:nvSpPr>
            <p:spPr>
              <a:xfrm>
                <a:off x="6160134" y="5369157"/>
                <a:ext cx="180719" cy="415677"/>
              </a:xfrm>
            </p:spPr>
          </p:sp>
        </mc:Fallback>
      </mc:AlternateContent>
      <mc:AlternateContent xmlns:mc="http://schemas.openxmlformats.org/markup-compatibility/2006">
        <mc:Choice xmlns:p14="http://schemas.microsoft.com/office/powerpoint/2010/main" Requires="p14">
          <p:contentPart p14:bwMode="auto" r:id="rId72">
            <p14:nvContentPartPr>
              <p14:cNvPr id="1049557" name=""/>
              <p14:cNvContentPartPr/>
              <p14:nvPr/>
            </p14:nvContentPartPr>
            <p14:xfrm>
              <a:off x="5338376" y="5953842"/>
              <a:ext cx="862757" cy="47286"/>
            </p14:xfrm>
          </p:contentPart>
        </mc:Choice>
        <mc:Fallback>
          <p:sp>
            <p:nvSpPr>
              <p:cNvPr id="1049557" name=""/>
              <p:cNvSpPr/>
              <p:nvPr/>
            </p:nvSpPr>
            <p:spPr>
              <a:xfrm>
                <a:off x="5338376" y="5953842"/>
                <a:ext cx="862757" cy="47286"/>
              </a:xfrm>
            </p:spPr>
          </p:sp>
        </mc:Fallback>
      </mc:AlternateContent>
      <mc:AlternateContent xmlns:mc="http://schemas.openxmlformats.org/markup-compatibility/2006">
        <mc:Choice xmlns:p14="http://schemas.microsoft.com/office/powerpoint/2010/main" Requires="p14">
          <p:contentPart p14:bwMode="auto" r:id="rId73">
            <p14:nvContentPartPr>
              <p14:cNvPr id="1049558" name=""/>
              <p14:cNvContentPartPr/>
              <p14:nvPr/>
            </p14:nvContentPartPr>
            <p14:xfrm>
              <a:off x="5437291" y="4573263"/>
              <a:ext cx="180076" cy="631250"/>
            </p14:xfrm>
          </p:contentPart>
        </mc:Choice>
        <mc:Fallback>
          <p:sp>
            <p:nvSpPr>
              <p:cNvPr id="1049558" name=""/>
              <p:cNvSpPr/>
              <p:nvPr/>
            </p:nvSpPr>
            <p:spPr>
              <a:xfrm>
                <a:off x="5437291" y="4573263"/>
                <a:ext cx="180076" cy="631250"/>
              </a:xfrm>
            </p:spPr>
          </p:sp>
        </mc:Fallback>
      </mc:AlternateContent>
      <mc:AlternateContent xmlns:mc="http://schemas.openxmlformats.org/markup-compatibility/2006">
        <mc:Choice xmlns:p14="http://schemas.microsoft.com/office/powerpoint/2010/main" Requires="p14">
          <p:contentPart p14:bwMode="auto" r:id="rId74">
            <p14:nvContentPartPr>
              <p14:cNvPr id="1049559" name=""/>
              <p14:cNvContentPartPr/>
              <p14:nvPr/>
            </p14:nvContentPartPr>
            <p14:xfrm>
              <a:off x="5666707" y="4838070"/>
              <a:ext cx="761676" cy="238282"/>
            </p14:xfrm>
          </p:contentPart>
        </mc:Choice>
        <mc:Fallback>
          <p:sp>
            <p:nvSpPr>
              <p:cNvPr id="1049559" name=""/>
              <p:cNvSpPr/>
              <p:nvPr/>
            </p:nvSpPr>
            <p:spPr>
              <a:xfrm>
                <a:off x="5666707" y="4838070"/>
                <a:ext cx="761676" cy="238282"/>
              </a:xfrm>
            </p:spPr>
          </p:sp>
        </mc:Fallback>
      </mc:AlternateContent>
      <mc:AlternateContent xmlns:mc="http://schemas.openxmlformats.org/markup-compatibility/2006">
        <mc:Choice xmlns:p14="http://schemas.microsoft.com/office/powerpoint/2010/main" Requires="p14">
          <p:contentPart p14:bwMode="auto" r:id="rId75">
            <p14:nvContentPartPr>
              <p14:cNvPr id="1049560" name=""/>
              <p14:cNvContentPartPr/>
              <p14:nvPr/>
            </p14:nvContentPartPr>
            <p14:xfrm>
              <a:off x="6439847" y="4703816"/>
              <a:ext cx="235203" cy="422701"/>
            </p14:xfrm>
          </p:contentPart>
        </mc:Choice>
        <mc:Fallback>
          <p:sp>
            <p:nvSpPr>
              <p:cNvPr id="1049560" name=""/>
              <p:cNvSpPr/>
              <p:nvPr/>
            </p:nvSpPr>
            <p:spPr>
              <a:xfrm>
                <a:off x="6439847" y="4703816"/>
                <a:ext cx="235203" cy="422701"/>
              </a:xfrm>
            </p:spPr>
          </p:sp>
        </mc:Fallback>
      </mc:AlternateContent>
      <mc:AlternateContent xmlns:mc="http://schemas.openxmlformats.org/markup-compatibility/2006">
        <mc:Choice xmlns:p14="http://schemas.microsoft.com/office/powerpoint/2010/main" Requires="p14">
          <p:contentPart p14:bwMode="auto" r:id="rId76">
            <p14:nvContentPartPr>
              <p14:cNvPr id="1049561" name=""/>
              <p14:cNvContentPartPr/>
              <p14:nvPr/>
            </p14:nvContentPartPr>
            <p14:xfrm>
              <a:off x="6411166" y="4826924"/>
              <a:ext cx="164092" cy="53112"/>
            </p14:xfrm>
          </p:contentPart>
        </mc:Choice>
        <mc:Fallback>
          <p:sp>
            <p:nvSpPr>
              <p:cNvPr id="1049561" name=""/>
              <p:cNvSpPr/>
              <p:nvPr/>
            </p:nvSpPr>
            <p:spPr>
              <a:xfrm>
                <a:off x="6411166" y="4826924"/>
                <a:ext cx="164092" cy="53112"/>
              </a:xfrm>
            </p:spPr>
          </p:sp>
        </mc:Fallback>
      </mc:AlternateContent>
      <mc:AlternateContent xmlns:mc="http://schemas.openxmlformats.org/markup-compatibility/2006">
        <mc:Choice xmlns:p14="http://schemas.microsoft.com/office/powerpoint/2010/main" Requires="p14">
          <p:contentPart p14:bwMode="auto" r:id="rId77">
            <p14:nvContentPartPr>
              <p14:cNvPr id="1049562" name=""/>
              <p14:cNvContentPartPr/>
              <p14:nvPr/>
            </p14:nvContentPartPr>
            <p14:xfrm>
              <a:off x="5839313" y="4334246"/>
              <a:ext cx="340971" cy="388700"/>
            </p14:xfrm>
          </p:contentPart>
        </mc:Choice>
        <mc:Fallback>
          <p:sp>
            <p:nvSpPr>
              <p:cNvPr id="1049562" name=""/>
              <p:cNvSpPr/>
              <p:nvPr/>
            </p:nvSpPr>
            <p:spPr>
              <a:xfrm>
                <a:off x="5839313" y="4334246"/>
                <a:ext cx="340971" cy="388700"/>
              </a:xfrm>
            </p:spPr>
          </p:sp>
        </mc:Fallback>
      </mc:AlternateContent>
      <mc:AlternateContent xmlns:mc="http://schemas.openxmlformats.org/markup-compatibility/2006">
        <mc:Choice xmlns:p14="http://schemas.microsoft.com/office/powerpoint/2010/main" Requires="p14">
          <p:contentPart p14:bwMode="auto" r:id="rId78">
            <p14:nvContentPartPr>
              <p14:cNvPr id="1049563" name=""/>
              <p14:cNvContentPartPr/>
              <p14:nvPr/>
            </p14:nvContentPartPr>
            <p14:xfrm>
              <a:off x="6046698" y="4435882"/>
              <a:ext cx="165945" cy="14521"/>
            </p14:xfrm>
          </p:contentPart>
        </mc:Choice>
        <mc:Fallback>
          <p:sp>
            <p:nvSpPr>
              <p:cNvPr id="1049563" name=""/>
              <p:cNvSpPr/>
              <p:nvPr/>
            </p:nvSpPr>
            <p:spPr>
              <a:xfrm>
                <a:off x="6046698" y="4435882"/>
                <a:ext cx="165945" cy="14521"/>
              </a:xfrm>
            </p:spPr>
          </p:sp>
        </mc:Fallback>
      </mc:AlternateContent>
      <mc:AlternateContent xmlns:mc="http://schemas.openxmlformats.org/markup-compatibility/2006">
        <mc:Choice xmlns:p14="http://schemas.microsoft.com/office/powerpoint/2010/main" Requires="p14">
          <p:contentPart p14:bwMode="auto" r:id="rId79">
            <p14:nvContentPartPr>
              <p14:cNvPr id="1049564" name=""/>
              <p14:cNvContentPartPr/>
              <p14:nvPr/>
            </p14:nvContentPartPr>
            <p14:xfrm>
              <a:off x="6277049" y="4521160"/>
              <a:ext cx="581569" cy="184325"/>
            </p14:xfrm>
          </p:contentPart>
        </mc:Choice>
        <mc:Fallback>
          <p:sp>
            <p:nvSpPr>
              <p:cNvPr id="1049564" name=""/>
              <p:cNvSpPr/>
              <p:nvPr/>
            </p:nvSpPr>
            <p:spPr>
              <a:xfrm>
                <a:off x="6277049" y="4521160"/>
                <a:ext cx="581569" cy="184325"/>
              </a:xfrm>
            </p:spPr>
          </p:sp>
        </mc:Fallback>
      </mc:AlternateContent>
      <mc:AlternateContent xmlns:mc="http://schemas.openxmlformats.org/markup-compatibility/2006">
        <mc:Choice xmlns:p14="http://schemas.microsoft.com/office/powerpoint/2010/main" Requires="p14">
          <p:contentPart p14:bwMode="auto" r:id="rId80">
            <p14:nvContentPartPr>
              <p14:cNvPr id="1049565" name=""/>
              <p14:cNvContentPartPr/>
              <p14:nvPr/>
            </p14:nvContentPartPr>
            <p14:xfrm>
              <a:off x="6885305" y="4348890"/>
              <a:ext cx="143768" cy="411320"/>
            </p14:xfrm>
          </p:contentPart>
        </mc:Choice>
        <mc:Fallback>
          <p:sp>
            <p:nvSpPr>
              <p:cNvPr id="1049565" name=""/>
              <p:cNvSpPr/>
              <p:nvPr/>
            </p:nvSpPr>
            <p:spPr>
              <a:xfrm>
                <a:off x="6885305" y="4348890"/>
                <a:ext cx="143768" cy="411320"/>
              </a:xfrm>
            </p:spPr>
          </p:sp>
        </mc:Fallback>
      </mc:AlternateContent>
      <mc:AlternateContent xmlns:mc="http://schemas.openxmlformats.org/markup-compatibility/2006">
        <mc:Choice xmlns:p14="http://schemas.microsoft.com/office/powerpoint/2010/main" Requires="p14">
          <p:contentPart p14:bwMode="auto" r:id="rId81">
            <p14:nvContentPartPr>
              <p14:cNvPr id="1049566" name=""/>
              <p14:cNvContentPartPr/>
              <p14:nvPr/>
            </p14:nvContentPartPr>
            <p14:xfrm>
              <a:off x="6816777" y="4465048"/>
              <a:ext cx="152122" cy="21580"/>
            </p14:xfrm>
          </p:contentPart>
        </mc:Choice>
        <mc:Fallback>
          <p:sp>
            <p:nvSpPr>
              <p:cNvPr id="1049566" name=""/>
              <p:cNvSpPr/>
              <p:nvPr/>
            </p:nvSpPr>
            <p:spPr>
              <a:xfrm>
                <a:off x="6816777" y="4465048"/>
                <a:ext cx="152122" cy="21580"/>
              </a:xfrm>
            </p:spPr>
          </p:sp>
        </mc:Fallback>
      </mc:AlternateContent>
      <mc:AlternateContent xmlns:mc="http://schemas.openxmlformats.org/markup-compatibility/2006">
        <mc:Choice xmlns:p14="http://schemas.microsoft.com/office/powerpoint/2010/main" Requires="p14">
          <p:contentPart p14:bwMode="auto" r:id="rId82">
            <p14:nvContentPartPr>
              <p14:cNvPr id="1049567" name=""/>
              <p14:cNvContentPartPr/>
              <p14:nvPr/>
            </p14:nvContentPartPr>
            <p14:xfrm>
              <a:off x="6866154" y="4401509"/>
              <a:ext cx="256551" cy="715757"/>
            </p14:xfrm>
          </p:contentPart>
        </mc:Choice>
        <mc:Fallback>
          <p:sp>
            <p:nvSpPr>
              <p:cNvPr id="1049567" name=""/>
              <p:cNvSpPr/>
              <p:nvPr/>
            </p:nvSpPr>
            <p:spPr>
              <a:xfrm>
                <a:off x="6866154" y="4401509"/>
                <a:ext cx="256551" cy="715757"/>
              </a:xfrm>
            </p:spPr>
          </p:sp>
        </mc:Fallback>
      </mc:AlternateContent>
      <mc:AlternateContent xmlns:mc="http://schemas.openxmlformats.org/markup-compatibility/2006">
        <mc:Choice xmlns:p14="http://schemas.microsoft.com/office/powerpoint/2010/main" Requires="p14">
          <p:contentPart p14:bwMode="auto" r:id="rId83">
            <p14:nvContentPartPr>
              <p14:cNvPr id="1049568" name=""/>
              <p14:cNvContentPartPr/>
              <p14:nvPr/>
            </p14:nvContentPartPr>
            <p14:xfrm>
              <a:off x="6079555" y="4556043"/>
              <a:ext cx="93613" cy="32112"/>
            </p14:xfrm>
          </p:contentPart>
        </mc:Choice>
        <mc:Fallback>
          <p:sp>
            <p:nvSpPr>
              <p:cNvPr id="1049568" name=""/>
              <p:cNvSpPr/>
              <p:nvPr/>
            </p:nvSpPr>
            <p:spPr>
              <a:xfrm>
                <a:off x="6079555" y="4556043"/>
                <a:ext cx="93613" cy="32112"/>
              </a:xfrm>
            </p:spPr>
          </p:sp>
        </mc:Fallback>
      </mc:AlternateContent>
      <mc:AlternateContent xmlns:mc="http://schemas.openxmlformats.org/markup-compatibility/2006">
        <mc:Choice xmlns:p14="http://schemas.microsoft.com/office/powerpoint/2010/main" Requires="p14">
          <p:contentPart p14:bwMode="auto" r:id="rId84">
            <p14:nvContentPartPr>
              <p14:cNvPr id="1049569" name=""/>
              <p14:cNvContentPartPr/>
              <p14:nvPr/>
            </p14:nvContentPartPr>
            <p14:xfrm>
              <a:off x="5789011" y="4471569"/>
              <a:ext cx="178704" cy="7874"/>
            </p14:xfrm>
          </p:contentPart>
        </mc:Choice>
        <mc:Fallback>
          <p:sp>
            <p:nvSpPr>
              <p:cNvPr id="1049569" name=""/>
              <p:cNvSpPr/>
              <p:nvPr/>
            </p:nvSpPr>
            <p:spPr>
              <a:xfrm>
                <a:off x="5789011" y="4471569"/>
                <a:ext cx="178704" cy="7874"/>
              </a:xfrm>
            </p:spPr>
          </p:sp>
        </mc:Fallback>
      </mc:AlternateContent>
      <mc:AlternateContent xmlns:mc="http://schemas.openxmlformats.org/markup-compatibility/2006">
        <mc:Choice xmlns:p14="http://schemas.microsoft.com/office/powerpoint/2010/main" Requires="p14">
          <p:contentPart p14:bwMode="auto" r:id="rId85">
            <p14:nvContentPartPr>
              <p14:cNvPr id="1049570" name=""/>
              <p14:cNvContentPartPr/>
              <p14:nvPr/>
            </p14:nvContentPartPr>
            <p14:xfrm>
              <a:off x="5595746" y="5198689"/>
              <a:ext cx="1081050" cy="12200"/>
            </p14:xfrm>
          </p:contentPart>
        </mc:Choice>
        <mc:Fallback>
          <p:sp>
            <p:nvSpPr>
              <p:cNvPr id="1049570" name=""/>
              <p:cNvSpPr/>
              <p:nvPr/>
            </p:nvSpPr>
            <p:spPr>
              <a:xfrm>
                <a:off x="5595746" y="5198689"/>
                <a:ext cx="1081050" cy="12200"/>
              </a:xfrm>
            </p:spPr>
          </p:sp>
        </mc:Fallback>
      </mc:AlternateContent>
      <mc:AlternateContent xmlns:mc="http://schemas.openxmlformats.org/markup-compatibility/2006">
        <mc:Choice xmlns:p14="http://schemas.microsoft.com/office/powerpoint/2010/main" Requires="p14">
          <p:contentPart p14:bwMode="auto" r:id="rId86">
            <p14:nvContentPartPr>
              <p14:cNvPr id="1049574" name=""/>
              <p14:cNvContentPartPr/>
              <p14:nvPr/>
            </p14:nvContentPartPr>
            <p14:xfrm>
              <a:off x="9018048" y="2052790"/>
              <a:ext cx="2793511" cy="4418706"/>
            </p14:xfrm>
          </p:contentPart>
        </mc:Choice>
        <mc:Fallback>
          <p:sp>
            <p:nvSpPr>
              <p:cNvPr id="1049574" name=""/>
              <p:cNvSpPr/>
              <p:nvPr/>
            </p:nvSpPr>
            <p:spPr>
              <a:xfrm>
                <a:off x="9018048" y="2052790"/>
                <a:ext cx="2793511" cy="4418706"/>
              </a:xfrm>
            </p:spPr>
          </p:sp>
        </mc:Fallback>
      </mc:AlternateContent>
      <mc:AlternateContent xmlns:mc="http://schemas.openxmlformats.org/markup-compatibility/2006">
        <mc:Choice xmlns:p14="http://schemas.microsoft.com/office/powerpoint/2010/main" Requires="p14">
          <p:contentPart p14:bwMode="auto" r:id="rId87">
            <p14:nvContentPartPr>
              <p14:cNvPr id="1049575" name=""/>
              <p14:cNvContentPartPr/>
              <p14:nvPr/>
            </p14:nvContentPartPr>
            <p14:xfrm>
              <a:off x="9300978" y="2611749"/>
              <a:ext cx="181143" cy="226993"/>
            </p14:xfrm>
          </p:contentPart>
        </mc:Choice>
        <mc:Fallback>
          <p:sp>
            <p:nvSpPr>
              <p:cNvPr id="1049575" name=""/>
              <p:cNvSpPr/>
              <p:nvPr/>
            </p:nvSpPr>
            <p:spPr>
              <a:xfrm>
                <a:off x="9300978" y="2611749"/>
                <a:ext cx="181143" cy="226993"/>
              </a:xfrm>
            </p:spPr>
          </p:sp>
        </mc:Fallback>
      </mc:AlternateContent>
      <mc:AlternateContent xmlns:mc="http://schemas.openxmlformats.org/markup-compatibility/2006">
        <mc:Choice xmlns:p14="http://schemas.microsoft.com/office/powerpoint/2010/main" Requires="p14">
          <p:contentPart p14:bwMode="auto" r:id="rId88">
            <p14:nvContentPartPr>
              <p14:cNvPr id="1049576" name=""/>
              <p14:cNvContentPartPr/>
              <p14:nvPr/>
            </p14:nvContentPartPr>
            <p14:xfrm>
              <a:off x="9529442" y="2669486"/>
              <a:ext cx="111538" cy="13237"/>
            </p14:xfrm>
          </p:contentPart>
        </mc:Choice>
        <mc:Fallback>
          <p:sp>
            <p:nvSpPr>
              <p:cNvPr id="1049576" name=""/>
              <p:cNvSpPr/>
              <p:nvPr/>
            </p:nvSpPr>
            <p:spPr>
              <a:xfrm>
                <a:off x="9529442" y="2669486"/>
                <a:ext cx="111538" cy="13237"/>
              </a:xfrm>
            </p:spPr>
          </p:sp>
        </mc:Fallback>
      </mc:AlternateContent>
      <mc:AlternateContent xmlns:mc="http://schemas.openxmlformats.org/markup-compatibility/2006">
        <mc:Choice xmlns:p14="http://schemas.microsoft.com/office/powerpoint/2010/main" Requires="p14">
          <p:contentPart p14:bwMode="auto" r:id="rId89">
            <p14:nvContentPartPr>
              <p14:cNvPr id="1049577" name=""/>
              <p14:cNvContentPartPr/>
              <p14:nvPr/>
            </p14:nvContentPartPr>
            <p14:xfrm>
              <a:off x="9536502" y="2759689"/>
              <a:ext cx="169718" cy="31745"/>
            </p14:xfrm>
          </p:contentPart>
        </mc:Choice>
        <mc:Fallback>
          <p:sp>
            <p:nvSpPr>
              <p:cNvPr id="1049577" name=""/>
              <p:cNvSpPr/>
              <p:nvPr/>
            </p:nvSpPr>
            <p:spPr>
              <a:xfrm>
                <a:off x="9536502" y="2759689"/>
                <a:ext cx="169718" cy="31745"/>
              </a:xfrm>
            </p:spPr>
          </p:sp>
        </mc:Fallback>
      </mc:AlternateContent>
      <mc:AlternateContent xmlns:mc="http://schemas.openxmlformats.org/markup-compatibility/2006">
        <mc:Choice xmlns:p14="http://schemas.microsoft.com/office/powerpoint/2010/main" Requires="p14">
          <p:contentPart p14:bwMode="auto" r:id="rId90">
            <p14:nvContentPartPr>
              <p14:cNvPr id="1049578" name=""/>
              <p14:cNvContentPartPr/>
              <p14:nvPr/>
            </p14:nvContentPartPr>
            <p14:xfrm>
              <a:off x="9790218" y="2604856"/>
              <a:ext cx="164873" cy="169480"/>
            </p14:xfrm>
          </p:contentPart>
        </mc:Choice>
        <mc:Fallback>
          <p:sp>
            <p:nvSpPr>
              <p:cNvPr id="1049578" name=""/>
              <p:cNvSpPr/>
              <p:nvPr/>
            </p:nvSpPr>
            <p:spPr>
              <a:xfrm>
                <a:off x="9790218" y="2604856"/>
                <a:ext cx="164873" cy="169480"/>
              </a:xfrm>
            </p:spPr>
          </p:sp>
        </mc:Fallback>
      </mc:AlternateContent>
      <mc:AlternateContent xmlns:mc="http://schemas.openxmlformats.org/markup-compatibility/2006">
        <mc:Choice xmlns:p14="http://schemas.microsoft.com/office/powerpoint/2010/main" Requires="p14">
          <p:contentPart p14:bwMode="auto" r:id="rId91">
            <p14:nvContentPartPr>
              <p14:cNvPr id="1049579" name=""/>
              <p14:cNvContentPartPr/>
              <p14:nvPr/>
            </p14:nvContentPartPr>
            <p14:xfrm>
              <a:off x="9285233" y="2894685"/>
              <a:ext cx="573819" cy="60889"/>
            </p14:xfrm>
          </p:contentPart>
        </mc:Choice>
        <mc:Fallback>
          <p:sp>
            <p:nvSpPr>
              <p:cNvPr id="1049579" name=""/>
              <p:cNvSpPr/>
              <p:nvPr/>
            </p:nvSpPr>
            <p:spPr>
              <a:xfrm>
                <a:off x="9285233" y="2894685"/>
                <a:ext cx="573819" cy="60889"/>
              </a:xfrm>
            </p:spPr>
          </p:sp>
        </mc:Fallback>
      </mc:AlternateContent>
      <mc:AlternateContent xmlns:mc="http://schemas.openxmlformats.org/markup-compatibility/2006">
        <mc:Choice xmlns:p14="http://schemas.microsoft.com/office/powerpoint/2010/main" Requires="p14">
          <p:contentPart p14:bwMode="auto" r:id="rId92">
            <p14:nvContentPartPr>
              <p14:cNvPr id="1049580" name=""/>
              <p14:cNvContentPartPr/>
              <p14:nvPr/>
            </p14:nvContentPartPr>
            <p14:xfrm>
              <a:off x="10244589" y="2574011"/>
              <a:ext cx="458422" cy="197631"/>
            </p14:xfrm>
          </p:contentPart>
        </mc:Choice>
        <mc:Fallback>
          <p:sp>
            <p:nvSpPr>
              <p:cNvPr id="1049580" name=""/>
              <p:cNvSpPr/>
              <p:nvPr/>
            </p:nvSpPr>
            <p:spPr>
              <a:xfrm>
                <a:off x="10244589" y="2574011"/>
                <a:ext cx="458422" cy="197631"/>
              </a:xfrm>
            </p:spPr>
          </p:sp>
        </mc:Fallback>
      </mc:AlternateContent>
      <mc:AlternateContent xmlns:mc="http://schemas.openxmlformats.org/markup-compatibility/2006">
        <mc:Choice xmlns:p14="http://schemas.microsoft.com/office/powerpoint/2010/main" Requires="p14">
          <p:contentPart p14:bwMode="auto" r:id="rId93">
            <p14:nvContentPartPr>
              <p14:cNvPr id="1049581" name=""/>
              <p14:cNvContentPartPr/>
              <p14:nvPr/>
            </p14:nvContentPartPr>
            <p14:xfrm>
              <a:off x="10769029" y="2339392"/>
              <a:ext cx="462294" cy="410566"/>
            </p14:xfrm>
          </p:contentPart>
        </mc:Choice>
        <mc:Fallback>
          <p:sp>
            <p:nvSpPr>
              <p:cNvPr id="1049581" name=""/>
              <p:cNvSpPr/>
              <p:nvPr/>
            </p:nvSpPr>
            <p:spPr>
              <a:xfrm>
                <a:off x="10769029" y="2339392"/>
                <a:ext cx="462294" cy="410566"/>
              </a:xfrm>
            </p:spPr>
          </p:sp>
        </mc:Fallback>
      </mc:AlternateContent>
      <mc:AlternateContent xmlns:mc="http://schemas.openxmlformats.org/markup-compatibility/2006">
        <mc:Choice xmlns:p14="http://schemas.microsoft.com/office/powerpoint/2010/main" Requires="p14">
          <p:contentPart p14:bwMode="auto" r:id="rId94">
            <p14:nvContentPartPr>
              <p14:cNvPr id="1049582" name=""/>
              <p14:cNvContentPartPr/>
              <p14:nvPr/>
            </p14:nvContentPartPr>
            <p14:xfrm>
              <a:off x="9511503" y="3197241"/>
              <a:ext cx="212126" cy="454117"/>
            </p14:xfrm>
          </p:contentPart>
        </mc:Choice>
        <mc:Fallback>
          <p:sp>
            <p:nvSpPr>
              <p:cNvPr id="1049582" name=""/>
              <p:cNvSpPr/>
              <p:nvPr/>
            </p:nvSpPr>
            <p:spPr>
              <a:xfrm>
                <a:off x="9511503" y="3197241"/>
                <a:ext cx="212126" cy="454117"/>
              </a:xfrm>
            </p:spPr>
          </p:sp>
        </mc:Fallback>
      </mc:AlternateContent>
      <mc:AlternateContent xmlns:mc="http://schemas.openxmlformats.org/markup-compatibility/2006">
        <mc:Choice xmlns:p14="http://schemas.microsoft.com/office/powerpoint/2010/main" Requires="p14">
          <p:contentPart p14:bwMode="auto" r:id="rId95">
            <p14:nvContentPartPr>
              <p14:cNvPr id="1049583" name=""/>
              <p14:cNvContentPartPr/>
              <p14:nvPr/>
            </p14:nvContentPartPr>
            <p14:xfrm>
              <a:off x="9802912" y="3305090"/>
              <a:ext cx="164562" cy="227099"/>
            </p14:xfrm>
          </p:contentPart>
        </mc:Choice>
        <mc:Fallback>
          <p:sp>
            <p:nvSpPr>
              <p:cNvPr id="1049583" name=""/>
              <p:cNvSpPr/>
              <p:nvPr/>
            </p:nvSpPr>
            <p:spPr>
              <a:xfrm>
                <a:off x="9802912" y="3305090"/>
                <a:ext cx="164562" cy="227099"/>
              </a:xfrm>
            </p:spPr>
          </p:sp>
        </mc:Fallback>
      </mc:AlternateContent>
      <mc:AlternateContent xmlns:mc="http://schemas.openxmlformats.org/markup-compatibility/2006">
        <mc:Choice xmlns:p14="http://schemas.microsoft.com/office/powerpoint/2010/main" Requires="p14">
          <p:contentPart p14:bwMode="auto" r:id="rId96">
            <p14:nvContentPartPr>
              <p14:cNvPr id="1049584" name=""/>
              <p14:cNvContentPartPr/>
              <p14:nvPr/>
            </p14:nvContentPartPr>
            <p14:xfrm>
              <a:off x="10102215" y="3226281"/>
              <a:ext cx="281493" cy="474103"/>
            </p14:xfrm>
          </p:contentPart>
        </mc:Choice>
        <mc:Fallback>
          <p:sp>
            <p:nvSpPr>
              <p:cNvPr id="1049584" name=""/>
              <p:cNvSpPr/>
              <p:nvPr/>
            </p:nvSpPr>
            <p:spPr>
              <a:xfrm>
                <a:off x="10102215" y="3226281"/>
                <a:ext cx="281493" cy="474103"/>
              </a:xfrm>
            </p:spPr>
          </p:sp>
        </mc:Fallback>
      </mc:AlternateContent>
      <mc:AlternateContent xmlns:mc="http://schemas.openxmlformats.org/markup-compatibility/2006">
        <mc:Choice xmlns:p14="http://schemas.microsoft.com/office/powerpoint/2010/main" Requires="p14">
          <p:contentPart p14:bwMode="auto" r:id="rId97">
            <p14:nvContentPartPr>
              <p14:cNvPr id="1049585" name=""/>
              <p14:cNvContentPartPr/>
              <p14:nvPr/>
            </p14:nvContentPartPr>
            <p14:xfrm>
              <a:off x="9242998" y="3327865"/>
              <a:ext cx="175418" cy="203823"/>
            </p14:xfrm>
          </p:contentPart>
        </mc:Choice>
        <mc:Fallback>
          <p:sp>
            <p:nvSpPr>
              <p:cNvPr id="1049585" name=""/>
              <p:cNvSpPr/>
              <p:nvPr/>
            </p:nvSpPr>
            <p:spPr>
              <a:xfrm>
                <a:off x="9242998" y="3327865"/>
                <a:ext cx="175418" cy="203823"/>
              </a:xfrm>
            </p:spPr>
          </p:sp>
        </mc:Fallback>
      </mc:AlternateContent>
      <mc:AlternateContent xmlns:mc="http://schemas.openxmlformats.org/markup-compatibility/2006">
        <mc:Choice xmlns:p14="http://schemas.microsoft.com/office/powerpoint/2010/main" Requires="p14">
          <p:contentPart p14:bwMode="auto" r:id="rId98">
            <p14:nvContentPartPr>
              <p14:cNvPr id="1049586" name=""/>
              <p14:cNvContentPartPr/>
              <p14:nvPr/>
            </p14:nvContentPartPr>
            <p14:xfrm>
              <a:off x="10373102" y="3312826"/>
              <a:ext cx="94380" cy="250401"/>
            </p14:xfrm>
          </p:contentPart>
        </mc:Choice>
        <mc:Fallback>
          <p:sp>
            <p:nvSpPr>
              <p:cNvPr id="1049586" name=""/>
              <p:cNvSpPr/>
              <p:nvPr/>
            </p:nvSpPr>
            <p:spPr>
              <a:xfrm>
                <a:off x="10373102" y="3312826"/>
                <a:ext cx="94380" cy="250401"/>
              </a:xfrm>
            </p:spPr>
          </p:sp>
        </mc:Fallback>
      </mc:AlternateContent>
      <mc:AlternateContent xmlns:mc="http://schemas.openxmlformats.org/markup-compatibility/2006">
        <mc:Choice xmlns:p14="http://schemas.microsoft.com/office/powerpoint/2010/main" Requires="p14">
          <p:contentPart p14:bwMode="auto" r:id="rId99">
            <p14:nvContentPartPr>
              <p14:cNvPr id="1049587" name=""/>
              <p14:cNvContentPartPr/>
              <p14:nvPr/>
            </p14:nvContentPartPr>
            <p14:xfrm>
              <a:off x="10387663" y="3571109"/>
              <a:ext cx="170215" cy="10098"/>
            </p14:xfrm>
          </p:contentPart>
        </mc:Choice>
        <mc:Fallback>
          <p:sp>
            <p:nvSpPr>
              <p:cNvPr id="1049587" name=""/>
              <p:cNvSpPr/>
              <p:nvPr/>
            </p:nvSpPr>
            <p:spPr>
              <a:xfrm>
                <a:off x="10387663" y="3571109"/>
                <a:ext cx="170215" cy="10098"/>
              </a:xfrm>
            </p:spPr>
          </p:sp>
        </mc:Fallback>
      </mc:AlternateContent>
      <mc:AlternateContent xmlns:mc="http://schemas.openxmlformats.org/markup-compatibility/2006">
        <mc:Choice xmlns:p14="http://schemas.microsoft.com/office/powerpoint/2010/main" Requires="p14">
          <p:contentPart p14:bwMode="auto" r:id="rId100">
            <p14:nvContentPartPr>
              <p14:cNvPr id="1049588" name=""/>
              <p14:cNvContentPartPr/>
              <p14:nvPr/>
            </p14:nvContentPartPr>
            <p14:xfrm>
              <a:off x="10842103" y="3118891"/>
              <a:ext cx="633790" cy="664801"/>
            </p14:xfrm>
          </p:contentPart>
        </mc:Choice>
        <mc:Fallback>
          <p:sp>
            <p:nvSpPr>
              <p:cNvPr id="1049588" name=""/>
              <p:cNvSpPr/>
              <p:nvPr/>
            </p:nvSpPr>
            <p:spPr>
              <a:xfrm>
                <a:off x="10842103" y="3118891"/>
                <a:ext cx="633790" cy="664801"/>
              </a:xfrm>
            </p:spPr>
          </p:sp>
        </mc:Fallback>
      </mc:AlternateContent>
      <mc:AlternateContent xmlns:mc="http://schemas.openxmlformats.org/markup-compatibility/2006">
        <mc:Choice xmlns:p14="http://schemas.microsoft.com/office/powerpoint/2010/main" Requires="p14">
          <p:contentPart p14:bwMode="auto" r:id="rId101">
            <p14:nvContentPartPr>
              <p14:cNvPr id="1049589" name=""/>
              <p14:cNvContentPartPr/>
              <p14:nvPr/>
            </p14:nvContentPartPr>
            <p14:xfrm>
              <a:off x="11484907" y="3406970"/>
              <a:ext cx="290029" cy="214943"/>
            </p14:xfrm>
          </p:contentPart>
        </mc:Choice>
        <mc:Fallback>
          <p:sp>
            <p:nvSpPr>
              <p:cNvPr id="1049589" name=""/>
              <p:cNvSpPr/>
              <p:nvPr/>
            </p:nvSpPr>
            <p:spPr>
              <a:xfrm>
                <a:off x="11484907" y="3406970"/>
                <a:ext cx="290029" cy="214943"/>
              </a:xfrm>
            </p:spPr>
          </p:sp>
        </mc:Fallback>
      </mc:AlternateContent>
      <mc:AlternateContent xmlns:mc="http://schemas.openxmlformats.org/markup-compatibility/2006">
        <mc:Choice xmlns:p14="http://schemas.microsoft.com/office/powerpoint/2010/main" Requires="p14">
          <p:contentPart p14:bwMode="auto" r:id="rId102">
            <p14:nvContentPartPr>
              <p14:cNvPr id="1049590" name=""/>
              <p14:cNvContentPartPr/>
              <p14:nvPr/>
            </p14:nvContentPartPr>
            <p14:xfrm>
              <a:off x="11300539" y="3320100"/>
              <a:ext cx="2265" cy="67880"/>
            </p14:xfrm>
          </p:contentPart>
        </mc:Choice>
        <mc:Fallback>
          <p:sp>
            <p:nvSpPr>
              <p:cNvPr id="1049590" name=""/>
              <p:cNvSpPr/>
              <p:nvPr/>
            </p:nvSpPr>
            <p:spPr>
              <a:xfrm>
                <a:off x="11300539" y="3320100"/>
                <a:ext cx="2265" cy="67880"/>
              </a:xfrm>
            </p:spPr>
          </p:sp>
        </mc:Fallback>
      </mc:AlternateContent>
      <mc:AlternateContent xmlns:mc="http://schemas.openxmlformats.org/markup-compatibility/2006">
        <mc:Choice xmlns:p14="http://schemas.microsoft.com/office/powerpoint/2010/main" Requires="p14">
          <p:contentPart p14:bwMode="auto" r:id="rId103">
            <p14:nvContentPartPr>
              <p14:cNvPr id="1049591" name=""/>
              <p14:cNvContentPartPr/>
              <p14:nvPr/>
            </p14:nvContentPartPr>
            <p14:xfrm>
              <a:off x="9150777" y="2769593"/>
              <a:ext cx="63694" cy="111546"/>
            </p14:xfrm>
          </p:contentPart>
        </mc:Choice>
        <mc:Fallback>
          <p:sp>
            <p:nvSpPr>
              <p:cNvPr id="1049591" name=""/>
              <p:cNvSpPr/>
              <p:nvPr/>
            </p:nvSpPr>
            <p:spPr>
              <a:xfrm>
                <a:off x="9150777" y="2769593"/>
                <a:ext cx="63694" cy="111546"/>
              </a:xfrm>
            </p:spPr>
          </p:sp>
        </mc:Fallback>
      </mc:AlternateContent>
      <mc:AlternateContent xmlns:mc="http://schemas.openxmlformats.org/markup-compatibility/2006">
        <mc:Choice xmlns:p14="http://schemas.microsoft.com/office/powerpoint/2010/main" Requires="p14">
          <p:contentPart p14:bwMode="auto" r:id="rId104">
            <p14:nvContentPartPr>
              <p14:cNvPr id="1049592" name=""/>
              <p14:cNvContentPartPr/>
              <p14:nvPr/>
            </p14:nvContentPartPr>
            <p14:xfrm>
              <a:off x="9050873" y="3445090"/>
              <a:ext cx="82305" cy="117003"/>
            </p14:xfrm>
          </p:contentPart>
        </mc:Choice>
        <mc:Fallback>
          <p:sp>
            <p:nvSpPr>
              <p:cNvPr id="1049592" name=""/>
              <p:cNvSpPr/>
              <p:nvPr/>
            </p:nvSpPr>
            <p:spPr>
              <a:xfrm>
                <a:off x="9050873" y="3445090"/>
                <a:ext cx="82305" cy="117003"/>
              </a:xfrm>
            </p:spPr>
          </p:sp>
        </mc:Fallback>
      </mc:AlternateContent>
      <mc:AlternateContent xmlns:mc="http://schemas.openxmlformats.org/markup-compatibility/2006">
        <mc:Choice xmlns:p14="http://schemas.microsoft.com/office/powerpoint/2010/main" Requires="p14">
          <p:contentPart p14:bwMode="auto" r:id="rId105">
            <p14:nvContentPartPr>
              <p14:cNvPr id="1049593" name=""/>
              <p14:cNvContentPartPr/>
              <p14:nvPr/>
            </p14:nvContentPartPr>
            <p14:xfrm>
              <a:off x="9231288" y="4079174"/>
              <a:ext cx="89089" cy="80941"/>
            </p14:xfrm>
          </p:contentPart>
        </mc:Choice>
        <mc:Fallback>
          <p:sp>
            <p:nvSpPr>
              <p:cNvPr id="1049593" name=""/>
              <p:cNvSpPr/>
              <p:nvPr/>
            </p:nvSpPr>
            <p:spPr>
              <a:xfrm>
                <a:off x="9231288" y="4079174"/>
                <a:ext cx="89089" cy="80941"/>
              </a:xfrm>
            </p:spPr>
          </p:sp>
        </mc:Fallback>
      </mc:AlternateContent>
      <mc:AlternateContent xmlns:mc="http://schemas.openxmlformats.org/markup-compatibility/2006">
        <mc:Choice xmlns:p14="http://schemas.microsoft.com/office/powerpoint/2010/main" Requires="p14">
          <p:contentPart p14:bwMode="auto" r:id="rId106">
            <p14:nvContentPartPr>
              <p14:cNvPr id="1049594" name=""/>
              <p14:cNvContentPartPr/>
              <p14:nvPr/>
            </p14:nvContentPartPr>
            <p14:xfrm>
              <a:off x="9564827" y="4027960"/>
              <a:ext cx="157439" cy="227793"/>
            </p14:xfrm>
          </p:contentPart>
        </mc:Choice>
        <mc:Fallback>
          <p:sp>
            <p:nvSpPr>
              <p:cNvPr id="1049594" name=""/>
              <p:cNvSpPr/>
              <p:nvPr/>
            </p:nvSpPr>
            <p:spPr>
              <a:xfrm>
                <a:off x="9564827" y="4027960"/>
                <a:ext cx="157439" cy="227793"/>
              </a:xfrm>
            </p:spPr>
          </p:sp>
        </mc:Fallback>
      </mc:AlternateContent>
      <mc:AlternateContent xmlns:mc="http://schemas.openxmlformats.org/markup-compatibility/2006">
        <mc:Choice xmlns:p14="http://schemas.microsoft.com/office/powerpoint/2010/main" Requires="p14">
          <p:contentPart p14:bwMode="auto" r:id="rId107">
            <p14:nvContentPartPr>
              <p14:cNvPr id="1049595" name=""/>
              <p14:cNvContentPartPr/>
              <p14:nvPr/>
            </p14:nvContentPartPr>
            <p14:xfrm>
              <a:off x="9786688" y="4138664"/>
              <a:ext cx="182660" cy="8355"/>
            </p14:xfrm>
          </p:contentPart>
        </mc:Choice>
        <mc:Fallback>
          <p:sp>
            <p:nvSpPr>
              <p:cNvPr id="1049595" name=""/>
              <p:cNvSpPr/>
              <p:nvPr/>
            </p:nvSpPr>
            <p:spPr>
              <a:xfrm>
                <a:off x="9786688" y="4138664"/>
                <a:ext cx="182660" cy="8355"/>
              </a:xfrm>
            </p:spPr>
          </p:sp>
        </mc:Fallback>
      </mc:AlternateContent>
      <mc:AlternateContent xmlns:mc="http://schemas.openxmlformats.org/markup-compatibility/2006">
        <mc:Choice xmlns:p14="http://schemas.microsoft.com/office/powerpoint/2010/main" Requires="p14">
          <p:contentPart p14:bwMode="auto" r:id="rId108">
            <p14:nvContentPartPr>
              <p14:cNvPr id="1049596" name=""/>
              <p14:cNvContentPartPr/>
              <p14:nvPr/>
            </p14:nvContentPartPr>
            <p14:xfrm>
              <a:off x="9815369" y="4225127"/>
              <a:ext cx="173402" cy="23023"/>
            </p14:xfrm>
          </p:contentPart>
        </mc:Choice>
        <mc:Fallback>
          <p:sp>
            <p:nvSpPr>
              <p:cNvPr id="1049596" name=""/>
              <p:cNvSpPr/>
              <p:nvPr/>
            </p:nvSpPr>
            <p:spPr>
              <a:xfrm>
                <a:off x="9815369" y="4225127"/>
                <a:ext cx="173402" cy="23023"/>
              </a:xfrm>
            </p:spPr>
          </p:sp>
        </mc:Fallback>
      </mc:AlternateContent>
      <mc:AlternateContent xmlns:mc="http://schemas.openxmlformats.org/markup-compatibility/2006">
        <mc:Choice xmlns:p14="http://schemas.microsoft.com/office/powerpoint/2010/main" Requires="p14">
          <p:contentPart p14:bwMode="auto" r:id="rId109">
            <p14:nvContentPartPr>
              <p14:cNvPr id="1049597" name=""/>
              <p14:cNvContentPartPr/>
              <p14:nvPr/>
            </p14:nvContentPartPr>
            <p14:xfrm>
              <a:off x="10108796" y="4022755"/>
              <a:ext cx="16799" cy="252295"/>
            </p14:xfrm>
          </p:contentPart>
        </mc:Choice>
        <mc:Fallback>
          <p:sp>
            <p:nvSpPr>
              <p:cNvPr id="1049597" name=""/>
              <p:cNvSpPr/>
              <p:nvPr/>
            </p:nvSpPr>
            <p:spPr>
              <a:xfrm>
                <a:off x="10108796" y="4022755"/>
                <a:ext cx="16799" cy="252295"/>
              </a:xfrm>
            </p:spPr>
          </p:sp>
        </mc:Fallback>
      </mc:AlternateContent>
      <mc:AlternateContent xmlns:mc="http://schemas.openxmlformats.org/markup-compatibility/2006">
        <mc:Choice xmlns:p14="http://schemas.microsoft.com/office/powerpoint/2010/main" Requires="p14">
          <p:contentPart p14:bwMode="auto" r:id="rId110">
            <p14:nvContentPartPr>
              <p14:cNvPr id="1049598" name=""/>
              <p14:cNvContentPartPr/>
              <p14:nvPr/>
            </p14:nvContentPartPr>
            <p14:xfrm>
              <a:off x="9472656" y="3866546"/>
              <a:ext cx="752105" cy="538805"/>
            </p14:xfrm>
          </p:contentPart>
        </mc:Choice>
        <mc:Fallback>
          <p:sp>
            <p:nvSpPr>
              <p:cNvPr id="1049598" name=""/>
              <p:cNvSpPr/>
              <p:nvPr/>
            </p:nvSpPr>
            <p:spPr>
              <a:xfrm>
                <a:off x="9472656" y="3866546"/>
                <a:ext cx="752105" cy="538805"/>
              </a:xfrm>
            </p:spPr>
          </p:sp>
        </mc:Fallback>
      </mc:AlternateContent>
      <mc:AlternateContent xmlns:mc="http://schemas.openxmlformats.org/markup-compatibility/2006">
        <mc:Choice xmlns:p14="http://schemas.microsoft.com/office/powerpoint/2010/main" Requires="p14">
          <p:contentPart p14:bwMode="auto" r:id="rId111">
            <p14:nvContentPartPr>
              <p14:cNvPr id="1049599" name=""/>
              <p14:cNvContentPartPr/>
              <p14:nvPr/>
            </p14:nvContentPartPr>
            <p14:xfrm>
              <a:off x="10466205" y="4101473"/>
              <a:ext cx="230196" cy="512156"/>
            </p14:xfrm>
          </p:contentPart>
        </mc:Choice>
        <mc:Fallback>
          <p:sp>
            <p:nvSpPr>
              <p:cNvPr id="1049599" name=""/>
              <p:cNvSpPr/>
              <p:nvPr/>
            </p:nvSpPr>
            <p:spPr>
              <a:xfrm>
                <a:off x="10466205" y="4101473"/>
                <a:ext cx="230196" cy="512156"/>
              </a:xfrm>
            </p:spPr>
          </p:sp>
        </mc:Fallback>
      </mc:AlternateContent>
      <mc:AlternateContent xmlns:mc="http://schemas.openxmlformats.org/markup-compatibility/2006">
        <mc:Choice xmlns:p14="http://schemas.microsoft.com/office/powerpoint/2010/main" Requires="p14">
          <p:contentPart p14:bwMode="auto" r:id="rId112">
            <p14:nvContentPartPr>
              <p14:cNvPr id="1049600" name=""/>
              <p14:cNvContentPartPr/>
              <p14:nvPr/>
            </p14:nvContentPartPr>
            <p14:xfrm>
              <a:off x="10776475" y="4182126"/>
              <a:ext cx="301295" cy="177473"/>
            </p14:xfrm>
          </p:contentPart>
        </mc:Choice>
        <mc:Fallback>
          <p:sp>
            <p:nvSpPr>
              <p:cNvPr id="1049600" name=""/>
              <p:cNvSpPr/>
              <p:nvPr/>
            </p:nvSpPr>
            <p:spPr>
              <a:xfrm>
                <a:off x="10776475" y="4182126"/>
                <a:ext cx="301295" cy="177473"/>
              </a:xfrm>
            </p:spPr>
          </p:sp>
        </mc:Fallback>
      </mc:AlternateContent>
      <mc:AlternateContent xmlns:mc="http://schemas.openxmlformats.org/markup-compatibility/2006">
        <mc:Choice xmlns:p14="http://schemas.microsoft.com/office/powerpoint/2010/main" Requires="p14">
          <p:contentPart p14:bwMode="auto" r:id="rId113">
            <p14:nvContentPartPr>
              <p14:cNvPr id="1049601" name=""/>
              <p14:cNvContentPartPr/>
              <p14:nvPr/>
            </p14:nvContentPartPr>
            <p14:xfrm>
              <a:off x="11163646" y="4015277"/>
              <a:ext cx="317203" cy="317543"/>
            </p14:xfrm>
          </p:contentPart>
        </mc:Choice>
        <mc:Fallback>
          <p:sp>
            <p:nvSpPr>
              <p:cNvPr id="1049601" name=""/>
              <p:cNvSpPr/>
              <p:nvPr/>
            </p:nvSpPr>
            <p:spPr>
              <a:xfrm>
                <a:off x="11163646" y="4015277"/>
                <a:ext cx="317203" cy="317543"/>
              </a:xfrm>
            </p:spPr>
          </p:sp>
        </mc:Fallback>
      </mc:AlternateContent>
      <mc:AlternateContent xmlns:mc="http://schemas.openxmlformats.org/markup-compatibility/2006">
        <mc:Choice xmlns:p14="http://schemas.microsoft.com/office/powerpoint/2010/main" Requires="p14">
          <p:contentPart p14:bwMode="auto" r:id="rId114">
            <p14:nvContentPartPr>
              <p14:cNvPr id="1049602" name=""/>
              <p14:cNvContentPartPr/>
              <p14:nvPr/>
            </p14:nvContentPartPr>
            <p14:xfrm>
              <a:off x="11488173" y="3928727"/>
              <a:ext cx="315302" cy="482921"/>
            </p14:xfrm>
          </p:contentPart>
        </mc:Choice>
        <mc:Fallback>
          <p:sp>
            <p:nvSpPr>
              <p:cNvPr id="1049602" name=""/>
              <p:cNvSpPr/>
              <p:nvPr/>
            </p:nvSpPr>
            <p:spPr>
              <a:xfrm>
                <a:off x="11488173" y="3928727"/>
                <a:ext cx="315302" cy="482921"/>
              </a:xfrm>
            </p:spPr>
          </p:sp>
        </mc:Fallback>
      </mc:AlternateContent>
      <mc:AlternateContent xmlns:mc="http://schemas.openxmlformats.org/markup-compatibility/2006">
        <mc:Choice xmlns:p14="http://schemas.microsoft.com/office/powerpoint/2010/main" Requires="p14">
          <p:contentPart p14:bwMode="auto" r:id="rId115">
            <p14:nvContentPartPr>
              <p14:cNvPr id="1049603" name=""/>
              <p14:cNvContentPartPr/>
              <p14:nvPr/>
            </p14:nvContentPartPr>
            <p14:xfrm>
              <a:off x="10450783" y="4095230"/>
              <a:ext cx="51162" cy="66729"/>
            </p14:xfrm>
          </p:contentPart>
        </mc:Choice>
        <mc:Fallback>
          <p:sp>
            <p:nvSpPr>
              <p:cNvPr id="1049603" name=""/>
              <p:cNvSpPr/>
              <p:nvPr/>
            </p:nvSpPr>
            <p:spPr>
              <a:xfrm>
                <a:off x="10450783" y="4095230"/>
                <a:ext cx="51162" cy="66729"/>
              </a:xfrm>
            </p:spPr>
          </p:sp>
        </mc:Fallback>
      </mc:AlternateContent>
      <mc:AlternateContent xmlns:mc="http://schemas.openxmlformats.org/markup-compatibility/2006">
        <mc:Choice xmlns:p14="http://schemas.microsoft.com/office/powerpoint/2010/main" Requires="p14">
          <p:contentPart p14:bwMode="auto" r:id="rId116">
            <p14:nvContentPartPr>
              <p14:cNvPr id="1049604" name=""/>
              <p14:cNvContentPartPr/>
              <p14:nvPr/>
            </p14:nvContentPartPr>
            <p14:xfrm>
              <a:off x="10001574" y="4015557"/>
              <a:ext cx="85601" cy="152395"/>
            </p14:xfrm>
          </p:contentPart>
        </mc:Choice>
        <mc:Fallback>
          <p:sp>
            <p:nvSpPr>
              <p:cNvPr id="1049604" name=""/>
              <p:cNvSpPr/>
              <p:nvPr/>
            </p:nvSpPr>
            <p:spPr>
              <a:xfrm>
                <a:off x="10001574" y="4015557"/>
                <a:ext cx="85601" cy="152395"/>
              </a:xfrm>
            </p:spPr>
          </p:sp>
        </mc:Fallback>
      </mc:AlternateContent>
      <mc:AlternateContent xmlns:mc="http://schemas.openxmlformats.org/markup-compatibility/2006">
        <mc:Choice xmlns:p14="http://schemas.microsoft.com/office/powerpoint/2010/main" Requires="p14">
          <p:contentPart p14:bwMode="auto" r:id="rId117">
            <p14:nvContentPartPr>
              <p14:cNvPr id="1049605" name=""/>
              <p14:cNvContentPartPr/>
              <p14:nvPr/>
            </p14:nvContentPartPr>
            <p14:xfrm>
              <a:off x="9572243" y="4778900"/>
              <a:ext cx="198064" cy="380358"/>
            </p14:xfrm>
          </p:contentPart>
        </mc:Choice>
        <mc:Fallback>
          <p:sp>
            <p:nvSpPr>
              <p:cNvPr id="1049605" name=""/>
              <p:cNvSpPr/>
              <p:nvPr/>
            </p:nvSpPr>
            <p:spPr>
              <a:xfrm>
                <a:off x="9572243" y="4778900"/>
                <a:ext cx="198064" cy="380358"/>
              </a:xfrm>
            </p:spPr>
          </p:sp>
        </mc:Fallback>
      </mc:AlternateContent>
      <mc:AlternateContent xmlns:mc="http://schemas.openxmlformats.org/markup-compatibility/2006">
        <mc:Choice xmlns:p14="http://schemas.microsoft.com/office/powerpoint/2010/main" Requires="p14">
          <p:contentPart p14:bwMode="auto" r:id="rId118">
            <p14:nvContentPartPr>
              <p14:cNvPr id="1049606" name=""/>
              <p14:cNvContentPartPr/>
              <p14:nvPr/>
            </p14:nvContentPartPr>
            <p14:xfrm>
              <a:off x="9808309" y="4863409"/>
              <a:ext cx="252509" cy="366859"/>
            </p14:xfrm>
          </p:contentPart>
        </mc:Choice>
        <mc:Fallback>
          <p:sp>
            <p:nvSpPr>
              <p:cNvPr id="1049606" name=""/>
              <p:cNvSpPr/>
              <p:nvPr/>
            </p:nvSpPr>
            <p:spPr>
              <a:xfrm>
                <a:off x="9808309" y="4863409"/>
                <a:ext cx="252509" cy="366859"/>
              </a:xfrm>
            </p:spPr>
          </p:sp>
        </mc:Fallback>
      </mc:AlternateContent>
      <mc:AlternateContent xmlns:mc="http://schemas.openxmlformats.org/markup-compatibility/2006">
        <mc:Choice xmlns:p14="http://schemas.microsoft.com/office/powerpoint/2010/main" Requires="p14">
          <p:contentPart p14:bwMode="auto" r:id="rId119">
            <p14:nvContentPartPr>
              <p14:cNvPr id="1049607" name=""/>
              <p14:cNvContentPartPr/>
              <p14:nvPr/>
            </p14:nvContentPartPr>
            <p14:xfrm>
              <a:off x="10129976" y="4872439"/>
              <a:ext cx="110887" cy="311101"/>
            </p14:xfrm>
          </p:contentPart>
        </mc:Choice>
        <mc:Fallback>
          <p:sp>
            <p:nvSpPr>
              <p:cNvPr id="1049607" name=""/>
              <p:cNvSpPr/>
              <p:nvPr/>
            </p:nvSpPr>
            <p:spPr>
              <a:xfrm>
                <a:off x="10129976" y="4872439"/>
                <a:ext cx="110887" cy="311101"/>
              </a:xfrm>
            </p:spPr>
          </p:sp>
        </mc:Fallback>
      </mc:AlternateContent>
      <mc:AlternateContent xmlns:mc="http://schemas.openxmlformats.org/markup-compatibility/2006">
        <mc:Choice xmlns:p14="http://schemas.microsoft.com/office/powerpoint/2010/main" Requires="p14">
          <p:contentPart p14:bwMode="auto" r:id="rId120">
            <p14:nvContentPartPr>
              <p14:cNvPr id="1049608" name=""/>
              <p14:cNvContentPartPr/>
              <p14:nvPr/>
            </p14:nvContentPartPr>
            <p14:xfrm>
              <a:off x="10101737" y="5187745"/>
              <a:ext cx="271365" cy="26866"/>
            </p14:xfrm>
          </p:contentPart>
        </mc:Choice>
        <mc:Fallback>
          <p:sp>
            <p:nvSpPr>
              <p:cNvPr id="1049608" name=""/>
              <p:cNvSpPr/>
              <p:nvPr/>
            </p:nvSpPr>
            <p:spPr>
              <a:xfrm>
                <a:off x="10101737" y="5187745"/>
                <a:ext cx="271365" cy="26866"/>
              </a:xfrm>
            </p:spPr>
          </p:sp>
        </mc:Fallback>
      </mc:AlternateContent>
      <mc:AlternateContent xmlns:mc="http://schemas.openxmlformats.org/markup-compatibility/2006">
        <mc:Choice xmlns:p14="http://schemas.microsoft.com/office/powerpoint/2010/main" Requires="p14">
          <p:contentPart p14:bwMode="auto" r:id="rId121">
            <p14:nvContentPartPr>
              <p14:cNvPr id="1049609" name=""/>
              <p14:cNvContentPartPr/>
              <p14:nvPr/>
            </p14:nvContentPartPr>
            <p14:xfrm>
              <a:off x="9339715" y="5022505"/>
              <a:ext cx="100874" cy="97164"/>
            </p14:xfrm>
          </p:contentPart>
        </mc:Choice>
        <mc:Fallback>
          <p:sp>
            <p:nvSpPr>
              <p:cNvPr id="1049609" name=""/>
              <p:cNvSpPr/>
              <p:nvPr/>
            </p:nvSpPr>
            <p:spPr>
              <a:xfrm>
                <a:off x="9339715" y="5022505"/>
                <a:ext cx="100874" cy="97164"/>
              </a:xfrm>
            </p:spPr>
          </p:sp>
        </mc:Fallback>
      </mc:AlternateContent>
      <mc:AlternateContent xmlns:mc="http://schemas.openxmlformats.org/markup-compatibility/2006">
        <mc:Choice xmlns:p14="http://schemas.microsoft.com/office/powerpoint/2010/main" Requires="p14">
          <p:contentPart p14:bwMode="auto" r:id="rId122">
            <p14:nvContentPartPr>
              <p14:cNvPr id="1049610" name=""/>
              <p14:cNvContentPartPr/>
              <p14:nvPr/>
            </p14:nvContentPartPr>
            <p14:xfrm>
              <a:off x="10709330" y="4764567"/>
              <a:ext cx="400537" cy="704751"/>
            </p14:xfrm>
          </p:contentPart>
        </mc:Choice>
        <mc:Fallback>
          <p:sp>
            <p:nvSpPr>
              <p:cNvPr id="1049610" name=""/>
              <p:cNvSpPr/>
              <p:nvPr/>
            </p:nvSpPr>
            <p:spPr>
              <a:xfrm>
                <a:off x="10709330" y="4764567"/>
                <a:ext cx="400537" cy="704751"/>
              </a:xfrm>
            </p:spPr>
          </p:sp>
        </mc:Fallback>
      </mc:AlternateContent>
      <mc:AlternateContent xmlns:mc="http://schemas.openxmlformats.org/markup-compatibility/2006">
        <mc:Choice xmlns:p14="http://schemas.microsoft.com/office/powerpoint/2010/main" Requires="p14">
          <p:contentPart p14:bwMode="auto" r:id="rId123">
            <p14:nvContentPartPr>
              <p14:cNvPr id="1049611" name=""/>
              <p14:cNvContentPartPr/>
              <p14:nvPr/>
            </p14:nvContentPartPr>
            <p14:xfrm>
              <a:off x="11152781" y="4986268"/>
              <a:ext cx="52952" cy="404626"/>
            </p14:xfrm>
          </p:contentPart>
        </mc:Choice>
        <mc:Fallback>
          <p:sp>
            <p:nvSpPr>
              <p:cNvPr id="1049611" name=""/>
              <p:cNvSpPr/>
              <p:nvPr/>
            </p:nvSpPr>
            <p:spPr>
              <a:xfrm>
                <a:off x="11152781" y="4986268"/>
                <a:ext cx="52952" cy="404626"/>
              </a:xfrm>
            </p:spPr>
          </p:sp>
        </mc:Fallback>
      </mc:AlternateContent>
      <mc:AlternateContent xmlns:mc="http://schemas.openxmlformats.org/markup-compatibility/2006">
        <mc:Choice xmlns:p14="http://schemas.microsoft.com/office/powerpoint/2010/main" Requires="p14">
          <p:contentPart p14:bwMode="auto" r:id="rId124">
            <p14:nvContentPartPr>
              <p14:cNvPr id="1049612" name=""/>
              <p14:cNvContentPartPr/>
              <p14:nvPr/>
            </p14:nvContentPartPr>
            <p14:xfrm>
              <a:off x="11138661" y="5028352"/>
              <a:ext cx="285927" cy="248062"/>
            </p14:xfrm>
          </p:contentPart>
        </mc:Choice>
        <mc:Fallback>
          <p:sp>
            <p:nvSpPr>
              <p:cNvPr id="1049612" name=""/>
              <p:cNvSpPr/>
              <p:nvPr/>
            </p:nvSpPr>
            <p:spPr>
              <a:xfrm>
                <a:off x="11138661" y="5028352"/>
                <a:ext cx="285927" cy="248062"/>
              </a:xfrm>
            </p:spPr>
          </p:sp>
        </mc:Fallback>
      </mc:AlternateContent>
      <mc:AlternateContent xmlns:mc="http://schemas.openxmlformats.org/markup-compatibility/2006">
        <mc:Choice xmlns:p14="http://schemas.microsoft.com/office/powerpoint/2010/main" Requires="p14">
          <p:contentPart p14:bwMode="auto" r:id="rId125">
            <p14:nvContentPartPr>
              <p14:cNvPr id="1049613" name=""/>
              <p14:cNvContentPartPr/>
              <p14:nvPr/>
            </p14:nvContentPartPr>
            <p14:xfrm>
              <a:off x="11474449" y="4790686"/>
              <a:ext cx="136025" cy="422567"/>
            </p14:xfrm>
          </p:contentPart>
        </mc:Choice>
        <mc:Fallback>
          <p:sp>
            <p:nvSpPr>
              <p:cNvPr id="1049613" name=""/>
              <p:cNvSpPr/>
              <p:nvPr/>
            </p:nvSpPr>
            <p:spPr>
              <a:xfrm>
                <a:off x="11474449" y="4790686"/>
                <a:ext cx="136025" cy="422567"/>
              </a:xfrm>
            </p:spPr>
          </p:sp>
        </mc:Fallback>
      </mc:AlternateContent>
      <mc:AlternateContent xmlns:mc="http://schemas.openxmlformats.org/markup-compatibility/2006">
        <mc:Choice xmlns:p14="http://schemas.microsoft.com/office/powerpoint/2010/main" Requires="p14">
          <p:contentPart p14:bwMode="auto" r:id="rId126">
            <p14:nvContentPartPr>
              <p14:cNvPr id="1049614" name=""/>
              <p14:cNvContentPartPr/>
              <p14:nvPr/>
            </p14:nvContentPartPr>
            <p14:xfrm>
              <a:off x="11643802" y="4758178"/>
              <a:ext cx="255060" cy="492650"/>
            </p14:xfrm>
          </p:contentPart>
        </mc:Choice>
        <mc:Fallback>
          <p:sp>
            <p:nvSpPr>
              <p:cNvPr id="1049614" name=""/>
              <p:cNvSpPr/>
              <p:nvPr/>
            </p:nvSpPr>
            <p:spPr>
              <a:xfrm>
                <a:off x="11643802" y="4758178"/>
                <a:ext cx="255060" cy="492650"/>
              </a:xfrm>
            </p:spPr>
          </p:sp>
        </mc:Fallback>
      </mc:AlternateContent>
      <mc:AlternateContent xmlns:mc="http://schemas.openxmlformats.org/markup-compatibility/2006">
        <mc:Choice xmlns:p14="http://schemas.microsoft.com/office/powerpoint/2010/main" Requires="p14">
          <p:contentPart p14:bwMode="auto" r:id="rId127">
            <p14:nvContentPartPr>
              <p14:cNvPr id="1049615" name=""/>
              <p14:cNvContentPartPr/>
              <p14:nvPr/>
            </p14:nvContentPartPr>
            <p14:xfrm>
              <a:off x="12032623" y="5225533"/>
              <a:ext cx="14120" cy="79423"/>
            </p14:xfrm>
          </p:contentPart>
        </mc:Choice>
        <mc:Fallback>
          <p:sp>
            <p:nvSpPr>
              <p:cNvPr id="1049615" name=""/>
              <p:cNvSpPr/>
              <p:nvPr/>
            </p:nvSpPr>
            <p:spPr>
              <a:xfrm>
                <a:off x="12032623" y="5225533"/>
                <a:ext cx="14120" cy="79423"/>
              </a:xfrm>
            </p:spPr>
          </p:sp>
        </mc:Fallback>
      </mc:AlternateContent>
      <mc:AlternateContent xmlns:mc="http://schemas.openxmlformats.org/markup-compatibility/2006">
        <mc:Choice xmlns:p14="http://schemas.microsoft.com/office/powerpoint/2010/main" Requires="p14">
          <p:contentPart p14:bwMode="auto" r:id="rId128">
            <p14:nvContentPartPr>
              <p14:cNvPr id="1049616" name=""/>
              <p14:cNvContentPartPr/>
              <p14:nvPr/>
            </p14:nvContentPartPr>
            <p14:xfrm>
              <a:off x="9772794" y="4113116"/>
              <a:ext cx="149797" cy="40193"/>
            </p14:xfrm>
          </p:contentPart>
        </mc:Choice>
        <mc:Fallback>
          <p:sp>
            <p:nvSpPr>
              <p:cNvPr id="1049616" name=""/>
              <p:cNvSpPr/>
              <p:nvPr/>
            </p:nvSpPr>
            <p:spPr>
              <a:xfrm>
                <a:off x="9772794" y="4113116"/>
                <a:ext cx="149797" cy="40193"/>
              </a:xfrm>
            </p:spPr>
          </p:sp>
        </mc:Fallback>
      </mc:AlternateContent>
      <mc:AlternateContent xmlns:mc="http://schemas.openxmlformats.org/markup-compatibility/2006">
        <mc:Choice xmlns:p14="http://schemas.microsoft.com/office/powerpoint/2010/main" Requires="p14">
          <p:contentPart p14:bwMode="auto" r:id="rId129">
            <p14:nvContentPartPr>
              <p14:cNvPr id="1049617" name=""/>
              <p14:cNvContentPartPr/>
              <p14:nvPr/>
            </p14:nvContentPartPr>
            <p14:xfrm>
              <a:off x="9977022" y="3950529"/>
              <a:ext cx="103094" cy="247677"/>
            </p14:xfrm>
          </p:contentPart>
        </mc:Choice>
        <mc:Fallback>
          <p:sp>
            <p:nvSpPr>
              <p:cNvPr id="1049617" name=""/>
              <p:cNvSpPr/>
              <p:nvPr/>
            </p:nvSpPr>
            <p:spPr>
              <a:xfrm>
                <a:off x="9977022" y="3950529"/>
                <a:ext cx="103094" cy="247677"/>
              </a:xfrm>
            </p:spPr>
          </p:sp>
        </mc:Fallback>
      </mc:AlternateContent>
      <mc:AlternateContent xmlns:mc="http://schemas.openxmlformats.org/markup-compatibility/2006">
        <mc:Choice xmlns:p14="http://schemas.microsoft.com/office/powerpoint/2010/main" Requires="p14">
          <p:contentPart p14:bwMode="auto" r:id="rId130">
            <p14:nvContentPartPr>
              <p14:cNvPr id="1049618" name=""/>
              <p14:cNvContentPartPr/>
              <p14:nvPr/>
            </p14:nvContentPartPr>
            <p14:xfrm>
              <a:off x="10080116" y="3943083"/>
              <a:ext cx="7059" cy="383964"/>
            </p14:xfrm>
          </p:contentPart>
        </mc:Choice>
        <mc:Fallback>
          <p:sp>
            <p:nvSpPr>
              <p:cNvPr id="1049618" name=""/>
              <p:cNvSpPr/>
              <p:nvPr/>
            </p:nvSpPr>
            <p:spPr>
              <a:xfrm>
                <a:off x="10080116" y="3943083"/>
                <a:ext cx="7059" cy="383964"/>
              </a:xfrm>
            </p:spPr>
          </p:sp>
        </mc:Fallback>
      </mc:AlternateContent>
      <mc:AlternateContent xmlns:mc="http://schemas.openxmlformats.org/markup-compatibility/2006">
        <mc:Choice xmlns:p14="http://schemas.microsoft.com/office/powerpoint/2010/main" Requires="p14">
          <p:contentPart p14:bwMode="auto" r:id="rId131">
            <p14:nvContentPartPr>
              <p14:cNvPr id="1049619" name=""/>
              <p14:cNvContentPartPr/>
              <p14:nvPr/>
            </p14:nvContentPartPr>
            <p14:xfrm>
              <a:off x="10001132" y="3965173"/>
              <a:ext cx="78984" cy="192572"/>
            </p14:xfrm>
          </p:contentPart>
        </mc:Choice>
        <mc:Fallback>
          <p:sp>
            <p:nvSpPr>
              <p:cNvPr id="1049619" name=""/>
              <p:cNvSpPr/>
              <p:nvPr/>
            </p:nvSpPr>
            <p:spPr>
              <a:xfrm>
                <a:off x="10001132" y="3965173"/>
                <a:ext cx="78984" cy="192572"/>
              </a:xfrm>
            </p:spPr>
          </p:sp>
        </mc:Fallback>
      </mc:AlternateContent>
      <mc:AlternateContent xmlns:mc="http://schemas.openxmlformats.org/markup-compatibility/2006">
        <mc:Choice xmlns:p14="http://schemas.microsoft.com/office/powerpoint/2010/main" Requires="p14">
          <p:contentPart p14:bwMode="auto" r:id="rId132">
            <p14:nvContentPartPr>
              <p14:cNvPr id="1049620" name=""/>
              <p14:cNvContentPartPr/>
              <p14:nvPr/>
            </p14:nvContentPartPr>
            <p14:xfrm>
              <a:off x="9777897" y="4117408"/>
              <a:ext cx="108953" cy="25211"/>
            </p14:xfrm>
          </p:contentPart>
        </mc:Choice>
        <mc:Fallback>
          <p:sp>
            <p:nvSpPr>
              <p:cNvPr id="1049620" name=""/>
              <p:cNvSpPr/>
              <p:nvPr/>
            </p:nvSpPr>
            <p:spPr>
              <a:xfrm>
                <a:off x="9777897" y="4117408"/>
                <a:ext cx="108953" cy="25211"/>
              </a:xfrm>
            </p:spPr>
          </p:sp>
        </mc:Fallback>
      </mc:AlternateContent>
      <mc:AlternateContent xmlns:mc="http://schemas.openxmlformats.org/markup-compatibility/2006">
        <mc:Choice xmlns:p14="http://schemas.microsoft.com/office/powerpoint/2010/main" Requires="p14">
          <p:contentPart p14:bwMode="auto" r:id="rId133">
            <p14:nvContentPartPr>
              <p14:cNvPr id="1049621" name=""/>
              <p14:cNvContentPartPr/>
              <p14:nvPr/>
            </p14:nvContentPartPr>
            <p14:xfrm>
              <a:off x="10065554" y="3957727"/>
              <a:ext cx="48240" cy="387765"/>
            </p14:xfrm>
          </p:contentPart>
        </mc:Choice>
        <mc:Fallback>
          <p:sp>
            <p:nvSpPr>
              <p:cNvPr id="1049621" name=""/>
              <p:cNvSpPr/>
              <p:nvPr/>
            </p:nvSpPr>
            <p:spPr>
              <a:xfrm>
                <a:off x="10065554" y="3957727"/>
                <a:ext cx="48240" cy="387765"/>
              </a:xfrm>
            </p:spPr>
          </p:sp>
        </mc:Fallback>
      </mc:AlternateContent>
      <mc:AlternateContent xmlns:mc="http://schemas.openxmlformats.org/markup-compatibility/2006">
        <mc:Choice xmlns:p14="http://schemas.microsoft.com/office/powerpoint/2010/main" Requires="p14">
          <p:contentPart p14:bwMode="auto" r:id="rId134">
            <p14:nvContentPartPr>
              <p14:cNvPr id="1049622" name=""/>
              <p14:cNvContentPartPr/>
              <p14:nvPr/>
            </p14:nvContentPartPr>
            <p14:xfrm>
              <a:off x="10193765" y="3950529"/>
              <a:ext cx="22589" cy="428727"/>
            </p14:xfrm>
          </p:contentPart>
        </mc:Choice>
        <mc:Fallback>
          <p:sp>
            <p:nvSpPr>
              <p:cNvPr id="1049622" name=""/>
              <p:cNvSpPr/>
              <p:nvPr/>
            </p:nvSpPr>
            <p:spPr>
              <a:xfrm>
                <a:off x="10193765" y="3950529"/>
                <a:ext cx="22589" cy="428727"/>
              </a:xfrm>
            </p:spPr>
          </p:sp>
        </mc:Fallback>
      </mc:AlternateContent>
      <mc:AlternateContent xmlns:mc="http://schemas.openxmlformats.org/markup-compatibility/2006">
        <mc:Choice xmlns:p14="http://schemas.microsoft.com/office/powerpoint/2010/main" Requires="p14">
          <p:contentPart p14:bwMode="auto" r:id="rId135">
            <p14:nvContentPartPr>
              <p14:cNvPr id="1049657" name=""/>
              <p14:cNvContentPartPr/>
              <p14:nvPr/>
            </p14:nvContentPartPr>
            <p14:xfrm>
              <a:off x="2785030" y="2175650"/>
              <a:ext cx="36686" cy="48898"/>
            </p14:xfrm>
          </p:contentPart>
        </mc:Choice>
        <mc:Fallback>
          <p:sp>
            <p:nvSpPr>
              <p:cNvPr id="1049657" name=""/>
              <p:cNvSpPr/>
              <p:nvPr/>
            </p:nvSpPr>
            <p:spPr>
              <a:xfrm>
                <a:off x="2785030" y="2175650"/>
                <a:ext cx="36686" cy="48898"/>
              </a:xfrm>
            </p:spPr>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625" name=""/>
              <p14:cNvContentPartPr/>
              <p14:nvPr/>
            </p14:nvContentPartPr>
            <p14:xfrm>
              <a:off x="3426944" y="364285"/>
              <a:ext cx="123633" cy="3462887"/>
            </p14:xfrm>
          </p:contentPart>
        </mc:Choice>
        <mc:Fallback>
          <p:sp>
            <p:nvSpPr>
              <p:cNvPr id="1049625" name=""/>
              <p:cNvSpPr/>
              <p:nvPr/>
            </p:nvSpPr>
            <p:spPr>
              <a:xfrm>
                <a:off x="3426944" y="364285"/>
                <a:ext cx="123633" cy="3462887"/>
              </a:xfrm>
            </p:spPr>
          </p:sp>
        </mc:Fallback>
      </mc:AlternateContent>
      <mc:AlternateContent xmlns:mc="http://schemas.openxmlformats.org/markup-compatibility/2006">
        <mc:Choice xmlns:p14="http://schemas.microsoft.com/office/powerpoint/2010/main" Requires="p14">
          <p:contentPart p14:bwMode="auto" r:id="rId2">
            <p14:nvContentPartPr>
              <p14:cNvPr id="1049626" name=""/>
              <p14:cNvContentPartPr/>
              <p14:nvPr/>
            </p14:nvContentPartPr>
            <p14:xfrm>
              <a:off x="253597" y="2182848"/>
              <a:ext cx="5738077" cy="154238"/>
            </p14:xfrm>
          </p:contentPart>
        </mc:Choice>
        <mc:Fallback>
          <p:sp>
            <p:nvSpPr>
              <p:cNvPr id="1049626" name=""/>
              <p:cNvSpPr/>
              <p:nvPr/>
            </p:nvSpPr>
            <p:spPr>
              <a:xfrm>
                <a:off x="253597" y="2182848"/>
                <a:ext cx="5738077" cy="154238"/>
              </a:xfrm>
            </p:spPr>
          </p:sp>
        </mc:Fallback>
      </mc:AlternateContent>
      <mc:AlternateContent xmlns:mc="http://schemas.openxmlformats.org/markup-compatibility/2006">
        <mc:Choice xmlns:p14="http://schemas.microsoft.com/office/powerpoint/2010/main" Requires="p14">
          <p:contentPart p14:bwMode="auto" r:id="rId3">
            <p14:nvContentPartPr>
              <p14:cNvPr id="1049627" name=""/>
              <p14:cNvContentPartPr/>
              <p14:nvPr/>
            </p14:nvContentPartPr>
            <p14:xfrm>
              <a:off x="5917855" y="2255322"/>
              <a:ext cx="166980" cy="201680"/>
            </p14:xfrm>
          </p:contentPart>
        </mc:Choice>
        <mc:Fallback>
          <p:sp>
            <p:nvSpPr>
              <p:cNvPr id="1049627" name=""/>
              <p:cNvSpPr/>
              <p:nvPr/>
            </p:nvSpPr>
            <p:spPr>
              <a:xfrm>
                <a:off x="5917855" y="2255322"/>
                <a:ext cx="166980" cy="201680"/>
              </a:xfrm>
            </p:spPr>
          </p:sp>
        </mc:Fallback>
      </mc:AlternateContent>
      <mc:AlternateContent xmlns:mc="http://schemas.openxmlformats.org/markup-compatibility/2006">
        <mc:Choice xmlns:p14="http://schemas.microsoft.com/office/powerpoint/2010/main" Requires="p14">
          <p:contentPart p14:bwMode="auto" r:id="rId4">
            <p14:nvContentPartPr>
              <p14:cNvPr id="1049628" name=""/>
              <p14:cNvContentPartPr/>
              <p14:nvPr/>
            </p14:nvContentPartPr>
            <p14:xfrm>
              <a:off x="6060818" y="2544971"/>
              <a:ext cx="166892" cy="159344"/>
            </p14:xfrm>
          </p:contentPart>
        </mc:Choice>
        <mc:Fallback>
          <p:sp>
            <p:nvSpPr>
              <p:cNvPr id="1049628" name=""/>
              <p:cNvSpPr/>
              <p:nvPr/>
            </p:nvSpPr>
            <p:spPr>
              <a:xfrm>
                <a:off x="6060818" y="2544971"/>
                <a:ext cx="166892" cy="159344"/>
              </a:xfrm>
            </p:spPr>
          </p:sp>
        </mc:Fallback>
      </mc:AlternateContent>
      <mc:AlternateContent xmlns:mc="http://schemas.openxmlformats.org/markup-compatibility/2006">
        <mc:Choice xmlns:p14="http://schemas.microsoft.com/office/powerpoint/2010/main" Requires="p14">
          <p:contentPart p14:bwMode="auto" r:id="rId5">
            <p14:nvContentPartPr>
              <p14:cNvPr id="1049629" name=""/>
              <p14:cNvContentPartPr/>
              <p14:nvPr/>
            </p14:nvContentPartPr>
            <p14:xfrm>
              <a:off x="6182859" y="2575748"/>
              <a:ext cx="135112" cy="174568"/>
            </p14:xfrm>
          </p:contentPart>
        </mc:Choice>
        <mc:Fallback>
          <p:sp>
            <p:nvSpPr>
              <p:cNvPr id="1049629" name=""/>
              <p:cNvSpPr/>
              <p:nvPr/>
            </p:nvSpPr>
            <p:spPr>
              <a:xfrm>
                <a:off x="6182859" y="2575748"/>
                <a:ext cx="135112" cy="174568"/>
              </a:xfrm>
            </p:spPr>
          </p:sp>
        </mc:Fallback>
      </mc:AlternateContent>
      <mc:AlternateContent xmlns:mc="http://schemas.openxmlformats.org/markup-compatibility/2006">
        <mc:Choice xmlns:p14="http://schemas.microsoft.com/office/powerpoint/2010/main" Requires="p14">
          <p:contentPart p14:bwMode="auto" r:id="rId6">
            <p14:nvContentPartPr>
              <p14:cNvPr id="1049630" name=""/>
              <p14:cNvContentPartPr/>
              <p14:nvPr/>
            </p14:nvContentPartPr>
            <p14:xfrm>
              <a:off x="3421734" y="263046"/>
              <a:ext cx="207127" cy="275475"/>
            </p14:xfrm>
          </p:contentPart>
        </mc:Choice>
        <mc:Fallback>
          <p:sp>
            <p:nvSpPr>
              <p:cNvPr id="1049630" name=""/>
              <p:cNvSpPr/>
              <p:nvPr/>
            </p:nvSpPr>
            <p:spPr>
              <a:xfrm>
                <a:off x="3421734" y="263046"/>
                <a:ext cx="207127" cy="275475"/>
              </a:xfrm>
            </p:spPr>
          </p:sp>
        </mc:Fallback>
      </mc:AlternateContent>
      <mc:AlternateContent xmlns:mc="http://schemas.openxmlformats.org/markup-compatibility/2006">
        <mc:Choice xmlns:p14="http://schemas.microsoft.com/office/powerpoint/2010/main" Requires="p14">
          <p:contentPart p14:bwMode="auto" r:id="rId7">
            <p14:nvContentPartPr>
              <p14:cNvPr id="1049631" name=""/>
              <p14:cNvContentPartPr/>
              <p14:nvPr/>
            </p14:nvContentPartPr>
            <p14:xfrm>
              <a:off x="3178677" y="3940065"/>
              <a:ext cx="235178" cy="410779"/>
            </p14:xfrm>
          </p:contentPart>
        </mc:Choice>
        <mc:Fallback>
          <p:sp>
            <p:nvSpPr>
              <p:cNvPr id="1049631" name=""/>
              <p:cNvSpPr/>
              <p:nvPr/>
            </p:nvSpPr>
            <p:spPr>
              <a:xfrm>
                <a:off x="3178677" y="3940065"/>
                <a:ext cx="235178" cy="410779"/>
              </a:xfrm>
            </p:spPr>
          </p:sp>
        </mc:Fallback>
      </mc:AlternateContent>
      <mc:AlternateContent xmlns:mc="http://schemas.openxmlformats.org/markup-compatibility/2006">
        <mc:Choice xmlns:p14="http://schemas.microsoft.com/office/powerpoint/2010/main" Requires="p14">
          <p:contentPart p14:bwMode="auto" r:id="rId8">
            <p14:nvContentPartPr>
              <p14:cNvPr id="1049632" name=""/>
              <p14:cNvContentPartPr/>
              <p14:nvPr/>
            </p14:nvContentPartPr>
            <p14:xfrm>
              <a:off x="3392231" y="4348890"/>
              <a:ext cx="88892" cy="84208"/>
            </p14:xfrm>
          </p:contentPart>
        </mc:Choice>
        <mc:Fallback>
          <p:sp>
            <p:nvSpPr>
              <p:cNvPr id="1049632" name=""/>
              <p:cNvSpPr/>
              <p:nvPr/>
            </p:nvSpPr>
            <p:spPr>
              <a:xfrm>
                <a:off x="3392231" y="4348890"/>
                <a:ext cx="88892" cy="84208"/>
              </a:xfrm>
            </p:spPr>
          </p:sp>
        </mc:Fallback>
      </mc:AlternateContent>
      <mc:AlternateContent xmlns:mc="http://schemas.openxmlformats.org/markup-compatibility/2006">
        <mc:Choice xmlns:p14="http://schemas.microsoft.com/office/powerpoint/2010/main" Requires="p14">
          <p:contentPart p14:bwMode="auto" r:id="rId9">
            <p14:nvContentPartPr>
              <p14:cNvPr id="1049633" name=""/>
              <p14:cNvContentPartPr/>
              <p14:nvPr/>
            </p14:nvContentPartPr>
            <p14:xfrm>
              <a:off x="3507776" y="4190203"/>
              <a:ext cx="221505" cy="13737"/>
            </p14:xfrm>
          </p:contentPart>
        </mc:Choice>
        <mc:Fallback>
          <p:sp>
            <p:nvSpPr>
              <p:cNvPr id="1049633" name=""/>
              <p:cNvSpPr/>
              <p:nvPr/>
            </p:nvSpPr>
            <p:spPr>
              <a:xfrm>
                <a:off x="3507776" y="4190203"/>
                <a:ext cx="221505" cy="13737"/>
              </a:xfrm>
            </p:spPr>
          </p:sp>
        </mc:Fallback>
      </mc:AlternateContent>
      <mc:AlternateContent xmlns:mc="http://schemas.openxmlformats.org/markup-compatibility/2006">
        <mc:Choice xmlns:p14="http://schemas.microsoft.com/office/powerpoint/2010/main" Requires="p14">
          <p:contentPart p14:bwMode="auto" r:id="rId10">
            <p14:nvContentPartPr>
              <p14:cNvPr id="1049634" name=""/>
              <p14:cNvContentPartPr/>
              <p14:nvPr/>
            </p14:nvContentPartPr>
            <p14:xfrm>
              <a:off x="3509314" y="4276664"/>
              <a:ext cx="212908" cy="16935"/>
            </p14:xfrm>
          </p:contentPart>
        </mc:Choice>
        <mc:Fallback>
          <p:sp>
            <p:nvSpPr>
              <p:cNvPr id="1049634" name=""/>
              <p:cNvSpPr/>
              <p:nvPr/>
            </p:nvSpPr>
            <p:spPr>
              <a:xfrm>
                <a:off x="3509314" y="4276664"/>
                <a:ext cx="212908" cy="16935"/>
              </a:xfrm>
            </p:spPr>
          </p:sp>
        </mc:Fallback>
      </mc:AlternateContent>
      <mc:AlternateContent xmlns:mc="http://schemas.openxmlformats.org/markup-compatibility/2006">
        <mc:Choice xmlns:p14="http://schemas.microsoft.com/office/powerpoint/2010/main" Requires="p14">
          <p:contentPart p14:bwMode="auto" r:id="rId11">
            <p14:nvContentPartPr>
              <p14:cNvPr id="1049635" name=""/>
              <p14:cNvContentPartPr/>
              <p14:nvPr/>
            </p14:nvContentPartPr>
            <p14:xfrm>
              <a:off x="3846041" y="4142596"/>
              <a:ext cx="163397" cy="175620"/>
            </p14:xfrm>
          </p:contentPart>
        </mc:Choice>
        <mc:Fallback>
          <p:sp>
            <p:nvSpPr>
              <p:cNvPr id="1049635" name=""/>
              <p:cNvSpPr/>
              <p:nvPr/>
            </p:nvSpPr>
            <p:spPr>
              <a:xfrm>
                <a:off x="3846041" y="4142596"/>
                <a:ext cx="163397" cy="175620"/>
              </a:xfrm>
            </p:spPr>
          </p:sp>
        </mc:Fallback>
      </mc:AlternateContent>
      <mc:AlternateContent xmlns:mc="http://schemas.openxmlformats.org/markup-compatibility/2006">
        <mc:Choice xmlns:p14="http://schemas.microsoft.com/office/powerpoint/2010/main" Requires="p14">
          <p:contentPart p14:bwMode="auto" r:id="rId12">
            <p14:nvContentPartPr>
              <p14:cNvPr id="1049636" name=""/>
              <p14:cNvContentPartPr/>
              <p14:nvPr/>
            </p14:nvContentPartPr>
            <p14:xfrm>
              <a:off x="2993269" y="3866319"/>
              <a:ext cx="1156784" cy="697600"/>
            </p14:xfrm>
          </p:contentPart>
        </mc:Choice>
        <mc:Fallback>
          <p:sp>
            <p:nvSpPr>
              <p:cNvPr id="1049636" name=""/>
              <p:cNvSpPr/>
              <p:nvPr/>
            </p:nvSpPr>
            <p:spPr>
              <a:xfrm>
                <a:off x="2993269" y="3866319"/>
                <a:ext cx="1156784" cy="697600"/>
              </a:xfrm>
            </p:spPr>
          </p:sp>
        </mc:Fallback>
      </mc:AlternateContent>
      <mc:AlternateContent xmlns:mc="http://schemas.openxmlformats.org/markup-compatibility/2006">
        <mc:Choice xmlns:p14="http://schemas.microsoft.com/office/powerpoint/2010/main" Requires="p14">
          <p:contentPart p14:bwMode="auto" r:id="rId13">
            <p14:nvContentPartPr>
              <p14:cNvPr id="1049637" name=""/>
              <p14:cNvContentPartPr/>
              <p14:nvPr/>
            </p14:nvContentPartPr>
            <p14:xfrm>
              <a:off x="4122872" y="3899648"/>
              <a:ext cx="14937" cy="633562"/>
            </p14:xfrm>
          </p:contentPart>
        </mc:Choice>
        <mc:Fallback>
          <p:sp>
            <p:nvSpPr>
              <p:cNvPr id="1049637" name=""/>
              <p:cNvSpPr/>
              <p:nvPr/>
            </p:nvSpPr>
            <p:spPr>
              <a:xfrm>
                <a:off x="4122872" y="3899648"/>
                <a:ext cx="14937" cy="633562"/>
              </a:xfrm>
            </p:spPr>
          </p:sp>
        </mc:Fallback>
      </mc:AlternateContent>
      <mc:AlternateContent xmlns:mc="http://schemas.openxmlformats.org/markup-compatibility/2006">
        <mc:Choice xmlns:p14="http://schemas.microsoft.com/office/powerpoint/2010/main" Requires="p14">
          <p:contentPart p14:bwMode="auto" r:id="rId14">
            <p14:nvContentPartPr>
              <p14:cNvPr id="1049638" name=""/>
              <p14:cNvContentPartPr/>
              <p14:nvPr/>
            </p14:nvContentPartPr>
            <p14:xfrm>
              <a:off x="296398" y="249120"/>
              <a:ext cx="186798" cy="229037"/>
            </p14:xfrm>
          </p:contentPart>
        </mc:Choice>
        <mc:Fallback>
          <p:sp>
            <p:nvSpPr>
              <p:cNvPr id="1049638" name=""/>
              <p:cNvSpPr/>
              <p:nvPr/>
            </p:nvSpPr>
            <p:spPr>
              <a:xfrm>
                <a:off x="296398" y="249120"/>
                <a:ext cx="186798" cy="229037"/>
              </a:xfrm>
            </p:spPr>
          </p:sp>
        </mc:Fallback>
      </mc:AlternateContent>
      <mc:AlternateContent xmlns:mc="http://schemas.openxmlformats.org/markup-compatibility/2006">
        <mc:Choice xmlns:p14="http://schemas.microsoft.com/office/powerpoint/2010/main" Requires="p14">
          <p:contentPart p14:bwMode="auto" r:id="rId15">
            <p14:nvContentPartPr>
              <p14:cNvPr id="1049639" name=""/>
              <p14:cNvContentPartPr/>
              <p14:nvPr/>
            </p14:nvContentPartPr>
            <p14:xfrm>
              <a:off x="568205" y="339465"/>
              <a:ext cx="114723" cy="17870"/>
            </p14:xfrm>
          </p:contentPart>
        </mc:Choice>
        <mc:Fallback>
          <p:sp>
            <p:nvSpPr>
              <p:cNvPr id="1049639" name=""/>
              <p:cNvSpPr/>
              <p:nvPr/>
            </p:nvSpPr>
            <p:spPr>
              <a:xfrm>
                <a:off x="568205" y="339465"/>
                <a:ext cx="114723" cy="17870"/>
              </a:xfrm>
            </p:spPr>
          </p:sp>
        </mc:Fallback>
      </mc:AlternateContent>
      <mc:AlternateContent xmlns:mc="http://schemas.openxmlformats.org/markup-compatibility/2006">
        <mc:Choice xmlns:p14="http://schemas.microsoft.com/office/powerpoint/2010/main" Requires="p14">
          <p:contentPart p14:bwMode="auto" r:id="rId16">
            <p14:nvContentPartPr>
              <p14:cNvPr id="1049640" name=""/>
              <p14:cNvContentPartPr/>
              <p14:nvPr/>
            </p14:nvContentPartPr>
            <p14:xfrm>
              <a:off x="561145" y="437418"/>
              <a:ext cx="144752" cy="21431"/>
            </p14:xfrm>
          </p:contentPart>
        </mc:Choice>
        <mc:Fallback>
          <p:sp>
            <p:nvSpPr>
              <p:cNvPr id="1049640" name=""/>
              <p:cNvSpPr/>
              <p:nvPr/>
            </p:nvSpPr>
            <p:spPr>
              <a:xfrm>
                <a:off x="561145" y="437418"/>
                <a:ext cx="144752" cy="21431"/>
              </a:xfrm>
            </p:spPr>
          </p:sp>
        </mc:Fallback>
      </mc:AlternateContent>
      <mc:AlternateContent xmlns:mc="http://schemas.openxmlformats.org/markup-compatibility/2006">
        <mc:Choice xmlns:p14="http://schemas.microsoft.com/office/powerpoint/2010/main" Requires="p14">
          <p:contentPart p14:bwMode="auto" r:id="rId17">
            <p14:nvContentPartPr>
              <p14:cNvPr id="1049641" name=""/>
              <p14:cNvContentPartPr/>
              <p14:nvPr/>
            </p14:nvContentPartPr>
            <p14:xfrm>
              <a:off x="1118878" y="70942"/>
              <a:ext cx="191233" cy="321847"/>
            </p14:xfrm>
          </p:contentPart>
        </mc:Choice>
        <mc:Fallback>
          <p:sp>
            <p:nvSpPr>
              <p:cNvPr id="1049641" name=""/>
              <p:cNvSpPr/>
              <p:nvPr/>
            </p:nvSpPr>
            <p:spPr>
              <a:xfrm>
                <a:off x="1118878" y="70942"/>
                <a:ext cx="191233" cy="321847"/>
              </a:xfrm>
            </p:spPr>
          </p:sp>
        </mc:Fallback>
      </mc:AlternateContent>
      <mc:AlternateContent xmlns:mc="http://schemas.openxmlformats.org/markup-compatibility/2006">
        <mc:Choice xmlns:p14="http://schemas.microsoft.com/office/powerpoint/2010/main" Requires="p14">
          <p:contentPart p14:bwMode="auto" r:id="rId18">
            <p14:nvContentPartPr>
              <p14:cNvPr id="1049642" name=""/>
              <p14:cNvContentPartPr/>
              <p14:nvPr/>
            </p14:nvContentPartPr>
            <p14:xfrm>
              <a:off x="864721" y="357336"/>
              <a:ext cx="976474" cy="64035"/>
            </p14:xfrm>
          </p:contentPart>
        </mc:Choice>
        <mc:Fallback>
          <p:sp>
            <p:nvSpPr>
              <p:cNvPr id="1049642" name=""/>
              <p:cNvSpPr/>
              <p:nvPr/>
            </p:nvSpPr>
            <p:spPr>
              <a:xfrm>
                <a:off x="864721" y="357336"/>
                <a:ext cx="976474" cy="64035"/>
              </a:xfrm>
            </p:spPr>
          </p:sp>
        </mc:Fallback>
      </mc:AlternateContent>
      <mc:AlternateContent xmlns:mc="http://schemas.openxmlformats.org/markup-compatibility/2006">
        <mc:Choice xmlns:p14="http://schemas.microsoft.com/office/powerpoint/2010/main" Requires="p14">
          <p:contentPart p14:bwMode="auto" r:id="rId19">
            <p14:nvContentPartPr>
              <p14:cNvPr id="1049643" name=""/>
              <p14:cNvContentPartPr/>
              <p14:nvPr/>
            </p14:nvContentPartPr>
            <p14:xfrm>
              <a:off x="832952" y="556040"/>
              <a:ext cx="138040" cy="302118"/>
            </p14:xfrm>
          </p:contentPart>
        </mc:Choice>
        <mc:Fallback>
          <p:sp>
            <p:nvSpPr>
              <p:cNvPr id="1049643" name=""/>
              <p:cNvSpPr/>
              <p:nvPr/>
            </p:nvSpPr>
            <p:spPr>
              <a:xfrm>
                <a:off x="832952" y="556040"/>
                <a:ext cx="138040" cy="302118"/>
              </a:xfrm>
            </p:spPr>
          </p:sp>
        </mc:Fallback>
      </mc:AlternateContent>
      <mc:AlternateContent xmlns:mc="http://schemas.openxmlformats.org/markup-compatibility/2006">
        <mc:Choice xmlns:p14="http://schemas.microsoft.com/office/powerpoint/2010/main" Requires="p14">
          <p:contentPart p14:bwMode="auto" r:id="rId20">
            <p14:nvContentPartPr>
              <p14:cNvPr id="1049644" name=""/>
              <p14:cNvContentPartPr/>
              <p14:nvPr/>
            </p14:nvContentPartPr>
            <p14:xfrm>
              <a:off x="1111818" y="752254"/>
              <a:ext cx="176636" cy="39680"/>
            </p14:xfrm>
          </p:contentPart>
        </mc:Choice>
        <mc:Fallback>
          <p:sp>
            <p:nvSpPr>
              <p:cNvPr id="1049644" name=""/>
              <p:cNvSpPr/>
              <p:nvPr/>
            </p:nvSpPr>
            <p:spPr>
              <a:xfrm>
                <a:off x="1111818" y="752254"/>
                <a:ext cx="176636" cy="39680"/>
              </a:xfrm>
            </p:spPr>
          </p:sp>
        </mc:Fallback>
      </mc:AlternateContent>
      <mc:AlternateContent xmlns:mc="http://schemas.openxmlformats.org/markup-compatibility/2006">
        <mc:Choice xmlns:p14="http://schemas.microsoft.com/office/powerpoint/2010/main" Requires="p14">
          <p:contentPart p14:bwMode="auto" r:id="rId21">
            <p14:nvContentPartPr>
              <p14:cNvPr id="1049645" name=""/>
              <p14:cNvContentPartPr/>
              <p14:nvPr/>
            </p14:nvContentPartPr>
            <p14:xfrm>
              <a:off x="1147559" y="719956"/>
              <a:ext cx="36817" cy="199168"/>
            </p14:xfrm>
          </p:contentPart>
        </mc:Choice>
        <mc:Fallback>
          <p:sp>
            <p:nvSpPr>
              <p:cNvPr id="1049645" name=""/>
              <p:cNvSpPr/>
              <p:nvPr/>
            </p:nvSpPr>
            <p:spPr>
              <a:xfrm>
                <a:off x="1147559" y="719956"/>
                <a:ext cx="36817" cy="199168"/>
              </a:xfrm>
            </p:spPr>
          </p:sp>
        </mc:Fallback>
      </mc:AlternateContent>
      <mc:AlternateContent xmlns:mc="http://schemas.openxmlformats.org/markup-compatibility/2006">
        <mc:Choice xmlns:p14="http://schemas.microsoft.com/office/powerpoint/2010/main" Requires="p14">
          <p:contentPart p14:bwMode="auto" r:id="rId22">
            <p14:nvContentPartPr>
              <p14:cNvPr id="1049646" name=""/>
              <p14:cNvContentPartPr/>
              <p14:nvPr/>
            </p14:nvContentPartPr>
            <p14:xfrm>
              <a:off x="1350790" y="621275"/>
              <a:ext cx="132998" cy="162477"/>
            </p14:xfrm>
          </p:contentPart>
        </mc:Choice>
        <mc:Fallback>
          <p:sp>
            <p:nvSpPr>
              <p:cNvPr id="1049646" name=""/>
              <p:cNvSpPr/>
              <p:nvPr/>
            </p:nvSpPr>
            <p:spPr>
              <a:xfrm>
                <a:off x="1350790" y="621275"/>
                <a:ext cx="132998" cy="162477"/>
              </a:xfrm>
            </p:spPr>
          </p:sp>
        </mc:Fallback>
      </mc:AlternateContent>
      <mc:AlternateContent xmlns:mc="http://schemas.openxmlformats.org/markup-compatibility/2006">
        <mc:Choice xmlns:p14="http://schemas.microsoft.com/office/powerpoint/2010/main" Requires="p14">
          <p:contentPart p14:bwMode="auto" r:id="rId23">
            <p14:nvContentPartPr>
              <p14:cNvPr id="1049647" name=""/>
              <p14:cNvContentPartPr/>
              <p14:nvPr/>
            </p14:nvContentPartPr>
            <p14:xfrm>
              <a:off x="1527267" y="581957"/>
              <a:ext cx="249147" cy="256157"/>
            </p14:xfrm>
          </p:contentPart>
        </mc:Choice>
        <mc:Fallback>
          <p:sp>
            <p:nvSpPr>
              <p:cNvPr id="1049647" name=""/>
              <p:cNvSpPr/>
              <p:nvPr/>
            </p:nvSpPr>
            <p:spPr>
              <a:xfrm>
                <a:off x="1527267" y="581957"/>
                <a:ext cx="249147" cy="256157"/>
              </a:xfrm>
            </p:spPr>
          </p:sp>
        </mc:Fallback>
      </mc:AlternateContent>
      <mc:AlternateContent xmlns:mc="http://schemas.openxmlformats.org/markup-compatibility/2006">
        <mc:Choice xmlns:p14="http://schemas.microsoft.com/office/powerpoint/2010/main" Requires="p14">
          <p:contentPart p14:bwMode="auto" r:id="rId24">
            <p14:nvContentPartPr>
              <p14:cNvPr id="1049648" name=""/>
              <p14:cNvContentPartPr/>
              <p14:nvPr/>
            </p14:nvContentPartPr>
            <p14:xfrm>
              <a:off x="1824745" y="545720"/>
              <a:ext cx="66752" cy="222431"/>
            </p14:xfrm>
          </p:contentPart>
        </mc:Choice>
        <mc:Fallback>
          <p:sp>
            <p:nvSpPr>
              <p:cNvPr id="1049648" name=""/>
              <p:cNvSpPr/>
              <p:nvPr/>
            </p:nvSpPr>
            <p:spPr>
              <a:xfrm>
                <a:off x="1824745" y="545720"/>
                <a:ext cx="66752" cy="222431"/>
              </a:xfrm>
            </p:spPr>
          </p:sp>
        </mc:Fallback>
      </mc:AlternateContent>
      <mc:AlternateContent xmlns:mc="http://schemas.openxmlformats.org/markup-compatibility/2006">
        <mc:Choice xmlns:p14="http://schemas.microsoft.com/office/powerpoint/2010/main" Requires="p14">
          <p:contentPart p14:bwMode="auto" r:id="rId25">
            <p14:nvContentPartPr>
              <p14:cNvPr id="1049649" name=""/>
              <p14:cNvContentPartPr/>
              <p14:nvPr/>
            </p14:nvContentPartPr>
            <p14:xfrm>
              <a:off x="1909488" y="596531"/>
              <a:ext cx="114099" cy="169050"/>
            </p14:xfrm>
          </p:contentPart>
        </mc:Choice>
        <mc:Fallback>
          <p:sp>
            <p:nvSpPr>
              <p:cNvPr id="1049649" name=""/>
              <p:cNvSpPr/>
              <p:nvPr/>
            </p:nvSpPr>
            <p:spPr>
              <a:xfrm>
                <a:off x="1909488" y="596531"/>
                <a:ext cx="114099" cy="169050"/>
              </a:xfrm>
            </p:spPr>
          </p:sp>
        </mc:Fallback>
      </mc:AlternateContent>
      <mc:AlternateContent xmlns:mc="http://schemas.openxmlformats.org/markup-compatibility/2006">
        <mc:Choice xmlns:p14="http://schemas.microsoft.com/office/powerpoint/2010/main" Requires="p14">
          <p:contentPart p14:bwMode="auto" r:id="rId26">
            <p14:nvContentPartPr>
              <p14:cNvPr id="1049650" name=""/>
              <p14:cNvContentPartPr/>
              <p14:nvPr/>
            </p14:nvContentPartPr>
            <p14:xfrm>
              <a:off x="2063142" y="674566"/>
              <a:ext cx="150384" cy="37696"/>
            </p14:xfrm>
          </p:contentPart>
        </mc:Choice>
        <mc:Fallback>
          <p:sp>
            <p:nvSpPr>
              <p:cNvPr id="1049650" name=""/>
              <p:cNvSpPr/>
              <p:nvPr/>
            </p:nvSpPr>
            <p:spPr>
              <a:xfrm>
                <a:off x="2063142" y="674566"/>
                <a:ext cx="150384" cy="37696"/>
              </a:xfrm>
            </p:spPr>
          </p:sp>
        </mc:Fallback>
      </mc:AlternateContent>
      <mc:AlternateContent xmlns:mc="http://schemas.openxmlformats.org/markup-compatibility/2006">
        <mc:Choice xmlns:p14="http://schemas.microsoft.com/office/powerpoint/2010/main" Requires="p14">
          <p:contentPart p14:bwMode="auto" r:id="rId27">
            <p14:nvContentPartPr>
              <p14:cNvPr id="1049651" name=""/>
              <p14:cNvContentPartPr/>
              <p14:nvPr/>
            </p14:nvContentPartPr>
            <p14:xfrm>
              <a:off x="2207850" y="505258"/>
              <a:ext cx="105596" cy="222972"/>
            </p14:xfrm>
          </p:contentPart>
        </mc:Choice>
        <mc:Fallback>
          <p:sp>
            <p:nvSpPr>
              <p:cNvPr id="1049651" name=""/>
              <p:cNvSpPr/>
              <p:nvPr/>
            </p:nvSpPr>
            <p:spPr>
              <a:xfrm>
                <a:off x="2207850" y="505258"/>
                <a:ext cx="105596" cy="222972"/>
              </a:xfrm>
            </p:spPr>
          </p:sp>
        </mc:Fallback>
      </mc:AlternateContent>
      <mc:AlternateContent xmlns:mc="http://schemas.openxmlformats.org/markup-compatibility/2006">
        <mc:Choice xmlns:p14="http://schemas.microsoft.com/office/powerpoint/2010/main" Requires="p14">
          <p:contentPart p14:bwMode="auto" r:id="rId28">
            <p14:nvContentPartPr>
              <p14:cNvPr id="1049652" name=""/>
              <p14:cNvContentPartPr/>
              <p14:nvPr/>
            </p14:nvContentPartPr>
            <p14:xfrm>
              <a:off x="2345704" y="664453"/>
              <a:ext cx="41504" cy="72748"/>
            </p14:xfrm>
          </p:contentPart>
        </mc:Choice>
        <mc:Fallback>
          <p:sp>
            <p:nvSpPr>
              <p:cNvPr id="1049652" name=""/>
              <p:cNvSpPr/>
              <p:nvPr/>
            </p:nvSpPr>
            <p:spPr>
              <a:xfrm>
                <a:off x="2345704" y="664453"/>
                <a:ext cx="41504" cy="72748"/>
              </a:xfrm>
            </p:spPr>
          </p:sp>
        </mc:Fallback>
      </mc:AlternateContent>
      <mc:AlternateContent xmlns:mc="http://schemas.openxmlformats.org/markup-compatibility/2006">
        <mc:Choice xmlns:p14="http://schemas.microsoft.com/office/powerpoint/2010/main" Requires="p14">
          <p:contentPart p14:bwMode="auto" r:id="rId29">
            <p14:nvContentPartPr>
              <p14:cNvPr id="1049653" name=""/>
              <p14:cNvContentPartPr/>
              <p14:nvPr/>
            </p14:nvContentPartPr>
            <p14:xfrm>
              <a:off x="2406430" y="509482"/>
              <a:ext cx="62733" cy="319390"/>
            </p14:xfrm>
          </p:contentPart>
        </mc:Choice>
        <mc:Fallback>
          <p:sp>
            <p:nvSpPr>
              <p:cNvPr id="1049653" name=""/>
              <p:cNvSpPr/>
              <p:nvPr/>
            </p:nvSpPr>
            <p:spPr>
              <a:xfrm>
                <a:off x="2406430" y="509482"/>
                <a:ext cx="62733" cy="319390"/>
              </a:xfrm>
            </p:spPr>
          </p:sp>
        </mc:Fallback>
      </mc:AlternateContent>
      <mc:AlternateContent xmlns:mc="http://schemas.openxmlformats.org/markup-compatibility/2006">
        <mc:Choice xmlns:p14="http://schemas.microsoft.com/office/powerpoint/2010/main" Requires="p14">
          <p:contentPart p14:bwMode="auto" r:id="rId30">
            <p14:nvContentPartPr>
              <p14:cNvPr id="1049654" name=""/>
              <p14:cNvContentPartPr/>
              <p14:nvPr/>
            </p14:nvContentPartPr>
            <p14:xfrm>
              <a:off x="3221409" y="147779"/>
              <a:ext cx="144064" cy="399044"/>
            </p14:xfrm>
          </p:contentPart>
        </mc:Choice>
        <mc:Fallback>
          <p:sp>
            <p:nvSpPr>
              <p:cNvPr id="1049654" name=""/>
              <p:cNvSpPr/>
              <p:nvPr/>
            </p:nvSpPr>
            <p:spPr>
              <a:xfrm>
                <a:off x="3221409" y="147779"/>
                <a:ext cx="144064" cy="399044"/>
              </a:xfrm>
            </p:spPr>
          </p:sp>
        </mc:Fallback>
      </mc:AlternateContent>
      <mc:AlternateContent xmlns:mc="http://schemas.openxmlformats.org/markup-compatibility/2006">
        <mc:Choice xmlns:p14="http://schemas.microsoft.com/office/powerpoint/2010/main" Requires="p14">
          <p:contentPart p14:bwMode="auto" r:id="rId31">
            <p14:nvContentPartPr>
              <p14:cNvPr id="1049655" name=""/>
              <p14:cNvContentPartPr/>
              <p14:nvPr/>
            </p14:nvContentPartPr>
            <p14:xfrm>
              <a:off x="3404793" y="2222327"/>
              <a:ext cx="64599" cy="72629"/>
            </p14:xfrm>
          </p:contentPart>
        </mc:Choice>
        <mc:Fallback>
          <p:sp>
            <p:nvSpPr>
              <p:cNvPr id="1049655" name=""/>
              <p:cNvSpPr/>
              <p:nvPr/>
            </p:nvSpPr>
            <p:spPr>
              <a:xfrm>
                <a:off x="3404793" y="2222327"/>
                <a:ext cx="64599" cy="72629"/>
              </a:xfrm>
            </p:spPr>
          </p:sp>
        </mc:Fallback>
      </mc:AlternateContent>
      <mc:AlternateContent xmlns:mc="http://schemas.openxmlformats.org/markup-compatibility/2006">
        <mc:Choice xmlns:p14="http://schemas.microsoft.com/office/powerpoint/2010/main" Requires="p14">
          <p:contentPart p14:bwMode="auto" r:id="rId32">
            <p14:nvContentPartPr>
              <p14:cNvPr id="1049656" name=""/>
              <p14:cNvContentPartPr/>
              <p14:nvPr/>
            </p14:nvContentPartPr>
            <p14:xfrm>
              <a:off x="3180831" y="2364282"/>
              <a:ext cx="191179" cy="207003"/>
            </p14:xfrm>
          </p:contentPart>
        </mc:Choice>
        <mc:Fallback>
          <p:sp>
            <p:nvSpPr>
              <p:cNvPr id="1049656" name=""/>
              <p:cNvSpPr/>
              <p:nvPr/>
            </p:nvSpPr>
            <p:spPr>
              <a:xfrm>
                <a:off x="3180831" y="2364282"/>
                <a:ext cx="191179" cy="207003"/>
              </a:xfrm>
            </p:spPr>
          </p:sp>
        </mc:Fallback>
      </mc:AlternateContent>
      <mc:AlternateContent xmlns:mc="http://schemas.openxmlformats.org/markup-compatibility/2006">
        <mc:Choice xmlns:p14="http://schemas.microsoft.com/office/powerpoint/2010/main" Requires="p14">
          <p:contentPart p14:bwMode="auto" r:id="rId33">
            <p14:nvContentPartPr>
              <p14:cNvPr id="1049658" name=""/>
              <p14:cNvContentPartPr/>
              <p14:nvPr/>
            </p14:nvContentPartPr>
            <p14:xfrm>
              <a:off x="6311561" y="2194581"/>
              <a:ext cx="136156" cy="222380"/>
            </p14:xfrm>
          </p:contentPart>
        </mc:Choice>
        <mc:Fallback>
          <p:sp>
            <p:nvSpPr>
              <p:cNvPr id="1049658" name=""/>
              <p:cNvSpPr/>
              <p:nvPr/>
            </p:nvSpPr>
            <p:spPr>
              <a:xfrm>
                <a:off x="6311561" y="2194581"/>
                <a:ext cx="136156" cy="222380"/>
              </a:xfrm>
            </p:spPr>
          </p:sp>
        </mc:Fallback>
      </mc:AlternateContent>
      <mc:AlternateContent xmlns:mc="http://schemas.openxmlformats.org/markup-compatibility/2006">
        <mc:Choice xmlns:p14="http://schemas.microsoft.com/office/powerpoint/2010/main" Requires="p14">
          <p:contentPart p14:bwMode="auto" r:id="rId34">
            <p14:nvContentPartPr>
              <p14:cNvPr id="1049659" name=""/>
              <p14:cNvContentPartPr/>
              <p14:nvPr/>
            </p14:nvContentPartPr>
            <p14:xfrm>
              <a:off x="6511329" y="2328045"/>
              <a:ext cx="78541" cy="7197"/>
            </p14:xfrm>
          </p:contentPart>
        </mc:Choice>
        <mc:Fallback>
          <p:sp>
            <p:nvSpPr>
              <p:cNvPr id="1049659" name=""/>
              <p:cNvSpPr/>
              <p:nvPr/>
            </p:nvSpPr>
            <p:spPr>
              <a:xfrm>
                <a:off x="6511329" y="2328045"/>
                <a:ext cx="78541" cy="7197"/>
              </a:xfrm>
            </p:spPr>
          </p:sp>
        </mc:Fallback>
      </mc:AlternateContent>
      <mc:AlternateContent xmlns:mc="http://schemas.openxmlformats.org/markup-compatibility/2006">
        <mc:Choice xmlns:p14="http://schemas.microsoft.com/office/powerpoint/2010/main" Requires="p14">
          <p:contentPart p14:bwMode="auto" r:id="rId35">
            <p14:nvContentPartPr>
              <p14:cNvPr id="1049660" name=""/>
              <p14:cNvContentPartPr/>
              <p14:nvPr/>
            </p14:nvContentPartPr>
            <p14:xfrm>
              <a:off x="6482648" y="2381593"/>
              <a:ext cx="125565" cy="18678"/>
            </p14:xfrm>
          </p:contentPart>
        </mc:Choice>
        <mc:Fallback>
          <p:sp>
            <p:nvSpPr>
              <p:cNvPr id="1049660" name=""/>
              <p:cNvSpPr/>
              <p:nvPr/>
            </p:nvSpPr>
            <p:spPr>
              <a:xfrm>
                <a:off x="6482648" y="2381593"/>
                <a:ext cx="125565" cy="18678"/>
              </a:xfrm>
            </p:spPr>
          </p:sp>
        </mc:Fallback>
      </mc:AlternateContent>
      <mc:AlternateContent xmlns:mc="http://schemas.openxmlformats.org/markup-compatibility/2006">
        <mc:Choice xmlns:p14="http://schemas.microsoft.com/office/powerpoint/2010/main" Requires="p14">
          <p:contentPart p14:bwMode="auto" r:id="rId36">
            <p14:nvContentPartPr>
              <p14:cNvPr id="1049661" name=""/>
              <p14:cNvContentPartPr/>
              <p14:nvPr/>
            </p14:nvContentPartPr>
            <p14:xfrm>
              <a:off x="6681483" y="2260107"/>
              <a:ext cx="142118" cy="160527"/>
            </p14:xfrm>
          </p:contentPart>
        </mc:Choice>
        <mc:Fallback>
          <p:sp>
            <p:nvSpPr>
              <p:cNvPr id="1049661" name=""/>
              <p:cNvSpPr/>
              <p:nvPr/>
            </p:nvSpPr>
            <p:spPr>
              <a:xfrm>
                <a:off x="6681483" y="2260107"/>
                <a:ext cx="142118" cy="160527"/>
              </a:xfrm>
            </p:spPr>
          </p:sp>
        </mc:Fallback>
      </mc:AlternateContent>
      <mc:AlternateContent xmlns:mc="http://schemas.openxmlformats.org/markup-compatibility/2006">
        <mc:Choice xmlns:p14="http://schemas.microsoft.com/office/powerpoint/2010/main" Requires="p14">
          <p:contentPart p14:bwMode="auto" r:id="rId37">
            <p14:nvContentPartPr>
              <p14:cNvPr id="1049662" name=""/>
              <p14:cNvContentPartPr/>
              <p14:nvPr/>
            </p14:nvContentPartPr>
            <p14:xfrm>
              <a:off x="3678409" y="389980"/>
              <a:ext cx="133065" cy="282432"/>
            </p14:xfrm>
          </p:contentPart>
        </mc:Choice>
        <mc:Fallback>
          <p:sp>
            <p:nvSpPr>
              <p:cNvPr id="1049662" name=""/>
              <p:cNvSpPr/>
              <p:nvPr/>
            </p:nvSpPr>
            <p:spPr>
              <a:xfrm>
                <a:off x="3678409" y="389980"/>
                <a:ext cx="133065" cy="282432"/>
              </a:xfrm>
            </p:spPr>
          </p:sp>
        </mc:Fallback>
      </mc:AlternateContent>
      <mc:AlternateContent xmlns:mc="http://schemas.openxmlformats.org/markup-compatibility/2006">
        <mc:Choice xmlns:p14="http://schemas.microsoft.com/office/powerpoint/2010/main" Requires="p14">
          <p:contentPart p14:bwMode="auto" r:id="rId38">
            <p14:nvContentPartPr>
              <p14:cNvPr id="1049663" name=""/>
              <p14:cNvContentPartPr/>
              <p14:nvPr/>
            </p14:nvContentPartPr>
            <p14:xfrm>
              <a:off x="3829444" y="498518"/>
              <a:ext cx="120020" cy="18161"/>
            </p14:xfrm>
          </p:contentPart>
        </mc:Choice>
        <mc:Fallback>
          <p:sp>
            <p:nvSpPr>
              <p:cNvPr id="1049663" name=""/>
              <p:cNvSpPr/>
              <p:nvPr/>
            </p:nvSpPr>
            <p:spPr>
              <a:xfrm>
                <a:off x="3829444" y="498518"/>
                <a:ext cx="120020" cy="18161"/>
              </a:xfrm>
            </p:spPr>
          </p:sp>
        </mc:Fallback>
      </mc:AlternateContent>
      <mc:AlternateContent xmlns:mc="http://schemas.openxmlformats.org/markup-compatibility/2006">
        <mc:Choice xmlns:p14="http://schemas.microsoft.com/office/powerpoint/2010/main" Requires="p14">
          <p:contentPart p14:bwMode="auto" r:id="rId39">
            <p14:nvContentPartPr>
              <p14:cNvPr id="1049664" name=""/>
              <p14:cNvContentPartPr/>
              <p14:nvPr/>
            </p14:nvContentPartPr>
            <p14:xfrm>
              <a:off x="3858125" y="517851"/>
              <a:ext cx="146578" cy="64106"/>
            </p14:xfrm>
          </p:contentPart>
        </mc:Choice>
        <mc:Fallback>
          <p:sp>
            <p:nvSpPr>
              <p:cNvPr id="1049664" name=""/>
              <p:cNvSpPr/>
              <p:nvPr/>
            </p:nvSpPr>
            <p:spPr>
              <a:xfrm>
                <a:off x="3858125" y="517851"/>
                <a:ext cx="146578" cy="64106"/>
              </a:xfrm>
            </p:spPr>
          </p:sp>
        </mc:Fallback>
      </mc:AlternateContent>
      <mc:AlternateContent xmlns:mc="http://schemas.openxmlformats.org/markup-compatibility/2006">
        <mc:Choice xmlns:p14="http://schemas.microsoft.com/office/powerpoint/2010/main" Requires="p14">
          <p:contentPart p14:bwMode="auto" r:id="rId40">
            <p14:nvContentPartPr>
              <p14:cNvPr id="1049665" name=""/>
              <p14:cNvContentPartPr/>
              <p14:nvPr/>
            </p14:nvContentPartPr>
            <p14:xfrm>
              <a:off x="4048587" y="357336"/>
              <a:ext cx="105232" cy="131546"/>
            </p14:xfrm>
          </p:contentPart>
        </mc:Choice>
        <mc:Fallback>
          <p:sp>
            <p:nvSpPr>
              <p:cNvPr id="1049665" name=""/>
              <p:cNvSpPr/>
              <p:nvPr/>
            </p:nvSpPr>
            <p:spPr>
              <a:xfrm>
                <a:off x="4048587" y="357336"/>
                <a:ext cx="105232" cy="131546"/>
              </a:xfrm>
            </p:spPr>
          </p:sp>
        </mc:Fallback>
      </mc:AlternateContent>
      <mc:AlternateContent xmlns:mc="http://schemas.openxmlformats.org/markup-compatibility/2006">
        <mc:Choice xmlns:p14="http://schemas.microsoft.com/office/powerpoint/2010/main" Requires="p14">
          <p:contentPart p14:bwMode="auto" r:id="rId41">
            <p14:nvContentPartPr>
              <p14:cNvPr id="1049666" name=""/>
              <p14:cNvContentPartPr/>
              <p14:nvPr/>
            </p14:nvContentPartPr>
            <p14:xfrm>
              <a:off x="4022709" y="306956"/>
              <a:ext cx="180762" cy="282089"/>
            </p14:xfrm>
          </p:contentPart>
        </mc:Choice>
        <mc:Fallback>
          <p:sp>
            <p:nvSpPr>
              <p:cNvPr id="1049666" name=""/>
              <p:cNvSpPr/>
              <p:nvPr/>
            </p:nvSpPr>
            <p:spPr>
              <a:xfrm>
                <a:off x="4022709" y="306956"/>
                <a:ext cx="180762" cy="282089"/>
              </a:xfrm>
            </p:spPr>
          </p:sp>
        </mc:Fallback>
      </mc:AlternateContent>
      <mc:AlternateContent xmlns:mc="http://schemas.openxmlformats.org/markup-compatibility/2006">
        <mc:Choice xmlns:p14="http://schemas.microsoft.com/office/powerpoint/2010/main" Requires="p14">
          <p:contentPart p14:bwMode="auto" r:id="rId42">
            <p14:nvContentPartPr>
              <p14:cNvPr id="1049667" name=""/>
              <p14:cNvContentPartPr/>
              <p14:nvPr/>
            </p14:nvContentPartPr>
            <p14:xfrm>
              <a:off x="4223034" y="463869"/>
              <a:ext cx="235624" cy="180845"/>
            </p14:xfrm>
          </p:contentPart>
        </mc:Choice>
        <mc:Fallback>
          <p:sp>
            <p:nvSpPr>
              <p:cNvPr id="1049667" name=""/>
              <p:cNvSpPr/>
              <p:nvPr/>
            </p:nvSpPr>
            <p:spPr>
              <a:xfrm>
                <a:off x="4223034" y="463869"/>
                <a:ext cx="235624" cy="180845"/>
              </a:xfrm>
            </p:spPr>
          </p:sp>
        </mc:Fallback>
      </mc:AlternateContent>
      <mc:AlternateContent xmlns:mc="http://schemas.openxmlformats.org/markup-compatibility/2006">
        <mc:Choice xmlns:p14="http://schemas.microsoft.com/office/powerpoint/2010/main" Requires="p14">
          <p:contentPart p14:bwMode="auto" r:id="rId43">
            <p14:nvContentPartPr>
              <p14:cNvPr id="1049668" name=""/>
              <p14:cNvContentPartPr/>
              <p14:nvPr/>
            </p14:nvContentPartPr>
            <p14:xfrm>
              <a:off x="171248" y="2336937"/>
              <a:ext cx="156824" cy="227035"/>
            </p14:xfrm>
          </p:contentPart>
        </mc:Choice>
        <mc:Fallback>
          <p:sp>
            <p:nvSpPr>
              <p:cNvPr id="1049668" name=""/>
              <p:cNvSpPr/>
              <p:nvPr/>
            </p:nvSpPr>
            <p:spPr>
              <a:xfrm>
                <a:off x="171248" y="2336937"/>
                <a:ext cx="156824" cy="227035"/>
              </a:xfrm>
            </p:spPr>
          </p:sp>
        </mc:Fallback>
      </mc:AlternateContent>
      <mc:AlternateContent xmlns:mc="http://schemas.openxmlformats.org/markup-compatibility/2006">
        <mc:Choice xmlns:p14="http://schemas.microsoft.com/office/powerpoint/2010/main" Requires="p14">
          <p:contentPart p14:bwMode="auto" r:id="rId44">
            <p14:nvContentPartPr>
              <p14:cNvPr id="1049669" name=""/>
              <p14:cNvContentPartPr/>
              <p14:nvPr/>
            </p14:nvContentPartPr>
            <p14:xfrm>
              <a:off x="332139" y="2450903"/>
              <a:ext cx="78982" cy="0"/>
            </p14:xfrm>
          </p:contentPart>
        </mc:Choice>
        <mc:Fallback>
          <p:sp>
            <p:nvSpPr>
              <p:cNvPr id="1049669" name=""/>
              <p:cNvSpPr/>
              <p:nvPr/>
            </p:nvSpPr>
            <p:spPr>
              <a:xfrm>
                <a:off x="332139" y="2450903"/>
                <a:ext cx="78982" cy="0"/>
              </a:xfrm>
            </p:spPr>
          </p:sp>
        </mc:Fallback>
      </mc:AlternateContent>
      <mc:AlternateContent xmlns:mc="http://schemas.openxmlformats.org/markup-compatibility/2006">
        <mc:Choice xmlns:p14="http://schemas.microsoft.com/office/powerpoint/2010/main" Requires="p14">
          <p:contentPart p14:bwMode="auto" r:id="rId45">
            <p14:nvContentPartPr>
              <p14:cNvPr id="1049670" name=""/>
              <p14:cNvContentPartPr/>
              <p14:nvPr/>
            </p14:nvContentPartPr>
            <p14:xfrm>
              <a:off x="332139" y="2524358"/>
              <a:ext cx="105977" cy="28307"/>
            </p14:xfrm>
          </p:contentPart>
        </mc:Choice>
        <mc:Fallback>
          <p:sp>
            <p:nvSpPr>
              <p:cNvPr id="1049670" name=""/>
              <p:cNvSpPr/>
              <p:nvPr/>
            </p:nvSpPr>
            <p:spPr>
              <a:xfrm>
                <a:off x="332139" y="2524358"/>
                <a:ext cx="105977" cy="28307"/>
              </a:xfrm>
            </p:spPr>
          </p:sp>
        </mc:Fallback>
      </mc:AlternateContent>
      <mc:AlternateContent xmlns:mc="http://schemas.openxmlformats.org/markup-compatibility/2006">
        <mc:Choice xmlns:p14="http://schemas.microsoft.com/office/powerpoint/2010/main" Requires="p14">
          <p:contentPart p14:bwMode="auto" r:id="rId46">
            <p14:nvContentPartPr>
              <p14:cNvPr id="1049671" name=""/>
              <p14:cNvContentPartPr/>
              <p14:nvPr/>
            </p14:nvContentPartPr>
            <p14:xfrm>
              <a:off x="480330" y="2409206"/>
              <a:ext cx="56251" cy="188086"/>
            </p14:xfrm>
          </p:contentPart>
        </mc:Choice>
        <mc:Fallback>
          <p:sp>
            <p:nvSpPr>
              <p:cNvPr id="1049671" name=""/>
              <p:cNvSpPr/>
              <p:nvPr/>
            </p:nvSpPr>
            <p:spPr>
              <a:xfrm>
                <a:off x="480330" y="2409206"/>
                <a:ext cx="56251" cy="188086"/>
              </a:xfrm>
            </p:spPr>
          </p:sp>
        </mc:Fallback>
      </mc:AlternateContent>
      <mc:AlternateContent xmlns:mc="http://schemas.openxmlformats.org/markup-compatibility/2006">
        <mc:Choice xmlns:p14="http://schemas.microsoft.com/office/powerpoint/2010/main" Requires="p14">
          <p:contentPart p14:bwMode="auto" r:id="rId47">
            <p14:nvContentPartPr>
              <p14:cNvPr id="1049672" name=""/>
              <p14:cNvContentPartPr/>
              <p14:nvPr/>
            </p14:nvContentPartPr>
            <p14:xfrm>
              <a:off x="418182" y="2370342"/>
              <a:ext cx="230067" cy="51770"/>
            </p14:xfrm>
          </p:contentPart>
        </mc:Choice>
        <mc:Fallback>
          <p:sp>
            <p:nvSpPr>
              <p:cNvPr id="1049672" name=""/>
              <p:cNvSpPr/>
              <p:nvPr/>
            </p:nvSpPr>
            <p:spPr>
              <a:xfrm>
                <a:off x="418182" y="2370342"/>
                <a:ext cx="230067" cy="51770"/>
              </a:xfrm>
            </p:spPr>
          </p:sp>
        </mc:Fallback>
      </mc:AlternateContent>
      <mc:AlternateContent xmlns:mc="http://schemas.openxmlformats.org/markup-compatibility/2006">
        <mc:Choice xmlns:p14="http://schemas.microsoft.com/office/powerpoint/2010/main" Requires="p14">
          <p:contentPart p14:bwMode="auto" r:id="rId48">
            <p14:nvContentPartPr>
              <p14:cNvPr id="1049673" name=""/>
              <p14:cNvContentPartPr/>
              <p14:nvPr/>
            </p14:nvContentPartPr>
            <p14:xfrm>
              <a:off x="3085409" y="3400093"/>
              <a:ext cx="117353" cy="263941"/>
            </p14:xfrm>
          </p:contentPart>
        </mc:Choice>
        <mc:Fallback>
          <p:sp>
            <p:nvSpPr>
              <p:cNvPr id="1049673" name=""/>
              <p:cNvSpPr/>
              <p:nvPr/>
            </p:nvSpPr>
            <p:spPr>
              <a:xfrm>
                <a:off x="3085409" y="3400093"/>
                <a:ext cx="117353" cy="263941"/>
              </a:xfrm>
            </p:spPr>
          </p:sp>
        </mc:Fallback>
      </mc:AlternateContent>
      <mc:AlternateContent xmlns:mc="http://schemas.openxmlformats.org/markup-compatibility/2006">
        <mc:Choice xmlns:p14="http://schemas.microsoft.com/office/powerpoint/2010/main" Requires="p14">
          <p:contentPart p14:bwMode="auto" r:id="rId49">
            <p14:nvContentPartPr>
              <p14:cNvPr id="1049674" name=""/>
              <p14:cNvContentPartPr/>
              <p14:nvPr/>
            </p14:nvContentPartPr>
            <p14:xfrm>
              <a:off x="3235970" y="3537524"/>
              <a:ext cx="73168" cy="3948"/>
            </p14:xfrm>
          </p:contentPart>
        </mc:Choice>
        <mc:Fallback>
          <p:sp>
            <p:nvSpPr>
              <p:cNvPr id="1049674" name=""/>
              <p:cNvSpPr/>
              <p:nvPr/>
            </p:nvSpPr>
            <p:spPr>
              <a:xfrm>
                <a:off x="3235970" y="3537524"/>
                <a:ext cx="73168" cy="3948"/>
              </a:xfrm>
            </p:spPr>
          </p:sp>
        </mc:Fallback>
      </mc:AlternateContent>
      <mc:AlternateContent xmlns:mc="http://schemas.openxmlformats.org/markup-compatibility/2006">
        <mc:Choice xmlns:p14="http://schemas.microsoft.com/office/powerpoint/2010/main" Requires="p14">
          <p:contentPart p14:bwMode="auto" r:id="rId50">
            <p14:nvContentPartPr>
              <p14:cNvPr id="1049675" name=""/>
              <p14:cNvContentPartPr/>
              <p14:nvPr/>
            </p14:nvContentPartPr>
            <p14:xfrm>
              <a:off x="3214349" y="3595354"/>
              <a:ext cx="104252" cy="14742"/>
            </p14:xfrm>
          </p:contentPart>
        </mc:Choice>
        <mc:Fallback>
          <p:sp>
            <p:nvSpPr>
              <p:cNvPr id="1049675" name=""/>
              <p:cNvSpPr/>
              <p:nvPr/>
            </p:nvSpPr>
            <p:spPr>
              <a:xfrm>
                <a:off x="3214349" y="3595354"/>
                <a:ext cx="104252" cy="14742"/>
              </a:xfrm>
            </p:spPr>
          </p:sp>
        </mc:Fallback>
      </mc:AlternateContent>
      <mc:AlternateContent xmlns:mc="http://schemas.openxmlformats.org/markup-compatibility/2006">
        <mc:Choice xmlns:p14="http://schemas.microsoft.com/office/powerpoint/2010/main" Requires="p14">
          <p:contentPart p14:bwMode="auto" r:id="rId51">
            <p14:nvContentPartPr>
              <p14:cNvPr id="1049676" name=""/>
              <p14:cNvContentPartPr/>
              <p14:nvPr/>
            </p14:nvContentPartPr>
            <p14:xfrm>
              <a:off x="3321571" y="3450206"/>
              <a:ext cx="90301" cy="156317"/>
            </p14:xfrm>
          </p:contentPart>
        </mc:Choice>
        <mc:Fallback>
          <p:sp>
            <p:nvSpPr>
              <p:cNvPr id="1049676" name=""/>
              <p:cNvSpPr/>
              <p:nvPr/>
            </p:nvSpPr>
            <p:spPr>
              <a:xfrm>
                <a:off x="3321571" y="3450206"/>
                <a:ext cx="90301" cy="156317"/>
              </a:xfrm>
            </p:spPr>
          </p:sp>
        </mc:Fallback>
      </mc:AlternateContent>
      <mc:AlternateContent xmlns:mc="http://schemas.openxmlformats.org/markup-compatibility/2006">
        <mc:Choice xmlns:p14="http://schemas.microsoft.com/office/powerpoint/2010/main" Requires="p14">
          <p:contentPart p14:bwMode="auto" r:id="rId52">
            <p14:nvContentPartPr>
              <p14:cNvPr id="1049677" name=""/>
              <p14:cNvContentPartPr/>
              <p14:nvPr/>
            </p14:nvContentPartPr>
            <p14:xfrm>
              <a:off x="3473026" y="3465049"/>
              <a:ext cx="35412" cy="94350"/>
            </p14:xfrm>
          </p:contentPart>
        </mc:Choice>
        <mc:Fallback>
          <p:sp>
            <p:nvSpPr>
              <p:cNvPr id="1049677" name=""/>
              <p:cNvSpPr/>
              <p:nvPr/>
            </p:nvSpPr>
            <p:spPr>
              <a:xfrm>
                <a:off x="3473026" y="3465049"/>
                <a:ext cx="35412" cy="94350"/>
              </a:xfrm>
            </p:spPr>
          </p:sp>
        </mc:Fallback>
      </mc:AlternateContent>
      <mc:AlternateContent xmlns:mc="http://schemas.openxmlformats.org/markup-compatibility/2006">
        <mc:Choice xmlns:p14="http://schemas.microsoft.com/office/powerpoint/2010/main" Requires="p14">
          <p:contentPart p14:bwMode="auto" r:id="rId53">
            <p14:nvContentPartPr>
              <p14:cNvPr id="1049678" name=""/>
              <p14:cNvContentPartPr/>
              <p14:nvPr/>
            </p14:nvContentPartPr>
            <p14:xfrm>
              <a:off x="3436295" y="3431956"/>
              <a:ext cx="121535" cy="33092"/>
            </p14:xfrm>
          </p:contentPart>
        </mc:Choice>
        <mc:Fallback>
          <p:sp>
            <p:nvSpPr>
              <p:cNvPr id="1049678" name=""/>
              <p:cNvSpPr/>
              <p:nvPr/>
            </p:nvSpPr>
            <p:spPr>
              <a:xfrm>
                <a:off x="3436295" y="3431956"/>
                <a:ext cx="121535" cy="33092"/>
              </a:xfrm>
            </p:spPr>
          </p:sp>
        </mc:Fallback>
      </mc:AlternateContent>
      <mc:AlternateContent xmlns:mc="http://schemas.openxmlformats.org/markup-compatibility/2006">
        <mc:Choice xmlns:p14="http://schemas.microsoft.com/office/powerpoint/2010/main" Requires="p14">
          <p:contentPart p14:bwMode="auto" r:id="rId54">
            <p14:nvContentPartPr>
              <p14:cNvPr id="1049679" name=""/>
              <p14:cNvContentPartPr/>
              <p14:nvPr/>
            </p14:nvContentPartPr>
            <p14:xfrm>
              <a:off x="3407022" y="3450902"/>
              <a:ext cx="186355" cy="245667"/>
            </p14:xfrm>
          </p:contentPart>
        </mc:Choice>
        <mc:Fallback>
          <p:sp>
            <p:nvSpPr>
              <p:cNvPr id="1049679" name=""/>
              <p:cNvSpPr/>
              <p:nvPr/>
            </p:nvSpPr>
            <p:spPr>
              <a:xfrm>
                <a:off x="3407022" y="3450902"/>
                <a:ext cx="186355" cy="245667"/>
              </a:xfrm>
            </p:spPr>
          </p:sp>
        </mc:Fallback>
      </mc:AlternateContent>
      <mc:AlternateContent xmlns:mc="http://schemas.openxmlformats.org/markup-compatibility/2006">
        <mc:Choice xmlns:p14="http://schemas.microsoft.com/office/powerpoint/2010/main" Requires="p14">
          <p:contentPart p14:bwMode="auto" r:id="rId55">
            <p14:nvContentPartPr>
              <p14:cNvPr id="1049680" name=""/>
              <p14:cNvContentPartPr/>
              <p14:nvPr/>
            </p14:nvContentPartPr>
            <p14:xfrm>
              <a:off x="3500717" y="3631990"/>
              <a:ext cx="166005" cy="130883"/>
            </p14:xfrm>
          </p:contentPart>
        </mc:Choice>
        <mc:Fallback>
          <p:sp>
            <p:nvSpPr>
              <p:cNvPr id="1049680" name=""/>
              <p:cNvSpPr/>
              <p:nvPr/>
            </p:nvSpPr>
            <p:spPr>
              <a:xfrm>
                <a:off x="3500717" y="3631990"/>
                <a:ext cx="166005" cy="130883"/>
              </a:xfrm>
            </p:spPr>
          </p:sp>
        </mc:Fallback>
      </mc:AlternateContent>
      <mc:AlternateContent xmlns:mc="http://schemas.openxmlformats.org/markup-compatibility/2006">
        <mc:Choice xmlns:p14="http://schemas.microsoft.com/office/powerpoint/2010/main" Requires="p14">
          <p:contentPart p14:bwMode="auto" r:id="rId56">
            <p14:nvContentPartPr>
              <p14:cNvPr id="1049681" name=""/>
              <p14:cNvContentPartPr/>
              <p14:nvPr/>
            </p14:nvContentPartPr>
            <p14:xfrm>
              <a:off x="4509183" y="2197243"/>
              <a:ext cx="135681" cy="132646"/>
            </p14:xfrm>
          </p:contentPart>
        </mc:Choice>
        <mc:Fallback>
          <p:sp>
            <p:nvSpPr>
              <p:cNvPr id="1049681" name=""/>
              <p:cNvSpPr/>
              <p:nvPr/>
            </p:nvSpPr>
            <p:spPr>
              <a:xfrm>
                <a:off x="4509183" y="2197243"/>
                <a:ext cx="135681" cy="132646"/>
              </a:xfrm>
            </p:spPr>
          </p:sp>
        </mc:Fallback>
      </mc:AlternateContent>
      <mc:AlternateContent xmlns:mc="http://schemas.openxmlformats.org/markup-compatibility/2006">
        <mc:Choice xmlns:p14="http://schemas.microsoft.com/office/powerpoint/2010/main" Requires="p14">
          <p:contentPart p14:bwMode="auto" r:id="rId57">
            <p14:nvContentPartPr>
              <p14:cNvPr id="1049682" name=""/>
              <p14:cNvContentPartPr/>
              <p14:nvPr/>
            </p14:nvContentPartPr>
            <p14:xfrm>
              <a:off x="4523081" y="2226531"/>
              <a:ext cx="113554" cy="129085"/>
            </p14:xfrm>
          </p:contentPart>
        </mc:Choice>
        <mc:Fallback>
          <p:sp>
            <p:nvSpPr>
              <p:cNvPr id="1049682" name=""/>
              <p:cNvSpPr/>
              <p:nvPr/>
            </p:nvSpPr>
            <p:spPr>
              <a:xfrm>
                <a:off x="4523081" y="2226531"/>
                <a:ext cx="113554" cy="129085"/>
              </a:xfrm>
            </p:spPr>
          </p:sp>
        </mc:Fallback>
      </mc:AlternateContent>
      <mc:AlternateContent xmlns:mc="http://schemas.openxmlformats.org/markup-compatibility/2006">
        <mc:Choice xmlns:p14="http://schemas.microsoft.com/office/powerpoint/2010/main" Requires="p14">
          <p:contentPart p14:bwMode="auto" r:id="rId58">
            <p14:nvContentPartPr>
              <p14:cNvPr id="1049683" name=""/>
              <p14:cNvContentPartPr/>
              <p14:nvPr/>
            </p14:nvContentPartPr>
            <p14:xfrm>
              <a:off x="449222" y="2414666"/>
              <a:ext cx="37421" cy="202916"/>
            </p14:xfrm>
          </p:contentPart>
        </mc:Choice>
        <mc:Fallback>
          <p:sp>
            <p:nvSpPr>
              <p:cNvPr id="1049683" name=""/>
              <p:cNvSpPr/>
              <p:nvPr/>
            </p:nvSpPr>
            <p:spPr>
              <a:xfrm>
                <a:off x="449222" y="2414666"/>
                <a:ext cx="37421" cy="202916"/>
              </a:xfrm>
            </p:spPr>
          </p:sp>
        </mc:Fallback>
      </mc:AlternateContent>
      <mc:AlternateContent xmlns:mc="http://schemas.openxmlformats.org/markup-compatibility/2006">
        <mc:Choice xmlns:p14="http://schemas.microsoft.com/office/powerpoint/2010/main" Requires="p14">
          <p:contentPart p14:bwMode="auto" r:id="rId59">
            <p14:nvContentPartPr>
              <p14:cNvPr id="1049684" name=""/>
              <p14:cNvContentPartPr/>
              <p14:nvPr/>
            </p14:nvContentPartPr>
            <p14:xfrm>
              <a:off x="503783" y="2422112"/>
              <a:ext cx="36107" cy="184722"/>
            </p14:xfrm>
          </p:contentPart>
        </mc:Choice>
        <mc:Fallback>
          <p:sp>
            <p:nvSpPr>
              <p:cNvPr id="1049684" name=""/>
              <p:cNvSpPr/>
              <p:nvPr/>
            </p:nvSpPr>
            <p:spPr>
              <a:xfrm>
                <a:off x="503783" y="2422112"/>
                <a:ext cx="36107" cy="184722"/>
              </a:xfrm>
            </p:spPr>
          </p:sp>
        </mc:Fallback>
      </mc:AlternateContent>
      <mc:AlternateContent xmlns:mc="http://schemas.openxmlformats.org/markup-compatibility/2006">
        <mc:Choice xmlns:p14="http://schemas.microsoft.com/office/powerpoint/2010/main" Requires="p14">
          <p:contentPart p14:bwMode="auto" r:id="rId60">
            <p14:nvContentPartPr>
              <p14:cNvPr id="1049685" name=""/>
              <p14:cNvContentPartPr/>
              <p14:nvPr/>
            </p14:nvContentPartPr>
            <p14:xfrm>
              <a:off x="859440" y="2132463"/>
              <a:ext cx="116474" cy="195594"/>
            </p14:xfrm>
          </p:contentPart>
        </mc:Choice>
        <mc:Fallback>
          <p:sp>
            <p:nvSpPr>
              <p:cNvPr id="1049685" name=""/>
              <p:cNvSpPr/>
              <p:nvPr/>
            </p:nvSpPr>
            <p:spPr>
              <a:xfrm>
                <a:off x="859440" y="2132463"/>
                <a:ext cx="116474" cy="195594"/>
              </a:xfrm>
            </p:spPr>
          </p:sp>
        </mc:Fallback>
      </mc:AlternateContent>
      <mc:AlternateContent xmlns:mc="http://schemas.openxmlformats.org/markup-compatibility/2006">
        <mc:Choice xmlns:p14="http://schemas.microsoft.com/office/powerpoint/2010/main" Requires="p14">
          <p:contentPart p14:bwMode="auto" r:id="rId61">
            <p14:nvContentPartPr>
              <p14:cNvPr id="1049686" name=""/>
              <p14:cNvContentPartPr/>
              <p14:nvPr/>
            </p14:nvContentPartPr>
            <p14:xfrm>
              <a:off x="847072" y="2182848"/>
              <a:ext cx="182072" cy="161093"/>
            </p14:xfrm>
          </p:contentPart>
        </mc:Choice>
        <mc:Fallback>
          <p:sp>
            <p:nvSpPr>
              <p:cNvPr id="1049686" name=""/>
              <p:cNvSpPr/>
              <p:nvPr/>
            </p:nvSpPr>
            <p:spPr>
              <a:xfrm>
                <a:off x="847072" y="2182848"/>
                <a:ext cx="182072" cy="161093"/>
              </a:xfrm>
            </p:spPr>
          </p:sp>
        </mc:Fallback>
      </mc:AlternateContent>
      <mc:AlternateContent xmlns:mc="http://schemas.openxmlformats.org/markup-compatibility/2006">
        <mc:Choice xmlns:p14="http://schemas.microsoft.com/office/powerpoint/2010/main" Requires="p14">
          <p:contentPart p14:bwMode="auto" r:id="rId62">
            <p14:nvContentPartPr>
              <p14:cNvPr id="1049688" name=""/>
              <p14:cNvContentPartPr/>
              <p14:nvPr/>
            </p14:nvContentPartPr>
            <p14:xfrm>
              <a:off x="3414674" y="1549414"/>
              <a:ext cx="118270" cy="3501"/>
            </p14:xfrm>
          </p:contentPart>
        </mc:Choice>
        <mc:Fallback>
          <p:sp>
            <p:nvSpPr>
              <p:cNvPr id="1049688" name=""/>
              <p:cNvSpPr/>
              <p:nvPr/>
            </p:nvSpPr>
            <p:spPr>
              <a:xfrm>
                <a:off x="3414674" y="1549414"/>
                <a:ext cx="118270" cy="3501"/>
              </a:xfrm>
            </p:spPr>
          </p:sp>
        </mc:Fallback>
      </mc:AlternateContent>
      <mc:AlternateContent xmlns:mc="http://schemas.openxmlformats.org/markup-compatibility/2006">
        <mc:Choice xmlns:p14="http://schemas.microsoft.com/office/powerpoint/2010/main" Requires="p14">
          <p:contentPart p14:bwMode="auto" r:id="rId63">
            <p14:nvContentPartPr>
              <p14:cNvPr id="1049689" name=""/>
              <p14:cNvContentPartPr/>
              <p14:nvPr/>
            </p14:nvContentPartPr>
            <p14:xfrm>
              <a:off x="3407614" y="1553007"/>
              <a:ext cx="71774" cy="6857"/>
            </p14:xfrm>
          </p:contentPart>
        </mc:Choice>
        <mc:Fallback>
          <p:sp>
            <p:nvSpPr>
              <p:cNvPr id="1049689" name=""/>
              <p:cNvSpPr/>
              <p:nvPr/>
            </p:nvSpPr>
            <p:spPr>
              <a:xfrm>
                <a:off x="3407614" y="1553007"/>
                <a:ext cx="71774" cy="6857"/>
              </a:xfrm>
            </p:spPr>
          </p:sp>
        </mc:Fallback>
      </mc:AlternateContent>
      <mc:AlternateContent xmlns:mc="http://schemas.openxmlformats.org/markup-compatibility/2006">
        <mc:Choice xmlns:p14="http://schemas.microsoft.com/office/powerpoint/2010/main" Requires="p14">
          <p:contentPart p14:bwMode="auto" r:id="rId64">
            <p14:nvContentPartPr>
              <p14:cNvPr id="1049690" name=""/>
              <p14:cNvContentPartPr/>
              <p14:nvPr/>
            </p14:nvContentPartPr>
            <p14:xfrm>
              <a:off x="3371873" y="2740553"/>
              <a:ext cx="75011" cy="18366"/>
            </p14:xfrm>
          </p:contentPart>
        </mc:Choice>
        <mc:Fallback>
          <p:sp>
            <p:nvSpPr>
              <p:cNvPr id="1049690" name=""/>
              <p:cNvSpPr/>
              <p:nvPr/>
            </p:nvSpPr>
            <p:spPr>
              <a:xfrm>
                <a:off x="3371873" y="2740553"/>
                <a:ext cx="75011" cy="18366"/>
              </a:xfrm>
            </p:spPr>
          </p:sp>
        </mc:Fallback>
      </mc:AlternateContent>
      <mc:AlternateContent xmlns:mc="http://schemas.openxmlformats.org/markup-compatibility/2006">
        <mc:Choice xmlns:p14="http://schemas.microsoft.com/office/powerpoint/2010/main" Requires="p14">
          <p:contentPart p14:bwMode="auto" r:id="rId65">
            <p14:nvContentPartPr>
              <p14:cNvPr id="1049691" name=""/>
              <p14:cNvContentPartPr/>
              <p14:nvPr/>
            </p14:nvContentPartPr>
            <p14:xfrm>
              <a:off x="3393053" y="2769593"/>
              <a:ext cx="73403" cy="3785"/>
            </p14:xfrm>
          </p:contentPart>
        </mc:Choice>
        <mc:Fallback>
          <p:sp>
            <p:nvSpPr>
              <p:cNvPr id="1049691" name=""/>
              <p:cNvSpPr/>
              <p:nvPr/>
            </p:nvSpPr>
            <p:spPr>
              <a:xfrm>
                <a:off x="3393053" y="2769593"/>
                <a:ext cx="73403" cy="3785"/>
              </a:xfrm>
            </p:spPr>
          </p:sp>
        </mc:Fallback>
      </mc:AlternateContent>
      <mc:AlternateContent xmlns:mc="http://schemas.openxmlformats.org/markup-compatibility/2006">
        <mc:Choice xmlns:p14="http://schemas.microsoft.com/office/powerpoint/2010/main" Requires="p14">
          <p:contentPart p14:bwMode="auto" r:id="rId66">
            <p14:nvContentPartPr>
              <p14:cNvPr id="1049692" name=""/>
              <p14:cNvContentPartPr/>
              <p14:nvPr/>
            </p14:nvContentPartPr>
            <p14:xfrm>
              <a:off x="880079" y="1561335"/>
              <a:ext cx="3687674" cy="1280763"/>
            </p14:xfrm>
          </p:contentPart>
        </mc:Choice>
        <mc:Fallback>
          <p:sp>
            <p:nvSpPr>
              <p:cNvPr id="1049692" name=""/>
              <p:cNvSpPr/>
              <p:nvPr/>
            </p:nvSpPr>
            <p:spPr>
              <a:xfrm>
                <a:off x="880079" y="1561335"/>
                <a:ext cx="3687674" cy="1280763"/>
              </a:xfrm>
            </p:spPr>
          </p:sp>
        </mc:Fallback>
      </mc:AlternateContent>
      <mc:AlternateContent xmlns:mc="http://schemas.openxmlformats.org/markup-compatibility/2006">
        <mc:Choice xmlns:p14="http://schemas.microsoft.com/office/powerpoint/2010/main" Requires="p14">
          <p:contentPart p14:bwMode="auto" r:id="rId67">
            <p14:nvContentPartPr>
              <p14:cNvPr id="1049693" name=""/>
              <p14:cNvContentPartPr/>
              <p14:nvPr/>
            </p14:nvContentPartPr>
            <p14:xfrm>
              <a:off x="3353782" y="2211887"/>
              <a:ext cx="110752" cy="101514"/>
            </p14:xfrm>
          </p:contentPart>
        </mc:Choice>
        <mc:Fallback>
          <p:sp>
            <p:nvSpPr>
              <p:cNvPr id="1049693" name=""/>
              <p:cNvSpPr/>
              <p:nvPr/>
            </p:nvSpPr>
            <p:spPr>
              <a:xfrm>
                <a:off x="3353782" y="2211887"/>
                <a:ext cx="110752" cy="101514"/>
              </a:xfrm>
            </p:spPr>
          </p:sp>
        </mc:Fallback>
      </mc:AlternateContent>
      <mc:AlternateContent xmlns:mc="http://schemas.openxmlformats.org/markup-compatibility/2006">
        <mc:Choice xmlns:p14="http://schemas.microsoft.com/office/powerpoint/2010/main" Requires="p14">
          <p:contentPart p14:bwMode="auto" r:id="rId68">
            <p14:nvContentPartPr>
              <p14:cNvPr id="1049694" name=""/>
              <p14:cNvContentPartPr/>
              <p14:nvPr/>
            </p14:nvContentPartPr>
            <p14:xfrm>
              <a:off x="3350252" y="2204689"/>
              <a:ext cx="180704" cy="109673"/>
            </p14:xfrm>
          </p:contentPart>
        </mc:Choice>
        <mc:Fallback>
          <p:sp>
            <p:nvSpPr>
              <p:cNvPr id="1049694" name=""/>
              <p:cNvSpPr/>
              <p:nvPr/>
            </p:nvSpPr>
            <p:spPr>
              <a:xfrm>
                <a:off x="3350252" y="2204689"/>
                <a:ext cx="180704" cy="109673"/>
              </a:xfrm>
            </p:spPr>
          </p:sp>
        </mc:Fallback>
      </mc:AlternateContent>
      <mc:AlternateContent xmlns:mc="http://schemas.openxmlformats.org/markup-compatibility/2006">
        <mc:Choice xmlns:p14="http://schemas.microsoft.com/office/powerpoint/2010/main" Requires="p14">
          <p:contentPart p14:bwMode="auto" r:id="rId69">
            <p14:nvContentPartPr>
              <p14:cNvPr id="1049695" name=""/>
              <p14:cNvContentPartPr/>
              <p14:nvPr/>
            </p14:nvContentPartPr>
            <p14:xfrm>
              <a:off x="1853104" y="2219085"/>
              <a:ext cx="81194" cy="67701"/>
            </p14:xfrm>
          </p:contentPart>
        </mc:Choice>
        <mc:Fallback>
          <p:sp>
            <p:nvSpPr>
              <p:cNvPr id="1049695" name=""/>
              <p:cNvSpPr/>
              <p:nvPr/>
            </p:nvSpPr>
            <p:spPr>
              <a:xfrm>
                <a:off x="1853104" y="2219085"/>
                <a:ext cx="81194" cy="67701"/>
              </a:xfrm>
            </p:spPr>
          </p:sp>
        </mc:Fallback>
      </mc:AlternateContent>
      <mc:AlternateContent xmlns:mc="http://schemas.openxmlformats.org/markup-compatibility/2006">
        <mc:Choice xmlns:p14="http://schemas.microsoft.com/office/powerpoint/2010/main" Requires="p14">
          <p:contentPart p14:bwMode="auto" r:id="rId70">
            <p14:nvContentPartPr>
              <p14:cNvPr id="1049696" name=""/>
              <p14:cNvContentPartPr/>
              <p14:nvPr/>
            </p14:nvContentPartPr>
            <p14:xfrm>
              <a:off x="1841196" y="2211887"/>
              <a:ext cx="95035" cy="87268"/>
            </p14:xfrm>
          </p:contentPart>
        </mc:Choice>
        <mc:Fallback>
          <p:sp>
            <p:nvSpPr>
              <p:cNvPr id="1049696" name=""/>
              <p:cNvSpPr/>
              <p:nvPr/>
            </p:nvSpPr>
            <p:spPr>
              <a:xfrm>
                <a:off x="1841196" y="2211887"/>
                <a:ext cx="95035" cy="87268"/>
              </a:xfrm>
            </p:spPr>
          </p:sp>
        </mc:Fallback>
      </mc:AlternateContent>
      <mc:AlternateContent xmlns:mc="http://schemas.openxmlformats.org/markup-compatibility/2006">
        <mc:Choice xmlns:p14="http://schemas.microsoft.com/office/powerpoint/2010/main" Requires="p14">
          <p:contentPart p14:bwMode="auto" r:id="rId71">
            <p14:nvContentPartPr>
              <p14:cNvPr id="1049697" name=""/>
              <p14:cNvContentPartPr/>
              <p14:nvPr/>
            </p14:nvContentPartPr>
            <p14:xfrm>
              <a:off x="1113621" y="2371231"/>
              <a:ext cx="749195" cy="1044077"/>
            </p14:xfrm>
          </p:contentPart>
        </mc:Choice>
        <mc:Fallback>
          <p:sp>
            <p:nvSpPr>
              <p:cNvPr id="1049697" name=""/>
              <p:cNvSpPr/>
              <p:nvPr/>
            </p:nvSpPr>
            <p:spPr>
              <a:xfrm>
                <a:off x="1113621" y="2371231"/>
                <a:ext cx="749195" cy="1044077"/>
              </a:xfrm>
            </p:spPr>
          </p:sp>
        </mc:Fallback>
      </mc:AlternateContent>
      <mc:AlternateContent xmlns:mc="http://schemas.openxmlformats.org/markup-compatibility/2006">
        <mc:Choice xmlns:p14="http://schemas.microsoft.com/office/powerpoint/2010/main" Requires="p14">
          <p:contentPart p14:bwMode="auto" r:id="rId72">
            <p14:nvContentPartPr>
              <p14:cNvPr id="1049698" name=""/>
              <p14:cNvContentPartPr/>
              <p14:nvPr/>
            </p14:nvContentPartPr>
            <p14:xfrm>
              <a:off x="1640871" y="2341679"/>
              <a:ext cx="257384" cy="165882"/>
            </p14:xfrm>
          </p:contentPart>
        </mc:Choice>
        <mc:Fallback>
          <p:sp>
            <p:nvSpPr>
              <p:cNvPr id="1049698" name=""/>
              <p:cNvSpPr/>
              <p:nvPr/>
            </p:nvSpPr>
            <p:spPr>
              <a:xfrm>
                <a:off x="1640871" y="2341679"/>
                <a:ext cx="257384" cy="165882"/>
              </a:xfrm>
            </p:spPr>
          </p:sp>
        </mc:Fallback>
      </mc:AlternateContent>
      <mc:AlternateContent xmlns:mc="http://schemas.openxmlformats.org/markup-compatibility/2006">
        <mc:Choice xmlns:p14="http://schemas.microsoft.com/office/powerpoint/2010/main" Requires="p14">
          <p:contentPart p14:bwMode="auto" r:id="rId73">
            <p14:nvContentPartPr>
              <p14:cNvPr id="1049699" name=""/>
              <p14:cNvContentPartPr/>
              <p14:nvPr/>
            </p14:nvContentPartPr>
            <p14:xfrm>
              <a:off x="1336312" y="2313153"/>
              <a:ext cx="2035561" cy="1483368"/>
            </p14:xfrm>
          </p:contentPart>
        </mc:Choice>
        <mc:Fallback>
          <p:sp>
            <p:nvSpPr>
              <p:cNvPr id="1049699" name=""/>
              <p:cNvSpPr/>
              <p:nvPr/>
            </p:nvSpPr>
            <p:spPr>
              <a:xfrm>
                <a:off x="1336312" y="2313153"/>
                <a:ext cx="2035561" cy="1483368"/>
              </a:xfrm>
            </p:spPr>
          </p:sp>
        </mc:Fallback>
      </mc:AlternateContent>
      <mc:AlternateContent xmlns:mc="http://schemas.openxmlformats.org/markup-compatibility/2006">
        <mc:Choice xmlns:p14="http://schemas.microsoft.com/office/powerpoint/2010/main" Requires="p14">
          <p:contentPart p14:bwMode="auto" r:id="rId74">
            <p14:nvContentPartPr>
              <p14:cNvPr id="1049700" name=""/>
              <p14:cNvContentPartPr/>
              <p14:nvPr/>
            </p14:nvContentPartPr>
            <p14:xfrm>
              <a:off x="3193169" y="2316107"/>
              <a:ext cx="202492" cy="167297"/>
            </p14:xfrm>
          </p:contentPart>
        </mc:Choice>
        <mc:Fallback>
          <p:sp>
            <p:nvSpPr>
              <p:cNvPr id="1049700" name=""/>
              <p:cNvSpPr/>
              <p:nvPr/>
            </p:nvSpPr>
            <p:spPr>
              <a:xfrm>
                <a:off x="3193169" y="2316107"/>
                <a:ext cx="202492" cy="167297"/>
              </a:xfrm>
            </p:spPr>
          </p:sp>
        </mc:Fallback>
      </mc:AlternateContent>
      <mc:AlternateContent xmlns:mc="http://schemas.openxmlformats.org/markup-compatibility/2006">
        <mc:Choice xmlns:p14="http://schemas.microsoft.com/office/powerpoint/2010/main" Requires="p14">
          <p:contentPart p14:bwMode="auto" r:id="rId75">
            <p14:nvContentPartPr>
              <p14:cNvPr id="1049701" name=""/>
              <p14:cNvContentPartPr/>
              <p14:nvPr/>
            </p14:nvContentPartPr>
            <p14:xfrm>
              <a:off x="561145" y="3282555"/>
              <a:ext cx="1007138" cy="915744"/>
            </p14:xfrm>
          </p:contentPart>
        </mc:Choice>
        <mc:Fallback>
          <p:sp>
            <p:nvSpPr>
              <p:cNvPr id="1049701" name=""/>
              <p:cNvSpPr/>
              <p:nvPr/>
            </p:nvSpPr>
            <p:spPr>
              <a:xfrm>
                <a:off x="561145" y="3282555"/>
                <a:ext cx="1007138" cy="915744"/>
              </a:xfrm>
            </p:spPr>
          </p:sp>
        </mc:Fallback>
      </mc:AlternateContent>
      <mc:AlternateContent xmlns:mc="http://schemas.openxmlformats.org/markup-compatibility/2006">
        <mc:Choice xmlns:p14="http://schemas.microsoft.com/office/powerpoint/2010/main" Requires="p14">
          <p:contentPart p14:bwMode="auto" r:id="rId76">
            <p14:nvContentPartPr>
              <p14:cNvPr id="1049702" name=""/>
              <p14:cNvContentPartPr/>
              <p14:nvPr/>
            </p14:nvContentPartPr>
            <p14:xfrm>
              <a:off x="312451" y="4146111"/>
              <a:ext cx="155591" cy="241399"/>
            </p14:xfrm>
          </p:contentPart>
        </mc:Choice>
        <mc:Fallback>
          <p:sp>
            <p:nvSpPr>
              <p:cNvPr id="1049702" name=""/>
              <p:cNvSpPr/>
              <p:nvPr/>
            </p:nvSpPr>
            <p:spPr>
              <a:xfrm>
                <a:off x="312451" y="4146111"/>
                <a:ext cx="155591" cy="241399"/>
              </a:xfrm>
            </p:spPr>
          </p:sp>
        </mc:Fallback>
      </mc:AlternateContent>
      <mc:AlternateContent xmlns:mc="http://schemas.openxmlformats.org/markup-compatibility/2006">
        <mc:Choice xmlns:p14="http://schemas.microsoft.com/office/powerpoint/2010/main" Requires="p14">
          <p:contentPart p14:bwMode="auto" r:id="rId77">
            <p14:nvContentPartPr>
              <p14:cNvPr id="1049703" name=""/>
              <p14:cNvContentPartPr/>
              <p14:nvPr/>
            </p14:nvContentPartPr>
            <p14:xfrm>
              <a:off x="446877" y="3972370"/>
              <a:ext cx="359361" cy="502225"/>
            </p14:xfrm>
          </p:contentPart>
        </mc:Choice>
        <mc:Fallback>
          <p:sp>
            <p:nvSpPr>
              <p:cNvPr id="1049703" name=""/>
              <p:cNvSpPr/>
              <p:nvPr/>
            </p:nvSpPr>
            <p:spPr>
              <a:xfrm>
                <a:off x="446877" y="3972370"/>
                <a:ext cx="359361" cy="502225"/>
              </a:xfrm>
            </p:spPr>
          </p:sp>
        </mc:Fallback>
      </mc:AlternateContent>
      <mc:AlternateContent xmlns:mc="http://schemas.openxmlformats.org/markup-compatibility/2006">
        <mc:Choice xmlns:p14="http://schemas.microsoft.com/office/powerpoint/2010/main" Requires="p14">
          <p:contentPart p14:bwMode="auto" r:id="rId78">
            <p14:nvContentPartPr>
              <p14:cNvPr id="1049704" name=""/>
              <p14:cNvContentPartPr/>
              <p14:nvPr/>
            </p14:nvContentPartPr>
            <p14:xfrm>
              <a:off x="976463" y="3998190"/>
              <a:ext cx="174629" cy="466857"/>
            </p14:xfrm>
          </p:contentPart>
        </mc:Choice>
        <mc:Fallback>
          <p:sp>
            <p:nvSpPr>
              <p:cNvPr id="1049704" name=""/>
              <p:cNvSpPr/>
              <p:nvPr/>
            </p:nvSpPr>
            <p:spPr>
              <a:xfrm>
                <a:off x="976463" y="3998190"/>
                <a:ext cx="174629" cy="466857"/>
              </a:xfrm>
            </p:spPr>
          </p:sp>
        </mc:Fallback>
      </mc:AlternateContent>
      <mc:AlternateContent xmlns:mc="http://schemas.openxmlformats.org/markup-compatibility/2006">
        <mc:Choice xmlns:p14="http://schemas.microsoft.com/office/powerpoint/2010/main" Requires="p14">
          <p:contentPart p14:bwMode="auto" r:id="rId79">
            <p14:nvContentPartPr>
              <p14:cNvPr id="1049705" name=""/>
              <p14:cNvContentPartPr/>
              <p14:nvPr/>
            </p14:nvContentPartPr>
            <p14:xfrm>
              <a:off x="1233602" y="4015557"/>
              <a:ext cx="56920" cy="217423"/>
            </p14:xfrm>
          </p:contentPart>
        </mc:Choice>
        <mc:Fallback>
          <p:sp>
            <p:nvSpPr>
              <p:cNvPr id="1049705" name=""/>
              <p:cNvSpPr/>
              <p:nvPr/>
            </p:nvSpPr>
            <p:spPr>
              <a:xfrm>
                <a:off x="1233602" y="4015557"/>
                <a:ext cx="56920" cy="217423"/>
              </a:xfrm>
            </p:spPr>
          </p:sp>
        </mc:Fallback>
      </mc:AlternateContent>
      <mc:AlternateContent xmlns:mc="http://schemas.openxmlformats.org/markup-compatibility/2006">
        <mc:Choice xmlns:p14="http://schemas.microsoft.com/office/powerpoint/2010/main" Requires="p14">
          <p:contentPart p14:bwMode="auto" r:id="rId80">
            <p14:nvContentPartPr>
              <p14:cNvPr id="1049706" name=""/>
              <p14:cNvContentPartPr/>
              <p14:nvPr/>
            </p14:nvContentPartPr>
            <p14:xfrm>
              <a:off x="1277839" y="4008627"/>
              <a:ext cx="661356" cy="481614"/>
            </p14:xfrm>
          </p:contentPart>
        </mc:Choice>
        <mc:Fallback>
          <p:sp>
            <p:nvSpPr>
              <p:cNvPr id="1049706" name=""/>
              <p:cNvSpPr/>
              <p:nvPr/>
            </p:nvSpPr>
            <p:spPr>
              <a:xfrm>
                <a:off x="1277839" y="4008627"/>
                <a:ext cx="661356" cy="481614"/>
              </a:xfrm>
            </p:spPr>
          </p:sp>
        </mc:Fallback>
      </mc:AlternateContent>
      <mc:AlternateContent xmlns:mc="http://schemas.openxmlformats.org/markup-compatibility/2006">
        <mc:Choice xmlns:p14="http://schemas.microsoft.com/office/powerpoint/2010/main" Requires="p14">
          <p:contentPart p14:bwMode="auto" r:id="rId81">
            <p14:nvContentPartPr>
              <p14:cNvPr id="1049707" name=""/>
              <p14:cNvContentPartPr/>
              <p14:nvPr/>
            </p14:nvContentPartPr>
            <p14:xfrm>
              <a:off x="1836182" y="4153309"/>
              <a:ext cx="26634" cy="37827"/>
            </p14:xfrm>
          </p:contentPart>
        </mc:Choice>
        <mc:Fallback>
          <p:sp>
            <p:nvSpPr>
              <p:cNvPr id="1049707" name=""/>
              <p:cNvSpPr/>
              <p:nvPr/>
            </p:nvSpPr>
            <p:spPr>
              <a:xfrm>
                <a:off x="1836182" y="4153309"/>
                <a:ext cx="26634" cy="37827"/>
              </a:xfrm>
            </p:spPr>
          </p:sp>
        </mc:Fallback>
      </mc:AlternateContent>
      <mc:AlternateContent xmlns:mc="http://schemas.openxmlformats.org/markup-compatibility/2006">
        <mc:Choice xmlns:p14="http://schemas.microsoft.com/office/powerpoint/2010/main" Requires="p14">
          <p:contentPart p14:bwMode="auto" r:id="rId82">
            <p14:nvContentPartPr>
              <p14:cNvPr id="1049708" name=""/>
              <p14:cNvContentPartPr/>
              <p14:nvPr/>
            </p14:nvContentPartPr>
            <p14:xfrm>
              <a:off x="1993765" y="4240178"/>
              <a:ext cx="175561" cy="533613"/>
            </p14:xfrm>
          </p:contentPart>
        </mc:Choice>
        <mc:Fallback>
          <p:sp>
            <p:nvSpPr>
              <p:cNvPr id="1049708" name=""/>
              <p:cNvSpPr/>
              <p:nvPr/>
            </p:nvSpPr>
            <p:spPr>
              <a:xfrm>
                <a:off x="1993765" y="4240178"/>
                <a:ext cx="175561" cy="533613"/>
              </a:xfrm>
            </p:spPr>
          </p:sp>
        </mc:Fallback>
      </mc:AlternateContent>
      <mc:AlternateContent xmlns:mc="http://schemas.openxmlformats.org/markup-compatibility/2006">
        <mc:Choice xmlns:p14="http://schemas.microsoft.com/office/powerpoint/2010/main" Requires="p14">
          <p:contentPart p14:bwMode="auto" r:id="rId83">
            <p14:nvContentPartPr>
              <p14:cNvPr id="1049709" name=""/>
              <p14:cNvContentPartPr/>
              <p14:nvPr/>
            </p14:nvContentPartPr>
            <p14:xfrm>
              <a:off x="2169350" y="4247376"/>
              <a:ext cx="235457" cy="282633"/>
            </p14:xfrm>
          </p:contentPart>
        </mc:Choice>
        <mc:Fallback>
          <p:sp>
            <p:nvSpPr>
              <p:cNvPr id="1049709" name=""/>
              <p:cNvSpPr/>
              <p:nvPr/>
            </p:nvSpPr>
            <p:spPr>
              <a:xfrm>
                <a:off x="2169350" y="4247376"/>
                <a:ext cx="235457" cy="282633"/>
              </a:xfrm>
            </p:spPr>
          </p:sp>
        </mc:Fallback>
      </mc:AlternateContent>
      <mc:AlternateContent xmlns:mc="http://schemas.openxmlformats.org/markup-compatibility/2006">
        <mc:Choice xmlns:p14="http://schemas.microsoft.com/office/powerpoint/2010/main" Requires="p14">
          <p:contentPart p14:bwMode="auto" r:id="rId84">
            <p14:nvContentPartPr>
              <p14:cNvPr id="1049710" name=""/>
              <p14:cNvContentPartPr/>
              <p14:nvPr/>
            </p14:nvContentPartPr>
            <p14:xfrm>
              <a:off x="3387778" y="2201466"/>
              <a:ext cx="133987" cy="100766"/>
            </p14:xfrm>
          </p:contentPart>
        </mc:Choice>
        <mc:Fallback>
          <p:sp>
            <p:nvSpPr>
              <p:cNvPr id="1049710" name=""/>
              <p:cNvSpPr/>
              <p:nvPr/>
            </p:nvSpPr>
            <p:spPr>
              <a:xfrm>
                <a:off x="3387778" y="2201466"/>
                <a:ext cx="133987" cy="100766"/>
              </a:xfrm>
            </p:spPr>
          </p:sp>
        </mc:Fallback>
      </mc:AlternateContent>
      <mc:AlternateContent xmlns:mc="http://schemas.openxmlformats.org/markup-compatibility/2006">
        <mc:Choice xmlns:p14="http://schemas.microsoft.com/office/powerpoint/2010/main" Requires="p14">
          <p:contentPart p14:bwMode="auto" r:id="rId85">
            <p14:nvContentPartPr>
              <p14:cNvPr id="1049711" name=""/>
              <p14:cNvContentPartPr/>
              <p14:nvPr/>
            </p14:nvContentPartPr>
            <p14:xfrm>
              <a:off x="1684113" y="1998262"/>
              <a:ext cx="108680" cy="131562"/>
            </p14:xfrm>
          </p:contentPart>
        </mc:Choice>
        <mc:Fallback>
          <p:sp>
            <p:nvSpPr>
              <p:cNvPr id="1049711" name=""/>
              <p:cNvSpPr/>
              <p:nvPr/>
            </p:nvSpPr>
            <p:spPr>
              <a:xfrm>
                <a:off x="1684113" y="1998262"/>
                <a:ext cx="108680" cy="131562"/>
              </a:xfrm>
            </p:spPr>
          </p:sp>
        </mc:Fallback>
      </mc:AlternateContent>
      <mc:AlternateContent xmlns:mc="http://schemas.openxmlformats.org/markup-compatibility/2006">
        <mc:Choice xmlns:p14="http://schemas.microsoft.com/office/powerpoint/2010/main" Requires="p14">
          <p:contentPart p14:bwMode="auto" r:id="rId86">
            <p14:nvContentPartPr>
              <p14:cNvPr id="1049712" name=""/>
              <p14:cNvContentPartPr/>
              <p14:nvPr/>
            </p14:nvContentPartPr>
            <p14:xfrm>
              <a:off x="1805455" y="2074136"/>
              <a:ext cx="6591" cy="70998"/>
            </p14:xfrm>
          </p:contentPart>
        </mc:Choice>
        <mc:Fallback>
          <p:sp>
            <p:nvSpPr>
              <p:cNvPr id="1049712" name=""/>
              <p:cNvSpPr/>
              <p:nvPr/>
            </p:nvSpPr>
            <p:spPr>
              <a:xfrm>
                <a:off x="1805455" y="2074136"/>
                <a:ext cx="6591" cy="70998"/>
              </a:xfrm>
            </p:spPr>
          </p:sp>
        </mc:Fallback>
      </mc:AlternateContent>
      <mc:AlternateContent xmlns:mc="http://schemas.openxmlformats.org/markup-compatibility/2006">
        <mc:Choice xmlns:p14="http://schemas.microsoft.com/office/powerpoint/2010/main" Requires="p14">
          <p:contentPart p14:bwMode="auto" r:id="rId87">
            <p14:nvContentPartPr>
              <p14:cNvPr id="1049713" name=""/>
              <p14:cNvContentPartPr/>
              <p14:nvPr/>
            </p14:nvContentPartPr>
            <p14:xfrm>
              <a:off x="1837005" y="2001661"/>
              <a:ext cx="11250" cy="30625"/>
            </p14:xfrm>
          </p:contentPart>
        </mc:Choice>
        <mc:Fallback>
          <p:sp>
            <p:nvSpPr>
              <p:cNvPr id="1049713" name=""/>
              <p:cNvSpPr/>
              <p:nvPr/>
            </p:nvSpPr>
            <p:spPr>
              <a:xfrm>
                <a:off x="1837005" y="2001661"/>
                <a:ext cx="11250" cy="30625"/>
              </a:xfrm>
            </p:spPr>
          </p:sp>
        </mc:Fallback>
      </mc:AlternateContent>
      <mc:AlternateContent xmlns:mc="http://schemas.openxmlformats.org/markup-compatibility/2006">
        <mc:Choice xmlns:p14="http://schemas.microsoft.com/office/powerpoint/2010/main" Requires="p14">
          <p:contentPart p14:bwMode="auto" r:id="rId88">
            <p14:nvContentPartPr>
              <p14:cNvPr id="1049714" name=""/>
              <p14:cNvContentPartPr/>
              <p14:nvPr/>
            </p14:nvContentPartPr>
            <p14:xfrm>
              <a:off x="1885854" y="1943773"/>
              <a:ext cx="177580" cy="195805"/>
            </p14:xfrm>
          </p:contentPart>
        </mc:Choice>
        <mc:Fallback>
          <p:sp>
            <p:nvSpPr>
              <p:cNvPr id="1049714" name=""/>
              <p:cNvSpPr/>
              <p:nvPr/>
            </p:nvSpPr>
            <p:spPr>
              <a:xfrm>
                <a:off x="1885854" y="1943773"/>
                <a:ext cx="177580" cy="195805"/>
              </a:xfrm>
            </p:spPr>
          </p:sp>
        </mc:Fallback>
      </mc:AlternateContent>
      <mc:AlternateContent xmlns:mc="http://schemas.openxmlformats.org/markup-compatibility/2006">
        <mc:Choice xmlns:p14="http://schemas.microsoft.com/office/powerpoint/2010/main" Requires="p14">
          <p:contentPart p14:bwMode="auto" r:id="rId89">
            <p14:nvContentPartPr>
              <p14:cNvPr id="1049715" name=""/>
              <p14:cNvContentPartPr/>
              <p14:nvPr/>
            </p14:nvContentPartPr>
            <p14:xfrm>
              <a:off x="2099706" y="1951029"/>
              <a:ext cx="57534" cy="214160"/>
            </p14:xfrm>
          </p:contentPart>
        </mc:Choice>
        <mc:Fallback>
          <p:sp>
            <p:nvSpPr>
              <p:cNvPr id="1049715" name=""/>
              <p:cNvSpPr/>
              <p:nvPr/>
            </p:nvSpPr>
            <p:spPr>
              <a:xfrm>
                <a:off x="2099706" y="1951029"/>
                <a:ext cx="57534" cy="214160"/>
              </a:xfrm>
            </p:spPr>
          </p:sp>
        </mc:Fallback>
      </mc:AlternateContent>
      <mc:AlternateContent xmlns:mc="http://schemas.openxmlformats.org/markup-compatibility/2006">
        <mc:Choice xmlns:p14="http://schemas.microsoft.com/office/powerpoint/2010/main" Requires="p14">
          <p:contentPart p14:bwMode="auto" r:id="rId90">
            <p14:nvContentPartPr>
              <p14:cNvPr id="1049716" name=""/>
              <p14:cNvContentPartPr/>
              <p14:nvPr/>
            </p14:nvContentPartPr>
            <p14:xfrm>
              <a:off x="1598485" y="1958226"/>
              <a:ext cx="71066" cy="218789"/>
            </p14:xfrm>
          </p:contentPart>
        </mc:Choice>
        <mc:Fallback>
          <p:sp>
            <p:nvSpPr>
              <p:cNvPr id="1049716" name=""/>
              <p:cNvSpPr/>
              <p:nvPr/>
            </p:nvSpPr>
            <p:spPr>
              <a:xfrm>
                <a:off x="1598485" y="1958226"/>
                <a:ext cx="71066" cy="218789"/>
              </a:xfrm>
            </p:spPr>
          </p:sp>
        </mc:Fallback>
      </mc:AlternateContent>
      <mc:AlternateContent xmlns:mc="http://schemas.openxmlformats.org/markup-compatibility/2006">
        <mc:Choice xmlns:p14="http://schemas.microsoft.com/office/powerpoint/2010/main" Requires="p14">
          <p:contentPart p14:bwMode="auto" r:id="rId91">
            <p14:nvContentPartPr>
              <p14:cNvPr id="1049717" name=""/>
              <p14:cNvContentPartPr/>
              <p14:nvPr/>
            </p14:nvContentPartPr>
            <p14:xfrm>
              <a:off x="2032217" y="2032368"/>
              <a:ext cx="58707" cy="116483"/>
            </p14:xfrm>
          </p:contentPart>
        </mc:Choice>
        <mc:Fallback>
          <p:sp>
            <p:nvSpPr>
              <p:cNvPr id="1049717" name=""/>
              <p:cNvSpPr/>
              <p:nvPr/>
            </p:nvSpPr>
            <p:spPr>
              <a:xfrm>
                <a:off x="2032217" y="2032368"/>
                <a:ext cx="58707" cy="116483"/>
              </a:xfrm>
            </p:spPr>
          </p:sp>
        </mc:Fallback>
      </mc:AlternateContent>
      <mc:AlternateContent xmlns:mc="http://schemas.openxmlformats.org/markup-compatibility/2006">
        <mc:Choice xmlns:p14="http://schemas.microsoft.com/office/powerpoint/2010/main" Requires="p14">
          <p:contentPart p14:bwMode="auto" r:id="rId92">
            <p14:nvContentPartPr>
              <p14:cNvPr id="1049718" name=""/>
              <p14:cNvContentPartPr/>
              <p14:nvPr/>
            </p14:nvContentPartPr>
            <p14:xfrm>
              <a:off x="5409968" y="2653683"/>
              <a:ext cx="185778" cy="681309"/>
            </p14:xfrm>
          </p:contentPart>
        </mc:Choice>
        <mc:Fallback>
          <p:sp>
            <p:nvSpPr>
              <p:cNvPr id="1049718" name=""/>
              <p:cNvSpPr/>
              <p:nvPr/>
            </p:nvSpPr>
            <p:spPr>
              <a:xfrm>
                <a:off x="5409968" y="2653683"/>
                <a:ext cx="185778" cy="681309"/>
              </a:xfrm>
            </p:spPr>
          </p:sp>
        </mc:Fallback>
      </mc:AlternateContent>
      <mc:AlternateContent xmlns:mc="http://schemas.openxmlformats.org/markup-compatibility/2006">
        <mc:Choice xmlns:p14="http://schemas.microsoft.com/office/powerpoint/2010/main" Requires="p14">
          <p:contentPart p14:bwMode="auto" r:id="rId93">
            <p14:nvContentPartPr>
              <p14:cNvPr id="1049719" name=""/>
              <p14:cNvContentPartPr/>
              <p14:nvPr/>
            </p14:nvContentPartPr>
            <p14:xfrm>
              <a:off x="5595644" y="2820225"/>
              <a:ext cx="86144" cy="349674"/>
            </p14:xfrm>
          </p:contentPart>
        </mc:Choice>
        <mc:Fallback>
          <p:sp>
            <p:nvSpPr>
              <p:cNvPr id="1049719" name=""/>
              <p:cNvSpPr/>
              <p:nvPr/>
            </p:nvSpPr>
            <p:spPr>
              <a:xfrm>
                <a:off x="5595644" y="2820225"/>
                <a:ext cx="86144" cy="349674"/>
              </a:xfrm>
            </p:spPr>
          </p:sp>
        </mc:Fallback>
      </mc:AlternateContent>
      <mc:AlternateContent xmlns:mc="http://schemas.openxmlformats.org/markup-compatibility/2006">
        <mc:Choice xmlns:p14="http://schemas.microsoft.com/office/powerpoint/2010/main" Requires="p14">
          <p:contentPart p14:bwMode="auto" r:id="rId94">
            <p14:nvContentPartPr>
              <p14:cNvPr id="1049720" name=""/>
              <p14:cNvContentPartPr/>
              <p14:nvPr/>
            </p14:nvContentPartPr>
            <p14:xfrm>
              <a:off x="5644283" y="2851002"/>
              <a:ext cx="48095" cy="299081"/>
            </p14:xfrm>
          </p:contentPart>
        </mc:Choice>
        <mc:Fallback>
          <p:sp>
            <p:nvSpPr>
              <p:cNvPr id="1049720" name=""/>
              <p:cNvSpPr/>
              <p:nvPr/>
            </p:nvSpPr>
            <p:spPr>
              <a:xfrm>
                <a:off x="5644283" y="2851002"/>
                <a:ext cx="48095" cy="299081"/>
              </a:xfrm>
            </p:spPr>
          </p:sp>
        </mc:Fallback>
      </mc:AlternateContent>
      <mc:AlternateContent xmlns:mc="http://schemas.openxmlformats.org/markup-compatibility/2006">
        <mc:Choice xmlns:p14="http://schemas.microsoft.com/office/powerpoint/2010/main" Requires="p14">
          <p:contentPart p14:bwMode="auto" r:id="rId95">
            <p14:nvContentPartPr>
              <p14:cNvPr id="1049721" name=""/>
              <p14:cNvContentPartPr/>
              <p14:nvPr/>
            </p14:nvContentPartPr>
            <p14:xfrm>
              <a:off x="5581626" y="3030684"/>
              <a:ext cx="166478" cy="8904"/>
            </p14:xfrm>
          </p:contentPart>
        </mc:Choice>
        <mc:Fallback>
          <p:sp>
            <p:nvSpPr>
              <p:cNvPr id="1049721" name=""/>
              <p:cNvSpPr/>
              <p:nvPr/>
            </p:nvSpPr>
            <p:spPr>
              <a:xfrm>
                <a:off x="5581626" y="3030684"/>
                <a:ext cx="166478" cy="8904"/>
              </a:xfrm>
            </p:spPr>
          </p:sp>
        </mc:Fallback>
      </mc:AlternateContent>
      <mc:AlternateContent xmlns:mc="http://schemas.openxmlformats.org/markup-compatibility/2006">
        <mc:Choice xmlns:p14="http://schemas.microsoft.com/office/powerpoint/2010/main" Requires="p14">
          <p:contentPart p14:bwMode="auto" r:id="rId96">
            <p14:nvContentPartPr>
              <p14:cNvPr id="1049722" name=""/>
              <p14:cNvContentPartPr/>
              <p14:nvPr/>
            </p14:nvContentPartPr>
            <p14:xfrm>
              <a:off x="5755885" y="2943829"/>
              <a:ext cx="104608" cy="223402"/>
            </p14:xfrm>
          </p:contentPart>
        </mc:Choice>
        <mc:Fallback>
          <p:sp>
            <p:nvSpPr>
              <p:cNvPr id="1049722" name=""/>
              <p:cNvSpPr/>
              <p:nvPr/>
            </p:nvSpPr>
            <p:spPr>
              <a:xfrm>
                <a:off x="5755885" y="2943829"/>
                <a:ext cx="104608" cy="223402"/>
              </a:xfrm>
            </p:spPr>
          </p:sp>
        </mc:Fallback>
      </mc:AlternateContent>
      <mc:AlternateContent xmlns:mc="http://schemas.openxmlformats.org/markup-compatibility/2006">
        <mc:Choice xmlns:p14="http://schemas.microsoft.com/office/powerpoint/2010/main" Requires="p14">
          <p:contentPart p14:bwMode="auto" r:id="rId97">
            <p14:nvContentPartPr>
              <p14:cNvPr id="1049723" name=""/>
              <p14:cNvContentPartPr/>
              <p14:nvPr/>
            </p14:nvContentPartPr>
            <p14:xfrm>
              <a:off x="5767390" y="2951027"/>
              <a:ext cx="226351" cy="180069"/>
            </p14:xfrm>
          </p:contentPart>
        </mc:Choice>
        <mc:Fallback>
          <p:sp>
            <p:nvSpPr>
              <p:cNvPr id="1049723" name=""/>
              <p:cNvSpPr/>
              <p:nvPr/>
            </p:nvSpPr>
            <p:spPr>
              <a:xfrm>
                <a:off x="5767390" y="2951027"/>
                <a:ext cx="226351" cy="180069"/>
              </a:xfrm>
            </p:spPr>
          </p:sp>
        </mc:Fallback>
      </mc:AlternateContent>
      <mc:AlternateContent xmlns:mc="http://schemas.openxmlformats.org/markup-compatibility/2006">
        <mc:Choice xmlns:p14="http://schemas.microsoft.com/office/powerpoint/2010/main" Requires="p14">
          <p:contentPart p14:bwMode="auto" r:id="rId98">
            <p14:nvContentPartPr>
              <p14:cNvPr id="1049724" name=""/>
              <p14:cNvContentPartPr/>
              <p14:nvPr/>
            </p14:nvContentPartPr>
            <p14:xfrm>
              <a:off x="6168041" y="2866053"/>
              <a:ext cx="250904" cy="454712"/>
            </p14:xfrm>
          </p:contentPart>
        </mc:Choice>
        <mc:Fallback>
          <p:sp>
            <p:nvSpPr>
              <p:cNvPr id="1049724" name=""/>
              <p:cNvSpPr/>
              <p:nvPr/>
            </p:nvSpPr>
            <p:spPr>
              <a:xfrm>
                <a:off x="6168041" y="2866053"/>
                <a:ext cx="250904" cy="454712"/>
              </a:xfrm>
            </p:spPr>
          </p:sp>
        </mc:Fallback>
      </mc:AlternateContent>
      <mc:AlternateContent xmlns:mc="http://schemas.openxmlformats.org/markup-compatibility/2006">
        <mc:Choice xmlns:p14="http://schemas.microsoft.com/office/powerpoint/2010/main" Requires="p14">
          <p:contentPart p14:bwMode="auto" r:id="rId99">
            <p14:nvContentPartPr>
              <p14:cNvPr id="1049725" name=""/>
              <p14:cNvContentPartPr/>
              <p14:nvPr/>
            </p14:nvContentPartPr>
            <p14:xfrm>
              <a:off x="6460389" y="2979818"/>
              <a:ext cx="104995" cy="166069"/>
            </p14:xfrm>
          </p:contentPart>
        </mc:Choice>
        <mc:Fallback>
          <p:sp>
            <p:nvSpPr>
              <p:cNvPr id="1049725" name=""/>
              <p:cNvSpPr/>
              <p:nvPr/>
            </p:nvSpPr>
            <p:spPr>
              <a:xfrm>
                <a:off x="6460389" y="2979818"/>
                <a:ext cx="104995" cy="166069"/>
              </a:xfrm>
            </p:spPr>
          </p:sp>
        </mc:Fallback>
      </mc:AlternateContent>
      <mc:AlternateContent xmlns:mc="http://schemas.openxmlformats.org/markup-compatibility/2006">
        <mc:Choice xmlns:p14="http://schemas.microsoft.com/office/powerpoint/2010/main" Requires="p14">
          <p:contentPart p14:bwMode="auto" r:id="rId100">
            <p14:nvContentPartPr>
              <p14:cNvPr id="1049726" name=""/>
              <p14:cNvContentPartPr/>
              <p14:nvPr/>
            </p14:nvContentPartPr>
            <p14:xfrm>
              <a:off x="6554942" y="2844506"/>
              <a:ext cx="235253" cy="367379"/>
            </p14:xfrm>
          </p:contentPart>
        </mc:Choice>
        <mc:Fallback>
          <p:sp>
            <p:nvSpPr>
              <p:cNvPr id="1049726" name=""/>
              <p:cNvSpPr/>
              <p:nvPr/>
            </p:nvSpPr>
            <p:spPr>
              <a:xfrm>
                <a:off x="6554942" y="2844506"/>
                <a:ext cx="235253" cy="367379"/>
              </a:xfrm>
            </p:spPr>
          </p:sp>
        </mc:Fallback>
      </mc:AlternateContent>
      <mc:AlternateContent xmlns:mc="http://schemas.openxmlformats.org/markup-compatibility/2006">
        <mc:Choice xmlns:p14="http://schemas.microsoft.com/office/powerpoint/2010/main" Requires="p14">
          <p:contentPart p14:bwMode="auto" r:id="rId101">
            <p14:nvContentPartPr>
              <p14:cNvPr id="1049727" name=""/>
              <p14:cNvContentPartPr/>
              <p14:nvPr/>
            </p14:nvContentPartPr>
            <p14:xfrm>
              <a:off x="6884221" y="2832635"/>
              <a:ext cx="62349" cy="355600"/>
            </p14:xfrm>
          </p:contentPart>
        </mc:Choice>
        <mc:Fallback>
          <p:sp>
            <p:nvSpPr>
              <p:cNvPr id="1049727" name=""/>
              <p:cNvSpPr/>
              <p:nvPr/>
            </p:nvSpPr>
            <p:spPr>
              <a:xfrm>
                <a:off x="6884221" y="2832635"/>
                <a:ext cx="62349" cy="355600"/>
              </a:xfrm>
            </p:spPr>
          </p:sp>
        </mc:Fallback>
      </mc:AlternateContent>
      <mc:AlternateContent xmlns:mc="http://schemas.openxmlformats.org/markup-compatibility/2006">
        <mc:Choice xmlns:p14="http://schemas.microsoft.com/office/powerpoint/2010/main" Requires="p14">
          <p:contentPart p14:bwMode="auto" r:id="rId102">
            <p14:nvContentPartPr>
              <p14:cNvPr id="1049728" name=""/>
              <p14:cNvContentPartPr/>
              <p14:nvPr/>
            </p14:nvContentPartPr>
            <p14:xfrm>
              <a:off x="5839313" y="3335005"/>
              <a:ext cx="572735" cy="12894"/>
            </p14:xfrm>
          </p:contentPart>
        </mc:Choice>
        <mc:Fallback>
          <p:sp>
            <p:nvSpPr>
              <p:cNvPr id="1049728" name=""/>
              <p:cNvSpPr/>
              <p:nvPr/>
            </p:nvSpPr>
            <p:spPr>
              <a:xfrm>
                <a:off x="5839313" y="3335005"/>
                <a:ext cx="572735" cy="12894"/>
              </a:xfrm>
            </p:spPr>
          </p:sp>
        </mc:Fallback>
      </mc:AlternateContent>
      <mc:AlternateContent xmlns:mc="http://schemas.openxmlformats.org/markup-compatibility/2006">
        <mc:Choice xmlns:p14="http://schemas.microsoft.com/office/powerpoint/2010/main" Requires="p14">
          <p:contentPart p14:bwMode="auto" r:id="rId103">
            <p14:nvContentPartPr>
              <p14:cNvPr id="1049729" name=""/>
              <p14:cNvContentPartPr/>
              <p14:nvPr/>
            </p14:nvContentPartPr>
            <p14:xfrm>
              <a:off x="5881950" y="3428812"/>
              <a:ext cx="508037" cy="28640"/>
            </p14:xfrm>
          </p:contentPart>
        </mc:Choice>
        <mc:Fallback>
          <p:sp>
            <p:nvSpPr>
              <p:cNvPr id="1049729" name=""/>
              <p:cNvSpPr/>
              <p:nvPr/>
            </p:nvSpPr>
            <p:spPr>
              <a:xfrm>
                <a:off x="5881950" y="3428812"/>
                <a:ext cx="508037" cy="28640"/>
              </a:xfrm>
            </p:spPr>
          </p:sp>
        </mc:Fallback>
      </mc:AlternateContent>
      <mc:AlternateContent xmlns:mc="http://schemas.openxmlformats.org/markup-compatibility/2006">
        <mc:Choice xmlns:p14="http://schemas.microsoft.com/office/powerpoint/2010/main" Requires="p14">
          <p:contentPart p14:bwMode="auto" r:id="rId104">
            <p14:nvContentPartPr>
              <p14:cNvPr id="1049730" name=""/>
              <p14:cNvContentPartPr/>
              <p14:nvPr/>
            </p14:nvContentPartPr>
            <p14:xfrm>
              <a:off x="6952727" y="17302"/>
              <a:ext cx="79716" cy="6533618"/>
            </p14:xfrm>
          </p:contentPart>
        </mc:Choice>
        <mc:Fallback>
          <p:sp>
            <p:nvSpPr>
              <p:cNvPr id="1049730" name=""/>
              <p:cNvSpPr/>
              <p:nvPr/>
            </p:nvSpPr>
            <p:spPr>
              <a:xfrm>
                <a:off x="6952727" y="17302"/>
                <a:ext cx="79716" cy="6533618"/>
              </a:xfrm>
            </p:spPr>
          </p:sp>
        </mc:Fallback>
      </mc:AlternateContent>
      <mc:AlternateContent xmlns:mc="http://schemas.openxmlformats.org/markup-compatibility/2006">
        <mc:Choice xmlns:p14="http://schemas.microsoft.com/office/powerpoint/2010/main" Requires="p14">
          <p:contentPart p14:bwMode="auto" r:id="rId105">
            <p14:nvContentPartPr>
              <p14:cNvPr id="1049731" name=""/>
              <p14:cNvContentPartPr/>
              <p14:nvPr/>
            </p14:nvContentPartPr>
            <p14:xfrm>
              <a:off x="7376610" y="2255481"/>
              <a:ext cx="4350264" cy="72230"/>
            </p14:xfrm>
          </p:contentPart>
        </mc:Choice>
        <mc:Fallback>
          <p:sp>
            <p:nvSpPr>
              <p:cNvPr id="1049731" name=""/>
              <p:cNvSpPr/>
              <p:nvPr/>
            </p:nvSpPr>
            <p:spPr>
              <a:xfrm>
                <a:off x="7376610" y="2255481"/>
                <a:ext cx="4350264" cy="72230"/>
              </a:xfrm>
            </p:spPr>
          </p:sp>
        </mc:Fallback>
      </mc:AlternateContent>
      <mc:AlternateContent xmlns:mc="http://schemas.openxmlformats.org/markup-compatibility/2006">
        <mc:Choice xmlns:p14="http://schemas.microsoft.com/office/powerpoint/2010/main" Requires="p14">
          <p:contentPart p14:bwMode="auto" r:id="rId106">
            <p14:nvContentPartPr>
              <p14:cNvPr id="1049732" name=""/>
              <p14:cNvContentPartPr/>
              <p14:nvPr/>
            </p14:nvContentPartPr>
            <p14:xfrm>
              <a:off x="11546371" y="2241175"/>
              <a:ext cx="173657" cy="234229"/>
            </p14:xfrm>
          </p:contentPart>
        </mc:Choice>
        <mc:Fallback>
          <p:sp>
            <p:nvSpPr>
              <p:cNvPr id="1049732" name=""/>
              <p:cNvSpPr/>
              <p:nvPr/>
            </p:nvSpPr>
            <p:spPr>
              <a:xfrm>
                <a:off x="11546371" y="2241175"/>
                <a:ext cx="173657" cy="234229"/>
              </a:xfrm>
            </p:spPr>
          </p:sp>
        </mc:Fallback>
      </mc:AlternateContent>
      <mc:AlternateContent xmlns:mc="http://schemas.openxmlformats.org/markup-compatibility/2006">
        <mc:Choice xmlns:p14="http://schemas.microsoft.com/office/powerpoint/2010/main" Requires="p14">
          <p:contentPart p14:bwMode="auto" r:id="rId107">
            <p14:nvContentPartPr>
              <p14:cNvPr id="1049733" name=""/>
              <p14:cNvContentPartPr/>
              <p14:nvPr/>
            </p14:nvContentPartPr>
            <p14:xfrm>
              <a:off x="11455076" y="2591946"/>
              <a:ext cx="137694" cy="206304"/>
            </p14:xfrm>
          </p:contentPart>
        </mc:Choice>
        <mc:Fallback>
          <p:sp>
            <p:nvSpPr>
              <p:cNvPr id="1049733" name=""/>
              <p:cNvSpPr/>
              <p:nvPr/>
            </p:nvSpPr>
            <p:spPr>
              <a:xfrm>
                <a:off x="11455076" y="2591946"/>
                <a:ext cx="137694" cy="206304"/>
              </a:xfrm>
            </p:spPr>
          </p:sp>
        </mc:Fallback>
      </mc:AlternateContent>
      <mc:AlternateContent xmlns:mc="http://schemas.openxmlformats.org/markup-compatibility/2006">
        <mc:Choice xmlns:p14="http://schemas.microsoft.com/office/powerpoint/2010/main" Requires="p14">
          <p:contentPart p14:bwMode="auto" r:id="rId108">
            <p14:nvContentPartPr>
              <p14:cNvPr id="1049734" name=""/>
              <p14:cNvContentPartPr/>
              <p14:nvPr/>
            </p14:nvContentPartPr>
            <p14:xfrm>
              <a:off x="11563056" y="2617446"/>
              <a:ext cx="104658" cy="239016"/>
            </p14:xfrm>
          </p:contentPart>
        </mc:Choice>
        <mc:Fallback>
          <p:sp>
            <p:nvSpPr>
              <p:cNvPr id="1049734" name=""/>
              <p:cNvSpPr/>
              <p:nvPr/>
            </p:nvSpPr>
            <p:spPr>
              <a:xfrm>
                <a:off x="11563056" y="2617446"/>
                <a:ext cx="104658" cy="239016"/>
              </a:xfrm>
            </p:spPr>
          </p:sp>
        </mc:Fallback>
      </mc:AlternateContent>
      <mc:AlternateContent xmlns:mc="http://schemas.openxmlformats.org/markup-compatibility/2006">
        <mc:Choice xmlns:p14="http://schemas.microsoft.com/office/powerpoint/2010/main" Requires="p14">
          <p:contentPart p14:bwMode="auto" r:id="rId109">
            <p14:nvContentPartPr>
              <p14:cNvPr id="1049735" name=""/>
              <p14:cNvContentPartPr/>
              <p14:nvPr/>
            </p14:nvContentPartPr>
            <p14:xfrm>
              <a:off x="9928466" y="184332"/>
              <a:ext cx="101348" cy="3753418"/>
            </p14:xfrm>
          </p:contentPart>
        </mc:Choice>
        <mc:Fallback>
          <p:sp>
            <p:nvSpPr>
              <p:cNvPr id="1049735" name=""/>
              <p:cNvSpPr/>
              <p:nvPr/>
            </p:nvSpPr>
            <p:spPr>
              <a:xfrm>
                <a:off x="9928466" y="184332"/>
                <a:ext cx="101348" cy="3753418"/>
              </a:xfrm>
            </p:spPr>
          </p:sp>
        </mc:Fallback>
      </mc:AlternateContent>
      <mc:AlternateContent xmlns:mc="http://schemas.openxmlformats.org/markup-compatibility/2006">
        <mc:Choice xmlns:p14="http://schemas.microsoft.com/office/powerpoint/2010/main" Requires="p14">
          <p:contentPart p14:bwMode="auto" r:id="rId110">
            <p14:nvContentPartPr>
              <p14:cNvPr id="1049736" name=""/>
              <p14:cNvContentPartPr/>
              <p14:nvPr/>
            </p14:nvContentPartPr>
            <p14:xfrm>
              <a:off x="9908471" y="157807"/>
              <a:ext cx="139828" cy="242963"/>
            </p14:xfrm>
          </p:contentPart>
        </mc:Choice>
        <mc:Fallback>
          <p:sp>
            <p:nvSpPr>
              <p:cNvPr id="1049736" name=""/>
              <p:cNvSpPr/>
              <p:nvPr/>
            </p:nvSpPr>
            <p:spPr>
              <a:xfrm>
                <a:off x="9908471" y="157807"/>
                <a:ext cx="139828" cy="242963"/>
              </a:xfrm>
            </p:spPr>
          </p:sp>
        </mc:Fallback>
      </mc:AlternateContent>
      <mc:AlternateContent xmlns:mc="http://schemas.openxmlformats.org/markup-compatibility/2006">
        <mc:Choice xmlns:p14="http://schemas.microsoft.com/office/powerpoint/2010/main" Requires="p14">
          <p:contentPart p14:bwMode="auto" r:id="rId111">
            <p14:nvContentPartPr>
              <p14:cNvPr id="1049737" name=""/>
              <p14:cNvContentPartPr/>
              <p14:nvPr/>
            </p14:nvContentPartPr>
            <p14:xfrm>
              <a:off x="10088254" y="181350"/>
              <a:ext cx="157870" cy="185226"/>
            </p14:xfrm>
          </p:contentPart>
        </mc:Choice>
        <mc:Fallback>
          <p:sp>
            <p:nvSpPr>
              <p:cNvPr id="1049737" name=""/>
              <p:cNvSpPr/>
              <p:nvPr/>
            </p:nvSpPr>
            <p:spPr>
              <a:xfrm>
                <a:off x="10088254" y="181350"/>
                <a:ext cx="157870" cy="185226"/>
              </a:xfrm>
            </p:spPr>
          </p:sp>
        </mc:Fallback>
      </mc:AlternateContent>
      <mc:AlternateContent xmlns:mc="http://schemas.openxmlformats.org/markup-compatibility/2006">
        <mc:Choice xmlns:p14="http://schemas.microsoft.com/office/powerpoint/2010/main" Requires="p14">
          <p:contentPart p14:bwMode="auto" r:id="rId112">
            <p14:nvContentPartPr>
              <p14:cNvPr id="1049738" name=""/>
              <p14:cNvContentPartPr/>
              <p14:nvPr/>
            </p14:nvContentPartPr>
            <p14:xfrm>
              <a:off x="10175831" y="205189"/>
              <a:ext cx="204772" cy="173291"/>
            </p14:xfrm>
          </p:contentPart>
        </mc:Choice>
        <mc:Fallback>
          <p:sp>
            <p:nvSpPr>
              <p:cNvPr id="1049738" name=""/>
              <p:cNvSpPr/>
              <p:nvPr/>
            </p:nvSpPr>
            <p:spPr>
              <a:xfrm>
                <a:off x="10175831" y="205189"/>
                <a:ext cx="204772" cy="173291"/>
              </a:xfrm>
            </p:spPr>
          </p:sp>
        </mc:Fallback>
      </mc:AlternateContent>
      <mc:AlternateContent xmlns:mc="http://schemas.openxmlformats.org/markup-compatibility/2006">
        <mc:Choice xmlns:p14="http://schemas.microsoft.com/office/powerpoint/2010/main" Requires="p14">
          <p:contentPart p14:bwMode="auto" r:id="rId113">
            <p14:nvContentPartPr>
              <p14:cNvPr id="1049739" name=""/>
              <p14:cNvContentPartPr/>
              <p14:nvPr/>
            </p14:nvContentPartPr>
            <p14:xfrm>
              <a:off x="10019454" y="3960033"/>
              <a:ext cx="215652" cy="471625"/>
            </p14:xfrm>
          </p:contentPart>
        </mc:Choice>
        <mc:Fallback>
          <p:sp>
            <p:nvSpPr>
              <p:cNvPr id="1049739" name=""/>
              <p:cNvSpPr/>
              <p:nvPr/>
            </p:nvSpPr>
            <p:spPr>
              <a:xfrm>
                <a:off x="10019454" y="3960033"/>
                <a:ext cx="215652" cy="471625"/>
              </a:xfrm>
            </p:spPr>
          </p:sp>
        </mc:Fallback>
      </mc:AlternateContent>
      <mc:AlternateContent xmlns:mc="http://schemas.openxmlformats.org/markup-compatibility/2006">
        <mc:Choice xmlns:p14="http://schemas.microsoft.com/office/powerpoint/2010/main" Requires="p14">
          <p:contentPart p14:bwMode="auto" r:id="rId114">
            <p14:nvContentPartPr>
              <p14:cNvPr id="1049740" name=""/>
              <p14:cNvContentPartPr/>
              <p14:nvPr/>
            </p14:nvContentPartPr>
            <p14:xfrm>
              <a:off x="10178768" y="4421116"/>
              <a:ext cx="107663" cy="120144"/>
            </p14:xfrm>
          </p:contentPart>
        </mc:Choice>
        <mc:Fallback>
          <p:sp>
            <p:nvSpPr>
              <p:cNvPr id="1049740" name=""/>
              <p:cNvSpPr/>
              <p:nvPr/>
            </p:nvSpPr>
            <p:spPr>
              <a:xfrm>
                <a:off x="10178768" y="4421116"/>
                <a:ext cx="107663" cy="120144"/>
              </a:xfrm>
            </p:spPr>
          </p:sp>
        </mc:Fallback>
      </mc:AlternateContent>
      <mc:AlternateContent xmlns:mc="http://schemas.openxmlformats.org/markup-compatibility/2006">
        <mc:Choice xmlns:p14="http://schemas.microsoft.com/office/powerpoint/2010/main" Requires="p14">
          <p:contentPart p14:bwMode="auto" r:id="rId115">
            <p14:nvContentPartPr>
              <p14:cNvPr id="1049741" name=""/>
              <p14:cNvContentPartPr/>
              <p14:nvPr/>
            </p14:nvContentPartPr>
            <p14:xfrm>
              <a:off x="10280441" y="4261772"/>
              <a:ext cx="261278" cy="14771"/>
            </p14:xfrm>
          </p:contentPart>
        </mc:Choice>
        <mc:Fallback>
          <p:sp>
            <p:nvSpPr>
              <p:cNvPr id="1049741" name=""/>
              <p:cNvSpPr/>
              <p:nvPr/>
            </p:nvSpPr>
            <p:spPr>
              <a:xfrm>
                <a:off x="10280441" y="4261772"/>
                <a:ext cx="261278" cy="14771"/>
              </a:xfrm>
            </p:spPr>
          </p:sp>
        </mc:Fallback>
      </mc:AlternateContent>
      <mc:AlternateContent xmlns:mc="http://schemas.openxmlformats.org/markup-compatibility/2006">
        <mc:Choice xmlns:p14="http://schemas.microsoft.com/office/powerpoint/2010/main" Requires="p14">
          <p:contentPart p14:bwMode="auto" r:id="rId116">
            <p14:nvContentPartPr>
              <p14:cNvPr id="1049742" name=""/>
              <p14:cNvContentPartPr/>
              <p14:nvPr/>
            </p14:nvContentPartPr>
            <p14:xfrm>
              <a:off x="10309122" y="4357197"/>
              <a:ext cx="233285" cy="6337"/>
            </p14:xfrm>
          </p:contentPart>
        </mc:Choice>
        <mc:Fallback>
          <p:sp>
            <p:nvSpPr>
              <p:cNvPr id="1049742" name=""/>
              <p:cNvSpPr/>
              <p:nvPr/>
            </p:nvSpPr>
            <p:spPr>
              <a:xfrm>
                <a:off x="10309122" y="4357197"/>
                <a:ext cx="233285" cy="6337"/>
              </a:xfrm>
            </p:spPr>
          </p:sp>
        </mc:Fallback>
      </mc:AlternateContent>
      <mc:AlternateContent xmlns:mc="http://schemas.openxmlformats.org/markup-compatibility/2006">
        <mc:Choice xmlns:p14="http://schemas.microsoft.com/office/powerpoint/2010/main" Requires="p14">
          <p:contentPart p14:bwMode="auto" r:id="rId117">
            <p14:nvContentPartPr>
              <p14:cNvPr id="1049743" name=""/>
              <p14:cNvContentPartPr/>
              <p14:nvPr/>
            </p14:nvContentPartPr>
            <p14:xfrm>
              <a:off x="10362641" y="4153309"/>
              <a:ext cx="39142" cy="352521"/>
            </p14:xfrm>
          </p:contentPart>
        </mc:Choice>
        <mc:Fallback>
          <p:sp>
            <p:nvSpPr>
              <p:cNvPr id="1049743" name=""/>
              <p:cNvSpPr/>
              <p:nvPr/>
            </p:nvSpPr>
            <p:spPr>
              <a:xfrm>
                <a:off x="10362641" y="4153309"/>
                <a:ext cx="39142" cy="352521"/>
              </a:xfrm>
            </p:spPr>
          </p:sp>
        </mc:Fallback>
      </mc:AlternateContent>
      <mc:AlternateContent xmlns:mc="http://schemas.openxmlformats.org/markup-compatibility/2006">
        <mc:Choice xmlns:p14="http://schemas.microsoft.com/office/powerpoint/2010/main" Requires="p14">
          <p:contentPart p14:bwMode="auto" r:id="rId118">
            <p14:nvContentPartPr>
              <p14:cNvPr id="1049744" name=""/>
              <p14:cNvContentPartPr/>
              <p14:nvPr/>
            </p14:nvContentPartPr>
            <p14:xfrm>
              <a:off x="10631935" y="4177819"/>
              <a:ext cx="194345" cy="238780"/>
            </p14:xfrm>
          </p:contentPart>
        </mc:Choice>
        <mc:Fallback>
          <p:sp>
            <p:nvSpPr>
              <p:cNvPr id="1049744" name=""/>
              <p:cNvSpPr/>
              <p:nvPr/>
            </p:nvSpPr>
            <p:spPr>
              <a:xfrm>
                <a:off x="10631935" y="4177819"/>
                <a:ext cx="194345" cy="238780"/>
              </a:xfrm>
            </p:spPr>
          </p:sp>
        </mc:Fallback>
      </mc:AlternateContent>
      <mc:AlternateContent xmlns:mc="http://schemas.openxmlformats.org/markup-compatibility/2006">
        <mc:Choice xmlns:p14="http://schemas.microsoft.com/office/powerpoint/2010/main" Requires="p14">
          <p:contentPart p14:bwMode="auto" r:id="rId119">
            <p14:nvContentPartPr>
              <p14:cNvPr id="1049745" name=""/>
              <p14:cNvContentPartPr/>
              <p14:nvPr/>
            </p14:nvContentPartPr>
            <p14:xfrm>
              <a:off x="9857488" y="3846307"/>
              <a:ext cx="1098389" cy="822160"/>
            </p14:xfrm>
          </p:contentPart>
        </mc:Choice>
        <mc:Fallback>
          <p:sp>
            <p:nvSpPr>
              <p:cNvPr id="1049745" name=""/>
              <p:cNvSpPr/>
              <p:nvPr/>
            </p:nvSpPr>
            <p:spPr>
              <a:xfrm>
                <a:off x="9857488" y="3846307"/>
                <a:ext cx="1098389" cy="822160"/>
              </a:xfrm>
            </p:spPr>
          </p:sp>
        </mc:Fallback>
      </mc:AlternateContent>
      <mc:AlternateContent xmlns:mc="http://schemas.openxmlformats.org/markup-compatibility/2006">
        <mc:Choice xmlns:p14="http://schemas.microsoft.com/office/powerpoint/2010/main" Requires="p14">
          <p:contentPart p14:bwMode="auto" r:id="rId120">
            <p14:nvContentPartPr>
              <p14:cNvPr id="1049746" name=""/>
              <p14:cNvContentPartPr/>
              <p14:nvPr/>
            </p14:nvContentPartPr>
            <p14:xfrm>
              <a:off x="11379405" y="4172680"/>
              <a:ext cx="171674" cy="370627"/>
            </p14:xfrm>
          </p:contentPart>
        </mc:Choice>
        <mc:Fallback>
          <p:sp>
            <p:nvSpPr>
              <p:cNvPr id="1049746" name=""/>
              <p:cNvSpPr/>
              <p:nvPr/>
            </p:nvSpPr>
            <p:spPr>
              <a:xfrm>
                <a:off x="11379405" y="4172680"/>
                <a:ext cx="171674" cy="370627"/>
              </a:xfrm>
            </p:spPr>
          </p:sp>
        </mc:Fallback>
      </mc:AlternateContent>
      <mc:AlternateContent xmlns:mc="http://schemas.openxmlformats.org/markup-compatibility/2006">
        <mc:Choice xmlns:p14="http://schemas.microsoft.com/office/powerpoint/2010/main" Requires="p14">
          <p:contentPart p14:bwMode="auto" r:id="rId121">
            <p14:nvContentPartPr>
              <p14:cNvPr id="1049747" name=""/>
              <p14:cNvContentPartPr/>
              <p14:nvPr/>
            </p14:nvContentPartPr>
            <p14:xfrm>
              <a:off x="11567043" y="4504080"/>
              <a:ext cx="68327" cy="89506"/>
            </p14:xfrm>
          </p:contentPart>
        </mc:Choice>
        <mc:Fallback>
          <p:sp>
            <p:nvSpPr>
              <p:cNvPr id="1049747" name=""/>
              <p:cNvSpPr/>
              <p:nvPr/>
            </p:nvSpPr>
            <p:spPr>
              <a:xfrm>
                <a:off x="11567043" y="4504080"/>
                <a:ext cx="68327" cy="89506"/>
              </a:xfrm>
            </p:spPr>
          </p:sp>
        </mc:Fallback>
      </mc:AlternateContent>
      <mc:AlternateContent xmlns:mc="http://schemas.openxmlformats.org/markup-compatibility/2006">
        <mc:Choice xmlns:p14="http://schemas.microsoft.com/office/powerpoint/2010/main" Requires="p14">
          <p:contentPart p14:bwMode="auto" r:id="rId122">
            <p14:nvContentPartPr>
              <p14:cNvPr id="1049748" name=""/>
              <p14:cNvContentPartPr/>
              <p14:nvPr/>
            </p14:nvContentPartPr>
            <p14:xfrm>
              <a:off x="11156157" y="4261772"/>
              <a:ext cx="184741" cy="379479"/>
            </p14:xfrm>
          </p:contentPart>
        </mc:Choice>
        <mc:Fallback>
          <p:sp>
            <p:nvSpPr>
              <p:cNvPr id="1049748" name=""/>
              <p:cNvSpPr/>
              <p:nvPr/>
            </p:nvSpPr>
            <p:spPr>
              <a:xfrm>
                <a:off x="11156157" y="4261772"/>
                <a:ext cx="184741" cy="379479"/>
              </a:xfrm>
            </p:spPr>
          </p:sp>
        </mc:Fallback>
      </mc:AlternateContent>
      <mc:AlternateContent xmlns:mc="http://schemas.openxmlformats.org/markup-compatibility/2006">
        <mc:Choice xmlns:p14="http://schemas.microsoft.com/office/powerpoint/2010/main" Requires="p14">
          <p:contentPart p14:bwMode="auto" r:id="rId123">
            <p14:nvContentPartPr>
              <p14:cNvPr id="1049749" name=""/>
              <p14:cNvContentPartPr/>
              <p14:nvPr/>
            </p14:nvContentPartPr>
            <p14:xfrm>
              <a:off x="10953403" y="4342496"/>
              <a:ext cx="112169" cy="171956"/>
            </p14:xfrm>
          </p:contentPart>
        </mc:Choice>
        <mc:Fallback>
          <p:sp>
            <p:nvSpPr>
              <p:cNvPr id="1049749" name=""/>
              <p:cNvSpPr/>
              <p:nvPr/>
            </p:nvSpPr>
            <p:spPr>
              <a:xfrm>
                <a:off x="10953403" y="4342496"/>
                <a:ext cx="112169" cy="171956"/>
              </a:xfrm>
            </p:spPr>
          </p:sp>
        </mc:Fallback>
      </mc:AlternateContent>
      <mc:AlternateContent xmlns:mc="http://schemas.openxmlformats.org/markup-compatibility/2006">
        <mc:Choice xmlns:p14="http://schemas.microsoft.com/office/powerpoint/2010/main" Requires="p14">
          <p:contentPart p14:bwMode="auto" r:id="rId124">
            <p14:nvContentPartPr>
              <p14:cNvPr id="1049750" name=""/>
              <p14:cNvContentPartPr/>
              <p14:nvPr/>
            </p14:nvContentPartPr>
            <p14:xfrm>
              <a:off x="11671694" y="4305703"/>
              <a:ext cx="138983" cy="357775"/>
            </p14:xfrm>
          </p:contentPart>
        </mc:Choice>
        <mc:Fallback>
          <p:sp>
            <p:nvSpPr>
              <p:cNvPr id="1049750" name=""/>
              <p:cNvSpPr/>
              <p:nvPr/>
            </p:nvSpPr>
            <p:spPr>
              <a:xfrm>
                <a:off x="11671694" y="4305703"/>
                <a:ext cx="138983" cy="357775"/>
              </a:xfrm>
            </p:spPr>
          </p:sp>
        </mc:Fallback>
      </mc:AlternateContent>
      <mc:AlternateContent xmlns:mc="http://schemas.openxmlformats.org/markup-compatibility/2006">
        <mc:Choice xmlns:p14="http://schemas.microsoft.com/office/powerpoint/2010/main" Requires="p14">
          <p:contentPart p14:bwMode="auto" r:id="rId125">
            <p14:nvContentPartPr>
              <p14:cNvPr id="1049751" name=""/>
              <p14:cNvContentPartPr/>
              <p14:nvPr/>
            </p14:nvContentPartPr>
            <p14:xfrm>
              <a:off x="11873668" y="4392573"/>
              <a:ext cx="23052" cy="147736"/>
            </p14:xfrm>
          </p:contentPart>
        </mc:Choice>
        <mc:Fallback>
          <p:sp>
            <p:nvSpPr>
              <p:cNvPr id="1049751" name=""/>
              <p:cNvSpPr/>
              <p:nvPr/>
            </p:nvSpPr>
            <p:spPr>
              <a:xfrm>
                <a:off x="11873668" y="4392573"/>
                <a:ext cx="23052" cy="147736"/>
              </a:xfrm>
            </p:spPr>
          </p:sp>
        </mc:Fallback>
      </mc:AlternateContent>
      <mc:AlternateContent xmlns:mc="http://schemas.openxmlformats.org/markup-compatibility/2006">
        <mc:Choice xmlns:p14="http://schemas.microsoft.com/office/powerpoint/2010/main" Requires="p14">
          <p:contentPart p14:bwMode="auto" r:id="rId126">
            <p14:nvContentPartPr>
              <p14:cNvPr id="1049752" name=""/>
              <p14:cNvContentPartPr/>
              <p14:nvPr/>
            </p14:nvContentPartPr>
            <p14:xfrm>
              <a:off x="11917899" y="4385376"/>
              <a:ext cx="29920" cy="165804"/>
            </p14:xfrm>
          </p:contentPart>
        </mc:Choice>
        <mc:Fallback>
          <p:sp>
            <p:nvSpPr>
              <p:cNvPr id="1049752" name=""/>
              <p:cNvSpPr/>
              <p:nvPr/>
            </p:nvSpPr>
            <p:spPr>
              <a:xfrm>
                <a:off x="11917899" y="4385376"/>
                <a:ext cx="29920" cy="165804"/>
              </a:xfrm>
            </p:spPr>
          </p:sp>
        </mc:Fallback>
      </mc:AlternateContent>
      <mc:AlternateContent xmlns:mc="http://schemas.openxmlformats.org/markup-compatibility/2006">
        <mc:Choice xmlns:p14="http://schemas.microsoft.com/office/powerpoint/2010/main" Requires="p14">
          <p:contentPart p14:bwMode="auto" r:id="rId127">
            <p14:nvContentPartPr>
              <p14:cNvPr id="1049753" name=""/>
              <p14:cNvContentPartPr/>
              <p14:nvPr/>
            </p14:nvContentPartPr>
            <p14:xfrm>
              <a:off x="11810677" y="4385376"/>
              <a:ext cx="173420" cy="8408"/>
            </p14:xfrm>
          </p:contentPart>
        </mc:Choice>
        <mc:Fallback>
          <p:sp>
            <p:nvSpPr>
              <p:cNvPr id="1049753" name=""/>
              <p:cNvSpPr/>
              <p:nvPr/>
            </p:nvSpPr>
            <p:spPr>
              <a:xfrm>
                <a:off x="11810677" y="4385376"/>
                <a:ext cx="173420" cy="8408"/>
              </a:xfrm>
            </p:spPr>
          </p:sp>
        </mc:Fallback>
      </mc:AlternateContent>
      <mc:AlternateContent xmlns:mc="http://schemas.openxmlformats.org/markup-compatibility/2006">
        <mc:Choice xmlns:p14="http://schemas.microsoft.com/office/powerpoint/2010/main" Requires="p14">
          <p:contentPart p14:bwMode="auto" r:id="rId128">
            <p14:nvContentPartPr>
              <p14:cNvPr id="1049754" name=""/>
              <p14:cNvContentPartPr/>
              <p14:nvPr/>
            </p14:nvContentPartPr>
            <p14:xfrm>
              <a:off x="11930207" y="4435760"/>
              <a:ext cx="102416" cy="285552"/>
            </p14:xfrm>
          </p:contentPart>
        </mc:Choice>
        <mc:Fallback>
          <p:sp>
            <p:nvSpPr>
              <p:cNvPr id="1049754" name=""/>
              <p:cNvSpPr/>
              <p:nvPr/>
            </p:nvSpPr>
            <p:spPr>
              <a:xfrm>
                <a:off x="11930207" y="4435760"/>
                <a:ext cx="102416" cy="285552"/>
              </a:xfrm>
            </p:spPr>
          </p:sp>
        </mc:Fallback>
      </mc:AlternateContent>
      <mc:AlternateContent xmlns:mc="http://schemas.openxmlformats.org/markup-compatibility/2006">
        <mc:Choice xmlns:p14="http://schemas.microsoft.com/office/powerpoint/2010/main" Requires="p14">
          <p:contentPart p14:bwMode="auto" r:id="rId129">
            <p14:nvContentPartPr>
              <p14:cNvPr id="1049755" name=""/>
              <p14:cNvContentPartPr/>
              <p14:nvPr/>
            </p14:nvContentPartPr>
            <p14:xfrm>
              <a:off x="11975261" y="4656960"/>
              <a:ext cx="150023" cy="286121"/>
            </p14:xfrm>
          </p:contentPart>
        </mc:Choice>
        <mc:Fallback>
          <p:sp>
            <p:nvSpPr>
              <p:cNvPr id="1049755" name=""/>
              <p:cNvSpPr/>
              <p:nvPr/>
            </p:nvSpPr>
            <p:spPr>
              <a:xfrm>
                <a:off x="11975261" y="4656960"/>
                <a:ext cx="150023" cy="286121"/>
              </a:xfrm>
            </p:spPr>
          </p:sp>
        </mc:Fallback>
      </mc:AlternateContent>
      <mc:AlternateContent xmlns:mc="http://schemas.openxmlformats.org/markup-compatibility/2006">
        <mc:Choice xmlns:p14="http://schemas.microsoft.com/office/powerpoint/2010/main" Requires="p14">
          <p:contentPart p14:bwMode="auto" r:id="rId130">
            <p14:nvContentPartPr>
              <p14:cNvPr id="1049756" name=""/>
              <p14:cNvContentPartPr/>
              <p14:nvPr/>
            </p14:nvContentPartPr>
            <p14:xfrm>
              <a:off x="4527102" y="2291721"/>
              <a:ext cx="3038" cy="36324"/>
            </p14:xfrm>
          </p:contentPart>
        </mc:Choice>
        <mc:Fallback>
          <p:sp>
            <p:nvSpPr>
              <p:cNvPr id="1049756" name=""/>
              <p:cNvSpPr/>
              <p:nvPr/>
            </p:nvSpPr>
            <p:spPr>
              <a:xfrm>
                <a:off x="4527102" y="2291721"/>
                <a:ext cx="3038" cy="36324"/>
              </a:xfrm>
            </p:spPr>
          </p:sp>
        </mc:Fallback>
      </mc:AlternateContent>
      <mc:AlternateContent xmlns:mc="http://schemas.openxmlformats.org/markup-compatibility/2006">
        <mc:Choice xmlns:p14="http://schemas.microsoft.com/office/powerpoint/2010/main" Requires="p14">
          <p:contentPart p14:bwMode="auto" r:id="rId131">
            <p14:nvContentPartPr>
              <p14:cNvPr id="1049757" name=""/>
              <p14:cNvContentPartPr/>
              <p14:nvPr/>
            </p14:nvContentPartPr>
            <p14:xfrm>
              <a:off x="7342621" y="1009357"/>
              <a:ext cx="3996364" cy="3164970"/>
            </p14:xfrm>
          </p:contentPart>
        </mc:Choice>
        <mc:Fallback>
          <p:sp>
            <p:nvSpPr>
              <p:cNvPr id="1049757" name=""/>
              <p:cNvSpPr/>
              <p:nvPr/>
            </p:nvSpPr>
            <p:spPr>
              <a:xfrm>
                <a:off x="7342621" y="1009357"/>
                <a:ext cx="3996364" cy="3164970"/>
              </a:xfrm>
            </p:spPr>
          </p:sp>
        </mc:Fallback>
      </mc:AlternateContent>
      <mc:AlternateContent xmlns:mc="http://schemas.openxmlformats.org/markup-compatibility/2006">
        <mc:Choice xmlns:p14="http://schemas.microsoft.com/office/powerpoint/2010/main" Requires="p14">
          <p:contentPart p14:bwMode="auto" r:id="rId132">
            <p14:nvContentPartPr>
              <p14:cNvPr id="1049758" name=""/>
              <p14:cNvContentPartPr/>
              <p14:nvPr/>
            </p14:nvContentPartPr>
            <p14:xfrm>
              <a:off x="7114735" y="4370484"/>
              <a:ext cx="90230" cy="354113"/>
            </p14:xfrm>
          </p:contentPart>
        </mc:Choice>
        <mc:Fallback>
          <p:sp>
            <p:nvSpPr>
              <p:cNvPr id="1049758" name=""/>
              <p:cNvSpPr/>
              <p:nvPr/>
            </p:nvSpPr>
            <p:spPr>
              <a:xfrm>
                <a:off x="7114735" y="4370484"/>
                <a:ext cx="90230" cy="354113"/>
              </a:xfrm>
            </p:spPr>
          </p:sp>
        </mc:Fallback>
      </mc:AlternateContent>
      <mc:AlternateContent xmlns:mc="http://schemas.openxmlformats.org/markup-compatibility/2006">
        <mc:Choice xmlns:p14="http://schemas.microsoft.com/office/powerpoint/2010/main" Requires="p14">
          <p:contentPart p14:bwMode="auto" r:id="rId133">
            <p14:nvContentPartPr>
              <p14:cNvPr id="1049759" name=""/>
              <p14:cNvContentPartPr/>
              <p14:nvPr/>
            </p14:nvContentPartPr>
            <p14:xfrm>
              <a:off x="7172755" y="4426329"/>
              <a:ext cx="111193" cy="291882"/>
            </p14:xfrm>
          </p:contentPart>
        </mc:Choice>
        <mc:Fallback>
          <p:sp>
            <p:nvSpPr>
              <p:cNvPr id="1049759" name=""/>
              <p:cNvSpPr/>
              <p:nvPr/>
            </p:nvSpPr>
            <p:spPr>
              <a:xfrm>
                <a:off x="7172755" y="4426329"/>
                <a:ext cx="111193" cy="291882"/>
              </a:xfrm>
            </p:spPr>
          </p:sp>
        </mc:Fallback>
      </mc:AlternateContent>
      <mc:AlternateContent xmlns:mc="http://schemas.openxmlformats.org/markup-compatibility/2006">
        <mc:Choice xmlns:p14="http://schemas.microsoft.com/office/powerpoint/2010/main" Requires="p14">
          <p:contentPart p14:bwMode="auto" r:id="rId134">
            <p14:nvContentPartPr>
              <p14:cNvPr id="1049760" name=""/>
              <p14:cNvContentPartPr/>
              <p14:nvPr/>
            </p14:nvContentPartPr>
            <p14:xfrm>
              <a:off x="7097742" y="4602368"/>
              <a:ext cx="166275" cy="7791"/>
            </p14:xfrm>
          </p:contentPart>
        </mc:Choice>
        <mc:Fallback>
          <p:sp>
            <p:nvSpPr>
              <p:cNvPr id="1049760" name=""/>
              <p:cNvSpPr/>
              <p:nvPr/>
            </p:nvSpPr>
            <p:spPr>
              <a:xfrm>
                <a:off x="7097742" y="4602368"/>
                <a:ext cx="166275" cy="7791"/>
              </a:xfrm>
            </p:spPr>
          </p:sp>
        </mc:Fallback>
      </mc:AlternateContent>
      <mc:AlternateContent xmlns:mc="http://schemas.openxmlformats.org/markup-compatibility/2006">
        <mc:Choice xmlns:p14="http://schemas.microsoft.com/office/powerpoint/2010/main" Requires="p14">
          <p:contentPart p14:bwMode="auto" r:id="rId135">
            <p14:nvContentPartPr>
              <p14:cNvPr id="1049761" name=""/>
              <p14:cNvContentPartPr/>
              <p14:nvPr/>
            </p14:nvContentPartPr>
            <p14:xfrm>
              <a:off x="7279176" y="4491357"/>
              <a:ext cx="60370" cy="244113"/>
            </p14:xfrm>
          </p:contentPart>
        </mc:Choice>
        <mc:Fallback>
          <p:sp>
            <p:nvSpPr>
              <p:cNvPr id="1049761" name=""/>
              <p:cNvSpPr/>
              <p:nvPr/>
            </p:nvSpPr>
            <p:spPr>
              <a:xfrm>
                <a:off x="7279176" y="4491357"/>
                <a:ext cx="60370" cy="244113"/>
              </a:xfrm>
            </p:spPr>
          </p:sp>
        </mc:Fallback>
      </mc:AlternateContent>
      <mc:AlternateContent xmlns:mc="http://schemas.openxmlformats.org/markup-compatibility/2006">
        <mc:Choice xmlns:p14="http://schemas.microsoft.com/office/powerpoint/2010/main" Requires="p14">
          <p:contentPart p14:bwMode="auto" r:id="rId136">
            <p14:nvContentPartPr>
              <p14:cNvPr id="1049762" name=""/>
              <p14:cNvContentPartPr/>
              <p14:nvPr/>
            </p14:nvContentPartPr>
            <p14:xfrm>
              <a:off x="7262327" y="4559116"/>
              <a:ext cx="285926" cy="131565"/>
            </p14:xfrm>
          </p:contentPart>
        </mc:Choice>
        <mc:Fallback>
          <p:sp>
            <p:nvSpPr>
              <p:cNvPr id="1049762" name=""/>
              <p:cNvSpPr/>
              <p:nvPr/>
            </p:nvSpPr>
            <p:spPr>
              <a:xfrm>
                <a:off x="7262327" y="4559116"/>
                <a:ext cx="285926" cy="131565"/>
              </a:xfrm>
            </p:spPr>
          </p:sp>
        </mc:Fallback>
      </mc:AlternateContent>
      <mc:AlternateContent xmlns:mc="http://schemas.openxmlformats.org/markup-compatibility/2006">
        <mc:Choice xmlns:p14="http://schemas.microsoft.com/office/powerpoint/2010/main" Requires="p14">
          <p:contentPart p14:bwMode="auto" r:id="rId137">
            <p14:nvContentPartPr>
              <p14:cNvPr id="1049763" name=""/>
              <p14:cNvContentPartPr/>
              <p14:nvPr/>
            </p14:nvContentPartPr>
            <p14:xfrm>
              <a:off x="7591496" y="4288968"/>
              <a:ext cx="264584" cy="601460"/>
            </p14:xfrm>
          </p:contentPart>
        </mc:Choice>
        <mc:Fallback>
          <p:sp>
            <p:nvSpPr>
              <p:cNvPr id="1049763" name=""/>
              <p:cNvSpPr/>
              <p:nvPr/>
            </p:nvSpPr>
            <p:spPr>
              <a:xfrm>
                <a:off x="7591496" y="4288968"/>
                <a:ext cx="264584" cy="601460"/>
              </a:xfrm>
            </p:spPr>
          </p:sp>
        </mc:Fallback>
      </mc:AlternateContent>
      <mc:AlternateContent xmlns:mc="http://schemas.openxmlformats.org/markup-compatibility/2006">
        <mc:Choice xmlns:p14="http://schemas.microsoft.com/office/powerpoint/2010/main" Requires="p14">
          <p:contentPart p14:bwMode="auto" r:id="rId138">
            <p14:nvContentPartPr>
              <p14:cNvPr id="1049764" name=""/>
              <p14:cNvContentPartPr/>
              <p14:nvPr/>
            </p14:nvContentPartPr>
            <p14:xfrm>
              <a:off x="7889601" y="4421116"/>
              <a:ext cx="109163" cy="233717"/>
            </p14:xfrm>
          </p:contentPart>
        </mc:Choice>
        <mc:Fallback>
          <p:sp>
            <p:nvSpPr>
              <p:cNvPr id="1049764" name=""/>
              <p:cNvSpPr/>
              <p:nvPr/>
            </p:nvSpPr>
            <p:spPr>
              <a:xfrm>
                <a:off x="7889601" y="4421116"/>
                <a:ext cx="109163" cy="233717"/>
              </a:xfrm>
            </p:spPr>
          </p:sp>
        </mc:Fallback>
      </mc:AlternateContent>
      <mc:AlternateContent xmlns:mc="http://schemas.openxmlformats.org/markup-compatibility/2006">
        <mc:Choice xmlns:p14="http://schemas.microsoft.com/office/powerpoint/2010/main" Requires="p14">
          <p:contentPart p14:bwMode="auto" r:id="rId139">
            <p14:nvContentPartPr>
              <p14:cNvPr id="1049765" name=""/>
              <p14:cNvContentPartPr/>
              <p14:nvPr/>
            </p14:nvContentPartPr>
            <p14:xfrm>
              <a:off x="7986255" y="4129034"/>
              <a:ext cx="289972" cy="495361"/>
            </p14:xfrm>
          </p:contentPart>
        </mc:Choice>
        <mc:Fallback>
          <p:sp>
            <p:nvSpPr>
              <p:cNvPr id="1049765" name=""/>
              <p:cNvSpPr/>
              <p:nvPr/>
            </p:nvSpPr>
            <p:spPr>
              <a:xfrm>
                <a:off x="7986255" y="4129034"/>
                <a:ext cx="289972" cy="495361"/>
              </a:xfrm>
            </p:spPr>
          </p:sp>
        </mc:Fallback>
      </mc:AlternateContent>
      <mc:AlternateContent xmlns:mc="http://schemas.openxmlformats.org/markup-compatibility/2006">
        <mc:Choice xmlns:p14="http://schemas.microsoft.com/office/powerpoint/2010/main" Requires="p14">
          <p:contentPart p14:bwMode="auto" r:id="rId140">
            <p14:nvContentPartPr>
              <p14:cNvPr id="1049766" name=""/>
              <p14:cNvContentPartPr/>
              <p14:nvPr/>
            </p14:nvContentPartPr>
            <p14:xfrm>
              <a:off x="7291524" y="4826924"/>
              <a:ext cx="338952" cy="415858"/>
            </p14:xfrm>
          </p:contentPart>
        </mc:Choice>
        <mc:Fallback>
          <p:sp>
            <p:nvSpPr>
              <p:cNvPr id="1049766" name=""/>
              <p:cNvSpPr/>
              <p:nvPr/>
            </p:nvSpPr>
            <p:spPr>
              <a:xfrm>
                <a:off x="7291524" y="4826924"/>
                <a:ext cx="338952" cy="415858"/>
              </a:xfrm>
            </p:spPr>
          </p:sp>
        </mc:Fallback>
      </mc:AlternateContent>
      <mc:AlternateContent xmlns:mc="http://schemas.openxmlformats.org/markup-compatibility/2006">
        <mc:Choice xmlns:p14="http://schemas.microsoft.com/office/powerpoint/2010/main" Requires="p14">
          <p:contentPart p14:bwMode="auto" r:id="rId141">
            <p14:nvContentPartPr>
              <p14:cNvPr id="1049767" name=""/>
              <p14:cNvContentPartPr/>
              <p14:nvPr/>
            </p14:nvContentPartPr>
            <p14:xfrm>
              <a:off x="7775129" y="4924714"/>
              <a:ext cx="32103" cy="398014"/>
            </p14:xfrm>
          </p:contentPart>
        </mc:Choice>
        <mc:Fallback>
          <p:sp>
            <p:nvSpPr>
              <p:cNvPr id="1049767" name=""/>
              <p:cNvSpPr/>
              <p:nvPr/>
            </p:nvSpPr>
            <p:spPr>
              <a:xfrm>
                <a:off x="7775129" y="4924714"/>
                <a:ext cx="32103" cy="398014"/>
              </a:xfrm>
            </p:spPr>
          </p:sp>
        </mc:Fallback>
      </mc:AlternateContent>
      <mc:AlternateContent xmlns:mc="http://schemas.openxmlformats.org/markup-compatibility/2006">
        <mc:Choice xmlns:p14="http://schemas.microsoft.com/office/powerpoint/2010/main" Requires="p14">
          <p:contentPart p14:bwMode="auto" r:id="rId142">
            <p14:nvContentPartPr>
              <p14:cNvPr id="1049768" name=""/>
              <p14:cNvContentPartPr/>
              <p14:nvPr/>
            </p14:nvContentPartPr>
            <p14:xfrm>
              <a:off x="7873240" y="4877556"/>
              <a:ext cx="25362" cy="91034"/>
            </p14:xfrm>
          </p:contentPart>
        </mc:Choice>
        <mc:Fallback>
          <p:sp>
            <p:nvSpPr>
              <p:cNvPr id="1049768" name=""/>
              <p:cNvSpPr/>
              <p:nvPr/>
            </p:nvSpPr>
            <p:spPr>
              <a:xfrm>
                <a:off x="7873240" y="4877556"/>
                <a:ext cx="25362" cy="91034"/>
              </a:xfrm>
            </p:spPr>
          </p:sp>
        </mc:Fallback>
      </mc:AlternateContent>
      <mc:AlternateContent xmlns:mc="http://schemas.openxmlformats.org/markup-compatibility/2006">
        <mc:Choice xmlns:p14="http://schemas.microsoft.com/office/powerpoint/2010/main" Requires="p14">
          <p:contentPart p14:bwMode="auto" r:id="rId143">
            <p14:nvContentPartPr>
              <p14:cNvPr id="1049769" name=""/>
              <p14:cNvContentPartPr/>
              <p14:nvPr/>
            </p14:nvContentPartPr>
            <p14:xfrm>
              <a:off x="7912840" y="4870223"/>
              <a:ext cx="428128" cy="470680"/>
            </p14:xfrm>
          </p:contentPart>
        </mc:Choice>
        <mc:Fallback>
          <p:sp>
            <p:nvSpPr>
              <p:cNvPr id="1049769" name=""/>
              <p:cNvSpPr/>
              <p:nvPr/>
            </p:nvSpPr>
            <p:spPr>
              <a:xfrm>
                <a:off x="7912840" y="4870223"/>
                <a:ext cx="428128" cy="470680"/>
              </a:xfrm>
            </p:spPr>
          </p:sp>
        </mc:Fallback>
      </mc:AlternateContent>
      <mc:AlternateContent xmlns:mc="http://schemas.openxmlformats.org/markup-compatibility/2006">
        <mc:Choice xmlns:p14="http://schemas.microsoft.com/office/powerpoint/2010/main" Requires="p14">
          <p:contentPart p14:bwMode="auto" r:id="rId144">
            <p14:nvContentPartPr>
              <p14:cNvPr id="1049770" name=""/>
              <p14:cNvContentPartPr/>
              <p14:nvPr/>
            </p14:nvContentPartPr>
            <p14:xfrm>
              <a:off x="8403256" y="5138166"/>
              <a:ext cx="129448" cy="444812"/>
            </p14:xfrm>
          </p:contentPart>
        </mc:Choice>
        <mc:Fallback>
          <p:sp>
            <p:nvSpPr>
              <p:cNvPr id="1049770" name=""/>
              <p:cNvSpPr/>
              <p:nvPr/>
            </p:nvSpPr>
            <p:spPr>
              <a:xfrm>
                <a:off x="8403256" y="5138166"/>
                <a:ext cx="129448" cy="444812"/>
              </a:xfrm>
            </p:spPr>
          </p:sp>
        </mc:Fallback>
      </mc:AlternateContent>
      <mc:AlternateContent xmlns:mc="http://schemas.openxmlformats.org/markup-compatibility/2006">
        <mc:Choice xmlns:p14="http://schemas.microsoft.com/office/powerpoint/2010/main" Requires="p14">
          <p:contentPart p14:bwMode="auto" r:id="rId145">
            <p14:nvContentPartPr>
              <p14:cNvPr id="1049771" name=""/>
              <p14:cNvContentPartPr/>
              <p14:nvPr/>
            </p14:nvContentPartPr>
            <p14:xfrm>
              <a:off x="8545148" y="5109375"/>
              <a:ext cx="191675" cy="260903"/>
            </p14:xfrm>
          </p:contentPart>
        </mc:Choice>
        <mc:Fallback>
          <p:sp>
            <p:nvSpPr>
              <p:cNvPr id="1049771" name=""/>
              <p:cNvSpPr/>
              <p:nvPr/>
            </p:nvSpPr>
            <p:spPr>
              <a:xfrm>
                <a:off x="8545148" y="5109375"/>
                <a:ext cx="191675" cy="260903"/>
              </a:xfrm>
            </p:spPr>
          </p:sp>
        </mc:Fallback>
      </mc:AlternateContent>
      <mc:AlternateContent xmlns:mc="http://schemas.openxmlformats.org/markup-compatibility/2006">
        <mc:Choice xmlns:p14="http://schemas.microsoft.com/office/powerpoint/2010/main" Requires="p14">
          <p:contentPart p14:bwMode="auto" r:id="rId146">
            <p14:nvContentPartPr>
              <p14:cNvPr id="1049772" name=""/>
              <p14:cNvContentPartPr/>
              <p14:nvPr/>
            </p14:nvContentPartPr>
            <p14:xfrm>
              <a:off x="8306311" y="5008358"/>
              <a:ext cx="1" cy="93819"/>
            </p14:xfrm>
          </p:contentPart>
        </mc:Choice>
        <mc:Fallback>
          <p:sp>
            <p:nvSpPr>
              <p:cNvPr id="1049772" name=""/>
              <p:cNvSpPr/>
              <p:nvPr/>
            </p:nvSpPr>
            <p:spPr>
              <a:xfrm>
                <a:off x="8306311" y="5008358"/>
                <a:ext cx="1" cy="93819"/>
              </a:xfrm>
            </p:spPr>
          </p:sp>
        </mc:Fallback>
      </mc:AlternateContent>
      <mc:AlternateContent xmlns:mc="http://schemas.openxmlformats.org/markup-compatibility/2006">
        <mc:Choice xmlns:p14="http://schemas.microsoft.com/office/powerpoint/2010/main" Requires="p14">
          <p:contentPart p14:bwMode="auto" r:id="rId147">
            <p14:nvContentPartPr>
              <p14:cNvPr id="1049773" name=""/>
              <p14:cNvContentPartPr/>
              <p14:nvPr/>
            </p14:nvContentPartPr>
            <p14:xfrm>
              <a:off x="10424052" y="1867166"/>
              <a:ext cx="136434" cy="395353"/>
            </p14:xfrm>
          </p:contentPart>
        </mc:Choice>
        <mc:Fallback>
          <p:sp>
            <p:nvSpPr>
              <p:cNvPr id="1049773" name=""/>
              <p:cNvSpPr/>
              <p:nvPr/>
            </p:nvSpPr>
            <p:spPr>
              <a:xfrm>
                <a:off x="10424052" y="1867166"/>
                <a:ext cx="136434" cy="395353"/>
              </a:xfrm>
            </p:spPr>
          </p:sp>
        </mc:Fallback>
      </mc:AlternateContent>
      <mc:AlternateContent xmlns:mc="http://schemas.openxmlformats.org/markup-compatibility/2006">
        <mc:Choice xmlns:p14="http://schemas.microsoft.com/office/powerpoint/2010/main" Requires="p14">
          <p:contentPart p14:bwMode="auto" r:id="rId148">
            <p14:nvContentPartPr>
              <p14:cNvPr id="1049774" name=""/>
              <p14:cNvContentPartPr/>
              <p14:nvPr/>
            </p14:nvContentPartPr>
            <p14:xfrm>
              <a:off x="10358982" y="1878554"/>
              <a:ext cx="2925" cy="162072"/>
            </p14:xfrm>
          </p:contentPart>
        </mc:Choice>
        <mc:Fallback>
          <p:sp>
            <p:nvSpPr>
              <p:cNvPr id="1049774" name=""/>
              <p:cNvSpPr/>
              <p:nvPr/>
            </p:nvSpPr>
            <p:spPr>
              <a:xfrm>
                <a:off x="10358982" y="1878554"/>
                <a:ext cx="2925" cy="162072"/>
              </a:xfrm>
            </p:spPr>
          </p:sp>
        </mc:Fallback>
      </mc:AlternateContent>
      <mc:AlternateContent xmlns:mc="http://schemas.openxmlformats.org/markup-compatibility/2006">
        <mc:Choice xmlns:p14="http://schemas.microsoft.com/office/powerpoint/2010/main" Requires="p14">
          <p:contentPart p14:bwMode="auto" r:id="rId149">
            <p14:nvContentPartPr>
              <p14:cNvPr id="1049775" name=""/>
              <p14:cNvContentPartPr/>
              <p14:nvPr/>
            </p14:nvContentPartPr>
            <p14:xfrm>
              <a:off x="10588358" y="1892236"/>
              <a:ext cx="146985" cy="230913"/>
            </p14:xfrm>
          </p:contentPart>
        </mc:Choice>
        <mc:Fallback>
          <p:sp>
            <p:nvSpPr>
              <p:cNvPr id="1049775" name=""/>
              <p:cNvSpPr/>
              <p:nvPr/>
            </p:nvSpPr>
            <p:spPr>
              <a:xfrm>
                <a:off x="10588358" y="1892236"/>
                <a:ext cx="146985" cy="230913"/>
              </a:xfrm>
            </p:spPr>
          </p:sp>
        </mc:Fallback>
      </mc:AlternateContent>
      <mc:AlternateContent xmlns:mc="http://schemas.openxmlformats.org/markup-compatibility/2006">
        <mc:Choice xmlns:p14="http://schemas.microsoft.com/office/powerpoint/2010/main" Requires="p14">
          <p:contentPart p14:bwMode="auto" r:id="rId150">
            <p14:nvContentPartPr>
              <p14:cNvPr id="1049776" name=""/>
              <p14:cNvContentPartPr/>
              <p14:nvPr/>
            </p14:nvContentPartPr>
            <p14:xfrm>
              <a:off x="10728013" y="2079331"/>
              <a:ext cx="90700" cy="100226"/>
            </p14:xfrm>
          </p:contentPart>
        </mc:Choice>
        <mc:Fallback>
          <p:sp>
            <p:nvSpPr>
              <p:cNvPr id="1049776" name=""/>
              <p:cNvSpPr/>
              <p:nvPr/>
            </p:nvSpPr>
            <p:spPr>
              <a:xfrm>
                <a:off x="10728013" y="2079331"/>
                <a:ext cx="90700" cy="100226"/>
              </a:xfrm>
            </p:spPr>
          </p:sp>
        </mc:Fallback>
      </mc:AlternateContent>
      <mc:AlternateContent xmlns:mc="http://schemas.openxmlformats.org/markup-compatibility/2006">
        <mc:Choice xmlns:p14="http://schemas.microsoft.com/office/powerpoint/2010/main" Requires="p14">
          <p:contentPart p14:bwMode="auto" r:id="rId151">
            <p14:nvContentPartPr>
              <p14:cNvPr id="1049777" name=""/>
              <p14:cNvContentPartPr/>
              <p14:nvPr/>
            </p14:nvContentPartPr>
            <p14:xfrm>
              <a:off x="10320274" y="1886009"/>
              <a:ext cx="145931" cy="21584"/>
            </p14:xfrm>
          </p:contentPart>
        </mc:Choice>
        <mc:Fallback>
          <p:sp>
            <p:nvSpPr>
              <p:cNvPr id="1049777" name=""/>
              <p:cNvSpPr/>
              <p:nvPr/>
            </p:nvSpPr>
            <p:spPr>
              <a:xfrm>
                <a:off x="10320274" y="1886009"/>
                <a:ext cx="145931" cy="21584"/>
              </a:xfrm>
            </p:spPr>
          </p:sp>
        </mc:Fallback>
      </mc:AlternateContent>
      <mc:AlternateContent xmlns:mc="http://schemas.openxmlformats.org/markup-compatibility/2006">
        <mc:Choice xmlns:p14="http://schemas.microsoft.com/office/powerpoint/2010/main" Requires="p14">
          <p:contentPart p14:bwMode="auto" r:id="rId152">
            <p14:nvContentPartPr>
              <p14:cNvPr id="1049778" name=""/>
              <p14:cNvContentPartPr/>
              <p14:nvPr/>
            </p14:nvContentPartPr>
            <p14:xfrm>
              <a:off x="10373102" y="1882788"/>
              <a:ext cx="118298" cy="10658"/>
            </p14:xfrm>
          </p:contentPart>
        </mc:Choice>
        <mc:Fallback>
          <p:sp>
            <p:nvSpPr>
              <p:cNvPr id="1049778" name=""/>
              <p:cNvSpPr/>
              <p:nvPr/>
            </p:nvSpPr>
            <p:spPr>
              <a:xfrm>
                <a:off x="10373102" y="1882788"/>
                <a:ext cx="118298" cy="10658"/>
              </a:xfrm>
            </p:spPr>
          </p:sp>
        </mc:Fallback>
      </mc:AlternateContent>
      <mc:AlternateContent xmlns:mc="http://schemas.openxmlformats.org/markup-compatibility/2006">
        <mc:Choice xmlns:p14="http://schemas.microsoft.com/office/powerpoint/2010/main" Requires="p14">
          <p:contentPart p14:bwMode="auto" r:id="rId153">
            <p14:nvContentPartPr>
              <p14:cNvPr id="1049779" name=""/>
              <p14:cNvContentPartPr/>
              <p14:nvPr/>
            </p14:nvContentPartPr>
            <p14:xfrm>
              <a:off x="10334113" y="1874903"/>
              <a:ext cx="146653" cy="83819"/>
            </p14:xfrm>
          </p:contentPart>
        </mc:Choice>
        <mc:Fallback>
          <p:sp>
            <p:nvSpPr>
              <p:cNvPr id="1049779" name=""/>
              <p:cNvSpPr/>
              <p:nvPr/>
            </p:nvSpPr>
            <p:spPr>
              <a:xfrm>
                <a:off x="10334113" y="1874903"/>
                <a:ext cx="146653" cy="83819"/>
              </a:xfrm>
            </p:spPr>
          </p:sp>
        </mc:Fallback>
      </mc:AlternateContent>
      <mc:AlternateContent xmlns:mc="http://schemas.openxmlformats.org/markup-compatibility/2006">
        <mc:Choice xmlns:p14="http://schemas.microsoft.com/office/powerpoint/2010/main" Requires="p14">
          <p:contentPart p14:bwMode="auto" r:id="rId154">
            <p14:nvContentPartPr>
              <p14:cNvPr id="1049780" name=""/>
              <p14:cNvContentPartPr/>
              <p14:nvPr/>
            </p14:nvContentPartPr>
            <p14:xfrm>
              <a:off x="10381496" y="1885752"/>
              <a:ext cx="127509" cy="132144"/>
            </p14:xfrm>
          </p:contentPart>
        </mc:Choice>
        <mc:Fallback>
          <p:sp>
            <p:nvSpPr>
              <p:cNvPr id="1049780" name=""/>
              <p:cNvSpPr/>
              <p:nvPr/>
            </p:nvSpPr>
            <p:spPr>
              <a:xfrm>
                <a:off x="10381496" y="1885752"/>
                <a:ext cx="127509" cy="132144"/>
              </a:xfrm>
            </p:spPr>
          </p:sp>
        </mc:Fallback>
      </mc:AlternateContent>
      <mc:AlternateContent xmlns:mc="http://schemas.openxmlformats.org/markup-compatibility/2006">
        <mc:Choice xmlns:p14="http://schemas.microsoft.com/office/powerpoint/2010/main" Requires="p14">
          <p:contentPart p14:bwMode="auto" r:id="rId155">
            <p14:nvContentPartPr>
              <p14:cNvPr id="1049781" name=""/>
              <p14:cNvContentPartPr/>
              <p14:nvPr/>
            </p14:nvContentPartPr>
            <p14:xfrm>
              <a:off x="10375438" y="1907594"/>
              <a:ext cx="97827" cy="61464"/>
            </p14:xfrm>
          </p:contentPart>
        </mc:Choice>
        <mc:Fallback>
          <p:sp>
            <p:nvSpPr>
              <p:cNvPr id="1049781" name=""/>
              <p:cNvSpPr/>
              <p:nvPr/>
            </p:nvSpPr>
            <p:spPr>
              <a:xfrm>
                <a:off x="10375438" y="1907594"/>
                <a:ext cx="97827" cy="61464"/>
              </a:xfrm>
            </p:spPr>
          </p:sp>
        </mc:Fallback>
      </mc:AlternateContent>
      <mc:AlternateContent xmlns:mc="http://schemas.openxmlformats.org/markup-compatibility/2006">
        <mc:Choice xmlns:p14="http://schemas.microsoft.com/office/powerpoint/2010/main" Requires="p14">
          <p:contentPart p14:bwMode="auto" r:id="rId156">
            <p14:nvContentPartPr>
              <p14:cNvPr id="1049782" name=""/>
              <p14:cNvContentPartPr/>
              <p14:nvPr/>
            </p14:nvContentPartPr>
            <p14:xfrm>
              <a:off x="10336538" y="1900396"/>
              <a:ext cx="65245" cy="63056"/>
            </p14:xfrm>
          </p:contentPart>
        </mc:Choice>
        <mc:Fallback>
          <p:sp>
            <p:nvSpPr>
              <p:cNvPr id="1049782" name=""/>
              <p:cNvSpPr/>
              <p:nvPr/>
            </p:nvSpPr>
            <p:spPr>
              <a:xfrm>
                <a:off x="10336538" y="1900396"/>
                <a:ext cx="65245" cy="63056"/>
              </a:xfrm>
            </p:spPr>
          </p:sp>
        </mc:Fallback>
      </mc:AlternateContent>
      <mc:AlternateContent xmlns:mc="http://schemas.openxmlformats.org/markup-compatibility/2006">
        <mc:Choice xmlns:p14="http://schemas.microsoft.com/office/powerpoint/2010/main" Requires="p14">
          <p:contentPart p14:bwMode="auto" r:id="rId157">
            <p14:nvContentPartPr>
              <p14:cNvPr id="1049783" name=""/>
              <p14:cNvContentPartPr/>
              <p14:nvPr/>
            </p14:nvContentPartPr>
            <p14:xfrm>
              <a:off x="10378314" y="1936633"/>
              <a:ext cx="38030" cy="32152"/>
            </p14:xfrm>
          </p:contentPart>
        </mc:Choice>
        <mc:Fallback>
          <p:sp>
            <p:nvSpPr>
              <p:cNvPr id="1049783" name=""/>
              <p:cNvSpPr/>
              <p:nvPr/>
            </p:nvSpPr>
            <p:spPr>
              <a:xfrm>
                <a:off x="10378314" y="1936633"/>
                <a:ext cx="38030" cy="32152"/>
              </a:xfrm>
            </p:spPr>
          </p:sp>
        </mc:Fallback>
      </mc:AlternateContent>
      <mc:AlternateContent xmlns:mc="http://schemas.openxmlformats.org/markup-compatibility/2006">
        <mc:Choice xmlns:p14="http://schemas.microsoft.com/office/powerpoint/2010/main" Requires="p14">
          <p:contentPart p14:bwMode="auto" r:id="rId158">
            <p14:nvContentPartPr>
              <p14:cNvPr id="1049784" name=""/>
              <p14:cNvContentPartPr/>
              <p14:nvPr/>
            </p14:nvContentPartPr>
            <p14:xfrm>
              <a:off x="10136042" y="80500"/>
              <a:ext cx="302491" cy="508960"/>
            </p14:xfrm>
          </p:contentPart>
        </mc:Choice>
        <mc:Fallback>
          <p:sp>
            <p:nvSpPr>
              <p:cNvPr id="1049784" name=""/>
              <p:cNvSpPr/>
              <p:nvPr/>
            </p:nvSpPr>
            <p:spPr>
              <a:xfrm>
                <a:off x="10136042" y="80500"/>
                <a:ext cx="302491" cy="508960"/>
              </a:xfrm>
            </p:spPr>
          </p:sp>
        </mc:Fallback>
      </mc:AlternateContent>
      <mc:AlternateContent xmlns:mc="http://schemas.openxmlformats.org/markup-compatibility/2006">
        <mc:Choice xmlns:p14="http://schemas.microsoft.com/office/powerpoint/2010/main" Requires="p14">
          <p:contentPart p14:bwMode="auto" r:id="rId159">
            <p14:nvContentPartPr>
              <p14:cNvPr id="1049785" name=""/>
              <p14:cNvContentPartPr/>
              <p14:nvPr/>
            </p14:nvContentPartPr>
            <p14:xfrm>
              <a:off x="10536076" y="176398"/>
              <a:ext cx="1610" cy="135440"/>
            </p14:xfrm>
          </p:contentPart>
        </mc:Choice>
        <mc:Fallback>
          <p:sp>
            <p:nvSpPr>
              <p:cNvPr id="1049785" name=""/>
              <p:cNvSpPr/>
              <p:nvPr/>
            </p:nvSpPr>
            <p:spPr>
              <a:xfrm>
                <a:off x="10536076" y="176398"/>
                <a:ext cx="1610" cy="135440"/>
              </a:xfrm>
            </p:spPr>
          </p:sp>
        </mc:Fallback>
      </mc:AlternateContent>
      <mc:AlternateContent xmlns:mc="http://schemas.openxmlformats.org/markup-compatibility/2006">
        <mc:Choice xmlns:p14="http://schemas.microsoft.com/office/powerpoint/2010/main" Requires="p14">
          <p:contentPart p14:bwMode="auto" r:id="rId160">
            <p14:nvContentPartPr>
              <p14:cNvPr id="1049786" name=""/>
              <p14:cNvContentPartPr/>
              <p14:nvPr/>
            </p14:nvContentPartPr>
            <p14:xfrm>
              <a:off x="8295590" y="1409579"/>
              <a:ext cx="2625045" cy="2258171"/>
            </p14:xfrm>
          </p:contentPart>
        </mc:Choice>
        <mc:Fallback>
          <p:sp>
            <p:nvSpPr>
              <p:cNvPr id="1049786" name=""/>
              <p:cNvSpPr/>
              <p:nvPr/>
            </p:nvSpPr>
            <p:spPr>
              <a:xfrm>
                <a:off x="8295590" y="1409579"/>
                <a:ext cx="2625045" cy="2258171"/>
              </a:xfrm>
            </p:spPr>
          </p:sp>
        </mc:Fallback>
      </mc:AlternateContent>
      <mc:AlternateContent xmlns:mc="http://schemas.openxmlformats.org/markup-compatibility/2006">
        <mc:Choice xmlns:p14="http://schemas.microsoft.com/office/powerpoint/2010/main" Requires="p14">
          <p:contentPart p14:bwMode="auto" r:id="rId161">
            <p14:nvContentPartPr>
              <p14:cNvPr id="1049787" name=""/>
              <p14:cNvContentPartPr/>
              <p14:nvPr/>
            </p14:nvContentPartPr>
            <p14:xfrm>
              <a:off x="10731109" y="1468982"/>
              <a:ext cx="64588" cy="31865"/>
            </p14:xfrm>
          </p:contentPart>
        </mc:Choice>
        <mc:Fallback>
          <p:sp>
            <p:nvSpPr>
              <p:cNvPr id="1049787" name=""/>
              <p:cNvSpPr/>
              <p:nvPr/>
            </p:nvSpPr>
            <p:spPr>
              <a:xfrm>
                <a:off x="10731109" y="1468982"/>
                <a:ext cx="64588" cy="31865"/>
              </a:xfrm>
            </p:spPr>
          </p:sp>
        </mc:Fallback>
      </mc:AlternateContent>
      <mc:AlternateContent xmlns:mc="http://schemas.openxmlformats.org/markup-compatibility/2006">
        <mc:Choice xmlns:p14="http://schemas.microsoft.com/office/powerpoint/2010/main" Requires="p14">
          <p:contentPart p14:bwMode="auto" r:id="rId162">
            <p14:nvContentPartPr>
              <p14:cNvPr id="1049788" name=""/>
              <p14:cNvContentPartPr/>
              <p14:nvPr/>
            </p14:nvContentPartPr>
            <p14:xfrm>
              <a:off x="11288897" y="755411"/>
              <a:ext cx="163954" cy="212013"/>
            </p14:xfrm>
          </p:contentPart>
        </mc:Choice>
        <mc:Fallback>
          <p:sp>
            <p:nvSpPr>
              <p:cNvPr id="1049788" name=""/>
              <p:cNvSpPr/>
              <p:nvPr/>
            </p:nvSpPr>
            <p:spPr>
              <a:xfrm>
                <a:off x="11288897" y="755411"/>
                <a:ext cx="163954" cy="212013"/>
              </a:xfrm>
            </p:spPr>
          </p:sp>
        </mc:Fallback>
      </mc:AlternateContent>
      <mc:AlternateContent xmlns:mc="http://schemas.openxmlformats.org/markup-compatibility/2006">
        <mc:Choice xmlns:p14="http://schemas.microsoft.com/office/powerpoint/2010/main" Requires="p14">
          <p:contentPart p14:bwMode="auto" r:id="rId163">
            <p14:nvContentPartPr>
              <p14:cNvPr id="1049789" name=""/>
              <p14:cNvContentPartPr/>
              <p14:nvPr/>
            </p14:nvContentPartPr>
            <p14:xfrm>
              <a:off x="11467389" y="881177"/>
              <a:ext cx="128257" cy="26666"/>
            </p14:xfrm>
          </p:contentPart>
        </mc:Choice>
        <mc:Fallback>
          <p:sp>
            <p:nvSpPr>
              <p:cNvPr id="1049789" name=""/>
              <p:cNvSpPr/>
              <p:nvPr/>
            </p:nvSpPr>
            <p:spPr>
              <a:xfrm>
                <a:off x="11467389" y="881177"/>
                <a:ext cx="128257" cy="26666"/>
              </a:xfrm>
            </p:spPr>
          </p:sp>
        </mc:Fallback>
      </mc:AlternateContent>
      <mc:AlternateContent xmlns:mc="http://schemas.openxmlformats.org/markup-compatibility/2006">
        <mc:Choice xmlns:p14="http://schemas.microsoft.com/office/powerpoint/2010/main" Requires="p14">
          <p:contentPart p14:bwMode="auto" r:id="rId164">
            <p14:nvContentPartPr>
              <p14:cNvPr id="1049790" name=""/>
              <p14:cNvContentPartPr/>
              <p14:nvPr/>
            </p14:nvContentPartPr>
            <p14:xfrm>
              <a:off x="11599779" y="681308"/>
              <a:ext cx="173466" cy="225553"/>
            </p14:xfrm>
          </p:contentPart>
        </mc:Choice>
        <mc:Fallback>
          <p:sp>
            <p:nvSpPr>
              <p:cNvPr id="1049790" name=""/>
              <p:cNvSpPr/>
              <p:nvPr/>
            </p:nvSpPr>
            <p:spPr>
              <a:xfrm>
                <a:off x="11599779" y="681308"/>
                <a:ext cx="173466" cy="225553"/>
              </a:xfrm>
            </p:spPr>
          </p:sp>
        </mc:Fallback>
      </mc:AlternateContent>
      <mc:AlternateContent xmlns:mc="http://schemas.openxmlformats.org/markup-compatibility/2006">
        <mc:Choice xmlns:p14="http://schemas.microsoft.com/office/powerpoint/2010/main" Requires="p14">
          <p:contentPart p14:bwMode="auto" r:id="rId165">
            <p14:nvContentPartPr>
              <p14:cNvPr id="1049791" name=""/>
              <p14:cNvContentPartPr/>
              <p14:nvPr/>
            </p14:nvContentPartPr>
            <p14:xfrm>
              <a:off x="11734699" y="928521"/>
              <a:ext cx="86094" cy="61118"/>
            </p14:xfrm>
          </p:contentPart>
        </mc:Choice>
        <mc:Fallback>
          <p:sp>
            <p:nvSpPr>
              <p:cNvPr id="1049791" name=""/>
              <p:cNvSpPr/>
              <p:nvPr/>
            </p:nvSpPr>
            <p:spPr>
              <a:xfrm>
                <a:off x="11734699" y="928521"/>
                <a:ext cx="86094" cy="61118"/>
              </a:xfrm>
            </p:spPr>
          </p:sp>
        </mc:Fallback>
      </mc:AlternateContent>
      <mc:AlternateContent xmlns:mc="http://schemas.openxmlformats.org/markup-compatibility/2006">
        <mc:Choice xmlns:p14="http://schemas.microsoft.com/office/powerpoint/2010/main" Requires="p14">
          <p:contentPart p14:bwMode="auto" r:id="rId166">
            <p14:nvContentPartPr>
              <p14:cNvPr id="1049792" name=""/>
              <p14:cNvContentPartPr/>
              <p14:nvPr/>
            </p14:nvContentPartPr>
            <p14:xfrm>
              <a:off x="11839358" y="791934"/>
              <a:ext cx="82071" cy="21841"/>
            </p14:xfrm>
          </p:contentPart>
        </mc:Choice>
        <mc:Fallback>
          <p:sp>
            <p:nvSpPr>
              <p:cNvPr id="1049792" name=""/>
              <p:cNvSpPr/>
              <p:nvPr/>
            </p:nvSpPr>
            <p:spPr>
              <a:xfrm>
                <a:off x="11839358" y="791934"/>
                <a:ext cx="82071" cy="21841"/>
              </a:xfrm>
            </p:spPr>
          </p:sp>
        </mc:Fallback>
      </mc:AlternateContent>
      <mc:AlternateContent xmlns:mc="http://schemas.openxmlformats.org/markup-compatibility/2006">
        <mc:Choice xmlns:p14="http://schemas.microsoft.com/office/powerpoint/2010/main" Requires="p14">
          <p:contentPart p14:bwMode="auto" r:id="rId167">
            <p14:nvContentPartPr>
              <p14:cNvPr id="1049793" name=""/>
              <p14:cNvContentPartPr/>
              <p14:nvPr/>
            </p14:nvContentPartPr>
            <p14:xfrm>
              <a:off x="11810677" y="852387"/>
              <a:ext cx="158000" cy="36861"/>
            </p14:xfrm>
          </p:contentPart>
        </mc:Choice>
        <mc:Fallback>
          <p:sp>
            <p:nvSpPr>
              <p:cNvPr id="1049793" name=""/>
              <p:cNvSpPr/>
              <p:nvPr/>
            </p:nvSpPr>
            <p:spPr>
              <a:xfrm>
                <a:off x="11810677" y="852387"/>
                <a:ext cx="158000" cy="36861"/>
              </a:xfrm>
            </p:spPr>
          </p:sp>
        </mc:Fallback>
      </mc:AlternateContent>
      <mc:AlternateContent xmlns:mc="http://schemas.openxmlformats.org/markup-compatibility/2006">
        <mc:Choice xmlns:p14="http://schemas.microsoft.com/office/powerpoint/2010/main" Requires="p14">
          <p:contentPart p14:bwMode="auto" r:id="rId168">
            <p14:nvContentPartPr>
              <p14:cNvPr id="1049794" name=""/>
              <p14:cNvContentPartPr/>
              <p14:nvPr/>
            </p14:nvContentPartPr>
            <p14:xfrm>
              <a:off x="11973259" y="722828"/>
              <a:ext cx="158471" cy="152819"/>
            </p14:xfrm>
          </p:contentPart>
        </mc:Choice>
        <mc:Fallback>
          <p:sp>
            <p:nvSpPr>
              <p:cNvPr id="1049794" name=""/>
              <p:cNvSpPr/>
              <p:nvPr/>
            </p:nvSpPr>
            <p:spPr>
              <a:xfrm>
                <a:off x="11973259" y="722828"/>
                <a:ext cx="158471" cy="152819"/>
              </a:xfrm>
            </p:spPr>
          </p:sp>
        </mc:Fallback>
      </mc:AlternateContent>
      <mc:AlternateContent xmlns:mc="http://schemas.openxmlformats.org/markup-compatibility/2006">
        <mc:Choice xmlns:p14="http://schemas.microsoft.com/office/powerpoint/2010/main" Requires="p14">
          <p:contentPart p14:bwMode="auto" r:id="rId169">
            <p14:nvContentPartPr>
              <p14:cNvPr id="1049795" name=""/>
              <p14:cNvContentPartPr/>
              <p14:nvPr/>
            </p14:nvContentPartPr>
            <p14:xfrm>
              <a:off x="8312870" y="3457851"/>
              <a:ext cx="57864" cy="117218"/>
            </p14:xfrm>
          </p:contentPart>
        </mc:Choice>
        <mc:Fallback>
          <p:sp>
            <p:nvSpPr>
              <p:cNvPr id="1049795" name=""/>
              <p:cNvSpPr/>
              <p:nvPr/>
            </p:nvSpPr>
            <p:spPr>
              <a:xfrm>
                <a:off x="8312870" y="3457851"/>
                <a:ext cx="57864" cy="117218"/>
              </a:xfrm>
            </p:spPr>
          </p:sp>
        </mc:Fallback>
      </mc:AlternateContent>
      <mc:AlternateContent xmlns:mc="http://schemas.openxmlformats.org/markup-compatibility/2006">
        <mc:Choice xmlns:p14="http://schemas.microsoft.com/office/powerpoint/2010/main" Requires="p14">
          <p:contentPart p14:bwMode="auto" r:id="rId170">
            <p14:nvContentPartPr>
              <p14:cNvPr id="1049796" name=""/>
              <p14:cNvContentPartPr/>
              <p14:nvPr/>
            </p14:nvContentPartPr>
            <p14:xfrm>
              <a:off x="8292192" y="3508484"/>
              <a:ext cx="117472" cy="34216"/>
            </p14:xfrm>
          </p:contentPart>
        </mc:Choice>
        <mc:Fallback>
          <p:sp>
            <p:nvSpPr>
              <p:cNvPr id="1049796" name=""/>
              <p:cNvSpPr/>
              <p:nvPr/>
            </p:nvSpPr>
            <p:spPr>
              <a:xfrm>
                <a:off x="8292192" y="3508484"/>
                <a:ext cx="117472" cy="34216"/>
              </a:xfrm>
            </p:spPr>
          </p:sp>
        </mc:Fallback>
      </mc:AlternateContent>
      <mc:AlternateContent xmlns:mc="http://schemas.openxmlformats.org/markup-compatibility/2006">
        <mc:Choice xmlns:p14="http://schemas.microsoft.com/office/powerpoint/2010/main" Requires="p14">
          <p:contentPart p14:bwMode="auto" r:id="rId171">
            <p14:nvContentPartPr>
              <p14:cNvPr id="1049797" name=""/>
              <p14:cNvContentPartPr/>
              <p14:nvPr/>
            </p14:nvContentPartPr>
            <p14:xfrm>
              <a:off x="7449533" y="3490049"/>
              <a:ext cx="135199" cy="258789"/>
            </p14:xfrm>
          </p:contentPart>
        </mc:Choice>
        <mc:Fallback>
          <p:sp>
            <p:nvSpPr>
              <p:cNvPr id="1049797" name=""/>
              <p:cNvSpPr/>
              <p:nvPr/>
            </p:nvSpPr>
            <p:spPr>
              <a:xfrm>
                <a:off x="7449533" y="3490049"/>
                <a:ext cx="135199" cy="258789"/>
              </a:xfrm>
            </p:spPr>
          </p:sp>
        </mc:Fallback>
      </mc:AlternateContent>
      <mc:AlternateContent xmlns:mc="http://schemas.openxmlformats.org/markup-compatibility/2006">
        <mc:Choice xmlns:p14="http://schemas.microsoft.com/office/powerpoint/2010/main" Requires="p14">
          <p:contentPart p14:bwMode="auto" r:id="rId172">
            <p14:nvContentPartPr>
              <p14:cNvPr id="1049798" name=""/>
              <p14:cNvContentPartPr/>
              <p14:nvPr/>
            </p14:nvContentPartPr>
            <p14:xfrm>
              <a:off x="7655476" y="3644317"/>
              <a:ext cx="116788" cy="30709"/>
            </p14:xfrm>
          </p:contentPart>
        </mc:Choice>
        <mc:Fallback>
          <p:sp>
            <p:nvSpPr>
              <p:cNvPr id="1049798" name=""/>
              <p:cNvSpPr/>
              <p:nvPr/>
            </p:nvSpPr>
            <p:spPr>
              <a:xfrm>
                <a:off x="7655476" y="3644317"/>
                <a:ext cx="116788" cy="30709"/>
              </a:xfrm>
            </p:spPr>
          </p:sp>
        </mc:Fallback>
      </mc:AlternateContent>
      <mc:AlternateContent xmlns:mc="http://schemas.openxmlformats.org/markup-compatibility/2006">
        <mc:Choice xmlns:p14="http://schemas.microsoft.com/office/powerpoint/2010/main" Requires="p14">
          <p:contentPart p14:bwMode="auto" r:id="rId173">
            <p14:nvContentPartPr>
              <p14:cNvPr id="1049799" name=""/>
              <p14:cNvContentPartPr/>
              <p14:nvPr/>
            </p14:nvContentPartPr>
            <p14:xfrm>
              <a:off x="7786669" y="3413046"/>
              <a:ext cx="121565" cy="268996"/>
            </p14:xfrm>
          </p:contentPart>
        </mc:Choice>
        <mc:Fallback>
          <p:sp>
            <p:nvSpPr>
              <p:cNvPr id="1049799" name=""/>
              <p:cNvSpPr/>
              <p:nvPr/>
            </p:nvSpPr>
            <p:spPr>
              <a:xfrm>
                <a:off x="7786669" y="3413046"/>
                <a:ext cx="121565" cy="268996"/>
              </a:xfrm>
            </p:spPr>
          </p:sp>
        </mc:Fallback>
      </mc:AlternateContent>
      <mc:AlternateContent xmlns:mc="http://schemas.openxmlformats.org/markup-compatibility/2006">
        <mc:Choice xmlns:p14="http://schemas.microsoft.com/office/powerpoint/2010/main" Requires="p14">
          <p:contentPart p14:bwMode="auto" r:id="rId174">
            <p14:nvContentPartPr>
              <p14:cNvPr id="1049800" name=""/>
              <p14:cNvContentPartPr/>
              <p14:nvPr/>
            </p14:nvContentPartPr>
            <p14:xfrm>
              <a:off x="7948904" y="3556457"/>
              <a:ext cx="78574" cy="69068"/>
            </p14:xfrm>
          </p:contentPart>
        </mc:Choice>
        <mc:Fallback>
          <p:sp>
            <p:nvSpPr>
              <p:cNvPr id="1049800" name=""/>
              <p:cNvSpPr/>
              <p:nvPr/>
            </p:nvSpPr>
            <p:spPr>
              <a:xfrm>
                <a:off x="7948904" y="3556457"/>
                <a:ext cx="78574" cy="69068"/>
              </a:xfrm>
            </p:spPr>
          </p:sp>
        </mc:Fallback>
      </mc:AlternateContent>
      <mc:AlternateContent xmlns:mc="http://schemas.openxmlformats.org/markup-compatibility/2006">
        <mc:Choice xmlns:p14="http://schemas.microsoft.com/office/powerpoint/2010/main" Requires="p14">
          <p:contentPart p14:bwMode="auto" r:id="rId175">
            <p14:nvContentPartPr>
              <p14:cNvPr id="1049801" name=""/>
              <p14:cNvContentPartPr/>
              <p14:nvPr/>
            </p14:nvContentPartPr>
            <p14:xfrm>
              <a:off x="7512513" y="3670002"/>
              <a:ext cx="527184" cy="136149"/>
            </p14:xfrm>
          </p:contentPart>
        </mc:Choice>
        <mc:Fallback>
          <p:sp>
            <p:nvSpPr>
              <p:cNvPr id="1049801" name=""/>
              <p:cNvSpPr/>
              <p:nvPr/>
            </p:nvSpPr>
            <p:spPr>
              <a:xfrm>
                <a:off x="7512513" y="3670002"/>
                <a:ext cx="527184" cy="136149"/>
              </a:xfrm>
            </p:spPr>
          </p:sp>
        </mc:Fallback>
      </mc:AlternateContent>
      <mc:AlternateContent xmlns:mc="http://schemas.openxmlformats.org/markup-compatibility/2006">
        <mc:Choice xmlns:p14="http://schemas.microsoft.com/office/powerpoint/2010/main" Requires="p14">
          <p:contentPart p14:bwMode="auto" r:id="rId176">
            <p14:nvContentPartPr>
              <p14:cNvPr id="1049802" name=""/>
              <p14:cNvContentPartPr/>
              <p14:nvPr/>
            </p14:nvContentPartPr>
            <p14:xfrm>
              <a:off x="7805941" y="3813026"/>
              <a:ext cx="103296" cy="84658"/>
            </p14:xfrm>
          </p:contentPart>
        </mc:Choice>
        <mc:Fallback>
          <p:sp>
            <p:nvSpPr>
              <p:cNvPr id="1049802" name=""/>
              <p:cNvSpPr/>
              <p:nvPr/>
            </p:nvSpPr>
            <p:spPr>
              <a:xfrm>
                <a:off x="7805941" y="3813026"/>
                <a:ext cx="103296" cy="84658"/>
              </a:xfrm>
            </p:spPr>
          </p:sp>
        </mc:Fallback>
      </mc:AlternateContent>
      <mc:AlternateContent xmlns:mc="http://schemas.openxmlformats.org/markup-compatibility/2006">
        <mc:Choice xmlns:p14="http://schemas.microsoft.com/office/powerpoint/2010/main" Requires="p14">
          <p:contentPart p14:bwMode="auto" r:id="rId177">
            <p14:nvContentPartPr>
              <p14:cNvPr id="1049803" name=""/>
              <p14:cNvContentPartPr/>
              <p14:nvPr/>
            </p14:nvContentPartPr>
            <p14:xfrm>
              <a:off x="7891542" y="3783986"/>
              <a:ext cx="93102" cy="94315"/>
            </p14:xfrm>
          </p:contentPart>
        </mc:Choice>
        <mc:Fallback>
          <p:sp>
            <p:nvSpPr>
              <p:cNvPr id="1049803" name=""/>
              <p:cNvSpPr/>
              <p:nvPr/>
            </p:nvSpPr>
            <p:spPr>
              <a:xfrm>
                <a:off x="7891542" y="3783986"/>
                <a:ext cx="93102" cy="94315"/>
              </a:xfrm>
            </p:spPr>
          </p:sp>
        </mc:Fallback>
      </mc:AlternateContent>
      <mc:AlternateContent xmlns:mc="http://schemas.openxmlformats.org/markup-compatibility/2006">
        <mc:Choice xmlns:p14="http://schemas.microsoft.com/office/powerpoint/2010/main" Requires="p14">
          <p:contentPart p14:bwMode="auto" r:id="rId178">
            <p14:nvContentPartPr>
              <p14:cNvPr id="1049804" name=""/>
              <p14:cNvContentPartPr/>
              <p14:nvPr/>
            </p14:nvContentPartPr>
            <p14:xfrm>
              <a:off x="8057565" y="3943083"/>
              <a:ext cx="20182" cy="116980"/>
            </p14:xfrm>
          </p:contentPart>
        </mc:Choice>
        <mc:Fallback>
          <p:sp>
            <p:nvSpPr>
              <p:cNvPr id="1049804" name=""/>
              <p:cNvSpPr/>
              <p:nvPr/>
            </p:nvSpPr>
            <p:spPr>
              <a:xfrm>
                <a:off x="8057565" y="3943083"/>
                <a:ext cx="20182" cy="116980"/>
              </a:xfrm>
            </p:spPr>
          </p:sp>
        </mc:Fallback>
      </mc:AlternateContent>
      <mc:AlternateContent xmlns:mc="http://schemas.openxmlformats.org/markup-compatibility/2006">
        <mc:Choice xmlns:p14="http://schemas.microsoft.com/office/powerpoint/2010/main" Requires="p14">
          <p:contentPart p14:bwMode="auto" r:id="rId179">
            <p14:nvContentPartPr>
              <p14:cNvPr id="1049805" name=""/>
              <p14:cNvContentPartPr/>
              <p14:nvPr/>
            </p14:nvContentPartPr>
            <p14:xfrm>
              <a:off x="8149229" y="3943083"/>
              <a:ext cx="10679" cy="152732"/>
            </p14:xfrm>
          </p:contentPart>
        </mc:Choice>
        <mc:Fallback>
          <p:sp>
            <p:nvSpPr>
              <p:cNvPr id="1049805" name=""/>
              <p:cNvSpPr/>
              <p:nvPr/>
            </p:nvSpPr>
            <p:spPr>
              <a:xfrm>
                <a:off x="8149229" y="3943083"/>
                <a:ext cx="10679" cy="152732"/>
              </a:xfrm>
            </p:spPr>
          </p:sp>
        </mc:Fallback>
      </mc:AlternateContent>
      <mc:AlternateContent xmlns:mc="http://schemas.openxmlformats.org/markup-compatibility/2006">
        <mc:Choice xmlns:p14="http://schemas.microsoft.com/office/powerpoint/2010/main" Requires="p14">
          <p:contentPart p14:bwMode="auto" r:id="rId180">
            <p14:nvContentPartPr>
              <p14:cNvPr id="1049806" name=""/>
              <p14:cNvContentPartPr/>
              <p14:nvPr/>
            </p14:nvContentPartPr>
            <p14:xfrm>
              <a:off x="7984645" y="3935885"/>
              <a:ext cx="274343" cy="1881"/>
            </p14:xfrm>
          </p:contentPart>
        </mc:Choice>
        <mc:Fallback>
          <p:sp>
            <p:nvSpPr>
              <p:cNvPr id="1049806" name=""/>
              <p:cNvSpPr/>
              <p:nvPr/>
            </p:nvSpPr>
            <p:spPr>
              <a:xfrm>
                <a:off x="7984645" y="3935885"/>
                <a:ext cx="274343" cy="1881"/>
              </a:xfrm>
            </p:spPr>
          </p:sp>
        </mc:Fallback>
      </mc:AlternateContent>
      <mc:AlternateContent xmlns:mc="http://schemas.openxmlformats.org/markup-compatibility/2006">
        <mc:Choice xmlns:p14="http://schemas.microsoft.com/office/powerpoint/2010/main" Requires="p14">
          <p:contentPart p14:bwMode="auto" r:id="rId181">
            <p14:nvContentPartPr>
              <p14:cNvPr id="1049807" name=""/>
              <p14:cNvContentPartPr/>
              <p14:nvPr/>
            </p14:nvContentPartPr>
            <p14:xfrm>
              <a:off x="8385295" y="618194"/>
              <a:ext cx="32946" cy="38636"/>
            </p14:xfrm>
          </p:contentPart>
        </mc:Choice>
        <mc:Fallback>
          <p:sp>
            <p:nvSpPr>
              <p:cNvPr id="1049807" name=""/>
              <p:cNvSpPr/>
              <p:nvPr/>
            </p:nvSpPr>
            <p:spPr>
              <a:xfrm>
                <a:off x="8385295" y="618194"/>
                <a:ext cx="32946" cy="38636"/>
              </a:xfrm>
            </p:spPr>
          </p:sp>
        </mc:Fallback>
      </mc:AlternateContent>
      <mc:AlternateContent xmlns:mc="http://schemas.openxmlformats.org/markup-compatibility/2006">
        <mc:Choice xmlns:p14="http://schemas.microsoft.com/office/powerpoint/2010/main" Requires="p14">
          <p:contentPart p14:bwMode="auto" r:id="rId182">
            <p14:nvContentPartPr>
              <p14:cNvPr id="1049808" name=""/>
              <p14:cNvContentPartPr/>
              <p14:nvPr/>
            </p14:nvContentPartPr>
            <p14:xfrm>
              <a:off x="8563999" y="813776"/>
              <a:ext cx="53391" cy="79672"/>
            </p14:xfrm>
          </p:contentPart>
        </mc:Choice>
        <mc:Fallback>
          <p:sp>
            <p:nvSpPr>
              <p:cNvPr id="1049808" name=""/>
              <p:cNvSpPr/>
              <p:nvPr/>
            </p:nvSpPr>
            <p:spPr>
              <a:xfrm>
                <a:off x="8563999" y="813776"/>
                <a:ext cx="53391" cy="79672"/>
              </a:xfrm>
            </p:spPr>
          </p:sp>
        </mc:Fallback>
      </mc:AlternateContent>
      <mc:AlternateContent xmlns:mc="http://schemas.openxmlformats.org/markup-compatibility/2006">
        <mc:Choice xmlns:p14="http://schemas.microsoft.com/office/powerpoint/2010/main" Requires="p14">
          <p:contentPart p14:bwMode="auto" r:id="rId183">
            <p14:nvContentPartPr>
              <p14:cNvPr id="1049809" name=""/>
              <p14:cNvContentPartPr/>
              <p14:nvPr/>
            </p14:nvContentPartPr>
            <p14:xfrm>
              <a:off x="8728583" y="987516"/>
              <a:ext cx="79702" cy="104999"/>
            </p14:xfrm>
          </p:contentPart>
        </mc:Choice>
        <mc:Fallback>
          <p:sp>
            <p:nvSpPr>
              <p:cNvPr id="1049809" name=""/>
              <p:cNvSpPr/>
              <p:nvPr/>
            </p:nvSpPr>
            <p:spPr>
              <a:xfrm>
                <a:off x="8728583" y="987516"/>
                <a:ext cx="79702" cy="104999"/>
              </a:xfrm>
            </p:spPr>
          </p:sp>
        </mc:Fallback>
      </mc:AlternateContent>
      <mc:AlternateContent xmlns:mc="http://schemas.openxmlformats.org/markup-compatibility/2006">
        <mc:Choice xmlns:p14="http://schemas.microsoft.com/office/powerpoint/2010/main" Requires="p14">
          <p:contentPart p14:bwMode="auto" r:id="rId184">
            <p14:nvContentPartPr>
              <p14:cNvPr id="1049810" name=""/>
              <p14:cNvContentPartPr/>
              <p14:nvPr/>
            </p14:nvContentPartPr>
            <p14:xfrm>
              <a:off x="8971709" y="1190792"/>
              <a:ext cx="64829" cy="66729"/>
            </p14:xfrm>
          </p:contentPart>
        </mc:Choice>
        <mc:Fallback>
          <p:sp>
            <p:nvSpPr>
              <p:cNvPr id="1049810" name=""/>
              <p:cNvSpPr/>
              <p:nvPr/>
            </p:nvSpPr>
            <p:spPr>
              <a:xfrm>
                <a:off x="8971709" y="1190792"/>
                <a:ext cx="64829" cy="66729"/>
              </a:xfrm>
            </p:spPr>
          </p:sp>
        </mc:Fallback>
      </mc:AlternateContent>
      <mc:AlternateContent xmlns:mc="http://schemas.openxmlformats.org/markup-compatibility/2006">
        <mc:Choice xmlns:p14="http://schemas.microsoft.com/office/powerpoint/2010/main" Requires="p14">
          <p:contentPart p14:bwMode="auto" r:id="rId185">
            <p14:nvContentPartPr>
              <p14:cNvPr id="1049811" name=""/>
              <p14:cNvContentPartPr/>
              <p14:nvPr/>
            </p14:nvContentPartPr>
            <p14:xfrm>
              <a:off x="9186154" y="1378679"/>
              <a:ext cx="52605" cy="70344"/>
            </p14:xfrm>
          </p:contentPart>
        </mc:Choice>
        <mc:Fallback>
          <p:sp>
            <p:nvSpPr>
              <p:cNvPr id="1049811" name=""/>
              <p:cNvSpPr/>
              <p:nvPr/>
            </p:nvSpPr>
            <p:spPr>
              <a:xfrm>
                <a:off x="9186154" y="1378679"/>
                <a:ext cx="52605" cy="70344"/>
              </a:xfrm>
            </p:spPr>
          </p:sp>
        </mc:Fallback>
      </mc:AlternateContent>
      <mc:AlternateContent xmlns:mc="http://schemas.openxmlformats.org/markup-compatibility/2006">
        <mc:Choice xmlns:p14="http://schemas.microsoft.com/office/powerpoint/2010/main" Requires="p14">
          <p:contentPart p14:bwMode="auto" r:id="rId186">
            <p14:nvContentPartPr>
              <p14:cNvPr id="1049812" name=""/>
              <p14:cNvContentPartPr/>
              <p14:nvPr/>
            </p14:nvContentPartPr>
            <p14:xfrm>
              <a:off x="9379419" y="1559865"/>
              <a:ext cx="57243" cy="65786"/>
            </p14:xfrm>
          </p:contentPart>
        </mc:Choice>
        <mc:Fallback>
          <p:sp>
            <p:nvSpPr>
              <p:cNvPr id="1049812" name=""/>
              <p:cNvSpPr/>
              <p:nvPr/>
            </p:nvSpPr>
            <p:spPr>
              <a:xfrm>
                <a:off x="9379419" y="1559865"/>
                <a:ext cx="57243" cy="65786"/>
              </a:xfrm>
            </p:spPr>
          </p:sp>
        </mc:Fallback>
      </mc:AlternateContent>
      <mc:AlternateContent xmlns:mc="http://schemas.openxmlformats.org/markup-compatibility/2006">
        <mc:Choice xmlns:p14="http://schemas.microsoft.com/office/powerpoint/2010/main" Requires="p14">
          <p:contentPart p14:bwMode="auto" r:id="rId187">
            <p14:nvContentPartPr>
              <p14:cNvPr id="1049813" name=""/>
              <p14:cNvContentPartPr/>
              <p14:nvPr/>
            </p14:nvContentPartPr>
            <p14:xfrm>
              <a:off x="9543562" y="1762645"/>
              <a:ext cx="63649" cy="64356"/>
            </p14:xfrm>
          </p:contentPart>
        </mc:Choice>
        <mc:Fallback>
          <p:sp>
            <p:nvSpPr>
              <p:cNvPr id="1049813" name=""/>
              <p:cNvSpPr/>
              <p:nvPr/>
            </p:nvSpPr>
            <p:spPr>
              <a:xfrm>
                <a:off x="9543562" y="1762645"/>
                <a:ext cx="63649" cy="64356"/>
              </a:xfrm>
            </p:spPr>
          </p:sp>
        </mc:Fallback>
      </mc:AlternateContent>
      <mc:AlternateContent xmlns:mc="http://schemas.openxmlformats.org/markup-compatibility/2006">
        <mc:Choice xmlns:p14="http://schemas.microsoft.com/office/powerpoint/2010/main" Requires="p14">
          <p:contentPart p14:bwMode="auto" r:id="rId188">
            <p14:nvContentPartPr>
              <p14:cNvPr id="1049814" name=""/>
              <p14:cNvContentPartPr/>
              <p14:nvPr/>
            </p14:nvContentPartPr>
            <p14:xfrm>
              <a:off x="9686525" y="1936633"/>
              <a:ext cx="55386" cy="65843"/>
            </p14:xfrm>
          </p:contentPart>
        </mc:Choice>
        <mc:Fallback>
          <p:sp>
            <p:nvSpPr>
              <p:cNvPr id="1049814" name=""/>
              <p:cNvSpPr/>
              <p:nvPr/>
            </p:nvSpPr>
            <p:spPr>
              <a:xfrm>
                <a:off x="9686525" y="1936633"/>
                <a:ext cx="55386" cy="65843"/>
              </a:xfrm>
            </p:spPr>
          </p:sp>
        </mc:Fallback>
      </mc:AlternateContent>
      <mc:AlternateContent xmlns:mc="http://schemas.openxmlformats.org/markup-compatibility/2006">
        <mc:Choice xmlns:p14="http://schemas.microsoft.com/office/powerpoint/2010/main" Requires="p14">
          <p:contentPart p14:bwMode="auto" r:id="rId189">
            <p14:nvContentPartPr>
              <p14:cNvPr id="1049815" name=""/>
              <p14:cNvContentPartPr/>
              <p14:nvPr/>
            </p14:nvContentPartPr>
            <p14:xfrm>
              <a:off x="9822429" y="2088780"/>
              <a:ext cx="196113" cy="273677"/>
            </p14:xfrm>
          </p:contentPart>
        </mc:Choice>
        <mc:Fallback>
          <p:sp>
            <p:nvSpPr>
              <p:cNvPr id="1049815" name=""/>
              <p:cNvSpPr/>
              <p:nvPr/>
            </p:nvSpPr>
            <p:spPr>
              <a:xfrm>
                <a:off x="9822429" y="2088780"/>
                <a:ext cx="196113" cy="273677"/>
              </a:xfrm>
            </p:spPr>
          </p:sp>
        </mc:Fallback>
      </mc:AlternateContent>
      <mc:AlternateContent xmlns:mc="http://schemas.openxmlformats.org/markup-compatibility/2006">
        <mc:Choice xmlns:p14="http://schemas.microsoft.com/office/powerpoint/2010/main" Requires="p14">
          <p:contentPart p14:bwMode="auto" r:id="rId190">
            <p14:nvContentPartPr>
              <p14:cNvPr id="1049816" name=""/>
              <p14:cNvContentPartPr/>
              <p14:nvPr/>
            </p14:nvContentPartPr>
            <p14:xfrm>
              <a:off x="10108796" y="2465299"/>
              <a:ext cx="290924" cy="338803"/>
            </p14:xfrm>
          </p:contentPart>
        </mc:Choice>
        <mc:Fallback>
          <p:sp>
            <p:nvSpPr>
              <p:cNvPr id="1049816" name=""/>
              <p:cNvSpPr/>
              <p:nvPr/>
            </p:nvSpPr>
            <p:spPr>
              <a:xfrm>
                <a:off x="10108796" y="2465299"/>
                <a:ext cx="290924" cy="338803"/>
              </a:xfrm>
            </p:spPr>
          </p:sp>
        </mc:Fallback>
      </mc:AlternateContent>
      <mc:AlternateContent xmlns:mc="http://schemas.openxmlformats.org/markup-compatibility/2006">
        <mc:Choice xmlns:p14="http://schemas.microsoft.com/office/powerpoint/2010/main" Requires="p14">
          <p:contentPart p14:bwMode="auto" r:id="rId191">
            <p14:nvContentPartPr>
              <p14:cNvPr id="1049817" name=""/>
              <p14:cNvContentPartPr/>
              <p14:nvPr/>
            </p14:nvContentPartPr>
            <p14:xfrm>
              <a:off x="10518271" y="2901635"/>
              <a:ext cx="133650" cy="153244"/>
            </p14:xfrm>
          </p:contentPart>
        </mc:Choice>
        <mc:Fallback>
          <p:sp>
            <p:nvSpPr>
              <p:cNvPr id="1049817" name=""/>
              <p:cNvSpPr/>
              <p:nvPr/>
            </p:nvSpPr>
            <p:spPr>
              <a:xfrm>
                <a:off x="10518271" y="2901635"/>
                <a:ext cx="133650" cy="153244"/>
              </a:xfrm>
            </p:spPr>
          </p:sp>
        </mc:Fallback>
      </mc:AlternateContent>
      <mc:AlternateContent xmlns:mc="http://schemas.openxmlformats.org/markup-compatibility/2006">
        <mc:Choice xmlns:p14="http://schemas.microsoft.com/office/powerpoint/2010/main" Requires="p14">
          <p:contentPart p14:bwMode="auto" r:id="rId192">
            <p14:nvContentPartPr>
              <p14:cNvPr id="1049818" name=""/>
              <p14:cNvContentPartPr/>
              <p14:nvPr/>
            </p14:nvContentPartPr>
            <p14:xfrm>
              <a:off x="10795373" y="3204191"/>
              <a:ext cx="125701" cy="134513"/>
            </p14:xfrm>
          </p:contentPart>
        </mc:Choice>
        <mc:Fallback>
          <p:sp>
            <p:nvSpPr>
              <p:cNvPr id="1049818" name=""/>
              <p:cNvSpPr/>
              <p:nvPr/>
            </p:nvSpPr>
            <p:spPr>
              <a:xfrm>
                <a:off x="10795373" y="3204191"/>
                <a:ext cx="125701" cy="134513"/>
              </a:xfrm>
            </p:spPr>
          </p:sp>
        </mc:Fallback>
      </mc:AlternateContent>
      <mc:AlternateContent xmlns:mc="http://schemas.openxmlformats.org/markup-compatibility/2006">
        <mc:Choice xmlns:p14="http://schemas.microsoft.com/office/powerpoint/2010/main" Requires="p14">
          <p:contentPart p14:bwMode="auto" r:id="rId193">
            <p14:nvContentPartPr>
              <p14:cNvPr id="1049819" name=""/>
              <p14:cNvContentPartPr/>
              <p14:nvPr/>
            </p14:nvContentPartPr>
            <p14:xfrm>
              <a:off x="11102921" y="3566563"/>
              <a:ext cx="50712" cy="73915"/>
            </p14:xfrm>
          </p:contentPart>
        </mc:Choice>
        <mc:Fallback>
          <p:sp>
            <p:nvSpPr>
              <p:cNvPr id="1049819" name=""/>
              <p:cNvSpPr/>
              <p:nvPr/>
            </p:nvSpPr>
            <p:spPr>
              <a:xfrm>
                <a:off x="11102921" y="3566563"/>
                <a:ext cx="50712" cy="73915"/>
              </a:xfrm>
            </p:spPr>
          </p:sp>
        </mc:Fallback>
      </mc:AlternateContent>
      <mc:AlternateContent xmlns:mc="http://schemas.openxmlformats.org/markup-compatibility/2006">
        <mc:Choice xmlns:p14="http://schemas.microsoft.com/office/powerpoint/2010/main" Requires="p14">
          <p:contentPart p14:bwMode="auto" r:id="rId194">
            <p14:nvContentPartPr>
              <p14:cNvPr id="1049820" name=""/>
              <p14:cNvContentPartPr/>
              <p14:nvPr/>
            </p14:nvContentPartPr>
            <p14:xfrm>
              <a:off x="8796247" y="812950"/>
              <a:ext cx="138158" cy="246615"/>
            </p14:xfrm>
          </p:contentPart>
        </mc:Choice>
        <mc:Fallback>
          <p:sp>
            <p:nvSpPr>
              <p:cNvPr id="1049820" name=""/>
              <p:cNvSpPr/>
              <p:nvPr/>
            </p:nvSpPr>
            <p:spPr>
              <a:xfrm>
                <a:off x="8796247" y="812950"/>
                <a:ext cx="138158" cy="246615"/>
              </a:xfrm>
            </p:spPr>
          </p:sp>
        </mc:Fallback>
      </mc:AlternateContent>
      <mc:AlternateContent xmlns:mc="http://schemas.openxmlformats.org/markup-compatibility/2006">
        <mc:Choice xmlns:p14="http://schemas.microsoft.com/office/powerpoint/2010/main" Requires="p14">
          <p:contentPart p14:bwMode="auto" r:id="rId195">
            <p14:nvContentPartPr>
              <p14:cNvPr id="1049821" name=""/>
              <p14:cNvContentPartPr/>
              <p14:nvPr/>
            </p14:nvContentPartPr>
            <p14:xfrm>
              <a:off x="8992889" y="971933"/>
              <a:ext cx="120163" cy="30474"/>
            </p14:xfrm>
          </p:contentPart>
        </mc:Choice>
        <mc:Fallback>
          <p:sp>
            <p:nvSpPr>
              <p:cNvPr id="1049821" name=""/>
              <p:cNvSpPr/>
              <p:nvPr/>
            </p:nvSpPr>
            <p:spPr>
              <a:xfrm>
                <a:off x="8992889" y="971933"/>
                <a:ext cx="120163" cy="30474"/>
              </a:xfrm>
            </p:spPr>
          </p:sp>
        </mc:Fallback>
      </mc:AlternateContent>
      <mc:AlternateContent xmlns:mc="http://schemas.openxmlformats.org/markup-compatibility/2006">
        <mc:Choice xmlns:p14="http://schemas.microsoft.com/office/powerpoint/2010/main" Requires="p14">
          <p:contentPart p14:bwMode="auto" r:id="rId196">
            <p14:nvContentPartPr>
              <p14:cNvPr id="1049822" name=""/>
              <p14:cNvContentPartPr/>
              <p14:nvPr/>
            </p14:nvContentPartPr>
            <p14:xfrm>
              <a:off x="9109012" y="785488"/>
              <a:ext cx="128508" cy="208478"/>
            </p14:xfrm>
          </p:contentPart>
        </mc:Choice>
        <mc:Fallback>
          <p:sp>
            <p:nvSpPr>
              <p:cNvPr id="1049822" name=""/>
              <p:cNvSpPr/>
              <p:nvPr/>
            </p:nvSpPr>
            <p:spPr>
              <a:xfrm>
                <a:off x="9109012" y="785488"/>
                <a:ext cx="128508" cy="208478"/>
              </a:xfrm>
            </p:spPr>
          </p:sp>
        </mc:Fallback>
      </mc:AlternateContent>
      <mc:AlternateContent xmlns:mc="http://schemas.openxmlformats.org/markup-compatibility/2006">
        <mc:Choice xmlns:p14="http://schemas.microsoft.com/office/powerpoint/2010/main" Requires="p14">
          <p:contentPart p14:bwMode="auto" r:id="rId197">
            <p14:nvContentPartPr>
              <p14:cNvPr id="1049823" name=""/>
              <p14:cNvContentPartPr/>
              <p14:nvPr/>
            </p14:nvContentPartPr>
            <p14:xfrm>
              <a:off x="9228955" y="991510"/>
              <a:ext cx="76239" cy="50954"/>
            </p14:xfrm>
          </p:contentPart>
        </mc:Choice>
        <mc:Fallback>
          <p:sp>
            <p:nvSpPr>
              <p:cNvPr id="1049823" name=""/>
              <p:cNvSpPr/>
              <p:nvPr/>
            </p:nvSpPr>
            <p:spPr>
              <a:xfrm>
                <a:off x="9228955" y="991510"/>
                <a:ext cx="76239" cy="50954"/>
              </a:xfrm>
            </p:spPr>
          </p:sp>
        </mc:Fallback>
      </mc:AlternateContent>
      <mc:AlternateContent xmlns:mc="http://schemas.openxmlformats.org/markup-compatibility/2006">
        <mc:Choice xmlns:p14="http://schemas.microsoft.com/office/powerpoint/2010/main" Requires="p14">
          <p:contentPart p14:bwMode="auto" r:id="rId198">
            <p14:nvContentPartPr>
              <p14:cNvPr id="1049824" name=""/>
              <p14:cNvContentPartPr/>
              <p14:nvPr/>
            </p14:nvContentPartPr>
            <p14:xfrm>
              <a:off x="9322057" y="849979"/>
              <a:ext cx="111538" cy="36519"/>
            </p14:xfrm>
          </p:contentPart>
        </mc:Choice>
        <mc:Fallback>
          <p:sp>
            <p:nvSpPr>
              <p:cNvPr id="1049824" name=""/>
              <p:cNvSpPr/>
              <p:nvPr/>
            </p:nvSpPr>
            <p:spPr>
              <a:xfrm>
                <a:off x="9322057" y="849979"/>
                <a:ext cx="111538" cy="36519"/>
              </a:xfrm>
            </p:spPr>
          </p:sp>
        </mc:Fallback>
      </mc:AlternateContent>
      <mc:AlternateContent xmlns:mc="http://schemas.openxmlformats.org/markup-compatibility/2006">
        <mc:Choice xmlns:p14="http://schemas.microsoft.com/office/powerpoint/2010/main" Requires="p14">
          <p:contentPart p14:bwMode="auto" r:id="rId199">
            <p14:nvContentPartPr>
              <p14:cNvPr id="1049825" name=""/>
              <p14:cNvContentPartPr/>
              <p14:nvPr/>
            </p14:nvContentPartPr>
            <p14:xfrm>
              <a:off x="9343237" y="941985"/>
              <a:ext cx="139478" cy="38333"/>
            </p14:xfrm>
          </p:contentPart>
        </mc:Choice>
        <mc:Fallback>
          <p:sp>
            <p:nvSpPr>
              <p:cNvPr id="1049825" name=""/>
              <p:cNvSpPr/>
              <p:nvPr/>
            </p:nvSpPr>
            <p:spPr>
              <a:xfrm>
                <a:off x="9343237" y="941985"/>
                <a:ext cx="139478" cy="38333"/>
              </a:xfrm>
            </p:spPr>
          </p:sp>
        </mc:Fallback>
      </mc:AlternateContent>
      <mc:AlternateContent xmlns:mc="http://schemas.openxmlformats.org/markup-compatibility/2006">
        <mc:Choice xmlns:p14="http://schemas.microsoft.com/office/powerpoint/2010/main" Requires="p14">
          <p:contentPart p14:bwMode="auto" r:id="rId200">
            <p14:nvContentPartPr>
              <p14:cNvPr id="1049826" name=""/>
              <p14:cNvContentPartPr/>
              <p14:nvPr/>
            </p14:nvContentPartPr>
            <p14:xfrm>
              <a:off x="9534347" y="762777"/>
              <a:ext cx="77167" cy="84569"/>
            </p14:xfrm>
          </p:contentPart>
        </mc:Choice>
        <mc:Fallback>
          <p:sp>
            <p:nvSpPr>
              <p:cNvPr id="1049826" name=""/>
              <p:cNvSpPr/>
              <p:nvPr/>
            </p:nvSpPr>
            <p:spPr>
              <a:xfrm>
                <a:off x="9534347" y="762777"/>
                <a:ext cx="77167" cy="84569"/>
              </a:xfrm>
            </p:spPr>
          </p:sp>
        </mc:Fallback>
      </mc:AlternateContent>
      <mc:AlternateContent xmlns:mc="http://schemas.openxmlformats.org/markup-compatibility/2006">
        <mc:Choice xmlns:p14="http://schemas.microsoft.com/office/powerpoint/2010/main" Requires="p14">
          <p:contentPart p14:bwMode="auto" r:id="rId201">
            <p14:nvContentPartPr>
              <p14:cNvPr id="1049827" name=""/>
              <p14:cNvContentPartPr/>
              <p14:nvPr/>
            </p14:nvContentPartPr>
            <p14:xfrm>
              <a:off x="9493701" y="716525"/>
              <a:ext cx="139234" cy="68210"/>
            </p14:xfrm>
          </p:contentPart>
        </mc:Choice>
        <mc:Fallback>
          <p:sp>
            <p:nvSpPr>
              <p:cNvPr id="1049827" name=""/>
              <p:cNvSpPr/>
              <p:nvPr/>
            </p:nvSpPr>
            <p:spPr>
              <a:xfrm>
                <a:off x="9493701" y="716525"/>
                <a:ext cx="139234" cy="68210"/>
              </a:xfrm>
            </p:spPr>
          </p:sp>
        </mc:Fallback>
      </mc:AlternateContent>
      <mc:AlternateContent xmlns:mc="http://schemas.openxmlformats.org/markup-compatibility/2006">
        <mc:Choice xmlns:p14="http://schemas.microsoft.com/office/powerpoint/2010/main" Requires="p14">
          <p:contentPart p14:bwMode="auto" r:id="rId202">
            <p14:nvContentPartPr>
              <p14:cNvPr id="1049828" name=""/>
              <p14:cNvContentPartPr/>
              <p14:nvPr/>
            </p14:nvContentPartPr>
            <p14:xfrm>
              <a:off x="9617754" y="741301"/>
              <a:ext cx="83332" cy="275742"/>
            </p14:xfrm>
          </p:contentPart>
        </mc:Choice>
        <mc:Fallback>
          <p:sp>
            <p:nvSpPr>
              <p:cNvPr id="1049828" name=""/>
              <p:cNvSpPr/>
              <p:nvPr/>
            </p:nvSpPr>
            <p:spPr>
              <a:xfrm>
                <a:off x="9617754" y="741301"/>
                <a:ext cx="83332" cy="275742"/>
              </a:xfrm>
            </p:spPr>
          </p:sp>
        </mc:Fallback>
      </mc:AlternateContent>
      <mc:AlternateContent xmlns:mc="http://schemas.openxmlformats.org/markup-compatibility/2006">
        <mc:Choice xmlns:p14="http://schemas.microsoft.com/office/powerpoint/2010/main" Requires="p14">
          <p:contentPart p14:bwMode="auto" r:id="rId203">
            <p14:nvContentPartPr>
              <p14:cNvPr id="1049829" name=""/>
              <p14:cNvContentPartPr/>
              <p14:nvPr/>
            </p14:nvContentPartPr>
            <p14:xfrm>
              <a:off x="9686525" y="895084"/>
              <a:ext cx="164585" cy="130462"/>
            </p14:xfrm>
          </p:contentPart>
        </mc:Choice>
        <mc:Fallback>
          <p:sp>
            <p:nvSpPr>
              <p:cNvPr id="1049829" name=""/>
              <p:cNvSpPr/>
              <p:nvPr/>
            </p:nvSpPr>
            <p:spPr>
              <a:xfrm>
                <a:off x="9686525" y="895084"/>
                <a:ext cx="164585" cy="130462"/>
              </a:xfrm>
            </p:spPr>
          </p:sp>
        </mc:Fallback>
      </mc:AlternateContent>
      <mc:AlternateContent xmlns:mc="http://schemas.openxmlformats.org/markup-compatibility/2006">
        <mc:Choice xmlns:p14="http://schemas.microsoft.com/office/powerpoint/2010/main" Requires="p14">
          <p:contentPart p14:bwMode="auto" r:id="rId204">
            <p14:nvContentPartPr>
              <p14:cNvPr id="1049830" name=""/>
              <p14:cNvContentPartPr/>
              <p14:nvPr/>
            </p14:nvContentPartPr>
            <p14:xfrm>
              <a:off x="9136887" y="1111119"/>
              <a:ext cx="599940" cy="77192"/>
            </p14:xfrm>
          </p:contentPart>
        </mc:Choice>
        <mc:Fallback>
          <p:sp>
            <p:nvSpPr>
              <p:cNvPr id="1049830" name=""/>
              <p:cNvSpPr/>
              <p:nvPr/>
            </p:nvSpPr>
            <p:spPr>
              <a:xfrm>
                <a:off x="9136887" y="1111119"/>
                <a:ext cx="599940" cy="77192"/>
              </a:xfrm>
            </p:spPr>
          </p:sp>
        </mc:Fallback>
      </mc:AlternateContent>
      <mc:AlternateContent xmlns:mc="http://schemas.openxmlformats.org/markup-compatibility/2006">
        <mc:Choice xmlns:p14="http://schemas.microsoft.com/office/powerpoint/2010/main" Requires="p14">
          <p:contentPart p14:bwMode="auto" r:id="rId205">
            <p14:nvContentPartPr>
              <p14:cNvPr id="1049831" name=""/>
              <p14:cNvContentPartPr/>
              <p14:nvPr/>
            </p14:nvContentPartPr>
            <p14:xfrm>
              <a:off x="9755381" y="3768438"/>
              <a:ext cx="1188623" cy="961374"/>
            </p14:xfrm>
          </p:contentPart>
        </mc:Choice>
        <mc:Fallback>
          <p:sp>
            <p:nvSpPr>
              <p:cNvPr id="1049831" name=""/>
              <p:cNvSpPr/>
              <p:nvPr/>
            </p:nvSpPr>
            <p:spPr>
              <a:xfrm>
                <a:off x="9755381" y="3768438"/>
                <a:ext cx="1188623" cy="961374"/>
              </a:xfrm>
            </p:spPr>
          </p:sp>
        </mc:Fallback>
      </mc:AlternateContent>
      <mc:AlternateContent xmlns:mc="http://schemas.openxmlformats.org/markup-compatibility/2006">
        <mc:Choice xmlns:p14="http://schemas.microsoft.com/office/powerpoint/2010/main" Requires="p14">
          <p:contentPart p14:bwMode="auto" r:id="rId206">
            <p14:nvContentPartPr>
              <p14:cNvPr id="1049832" name=""/>
              <p14:cNvContentPartPr/>
              <p14:nvPr/>
            </p14:nvContentPartPr>
            <p14:xfrm>
              <a:off x="9802198" y="4664352"/>
              <a:ext cx="323366" cy="543856"/>
            </p14:xfrm>
          </p:contentPart>
        </mc:Choice>
        <mc:Fallback>
          <p:sp>
            <p:nvSpPr>
              <p:cNvPr id="1049832" name=""/>
              <p:cNvSpPr/>
              <p:nvPr/>
            </p:nvSpPr>
            <p:spPr>
              <a:xfrm>
                <a:off x="9802198" y="4664352"/>
                <a:ext cx="323366" cy="543856"/>
              </a:xfrm>
            </p:spPr>
          </p:sp>
        </mc:Fallback>
      </mc:AlternateContent>
      <mc:AlternateContent xmlns:mc="http://schemas.openxmlformats.org/markup-compatibility/2006">
        <mc:Choice xmlns:p14="http://schemas.microsoft.com/office/powerpoint/2010/main" Requires="p14">
          <p:contentPart p14:bwMode="auto" r:id="rId207">
            <p14:nvContentPartPr>
              <p14:cNvPr id="1049833" name=""/>
              <p14:cNvContentPartPr/>
              <p14:nvPr/>
            </p14:nvContentPartPr>
            <p14:xfrm>
              <a:off x="9915531" y="4623431"/>
              <a:ext cx="262575" cy="277411"/>
            </p14:xfrm>
          </p:contentPart>
        </mc:Choice>
        <mc:Fallback>
          <p:sp>
            <p:nvSpPr>
              <p:cNvPr id="1049833" name=""/>
              <p:cNvSpPr/>
              <p:nvPr/>
            </p:nvSpPr>
            <p:spPr>
              <a:xfrm>
                <a:off x="9915531" y="4623431"/>
                <a:ext cx="262575" cy="277411"/>
              </a:xfrm>
            </p:spPr>
          </p:sp>
        </mc:Fallback>
      </mc:AlternateContent>
      <mc:AlternateContent xmlns:mc="http://schemas.openxmlformats.org/markup-compatibility/2006">
        <mc:Choice xmlns:p14="http://schemas.microsoft.com/office/powerpoint/2010/main" Requires="p14">
          <p:contentPart p14:bwMode="auto" r:id="rId208">
            <p14:nvContentPartPr>
              <p14:cNvPr id="1049834" name=""/>
              <p14:cNvContentPartPr/>
              <p14:nvPr/>
            </p14:nvContentPartPr>
            <p14:xfrm>
              <a:off x="9357798" y="4945860"/>
              <a:ext cx="372778" cy="781835"/>
            </p14:xfrm>
          </p:contentPart>
        </mc:Choice>
        <mc:Fallback>
          <p:sp>
            <p:nvSpPr>
              <p:cNvPr id="1049834" name=""/>
              <p:cNvSpPr/>
              <p:nvPr/>
            </p:nvSpPr>
            <p:spPr>
              <a:xfrm>
                <a:off x="9357798" y="4945860"/>
                <a:ext cx="372778" cy="781835"/>
              </a:xfrm>
            </p:spPr>
          </p:sp>
        </mc:Fallback>
      </mc:AlternateContent>
      <mc:AlternateContent xmlns:mc="http://schemas.openxmlformats.org/markup-compatibility/2006">
        <mc:Choice xmlns:p14="http://schemas.microsoft.com/office/powerpoint/2010/main" Requires="p14">
          <p:contentPart p14:bwMode="auto" r:id="rId209">
            <p14:nvContentPartPr>
              <p14:cNvPr id="1049835" name=""/>
              <p14:cNvContentPartPr/>
              <p14:nvPr/>
            </p14:nvContentPartPr>
            <p14:xfrm>
              <a:off x="9805329" y="5301287"/>
              <a:ext cx="427374" cy="204241"/>
            </p14:xfrm>
          </p:contentPart>
        </mc:Choice>
        <mc:Fallback>
          <p:sp>
            <p:nvSpPr>
              <p:cNvPr id="1049835" name=""/>
              <p:cNvSpPr/>
              <p:nvPr/>
            </p:nvSpPr>
            <p:spPr>
              <a:xfrm>
                <a:off x="9805329" y="5301287"/>
                <a:ext cx="427374" cy="204241"/>
              </a:xfrm>
            </p:spPr>
          </p:sp>
        </mc:Fallback>
      </mc:AlternateContent>
      <mc:AlternateContent xmlns:mc="http://schemas.openxmlformats.org/markup-compatibility/2006">
        <mc:Choice xmlns:p14="http://schemas.microsoft.com/office/powerpoint/2010/main" Requires="p14">
          <p:contentPart p14:bwMode="auto" r:id="rId210">
            <p14:nvContentPartPr>
              <p14:cNvPr id="1049836" name=""/>
              <p14:cNvContentPartPr/>
              <p14:nvPr/>
            </p14:nvContentPartPr>
            <p14:xfrm>
              <a:off x="10390907" y="5361428"/>
              <a:ext cx="191344" cy="161580"/>
            </p14:xfrm>
          </p:contentPart>
        </mc:Choice>
        <mc:Fallback>
          <p:sp>
            <p:nvSpPr>
              <p:cNvPr id="1049836" name=""/>
              <p:cNvSpPr/>
              <p:nvPr/>
            </p:nvSpPr>
            <p:spPr>
              <a:xfrm>
                <a:off x="10390907" y="5361428"/>
                <a:ext cx="191344" cy="161580"/>
              </a:xfrm>
            </p:spPr>
          </p:sp>
        </mc:Fallback>
      </mc:AlternateContent>
      <mc:AlternateContent xmlns:mc="http://schemas.openxmlformats.org/markup-compatibility/2006">
        <mc:Choice xmlns:p14="http://schemas.microsoft.com/office/powerpoint/2010/main" Requires="p14">
          <p:contentPart p14:bwMode="auto" r:id="rId211">
            <p14:nvContentPartPr>
              <p14:cNvPr id="1049837" name=""/>
              <p14:cNvContentPartPr/>
              <p14:nvPr/>
            </p14:nvContentPartPr>
            <p14:xfrm>
              <a:off x="10344862" y="5203939"/>
              <a:ext cx="129541" cy="51285"/>
            </p14:xfrm>
          </p:contentPart>
        </mc:Choice>
        <mc:Fallback>
          <p:sp>
            <p:nvSpPr>
              <p:cNvPr id="1049837" name=""/>
              <p:cNvSpPr/>
              <p:nvPr/>
            </p:nvSpPr>
            <p:spPr>
              <a:xfrm>
                <a:off x="10344862" y="5203939"/>
                <a:ext cx="129541" cy="51285"/>
              </a:xfrm>
            </p:spPr>
          </p:sp>
        </mc:Fallback>
      </mc:AlternateContent>
      <mc:AlternateContent xmlns:mc="http://schemas.openxmlformats.org/markup-compatibility/2006">
        <mc:Choice xmlns:p14="http://schemas.microsoft.com/office/powerpoint/2010/main" Requires="p14">
          <p:contentPart p14:bwMode="auto" r:id="rId212">
            <p14:nvContentPartPr>
              <p14:cNvPr id="1049838" name=""/>
              <p14:cNvContentPartPr/>
              <p14:nvPr/>
            </p14:nvContentPartPr>
            <p14:xfrm>
              <a:off x="10702270" y="5145861"/>
              <a:ext cx="50683" cy="516180"/>
            </p14:xfrm>
          </p:contentPart>
        </mc:Choice>
        <mc:Fallback>
          <p:sp>
            <p:nvSpPr>
              <p:cNvPr id="1049838" name=""/>
              <p:cNvSpPr/>
              <p:nvPr/>
            </p:nvSpPr>
            <p:spPr>
              <a:xfrm>
                <a:off x="10702270" y="5145861"/>
                <a:ext cx="50683" cy="516180"/>
              </a:xfrm>
            </p:spPr>
          </p:sp>
        </mc:Fallback>
      </mc:AlternateContent>
      <mc:AlternateContent xmlns:mc="http://schemas.openxmlformats.org/markup-compatibility/2006">
        <mc:Choice xmlns:p14="http://schemas.microsoft.com/office/powerpoint/2010/main" Requires="p14">
          <p:contentPart p14:bwMode="auto" r:id="rId213">
            <p14:nvContentPartPr>
              <p14:cNvPr id="1049839" name=""/>
              <p14:cNvContentPartPr/>
              <p14:nvPr/>
            </p14:nvContentPartPr>
            <p14:xfrm>
              <a:off x="10766272" y="5167702"/>
              <a:ext cx="43221" cy="199007"/>
            </p14:xfrm>
          </p:contentPart>
        </mc:Choice>
        <mc:Fallback>
          <p:sp>
            <p:nvSpPr>
              <p:cNvPr id="1049839" name=""/>
              <p:cNvSpPr/>
              <p:nvPr/>
            </p:nvSpPr>
            <p:spPr>
              <a:xfrm>
                <a:off x="10766272" y="5167702"/>
                <a:ext cx="43221" cy="199007"/>
              </a:xfrm>
            </p:spPr>
          </p:sp>
        </mc:Fallback>
      </mc:AlternateContent>
      <mc:AlternateContent xmlns:mc="http://schemas.openxmlformats.org/markup-compatibility/2006">
        <mc:Choice xmlns:p14="http://schemas.microsoft.com/office/powerpoint/2010/main" Requires="p14">
          <p:contentPart p14:bwMode="auto" r:id="rId214">
            <p14:nvContentPartPr>
              <p14:cNvPr id="1049840" name=""/>
              <p14:cNvContentPartPr/>
              <p14:nvPr/>
            </p14:nvContentPartPr>
            <p14:xfrm>
              <a:off x="10874003" y="5414736"/>
              <a:ext cx="271564" cy="240892"/>
            </p14:xfrm>
          </p:contentPart>
        </mc:Choice>
        <mc:Fallback>
          <p:sp>
            <p:nvSpPr>
              <p:cNvPr id="1049840" name=""/>
              <p:cNvSpPr/>
              <p:nvPr/>
            </p:nvSpPr>
            <p:spPr>
              <a:xfrm>
                <a:off x="10874003" y="5414736"/>
                <a:ext cx="271564" cy="240892"/>
              </a:xfrm>
            </p:spPr>
          </p:sp>
        </mc:Fallback>
      </mc:AlternateContent>
      <mc:AlternateContent xmlns:mc="http://schemas.openxmlformats.org/markup-compatibility/2006">
        <mc:Choice xmlns:p14="http://schemas.microsoft.com/office/powerpoint/2010/main" Requires="p14">
          <p:contentPart p14:bwMode="auto" r:id="rId215">
            <p14:nvContentPartPr>
              <p14:cNvPr id="1049841" name=""/>
              <p14:cNvContentPartPr/>
              <p14:nvPr/>
            </p14:nvContentPartPr>
            <p14:xfrm>
              <a:off x="11111681" y="5304957"/>
              <a:ext cx="12419" cy="31546"/>
            </p14:xfrm>
          </p:contentPart>
        </mc:Choice>
        <mc:Fallback>
          <p:sp>
            <p:nvSpPr>
              <p:cNvPr id="1049841" name=""/>
              <p:cNvSpPr/>
              <p:nvPr/>
            </p:nvSpPr>
            <p:spPr>
              <a:xfrm>
                <a:off x="11111681" y="5304957"/>
                <a:ext cx="12419" cy="31546"/>
              </a:xfrm>
            </p:spPr>
          </p:sp>
        </mc:Fallback>
      </mc:AlternateContent>
      <mc:AlternateContent xmlns:mc="http://schemas.openxmlformats.org/markup-compatibility/2006">
        <mc:Choice xmlns:p14="http://schemas.microsoft.com/office/powerpoint/2010/main" Requires="p14">
          <p:contentPart p14:bwMode="auto" r:id="rId216">
            <p14:nvContentPartPr>
              <p14:cNvPr id="1049842" name=""/>
              <p14:cNvContentPartPr/>
              <p14:nvPr/>
            </p14:nvContentPartPr>
            <p14:xfrm>
              <a:off x="11181462" y="5459066"/>
              <a:ext cx="92411" cy="345851"/>
            </p14:xfrm>
          </p:contentPart>
        </mc:Choice>
        <mc:Fallback>
          <p:sp>
            <p:nvSpPr>
              <p:cNvPr id="1049842" name=""/>
              <p:cNvSpPr/>
              <p:nvPr/>
            </p:nvSpPr>
            <p:spPr>
              <a:xfrm>
                <a:off x="11181462" y="5459066"/>
                <a:ext cx="92411" cy="345851"/>
              </a:xfrm>
            </p:spPr>
          </p:sp>
        </mc:Fallback>
      </mc:AlternateContent>
      <mc:AlternateContent xmlns:mc="http://schemas.openxmlformats.org/markup-compatibility/2006">
        <mc:Choice xmlns:p14="http://schemas.microsoft.com/office/powerpoint/2010/main" Requires="p14">
          <p:contentPart p14:bwMode="auto" r:id="rId217">
            <p14:nvContentPartPr>
              <p14:cNvPr id="1049843" name=""/>
              <p14:cNvContentPartPr/>
              <p14:nvPr/>
            </p14:nvContentPartPr>
            <p14:xfrm>
              <a:off x="11340993" y="5479193"/>
              <a:ext cx="40794" cy="166542"/>
            </p14:xfrm>
          </p:contentPart>
        </mc:Choice>
        <mc:Fallback>
          <p:sp>
            <p:nvSpPr>
              <p:cNvPr id="1049843" name=""/>
              <p:cNvSpPr/>
              <p:nvPr/>
            </p:nvSpPr>
            <p:spPr>
              <a:xfrm>
                <a:off x="11340993" y="5479193"/>
                <a:ext cx="40794" cy="166542"/>
              </a:xfrm>
            </p:spPr>
          </p:sp>
        </mc:Fallback>
      </mc:AlternateContent>
      <mc:AlternateContent xmlns:mc="http://schemas.openxmlformats.org/markup-compatibility/2006">
        <mc:Choice xmlns:p14="http://schemas.microsoft.com/office/powerpoint/2010/main" Requires="p14">
          <p:contentPart p14:bwMode="auto" r:id="rId218">
            <p14:nvContentPartPr>
              <p14:cNvPr id="1049844" name=""/>
              <p14:cNvContentPartPr/>
              <p14:nvPr/>
            </p14:nvContentPartPr>
            <p14:xfrm>
              <a:off x="11431648" y="5462487"/>
              <a:ext cx="265428" cy="233881"/>
            </p14:xfrm>
          </p:contentPart>
        </mc:Choice>
        <mc:Fallback>
          <p:sp>
            <p:nvSpPr>
              <p:cNvPr id="1049844" name=""/>
              <p:cNvSpPr/>
              <p:nvPr/>
            </p:nvSpPr>
            <p:spPr>
              <a:xfrm>
                <a:off x="11431648" y="5462487"/>
                <a:ext cx="265428" cy="233881"/>
              </a:xfrm>
            </p:spPr>
          </p:sp>
        </mc:Fallback>
      </mc:AlternateContent>
      <mc:AlternateContent xmlns:mc="http://schemas.openxmlformats.org/markup-compatibility/2006">
        <mc:Choice xmlns:p14="http://schemas.microsoft.com/office/powerpoint/2010/main" Requires="p14">
          <p:contentPart p14:bwMode="auto" r:id="rId219">
            <p14:nvContentPartPr>
              <p14:cNvPr id="1049845" name=""/>
              <p14:cNvContentPartPr/>
              <p14:nvPr/>
            </p14:nvContentPartPr>
            <p14:xfrm>
              <a:off x="11364274" y="5297759"/>
              <a:ext cx="2952" cy="94067"/>
            </p14:xfrm>
          </p:contentPart>
        </mc:Choice>
        <mc:Fallback>
          <p:sp>
            <p:nvSpPr>
              <p:cNvPr id="1049845" name=""/>
              <p:cNvSpPr/>
              <p:nvPr/>
            </p:nvSpPr>
            <p:spPr>
              <a:xfrm>
                <a:off x="11364274" y="5297759"/>
                <a:ext cx="2952" cy="94067"/>
              </a:xfrm>
            </p:spPr>
          </p:sp>
        </mc:Fallback>
      </mc:AlternateContent>
      <mc:AlternateContent xmlns:mc="http://schemas.openxmlformats.org/markup-compatibility/2006">
        <mc:Choice xmlns:p14="http://schemas.microsoft.com/office/powerpoint/2010/main" Requires="p14">
          <p:contentPart p14:bwMode="auto" r:id="rId220">
            <p14:nvContentPartPr>
              <p14:cNvPr id="1049846" name=""/>
              <p14:cNvContentPartPr/>
              <p14:nvPr/>
            </p14:nvContentPartPr>
            <p14:xfrm>
              <a:off x="9579540" y="5674775"/>
              <a:ext cx="83860" cy="245743"/>
            </p14:xfrm>
          </p:contentPart>
        </mc:Choice>
        <mc:Fallback>
          <p:sp>
            <p:nvSpPr>
              <p:cNvPr id="1049846" name=""/>
              <p:cNvSpPr/>
              <p:nvPr/>
            </p:nvSpPr>
            <p:spPr>
              <a:xfrm>
                <a:off x="9579540" y="5674775"/>
                <a:ext cx="83860" cy="245743"/>
              </a:xfrm>
            </p:spPr>
          </p:sp>
        </mc:Fallback>
      </mc:AlternateContent>
      <mc:AlternateContent xmlns:mc="http://schemas.openxmlformats.org/markup-compatibility/2006">
        <mc:Choice xmlns:p14="http://schemas.microsoft.com/office/powerpoint/2010/main" Requires="p14">
          <p:contentPart p14:bwMode="auto" r:id="rId221">
            <p14:nvContentPartPr>
              <p14:cNvPr id="1049847" name=""/>
              <p14:cNvContentPartPr/>
              <p14:nvPr/>
            </p14:nvContentPartPr>
            <p14:xfrm>
              <a:off x="9729954" y="5768595"/>
              <a:ext cx="323715" cy="238211"/>
            </p14:xfrm>
          </p:contentPart>
        </mc:Choice>
        <mc:Fallback>
          <p:sp>
            <p:nvSpPr>
              <p:cNvPr id="1049847" name=""/>
              <p:cNvSpPr/>
              <p:nvPr/>
            </p:nvSpPr>
            <p:spPr>
              <a:xfrm>
                <a:off x="9729954" y="5768595"/>
                <a:ext cx="323715" cy="238211"/>
              </a:xfrm>
            </p:spPr>
          </p:sp>
        </mc:Fallback>
      </mc:AlternateContent>
      <mc:AlternateContent xmlns:mc="http://schemas.openxmlformats.org/markup-compatibility/2006">
        <mc:Choice xmlns:p14="http://schemas.microsoft.com/office/powerpoint/2010/main" Requires="p14">
          <p:contentPart p14:bwMode="auto" r:id="rId222">
            <p14:nvContentPartPr>
              <p14:cNvPr id="1049848" name=""/>
              <p14:cNvContentPartPr/>
              <p14:nvPr/>
            </p14:nvContentPartPr>
            <p14:xfrm>
              <a:off x="9484084" y="5754447"/>
              <a:ext cx="152581" cy="174629"/>
            </p14:xfrm>
          </p:contentPart>
        </mc:Choice>
        <mc:Fallback>
          <p:sp>
            <p:nvSpPr>
              <p:cNvPr id="1049848" name=""/>
              <p:cNvSpPr/>
              <p:nvPr/>
            </p:nvSpPr>
            <p:spPr>
              <a:xfrm>
                <a:off x="9484084" y="5754447"/>
                <a:ext cx="152581" cy="174629"/>
              </a:xfrm>
            </p:spPr>
          </p:sp>
        </mc:Fallback>
      </mc:AlternateContent>
      <mc:AlternateContent xmlns:mc="http://schemas.openxmlformats.org/markup-compatibility/2006">
        <mc:Choice xmlns:p14="http://schemas.microsoft.com/office/powerpoint/2010/main" Requires="p14">
          <p:contentPart p14:bwMode="auto" r:id="rId223">
            <p14:nvContentPartPr>
              <p14:cNvPr id="1049849" name=""/>
              <p14:cNvContentPartPr/>
              <p14:nvPr/>
            </p14:nvContentPartPr>
            <p14:xfrm>
              <a:off x="10154718" y="5712250"/>
              <a:ext cx="160898" cy="339326"/>
            </p14:xfrm>
          </p:contentPart>
        </mc:Choice>
        <mc:Fallback>
          <p:sp>
            <p:nvSpPr>
              <p:cNvPr id="1049849" name=""/>
              <p:cNvSpPr/>
              <p:nvPr/>
            </p:nvSpPr>
            <p:spPr>
              <a:xfrm>
                <a:off x="10154718" y="5712250"/>
                <a:ext cx="160898" cy="339326"/>
              </a:xfrm>
            </p:spPr>
          </p:sp>
        </mc:Fallback>
      </mc:AlternateContent>
      <mc:AlternateContent xmlns:mc="http://schemas.openxmlformats.org/markup-compatibility/2006">
        <mc:Choice xmlns:p14="http://schemas.microsoft.com/office/powerpoint/2010/main" Requires="p14">
          <p:contentPart p14:bwMode="auto" r:id="rId224">
            <p14:nvContentPartPr>
              <p14:cNvPr id="1049850" name=""/>
              <p14:cNvContentPartPr/>
              <p14:nvPr/>
            </p14:nvContentPartPr>
            <p14:xfrm>
              <a:off x="10387663" y="5964176"/>
              <a:ext cx="49861" cy="68999"/>
            </p14:xfrm>
          </p:contentPart>
        </mc:Choice>
        <mc:Fallback>
          <p:sp>
            <p:nvSpPr>
              <p:cNvPr id="1049850" name=""/>
              <p:cNvSpPr/>
              <p:nvPr/>
            </p:nvSpPr>
            <p:spPr>
              <a:xfrm>
                <a:off x="10387663" y="5964176"/>
                <a:ext cx="49861" cy="68999"/>
              </a:xfrm>
            </p:spPr>
          </p:sp>
        </mc:Fallback>
      </mc:AlternateContent>
      <mc:AlternateContent xmlns:mc="http://schemas.openxmlformats.org/markup-compatibility/2006">
        <mc:Choice xmlns:p14="http://schemas.microsoft.com/office/powerpoint/2010/main" Requires="p14">
          <p:contentPart p14:bwMode="auto" r:id="rId225">
            <p14:nvContentPartPr>
              <p14:cNvPr id="1049851" name=""/>
              <p14:cNvContentPartPr/>
              <p14:nvPr/>
            </p14:nvContentPartPr>
            <p14:xfrm>
              <a:off x="9217127" y="4950279"/>
              <a:ext cx="1471024" cy="1144202"/>
            </p14:xfrm>
          </p:contentPart>
        </mc:Choice>
        <mc:Fallback>
          <p:sp>
            <p:nvSpPr>
              <p:cNvPr id="1049851" name=""/>
              <p:cNvSpPr/>
              <p:nvPr/>
            </p:nvSpPr>
            <p:spPr>
              <a:xfrm>
                <a:off x="9217127" y="4950279"/>
                <a:ext cx="1471024" cy="1144202"/>
              </a:xfrm>
            </p:spPr>
          </p:sp>
        </mc:Fallback>
      </mc:AlternateContent>
      <mc:AlternateContent xmlns:mc="http://schemas.openxmlformats.org/markup-compatibility/2006">
        <mc:Choice xmlns:p14="http://schemas.microsoft.com/office/powerpoint/2010/main" Requires="p14">
          <p:contentPart p14:bwMode="auto" r:id="rId226">
            <p14:nvContentPartPr>
              <p14:cNvPr id="1049885" name=""/>
              <p14:cNvContentPartPr/>
              <p14:nvPr/>
            </p14:nvContentPartPr>
            <p14:xfrm>
              <a:off x="9957245" y="1502283"/>
              <a:ext cx="802387" cy="724318"/>
            </p14:xfrm>
          </p:contentPart>
        </mc:Choice>
        <mc:Fallback>
          <p:sp>
            <p:nvSpPr>
              <p:cNvPr id="1049885" name=""/>
              <p:cNvSpPr/>
              <p:nvPr/>
            </p:nvSpPr>
            <p:spPr>
              <a:xfrm>
                <a:off x="9957245" y="1502283"/>
                <a:ext cx="802387" cy="724318"/>
              </a:xfrm>
            </p:spPr>
          </p:sp>
        </mc:Fallback>
      </mc:AlternateContent>
      <mc:AlternateContent xmlns:mc="http://schemas.openxmlformats.org/markup-compatibility/2006">
        <mc:Choice xmlns:p14="http://schemas.microsoft.com/office/powerpoint/2010/main" Requires="p14">
          <p:contentPart p14:bwMode="auto" r:id="rId227">
            <p14:nvContentPartPr>
              <p14:cNvPr id="1049886" name=""/>
              <p14:cNvContentPartPr/>
              <p14:nvPr/>
            </p14:nvContentPartPr>
            <p14:xfrm>
              <a:off x="9998914" y="1502283"/>
              <a:ext cx="760718" cy="705291"/>
            </p14:xfrm>
          </p:contentPart>
        </mc:Choice>
        <mc:Fallback>
          <p:sp>
            <p:nvSpPr>
              <p:cNvPr id="1049886" name=""/>
              <p:cNvSpPr/>
              <p:nvPr/>
            </p:nvSpPr>
            <p:spPr>
              <a:xfrm>
                <a:off x="9998914" y="1502283"/>
                <a:ext cx="760718" cy="705291"/>
              </a:xfrm>
            </p:spPr>
          </p:sp>
        </mc:Fallback>
      </mc:AlternateContent>
      <mc:AlternateContent xmlns:mc="http://schemas.openxmlformats.org/markup-compatibility/2006">
        <mc:Choice xmlns:p14="http://schemas.microsoft.com/office/powerpoint/2010/main" Requires="p14">
          <p:contentPart p14:bwMode="auto" r:id="rId228">
            <p14:nvContentPartPr>
              <p14:cNvPr id="1049887" name=""/>
              <p14:cNvContentPartPr/>
              <p14:nvPr/>
            </p14:nvContentPartPr>
            <p14:xfrm>
              <a:off x="9936210" y="1545470"/>
              <a:ext cx="794741" cy="696963"/>
            </p14:xfrm>
          </p:contentPart>
        </mc:Choice>
        <mc:Fallback>
          <p:sp>
            <p:nvSpPr>
              <p:cNvPr id="1049887" name=""/>
              <p:cNvSpPr/>
              <p:nvPr/>
            </p:nvSpPr>
            <p:spPr>
              <a:xfrm>
                <a:off x="9936210" y="1545470"/>
                <a:ext cx="794741" cy="696963"/>
              </a:xfrm>
            </p:spPr>
          </p:sp>
        </mc:Fallback>
      </mc:AlternateContent>
      <mc:AlternateContent xmlns:mc="http://schemas.openxmlformats.org/markup-compatibility/2006">
        <mc:Choice xmlns:p14="http://schemas.microsoft.com/office/powerpoint/2010/main" Requires="p14">
          <p:contentPart p14:bwMode="auto" r:id="rId229">
            <p14:nvContentPartPr>
              <p14:cNvPr id="1049888" name=""/>
              <p14:cNvContentPartPr/>
              <p14:nvPr/>
            </p14:nvContentPartPr>
            <p14:xfrm>
              <a:off x="9954738" y="1552916"/>
              <a:ext cx="754592" cy="671538"/>
            </p14:xfrm>
          </p:contentPart>
        </mc:Choice>
        <mc:Fallback>
          <p:sp>
            <p:nvSpPr>
              <p:cNvPr id="1049888" name=""/>
              <p:cNvSpPr/>
              <p:nvPr/>
            </p:nvSpPr>
            <p:spPr>
              <a:xfrm>
                <a:off x="9954738" y="1552916"/>
                <a:ext cx="754592" cy="671538"/>
              </a:xfrm>
            </p:spPr>
          </p:sp>
        </mc:Fallback>
      </mc:AlternateContent>
      <mc:AlternateContent xmlns:mc="http://schemas.openxmlformats.org/markup-compatibility/2006">
        <mc:Choice xmlns:p14="http://schemas.microsoft.com/office/powerpoint/2010/main" Requires="p14">
          <p:contentPart p14:bwMode="auto" r:id="rId230">
            <p14:nvContentPartPr>
              <p14:cNvPr id="1049889" name=""/>
              <p14:cNvContentPartPr/>
              <p14:nvPr/>
            </p14:nvContentPartPr>
            <p14:xfrm>
              <a:off x="10037315" y="1616672"/>
              <a:ext cx="129819" cy="299787"/>
            </p14:xfrm>
          </p:contentPart>
        </mc:Choice>
        <mc:Fallback>
          <p:sp>
            <p:nvSpPr>
              <p:cNvPr id="1049889" name=""/>
              <p:cNvSpPr/>
              <p:nvPr/>
            </p:nvSpPr>
            <p:spPr>
              <a:xfrm>
                <a:off x="10037315" y="1616672"/>
                <a:ext cx="129819" cy="299787"/>
              </a:xfrm>
            </p:spPr>
          </p:sp>
        </mc:Fallback>
      </mc:AlternateContent>
      <mc:AlternateContent xmlns:mc="http://schemas.openxmlformats.org/markup-compatibility/2006">
        <mc:Choice xmlns:p14="http://schemas.microsoft.com/office/powerpoint/2010/main" Requires="p14">
          <p:contentPart p14:bwMode="auto" r:id="rId231">
            <p14:nvContentPartPr>
              <p14:cNvPr id="1049890" name=""/>
              <p14:cNvContentPartPr/>
              <p14:nvPr/>
            </p14:nvContentPartPr>
            <p14:xfrm>
              <a:off x="10144537" y="1568761"/>
              <a:ext cx="350348" cy="279519"/>
            </p14:xfrm>
          </p:contentPart>
        </mc:Choice>
        <mc:Fallback>
          <p:sp>
            <p:nvSpPr>
              <p:cNvPr id="1049890" name=""/>
              <p:cNvSpPr/>
              <p:nvPr/>
            </p:nvSpPr>
            <p:spPr>
              <a:xfrm>
                <a:off x="10144537" y="1568761"/>
                <a:ext cx="350348" cy="279519"/>
              </a:xfrm>
            </p:spPr>
          </p:sp>
        </mc:Fallback>
      </mc:AlternateContent>
      <mc:AlternateContent xmlns:mc="http://schemas.openxmlformats.org/markup-compatibility/2006">
        <mc:Choice xmlns:p14="http://schemas.microsoft.com/office/powerpoint/2010/main" Requires="p14">
          <p:contentPart p14:bwMode="auto" r:id="rId232">
            <p14:nvContentPartPr>
              <p14:cNvPr id="1049891" name=""/>
              <p14:cNvContentPartPr/>
              <p14:nvPr/>
            </p14:nvContentPartPr>
            <p14:xfrm>
              <a:off x="10239188" y="1610498"/>
              <a:ext cx="5512" cy="32629"/>
            </p14:xfrm>
          </p:contentPart>
        </mc:Choice>
        <mc:Fallback>
          <p:sp>
            <p:nvSpPr>
              <p:cNvPr id="1049891" name=""/>
              <p:cNvSpPr/>
              <p:nvPr/>
            </p:nvSpPr>
            <p:spPr>
              <a:xfrm>
                <a:off x="10239188" y="1610498"/>
                <a:ext cx="5512" cy="32629"/>
              </a:xfrm>
            </p:spPr>
          </p:sp>
        </mc:Fallback>
      </mc:AlternateContent>
      <mc:AlternateContent xmlns:mc="http://schemas.openxmlformats.org/markup-compatibility/2006">
        <mc:Choice xmlns:p14="http://schemas.microsoft.com/office/powerpoint/2010/main" Requires="p14">
          <p:contentPart p14:bwMode="auto" r:id="rId233">
            <p14:nvContentPartPr>
              <p14:cNvPr id="1049892" name=""/>
              <p14:cNvContentPartPr/>
              <p14:nvPr/>
            </p14:nvContentPartPr>
            <p14:xfrm>
              <a:off x="8433471" y="2285679"/>
              <a:ext cx="1479317" cy="1179775"/>
            </p14:xfrm>
          </p:contentPart>
        </mc:Choice>
        <mc:Fallback>
          <p:sp>
            <p:nvSpPr>
              <p:cNvPr id="1049892" name=""/>
              <p:cNvSpPr/>
              <p:nvPr/>
            </p:nvSpPr>
            <p:spPr>
              <a:xfrm>
                <a:off x="8433471" y="2285679"/>
                <a:ext cx="1479317" cy="1179775"/>
              </a:xfrm>
            </p:spPr>
          </p:sp>
        </mc:Fallback>
      </mc:AlternateContent>
      <mc:AlternateContent xmlns:mc="http://schemas.openxmlformats.org/markup-compatibility/2006">
        <mc:Choice xmlns:p14="http://schemas.microsoft.com/office/powerpoint/2010/main" Requires="p14">
          <p:contentPart p14:bwMode="auto" r:id="rId234">
            <p14:nvContentPartPr>
              <p14:cNvPr id="1049893" name=""/>
              <p14:cNvContentPartPr/>
              <p14:nvPr/>
            </p14:nvContentPartPr>
            <p14:xfrm>
              <a:off x="9822429" y="2168700"/>
              <a:ext cx="195467" cy="202942"/>
            </p14:xfrm>
          </p:contentPart>
        </mc:Choice>
        <mc:Fallback>
          <p:sp>
            <p:nvSpPr>
              <p:cNvPr id="1049893" name=""/>
              <p:cNvSpPr/>
              <p:nvPr/>
            </p:nvSpPr>
            <p:spPr>
              <a:xfrm>
                <a:off x="9822429" y="2168700"/>
                <a:ext cx="195467" cy="202942"/>
              </a:xfrm>
            </p:spPr>
          </p:sp>
        </mc:Fallback>
      </mc:AlternateContent>
      <mc:AlternateContent xmlns:mc="http://schemas.openxmlformats.org/markup-compatibility/2006">
        <mc:Choice xmlns:p14="http://schemas.microsoft.com/office/powerpoint/2010/main" Requires="p14">
          <p:contentPart p14:bwMode="auto" r:id="rId235">
            <p14:nvContentPartPr>
              <p14:cNvPr id="1049894" name=""/>
              <p14:cNvContentPartPr/>
              <p14:nvPr/>
            </p14:nvContentPartPr>
            <p14:xfrm>
              <a:off x="8320833" y="2291559"/>
              <a:ext cx="1587638" cy="1261837"/>
            </p14:xfrm>
          </p:contentPart>
        </mc:Choice>
        <mc:Fallback>
          <p:sp>
            <p:nvSpPr>
              <p:cNvPr id="1049894" name=""/>
              <p:cNvSpPr/>
              <p:nvPr/>
            </p:nvSpPr>
            <p:spPr>
              <a:xfrm>
                <a:off x="8320833" y="2291559"/>
                <a:ext cx="1587638" cy="1261837"/>
              </a:xfrm>
            </p:spPr>
          </p:sp>
        </mc:Fallback>
      </mc:AlternateContent>
      <mc:AlternateContent xmlns:mc="http://schemas.openxmlformats.org/markup-compatibility/2006">
        <mc:Choice xmlns:p14="http://schemas.microsoft.com/office/powerpoint/2010/main" Requires="p14">
          <p:contentPart p14:bwMode="auto" r:id="rId236">
            <p14:nvContentPartPr>
              <p14:cNvPr id="1049895" name=""/>
              <p14:cNvContentPartPr/>
              <p14:nvPr/>
            </p14:nvContentPartPr>
            <p14:xfrm>
              <a:off x="8878606" y="3081743"/>
              <a:ext cx="194374" cy="288041"/>
            </p14:xfrm>
          </p:contentPart>
        </mc:Choice>
        <mc:Fallback>
          <p:sp>
            <p:nvSpPr>
              <p:cNvPr id="1049895" name=""/>
              <p:cNvSpPr/>
              <p:nvPr/>
            </p:nvSpPr>
            <p:spPr>
              <a:xfrm>
                <a:off x="8878606" y="3081743"/>
                <a:ext cx="194374" cy="288041"/>
              </a:xfrm>
            </p:spPr>
          </p:sp>
        </mc:Fallback>
      </mc:AlternateContent>
      <mc:AlternateContent xmlns:mc="http://schemas.openxmlformats.org/markup-compatibility/2006">
        <mc:Choice xmlns:p14="http://schemas.microsoft.com/office/powerpoint/2010/main" Requires="p14">
          <p:contentPart p14:bwMode="auto" r:id="rId237">
            <p14:nvContentPartPr>
              <p14:cNvPr id="1049896" name=""/>
              <p14:cNvContentPartPr/>
              <p14:nvPr/>
            </p14:nvContentPartPr>
            <p14:xfrm>
              <a:off x="9057212" y="3154680"/>
              <a:ext cx="146592" cy="162750"/>
            </p14:xfrm>
          </p:contentPart>
        </mc:Choice>
        <mc:Fallback>
          <p:sp>
            <p:nvSpPr>
              <p:cNvPr id="1049896" name=""/>
              <p:cNvSpPr/>
              <p:nvPr/>
            </p:nvSpPr>
            <p:spPr>
              <a:xfrm>
                <a:off x="9057212" y="3154680"/>
                <a:ext cx="146592" cy="162750"/>
              </a:xfrm>
            </p:spPr>
          </p:sp>
        </mc:Fallback>
      </mc:AlternateContent>
      <mc:AlternateContent xmlns:mc="http://schemas.openxmlformats.org/markup-compatibility/2006">
        <mc:Choice xmlns:p14="http://schemas.microsoft.com/office/powerpoint/2010/main" Requires="p14">
          <p:contentPart p14:bwMode="auto" r:id="rId238">
            <p14:nvContentPartPr>
              <p14:cNvPr id="1049897" name=""/>
              <p14:cNvContentPartPr/>
              <p14:nvPr/>
            </p14:nvContentPartPr>
            <p14:xfrm>
              <a:off x="9271073" y="3131716"/>
              <a:ext cx="137875" cy="116793"/>
            </p14:xfrm>
          </p:contentPart>
        </mc:Choice>
        <mc:Fallback>
          <p:sp>
            <p:nvSpPr>
              <p:cNvPr id="1049897" name=""/>
              <p:cNvSpPr/>
              <p:nvPr/>
            </p:nvSpPr>
            <p:spPr>
              <a:xfrm>
                <a:off x="9271073" y="3131716"/>
                <a:ext cx="137875" cy="116793"/>
              </a:xfrm>
            </p:spPr>
          </p:sp>
        </mc:Fallback>
      </mc:AlternateContent>
      <mc:AlternateContent xmlns:mc="http://schemas.openxmlformats.org/markup-compatibility/2006">
        <mc:Choice xmlns:p14="http://schemas.microsoft.com/office/powerpoint/2010/main" Requires="p14">
          <p:contentPart p14:bwMode="auto" r:id="rId239">
            <p14:nvContentPartPr>
              <p14:cNvPr id="1049898" name=""/>
              <p14:cNvContentPartPr/>
              <p14:nvPr/>
            </p14:nvContentPartPr>
            <p14:xfrm>
              <a:off x="9425858" y="3062717"/>
              <a:ext cx="60784" cy="164872"/>
            </p14:xfrm>
          </p:contentPart>
        </mc:Choice>
        <mc:Fallback>
          <p:sp>
            <p:nvSpPr>
              <p:cNvPr id="1049898" name=""/>
              <p:cNvSpPr/>
              <p:nvPr/>
            </p:nvSpPr>
            <p:spPr>
              <a:xfrm>
                <a:off x="9425858" y="3062717"/>
                <a:ext cx="60784" cy="164872"/>
              </a:xfrm>
            </p:spPr>
          </p:sp>
        </mc:Fallback>
      </mc:AlternateContent>
      <mc:AlternateContent xmlns:mc="http://schemas.openxmlformats.org/markup-compatibility/2006">
        <mc:Choice xmlns:p14="http://schemas.microsoft.com/office/powerpoint/2010/main" Requires="p14">
          <p:contentPart p14:bwMode="auto" r:id="rId240">
            <p14:nvContentPartPr>
              <p14:cNvPr id="1049899" name=""/>
              <p14:cNvContentPartPr/>
              <p14:nvPr/>
            </p14:nvContentPartPr>
            <p14:xfrm>
              <a:off x="9400599" y="3103173"/>
              <a:ext cx="50302" cy="79424"/>
            </p14:xfrm>
          </p:contentPart>
        </mc:Choice>
        <mc:Fallback>
          <p:sp>
            <p:nvSpPr>
              <p:cNvPr id="1049899" name=""/>
              <p:cNvSpPr/>
              <p:nvPr/>
            </p:nvSpPr>
            <p:spPr>
              <a:xfrm>
                <a:off x="9400599" y="3103173"/>
                <a:ext cx="50302" cy="79424"/>
              </a:xfrm>
            </p:spPr>
          </p:sp>
        </mc:Fallback>
      </mc:AlternateContent>
      <mc:AlternateContent xmlns:mc="http://schemas.openxmlformats.org/markup-compatibility/2006">
        <mc:Choice xmlns:p14="http://schemas.microsoft.com/office/powerpoint/2010/main" Requires="p14">
          <p:contentPart p14:bwMode="auto" r:id="rId241">
            <p14:nvContentPartPr>
              <p14:cNvPr id="1049900" name=""/>
              <p14:cNvContentPartPr/>
              <p14:nvPr/>
            </p14:nvContentPartPr>
            <p14:xfrm>
              <a:off x="8432673" y="2305955"/>
              <a:ext cx="1411377" cy="480750"/>
            </p14:xfrm>
          </p:contentPart>
        </mc:Choice>
        <mc:Fallback>
          <p:sp>
            <p:nvSpPr>
              <p:cNvPr id="1049900" name=""/>
              <p:cNvSpPr/>
              <p:nvPr/>
            </p:nvSpPr>
            <p:spPr>
              <a:xfrm>
                <a:off x="8432673" y="2305955"/>
                <a:ext cx="1411377" cy="480750"/>
              </a:xfrm>
            </p:spPr>
          </p:sp>
        </mc:Fallback>
      </mc:AlternateContent>
      <mc:AlternateContent xmlns:mc="http://schemas.openxmlformats.org/markup-compatibility/2006">
        <mc:Choice xmlns:p14="http://schemas.microsoft.com/office/powerpoint/2010/main" Requires="p14">
          <p:contentPart p14:bwMode="auto" r:id="rId242">
            <p14:nvContentPartPr>
              <p14:cNvPr id="1049901" name=""/>
              <p14:cNvContentPartPr/>
              <p14:nvPr/>
            </p14:nvContentPartPr>
            <p14:xfrm>
              <a:off x="8842866" y="2391544"/>
              <a:ext cx="221322" cy="182264"/>
            </p14:xfrm>
          </p:contentPart>
        </mc:Choice>
        <mc:Fallback>
          <p:sp>
            <p:nvSpPr>
              <p:cNvPr id="1049901" name=""/>
              <p:cNvSpPr/>
              <p:nvPr/>
            </p:nvSpPr>
            <p:spPr>
              <a:xfrm>
                <a:off x="8842866" y="2391544"/>
                <a:ext cx="221322" cy="182264"/>
              </a:xfrm>
            </p:spPr>
          </p:sp>
        </mc:Fallback>
      </mc:AlternateContent>
      <mc:AlternateContent xmlns:mc="http://schemas.openxmlformats.org/markup-compatibility/2006">
        <mc:Choice xmlns:p14="http://schemas.microsoft.com/office/powerpoint/2010/main" Requires="p14">
          <p:contentPart p14:bwMode="auto" r:id="rId243">
            <p14:nvContentPartPr>
              <p14:cNvPr id="1049902" name=""/>
              <p14:cNvContentPartPr/>
              <p14:nvPr/>
            </p14:nvContentPartPr>
            <p14:xfrm>
              <a:off x="9093397" y="2226531"/>
              <a:ext cx="42455" cy="282733"/>
            </p14:xfrm>
          </p:contentPart>
        </mc:Choice>
        <mc:Fallback>
          <p:sp>
            <p:nvSpPr>
              <p:cNvPr id="1049902" name=""/>
              <p:cNvSpPr/>
              <p:nvPr/>
            </p:nvSpPr>
            <p:spPr>
              <a:xfrm>
                <a:off x="9093397" y="2226531"/>
                <a:ext cx="42455" cy="282733"/>
              </a:xfrm>
            </p:spPr>
          </p:sp>
        </mc:Fallback>
      </mc:AlternateContent>
      <mc:AlternateContent xmlns:mc="http://schemas.openxmlformats.org/markup-compatibility/2006">
        <mc:Choice xmlns:p14="http://schemas.microsoft.com/office/powerpoint/2010/main" Requires="p14">
          <p:contentPart p14:bwMode="auto" r:id="rId244">
            <p14:nvContentPartPr>
              <p14:cNvPr id="1049903" name=""/>
              <p14:cNvContentPartPr/>
              <p14:nvPr/>
            </p14:nvContentPartPr>
            <p14:xfrm>
              <a:off x="9162107" y="2261083"/>
              <a:ext cx="127366" cy="159383"/>
            </p14:xfrm>
          </p:contentPart>
        </mc:Choice>
        <mc:Fallback>
          <p:sp>
            <p:nvSpPr>
              <p:cNvPr id="1049903" name=""/>
              <p:cNvSpPr/>
              <p:nvPr/>
            </p:nvSpPr>
            <p:spPr>
              <a:xfrm>
                <a:off x="9162107" y="2261083"/>
                <a:ext cx="127366" cy="159383"/>
              </a:xfrm>
            </p:spPr>
          </p:sp>
        </mc:Fallback>
      </mc:AlternateContent>
      <mc:AlternateContent xmlns:mc="http://schemas.openxmlformats.org/markup-compatibility/2006">
        <mc:Choice xmlns:p14="http://schemas.microsoft.com/office/powerpoint/2010/main" Requires="p14">
          <p:contentPart p14:bwMode="auto" r:id="rId245">
            <p14:nvContentPartPr>
              <p14:cNvPr id="1049904" name=""/>
              <p14:cNvContentPartPr/>
              <p14:nvPr/>
            </p14:nvContentPartPr>
            <p14:xfrm>
              <a:off x="9293376" y="2190045"/>
              <a:ext cx="89261" cy="185825"/>
            </p14:xfrm>
          </p:contentPart>
        </mc:Choice>
        <mc:Fallback>
          <p:sp>
            <p:nvSpPr>
              <p:cNvPr id="1049904" name=""/>
              <p:cNvSpPr/>
              <p:nvPr/>
            </p:nvSpPr>
            <p:spPr>
              <a:xfrm>
                <a:off x="9293376" y="2190045"/>
                <a:ext cx="89261" cy="185825"/>
              </a:xfrm>
            </p:spPr>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736" name="Ellipse 21"/>
          <p:cNvSpPr/>
          <p:nvPr/>
        </p:nvSpPr>
        <p:spPr>
          <a:xfrm>
            <a:off x="922888" y="748261"/>
            <a:ext cx="2665926" cy="1048730"/>
          </a:xfrm>
          <a:prstGeom prst="ellipse"/>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50" name="Connecteur droit avec flèche 23"/>
          <p:cNvCxnSpPr>
            <a:cxnSpLocks/>
          </p:cNvCxnSpPr>
          <p:nvPr/>
        </p:nvCxnSpPr>
        <p:spPr>
          <a:xfrm flipV="1">
            <a:off x="2644641" y="427062"/>
            <a:ext cx="0" cy="1403797"/>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51" name="Connecteur droit avec flèche 24"/>
          <p:cNvCxnSpPr>
            <a:cxnSpLocks/>
          </p:cNvCxnSpPr>
          <p:nvPr/>
        </p:nvCxnSpPr>
        <p:spPr>
          <a:xfrm>
            <a:off x="733720" y="1282875"/>
            <a:ext cx="3225590" cy="0"/>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37" name="ZoneTexte 28"/>
          <p:cNvSpPr txBox="1"/>
          <p:nvPr/>
        </p:nvSpPr>
        <p:spPr>
          <a:xfrm>
            <a:off x="2312529" y="1193621"/>
            <a:ext cx="340158" cy="461665"/>
          </a:xfrm>
          <a:prstGeom prst="rect"/>
          <a:noFill/>
        </p:spPr>
        <p:txBody>
          <a:bodyPr rtlCol="0" wrap="none">
            <a:spAutoFit/>
          </a:bodyPr>
          <a:p>
            <a:r>
              <a:rPr dirty="0" sz="2400" lang="fr-MA"/>
              <a:t>0</a:t>
            </a:r>
          </a:p>
        </p:txBody>
      </p:sp>
      <p:sp>
        <p:nvSpPr>
          <p:cNvPr id="1048738" name="ZoneTexte 29"/>
          <p:cNvSpPr txBox="1">
            <a:spLocks noChangeAspect="1" noMove="1" noResize="1" noRot="1" noAdjustHandles="1" noEditPoints="1" noChangeArrowheads="1" noChangeShapeType="1" noTextEdit="1"/>
          </p:cNvSpPr>
          <p:nvPr/>
        </p:nvSpPr>
        <p:spPr>
          <a:xfrm>
            <a:off x="355409" y="1186946"/>
            <a:ext cx="728020" cy="369332"/>
          </a:xfrm>
          <a:prstGeom prst="rect"/>
          <a:blipFill rotWithShape="0">
            <a:blip xmlns:r="http://schemas.openxmlformats.org/officeDocument/2006/relationships" r:embed="rId1"/>
            <a:stretch>
              <a:fillRect/>
            </a:stretch>
          </a:blipFill>
        </p:spPr>
        <p:txBody>
          <a:bodyPr/>
          <a:p>
            <a:r>
              <a:rPr lang="fr-MA">
                <a:noFill/>
              </a:rPr>
              <a:t> </a:t>
            </a:r>
          </a:p>
        </p:txBody>
      </p:sp>
      <p:sp>
        <p:nvSpPr>
          <p:cNvPr id="1048739" name="ZoneTexte 30"/>
          <p:cNvSpPr txBox="1">
            <a:spLocks noChangeAspect="1" noMove="1" noResize="1" noRot="1" noAdjustHandles="1" noEditPoints="1" noChangeArrowheads="1" noChangeShapeType="1" noTextEdit="1"/>
          </p:cNvSpPr>
          <p:nvPr/>
        </p:nvSpPr>
        <p:spPr>
          <a:xfrm>
            <a:off x="3508551" y="1214831"/>
            <a:ext cx="697562" cy="369332"/>
          </a:xfrm>
          <a:prstGeom prst="rect"/>
          <a:blipFill rotWithShape="0">
            <a:blip xmlns:r="http://schemas.openxmlformats.org/officeDocument/2006/relationships" r:embed="rId2"/>
            <a:stretch>
              <a:fillRect/>
            </a:stretch>
          </a:blipFill>
        </p:spPr>
        <p:txBody>
          <a:bodyPr/>
          <a:p>
            <a:r>
              <a:rPr lang="fr-MA">
                <a:noFill/>
              </a:rPr>
              <a:t> </a:t>
            </a:r>
          </a:p>
        </p:txBody>
      </p:sp>
      <p:cxnSp>
        <p:nvCxnSpPr>
          <p:cNvPr id="3145752" name="Connecteur droit 15"/>
          <p:cNvCxnSpPr>
            <a:cxnSpLocks/>
          </p:cNvCxnSpPr>
          <p:nvPr/>
        </p:nvCxnSpPr>
        <p:spPr>
          <a:xfrm flipV="1">
            <a:off x="2644641" y="887341"/>
            <a:ext cx="450190" cy="395536"/>
          </a:xfrm>
          <a:prstGeom prst="line"/>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740" name="ZoneTexte 20"/>
          <p:cNvSpPr txBox="1"/>
          <p:nvPr/>
        </p:nvSpPr>
        <p:spPr>
          <a:xfrm>
            <a:off x="2705594" y="689001"/>
            <a:ext cx="360679" cy="447040"/>
          </a:xfrm>
          <a:prstGeom prst="rect"/>
          <a:noFill/>
        </p:spPr>
        <p:txBody>
          <a:bodyPr rtlCol="0" wrap="none">
            <a:spAutoFit/>
          </a:bodyPr>
          <a:p>
            <a:r>
              <a:rPr b="1" dirty="0" sz="2400" i="1" lang="fr-MA"/>
              <a:t>r</a:t>
            </a:r>
          </a:p>
        </p:txBody>
      </p:sp>
      <p:sp>
        <p:nvSpPr>
          <p:cNvPr id="1048741" name="Arc 22"/>
          <p:cNvSpPr/>
          <p:nvPr/>
        </p:nvSpPr>
        <p:spPr>
          <a:xfrm>
            <a:off x="2752570" y="1108357"/>
            <a:ext cx="181171" cy="376272"/>
          </a:xfrm>
          <a:prstGeom prst="arc"/>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rtlCol="0"/>
          <a:p>
            <a:pPr algn="ctr"/>
            <a:endParaRPr lang="fr-MA"/>
          </a:p>
        </p:txBody>
      </p:sp>
      <p:sp>
        <p:nvSpPr>
          <p:cNvPr id="1048742" name="ZoneTexte 25"/>
          <p:cNvSpPr txBox="1">
            <a:spLocks noChangeAspect="1" noMove="1" noResize="1" noRot="1" noAdjustHandles="1" noEditPoints="1" noChangeArrowheads="1" noChangeShapeType="1" noTextEdit="1"/>
          </p:cNvSpPr>
          <p:nvPr/>
        </p:nvSpPr>
        <p:spPr>
          <a:xfrm>
            <a:off x="2866755" y="887341"/>
            <a:ext cx="445955" cy="461665"/>
          </a:xfrm>
          <a:prstGeom prst="rect"/>
          <a:blipFill rotWithShape="0">
            <a:blip xmlns:r="http://schemas.openxmlformats.org/officeDocument/2006/relationships" r:embed="rId3"/>
            <a:stretch>
              <a:fillRect/>
            </a:stretch>
          </a:blipFill>
        </p:spPr>
        <p:txBody>
          <a:bodyPr/>
          <a:p>
            <a:r>
              <a:rPr lang="fr-MA">
                <a:noFill/>
              </a:rPr>
              <a:t> </a:t>
            </a:r>
          </a:p>
        </p:txBody>
      </p:sp>
      <p:sp>
        <p:nvSpPr>
          <p:cNvPr id="1048743" name="Forme libre 3"/>
          <p:cNvSpPr/>
          <p:nvPr/>
        </p:nvSpPr>
        <p:spPr>
          <a:xfrm>
            <a:off x="5770170" y="684820"/>
            <a:ext cx="5062066" cy="3022761"/>
          </a:xfrm>
          <a:custGeom>
            <a:avLst/>
            <a:gdLst>
              <a:gd name="connsiteX0" fmla="*/ 0 w 6104586"/>
              <a:gd name="connsiteY0" fmla="*/ 0 h 4190549"/>
              <a:gd name="connsiteX1" fmla="*/ 862884 w 6104586"/>
              <a:gd name="connsiteY1" fmla="*/ 4121240 h 4190549"/>
              <a:gd name="connsiteX2" fmla="*/ 2485622 w 6104586"/>
              <a:gd name="connsiteY2" fmla="*/ 2562896 h 4190549"/>
              <a:gd name="connsiteX3" fmla="*/ 6104586 w 6104586"/>
              <a:gd name="connsiteY3" fmla="*/ 2253803 h 4190549"/>
            </a:gdLst>
            <a:ahLst/>
            <a:cxnLst>
              <a:cxn ang="0">
                <a:pos x="connsiteX0" y="connsiteY0"/>
              </a:cxn>
              <a:cxn ang="0">
                <a:pos x="connsiteX1" y="connsiteY1"/>
              </a:cxn>
              <a:cxn ang="0">
                <a:pos x="connsiteX2" y="connsiteY2"/>
              </a:cxn>
              <a:cxn ang="0">
                <a:pos x="connsiteX3" y="connsiteY3"/>
              </a:cxn>
            </a:cxnLst>
            <a:rect l="l" t="t" r="r" b="b"/>
            <a:pathLst>
              <a:path w="6104586" h="4190549">
                <a:moveTo>
                  <a:pt x="0" y="0"/>
                </a:moveTo>
                <a:cubicBezTo>
                  <a:pt x="224307" y="1847045"/>
                  <a:pt x="448614" y="3694091"/>
                  <a:pt x="862884" y="4121240"/>
                </a:cubicBezTo>
                <a:cubicBezTo>
                  <a:pt x="1277154" y="4548389"/>
                  <a:pt x="1612005" y="2874135"/>
                  <a:pt x="2485622" y="2562896"/>
                </a:cubicBezTo>
                <a:cubicBezTo>
                  <a:pt x="3359239" y="2251657"/>
                  <a:pt x="4731912" y="2252730"/>
                  <a:pt x="6104586" y="2253803"/>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53" name="Connecteur droit avec flèche 5"/>
          <p:cNvCxnSpPr>
            <a:cxnSpLocks/>
          </p:cNvCxnSpPr>
          <p:nvPr/>
        </p:nvCxnSpPr>
        <p:spPr>
          <a:xfrm flipV="1">
            <a:off x="5652696" y="387543"/>
            <a:ext cx="0" cy="3836727"/>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54" name="Connecteur droit avec flèche 7"/>
          <p:cNvCxnSpPr>
            <a:cxnSpLocks/>
          </p:cNvCxnSpPr>
          <p:nvPr/>
        </p:nvCxnSpPr>
        <p:spPr>
          <a:xfrm flipV="1">
            <a:off x="5652696" y="2278036"/>
            <a:ext cx="5617397" cy="1"/>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44" name="Rectangle 10"/>
          <p:cNvSpPr>
            <a:spLocks noChangeAspect="1" noMove="1" noResize="1" noRot="1" noAdjustHandles="1" noEditPoints="1" noChangeArrowheads="1" noChangeShapeType="1" noTextEdit="1"/>
          </p:cNvSpPr>
          <p:nvPr/>
        </p:nvSpPr>
        <p:spPr>
          <a:xfrm>
            <a:off x="5652696" y="190574"/>
            <a:ext cx="1165113" cy="358265"/>
          </a:xfrm>
          <a:prstGeom prst="rect"/>
          <a:blipFill rotWithShape="0">
            <a:blip xmlns:r="http://schemas.openxmlformats.org/officeDocument/2006/relationships" r:embed="rId4"/>
            <a:stretch>
              <a:fillRect l="-1047" r="-4188" b="-54237"/>
            </a:stretch>
          </a:blipFill>
        </p:spPr>
        <p:txBody>
          <a:bodyPr/>
          <a:p>
            <a:r>
              <a:rPr lang="fr-MA">
                <a:noFill/>
              </a:rPr>
              <a:t> </a:t>
            </a:r>
          </a:p>
        </p:txBody>
      </p:sp>
      <p:sp>
        <p:nvSpPr>
          <p:cNvPr id="1048745" name="ZoneTexte 11"/>
          <p:cNvSpPr txBox="1"/>
          <p:nvPr/>
        </p:nvSpPr>
        <p:spPr>
          <a:xfrm>
            <a:off x="11187429" y="2105524"/>
            <a:ext cx="386079" cy="510540"/>
          </a:xfrm>
          <a:prstGeom prst="rect"/>
          <a:noFill/>
        </p:spPr>
        <p:txBody>
          <a:bodyPr rtlCol="0" wrap="none">
            <a:spAutoFit/>
          </a:bodyPr>
          <a:p>
            <a:r>
              <a:rPr b="1" dirty="0" sz="2800" i="1" lang="fr-MA"/>
              <a:t>r</a:t>
            </a:r>
            <a:endParaRPr b="1" dirty="0" i="1" lang="fr-MA"/>
          </a:p>
        </p:txBody>
      </p:sp>
      <p:cxnSp>
        <p:nvCxnSpPr>
          <p:cNvPr id="3145755" name="Connecteur droit 13"/>
          <p:cNvCxnSpPr>
            <a:cxnSpLocks/>
          </p:cNvCxnSpPr>
          <p:nvPr/>
        </p:nvCxnSpPr>
        <p:spPr>
          <a:xfrm>
            <a:off x="5652696" y="3148836"/>
            <a:ext cx="5707256" cy="0"/>
          </a:xfrm>
          <a:prstGeom prst="line"/>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048746" name="Rectangle 19"/>
          <p:cNvSpPr>
            <a:spLocks noChangeAspect="1" noMove="1" noResize="1" noRot="1" noAdjustHandles="1" noEditPoints="1" noChangeArrowheads="1" noChangeShapeType="1" noTextEdit="1"/>
          </p:cNvSpPr>
          <p:nvPr/>
        </p:nvSpPr>
        <p:spPr>
          <a:xfrm>
            <a:off x="10925048" y="3134885"/>
            <a:ext cx="676724" cy="461665"/>
          </a:xfrm>
          <a:prstGeom prst="rect"/>
          <a:blipFill rotWithShape="0">
            <a:blip xmlns:r="http://schemas.openxmlformats.org/officeDocument/2006/relationships" r:embed="rId5"/>
            <a:stretch>
              <a:fillRect/>
            </a:stretch>
          </a:blipFill>
        </p:spPr>
        <p:txBody>
          <a:bodyPr/>
          <a:p>
            <a:r>
              <a:rPr lang="fr-MA">
                <a:noFill/>
              </a:rPr>
              <a:t> </a:t>
            </a:r>
          </a:p>
        </p:txBody>
      </p:sp>
      <p:cxnSp>
        <p:nvCxnSpPr>
          <p:cNvPr id="3145756" name="Connecteur droit 2"/>
          <p:cNvCxnSpPr>
            <a:cxnSpLocks/>
          </p:cNvCxnSpPr>
          <p:nvPr/>
        </p:nvCxnSpPr>
        <p:spPr>
          <a:xfrm flipV="1">
            <a:off x="7105103" y="2278036"/>
            <a:ext cx="10680" cy="870800"/>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57" name="Connecteur droit 12"/>
          <p:cNvCxnSpPr>
            <a:cxnSpLocks/>
          </p:cNvCxnSpPr>
          <p:nvPr/>
        </p:nvCxnSpPr>
        <p:spPr>
          <a:xfrm flipV="1">
            <a:off x="6238288" y="2295067"/>
            <a:ext cx="10680" cy="870800"/>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47" name="ZoneTexte 4"/>
          <p:cNvSpPr txBox="1">
            <a:spLocks noChangeAspect="1" noMove="1" noResize="1" noRot="1" noAdjustHandles="1" noEditPoints="1" noChangeArrowheads="1" noChangeShapeType="1" noTextEdit="1"/>
          </p:cNvSpPr>
          <p:nvPr/>
        </p:nvSpPr>
        <p:spPr>
          <a:xfrm>
            <a:off x="5881808" y="1876647"/>
            <a:ext cx="697562" cy="369332"/>
          </a:xfrm>
          <a:prstGeom prst="rect"/>
          <a:blipFill rotWithShape="0">
            <a:blip xmlns:r="http://schemas.openxmlformats.org/officeDocument/2006/relationships" r:embed="rId6"/>
            <a:stretch>
              <a:fillRect/>
            </a:stretch>
          </a:blipFill>
        </p:spPr>
        <p:txBody>
          <a:bodyPr/>
          <a:p>
            <a:r>
              <a:rPr lang="fr-MA">
                <a:noFill/>
              </a:rPr>
              <a:t> </a:t>
            </a:r>
          </a:p>
        </p:txBody>
      </p:sp>
      <p:sp>
        <p:nvSpPr>
          <p:cNvPr id="1048748" name="ZoneTexte 14"/>
          <p:cNvSpPr txBox="1">
            <a:spLocks noChangeAspect="1" noMove="1" noResize="1" noRot="1" noAdjustHandles="1" noEditPoints="1" noChangeArrowheads="1" noChangeShapeType="1" noTextEdit="1"/>
          </p:cNvSpPr>
          <p:nvPr/>
        </p:nvSpPr>
        <p:spPr>
          <a:xfrm>
            <a:off x="7077521" y="1876647"/>
            <a:ext cx="728020" cy="369332"/>
          </a:xfrm>
          <a:prstGeom prst="rect"/>
          <a:blipFill rotWithShape="0">
            <a:blip xmlns:r="http://schemas.openxmlformats.org/officeDocument/2006/relationships" r:embed="rId7"/>
            <a:stretch>
              <a:fillRect/>
            </a:stretch>
          </a:blipFill>
        </p:spPr>
        <p:txBody>
          <a:bodyPr/>
          <a:p>
            <a:r>
              <a:rPr lang="fr-MA">
                <a:noFill/>
              </a:rPr>
              <a:t> </a:t>
            </a:r>
          </a:p>
        </p:txBody>
      </p:sp>
      <p:sp>
        <p:nvSpPr>
          <p:cNvPr id="1048749" name="ZoneTexte 6"/>
          <p:cNvSpPr txBox="1"/>
          <p:nvPr/>
        </p:nvSpPr>
        <p:spPr>
          <a:xfrm>
            <a:off x="5364384" y="2111530"/>
            <a:ext cx="347980" cy="447039"/>
          </a:xfrm>
          <a:prstGeom prst="rect"/>
          <a:noFill/>
        </p:spPr>
        <p:txBody>
          <a:bodyPr rtlCol="0" wrap="none">
            <a:spAutoFit/>
          </a:bodyPr>
          <a:p>
            <a:r>
              <a:rPr dirty="0" sz="2400" lang="fr-MA"/>
              <a:t>0</a:t>
            </a:r>
          </a:p>
        </p:txBody>
      </p:sp>
      <p:sp>
        <p:nvSpPr>
          <p:cNvPr id="1048750" name="Rectangle 8"/>
          <p:cNvSpPr>
            <a:spLocks noChangeAspect="1" noMove="1" noResize="1" noRot="1" noAdjustHandles="1" noEditPoints="1" noChangeArrowheads="1" noChangeShapeType="1" noTextEdit="1"/>
          </p:cNvSpPr>
          <p:nvPr/>
        </p:nvSpPr>
        <p:spPr>
          <a:xfrm>
            <a:off x="4723998" y="3365716"/>
            <a:ext cx="876186" cy="688283"/>
          </a:xfrm>
          <a:prstGeom prst="rect"/>
          <a:blipFill rotWithShape="0">
            <a:blip xmlns:r="http://schemas.openxmlformats.org/officeDocument/2006/relationships" r:embed="rId8"/>
            <a:stretch>
              <a:fillRect r="-3472" b="-28205"/>
            </a:stretch>
          </a:blipFill>
        </p:spPr>
        <p:txBody>
          <a:bodyPr/>
          <a:p>
            <a:r>
              <a:rPr lang="fr-MA">
                <a:noFill/>
              </a:rPr>
              <a:t> </a:t>
            </a:r>
          </a:p>
        </p:txBody>
      </p:sp>
      <p:sp>
        <p:nvSpPr>
          <p:cNvPr id="1048751" name="Rectangle 9"/>
          <p:cNvSpPr>
            <a:spLocks noChangeAspect="1" noMove="1" noResize="1" noRot="1" noAdjustHandles="1" noEditPoints="1" noChangeArrowheads="1" noChangeShapeType="1" noTextEdit="1"/>
          </p:cNvSpPr>
          <p:nvPr/>
        </p:nvSpPr>
        <p:spPr>
          <a:xfrm>
            <a:off x="6272752" y="1560373"/>
            <a:ext cx="836511" cy="591124"/>
          </a:xfrm>
          <a:prstGeom prst="rect"/>
          <a:blipFill rotWithShape="0">
            <a:blip xmlns:r="http://schemas.openxmlformats.org/officeDocument/2006/relationships" r:embed="rId9"/>
            <a:stretch>
              <a:fillRect/>
            </a:stretch>
          </a:blipFill>
        </p:spPr>
        <p:txBody>
          <a:bodyPr/>
          <a:p>
            <a:r>
              <a:rPr lang="fr-MA">
                <a:noFill/>
              </a:rPr>
              <a:t> </a:t>
            </a:r>
          </a:p>
        </p:txBody>
      </p:sp>
      <p:cxnSp>
        <p:nvCxnSpPr>
          <p:cNvPr id="3145758" name="Connecteur droit 16"/>
          <p:cNvCxnSpPr>
            <a:cxnSpLocks/>
          </p:cNvCxnSpPr>
          <p:nvPr/>
        </p:nvCxnSpPr>
        <p:spPr>
          <a:xfrm flipH="1" flipV="1">
            <a:off x="6577388" y="2278036"/>
            <a:ext cx="1295" cy="1424047"/>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59" name="Connecteur droit 18"/>
          <p:cNvCxnSpPr>
            <a:cxnSpLocks/>
          </p:cNvCxnSpPr>
          <p:nvPr/>
        </p:nvCxnSpPr>
        <p:spPr>
          <a:xfrm>
            <a:off x="5652697" y="3724611"/>
            <a:ext cx="932231" cy="7578"/>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0" name="Connecteur droit 32"/>
          <p:cNvCxnSpPr>
            <a:cxnSpLocks/>
          </p:cNvCxnSpPr>
          <p:nvPr/>
        </p:nvCxnSpPr>
        <p:spPr>
          <a:xfrm>
            <a:off x="5652695" y="1227018"/>
            <a:ext cx="5707255" cy="0"/>
          </a:xfrm>
          <a:prstGeom prst="line"/>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048752" name="Rectangle 33"/>
          <p:cNvSpPr>
            <a:spLocks noChangeAspect="1" noMove="1" noResize="1" noRot="1" noAdjustHandles="1" noEditPoints="1" noChangeArrowheads="1" noChangeShapeType="1" noTextEdit="1"/>
          </p:cNvSpPr>
          <p:nvPr/>
        </p:nvSpPr>
        <p:spPr>
          <a:xfrm>
            <a:off x="10757731" y="790090"/>
            <a:ext cx="676724" cy="461665"/>
          </a:xfrm>
          <a:prstGeom prst="rect"/>
          <a:blipFill rotWithShape="0">
            <a:blip xmlns:r="http://schemas.openxmlformats.org/officeDocument/2006/relationships" r:embed="rId10"/>
            <a:stretch>
              <a:fillRect/>
            </a:stretch>
          </a:blipFill>
        </p:spPr>
        <p:txBody>
          <a:bodyPr/>
          <a:p>
            <a:r>
              <a:rPr lang="fr-MA">
                <a:noFill/>
              </a:rPr>
              <a:t> </a:t>
            </a:r>
          </a:p>
        </p:txBody>
      </p:sp>
      <p:sp>
        <p:nvSpPr>
          <p:cNvPr id="1048753" name="Forme libre 34"/>
          <p:cNvSpPr/>
          <p:nvPr/>
        </p:nvSpPr>
        <p:spPr>
          <a:xfrm flipH="1">
            <a:off x="2510832" y="2537051"/>
            <a:ext cx="953673" cy="1881473"/>
          </a:xfrm>
          <a:custGeom>
            <a:avLst/>
            <a:gdLst>
              <a:gd name="connsiteX0" fmla="*/ 115910 w 1610221"/>
              <a:gd name="connsiteY0" fmla="*/ 0 h 3618963"/>
              <a:gd name="connsiteX1" fmla="*/ 1609859 w 1610221"/>
              <a:gd name="connsiteY1" fmla="*/ 1893194 h 3618963"/>
              <a:gd name="connsiteX2" fmla="*/ 0 w 1610221"/>
              <a:gd name="connsiteY2" fmla="*/ 3618963 h 3618963"/>
              <a:gd name="connsiteX3" fmla="*/ 0 w 1610221"/>
              <a:gd name="connsiteY3" fmla="*/ 3618963 h 3618963"/>
            </a:gdLst>
            <a:ahLst/>
            <a:cxnLst>
              <a:cxn ang="0">
                <a:pos x="connsiteX0" y="connsiteY0"/>
              </a:cxn>
              <a:cxn ang="0">
                <a:pos x="connsiteX1" y="connsiteY1"/>
              </a:cxn>
              <a:cxn ang="0">
                <a:pos x="connsiteX2" y="connsiteY2"/>
              </a:cxn>
              <a:cxn ang="0">
                <a:pos x="connsiteX3" y="connsiteY3"/>
              </a:cxn>
            </a:cxnLst>
            <a:rect l="l" t="t" r="r" b="b"/>
            <a:pathLst>
              <a:path w="1610221" h="3618963">
                <a:moveTo>
                  <a:pt x="115910" y="0"/>
                </a:moveTo>
                <a:cubicBezTo>
                  <a:pt x="872543" y="645017"/>
                  <a:pt x="1629177" y="1290034"/>
                  <a:pt x="1609859" y="1893194"/>
                </a:cubicBezTo>
                <a:cubicBezTo>
                  <a:pt x="1590541" y="2496354"/>
                  <a:pt x="0" y="3618963"/>
                  <a:pt x="0" y="3618963"/>
                </a:cubicBezTo>
                <a:lnTo>
                  <a:pt x="0" y="3618963"/>
                </a:lnTo>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61" name="Connecteur droit avec flèche 35"/>
          <p:cNvCxnSpPr>
            <a:cxnSpLocks/>
          </p:cNvCxnSpPr>
          <p:nvPr/>
        </p:nvCxnSpPr>
        <p:spPr>
          <a:xfrm flipV="1">
            <a:off x="2801905" y="2619832"/>
            <a:ext cx="0" cy="1403797"/>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62" name="Connecteur droit avec flèche 36"/>
          <p:cNvCxnSpPr>
            <a:cxnSpLocks/>
          </p:cNvCxnSpPr>
          <p:nvPr/>
        </p:nvCxnSpPr>
        <p:spPr>
          <a:xfrm flipV="1">
            <a:off x="1998407" y="3475645"/>
            <a:ext cx="2213167" cy="2142"/>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54" name="ZoneTexte 37"/>
          <p:cNvSpPr txBox="1"/>
          <p:nvPr/>
        </p:nvSpPr>
        <p:spPr>
          <a:xfrm>
            <a:off x="2736678" y="3366980"/>
            <a:ext cx="340158" cy="461665"/>
          </a:xfrm>
          <a:prstGeom prst="rect"/>
          <a:noFill/>
        </p:spPr>
        <p:txBody>
          <a:bodyPr rtlCol="0" wrap="none">
            <a:spAutoFit/>
          </a:bodyPr>
          <a:p>
            <a:r>
              <a:rPr dirty="0" sz="2400" lang="fr-MA"/>
              <a:t>0</a:t>
            </a:r>
          </a:p>
        </p:txBody>
      </p:sp>
      <p:sp>
        <p:nvSpPr>
          <p:cNvPr id="1048755" name="ZoneTexte 38"/>
          <p:cNvSpPr txBox="1">
            <a:spLocks noChangeAspect="1" noMove="1" noResize="1" noRot="1" noAdjustHandles="1" noEditPoints="1" noChangeArrowheads="1" noChangeShapeType="1" noTextEdit="1"/>
          </p:cNvSpPr>
          <p:nvPr/>
        </p:nvSpPr>
        <p:spPr>
          <a:xfrm>
            <a:off x="888486" y="1893666"/>
            <a:ext cx="2188741" cy="461665"/>
          </a:xfrm>
          <a:prstGeom prst="rect"/>
          <a:blipFill rotWithShape="0">
            <a:blip xmlns:r="http://schemas.openxmlformats.org/officeDocument/2006/relationships" r:embed="rId11"/>
            <a:stretch>
              <a:fillRect l="-4735" t="-12000" b="-37333"/>
            </a:stretch>
          </a:blipFill>
        </p:spPr>
        <p:txBody>
          <a:bodyPr/>
          <a:p>
            <a:r>
              <a:rPr lang="fr-MA">
                <a:noFill/>
              </a:rPr>
              <a:t> </a:t>
            </a:r>
          </a:p>
        </p:txBody>
      </p:sp>
      <p:sp>
        <p:nvSpPr>
          <p:cNvPr id="1048756" name="ZoneTexte 39"/>
          <p:cNvSpPr txBox="1">
            <a:spLocks noChangeAspect="1" noMove="1" noResize="1" noRot="1" noAdjustHandles="1" noEditPoints="1" noChangeArrowheads="1" noChangeShapeType="1" noTextEdit="1"/>
          </p:cNvSpPr>
          <p:nvPr/>
        </p:nvSpPr>
        <p:spPr>
          <a:xfrm>
            <a:off x="202363" y="3916689"/>
            <a:ext cx="2454005" cy="830997"/>
          </a:xfrm>
          <a:prstGeom prst="rect"/>
          <a:blipFill rotWithShape="0">
            <a:blip xmlns:r="http://schemas.openxmlformats.org/officeDocument/2006/relationships" r:embed="rId12"/>
            <a:stretch>
              <a:fillRect l="-3970" t="-6618" b="-19853"/>
            </a:stretch>
          </a:blipFill>
        </p:spPr>
        <p:txBody>
          <a:bodyPr/>
          <a:p>
            <a:r>
              <a:rPr lang="fr-MA">
                <a:noFill/>
              </a:rPr>
              <a:t> </a:t>
            </a:r>
          </a:p>
        </p:txBody>
      </p:sp>
      <p:cxnSp>
        <p:nvCxnSpPr>
          <p:cNvPr id="3145763" name="Connecteur droit 42"/>
          <p:cNvCxnSpPr>
            <a:cxnSpLocks/>
          </p:cNvCxnSpPr>
          <p:nvPr/>
        </p:nvCxnSpPr>
        <p:spPr>
          <a:xfrm flipH="1">
            <a:off x="2114774" y="2446898"/>
            <a:ext cx="1281083" cy="1037287"/>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4" name="Connecteur droit 44"/>
          <p:cNvCxnSpPr>
            <a:cxnSpLocks/>
          </p:cNvCxnSpPr>
          <p:nvPr/>
        </p:nvCxnSpPr>
        <p:spPr>
          <a:xfrm flipH="1" flipV="1">
            <a:off x="2105369" y="3458772"/>
            <a:ext cx="1299891" cy="1025660"/>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57" name="Forme libre 47"/>
          <p:cNvSpPr/>
          <p:nvPr/>
        </p:nvSpPr>
        <p:spPr>
          <a:xfrm>
            <a:off x="3007778" y="4695003"/>
            <a:ext cx="800935" cy="1881473"/>
          </a:xfrm>
          <a:custGeom>
            <a:avLst/>
            <a:gdLst>
              <a:gd name="connsiteX0" fmla="*/ 115910 w 1610221"/>
              <a:gd name="connsiteY0" fmla="*/ 0 h 3618963"/>
              <a:gd name="connsiteX1" fmla="*/ 1609859 w 1610221"/>
              <a:gd name="connsiteY1" fmla="*/ 1893194 h 3618963"/>
              <a:gd name="connsiteX2" fmla="*/ 0 w 1610221"/>
              <a:gd name="connsiteY2" fmla="*/ 3618963 h 3618963"/>
              <a:gd name="connsiteX3" fmla="*/ 0 w 1610221"/>
              <a:gd name="connsiteY3" fmla="*/ 3618963 h 3618963"/>
            </a:gdLst>
            <a:ahLst/>
            <a:cxnLst>
              <a:cxn ang="0">
                <a:pos x="connsiteX0" y="connsiteY0"/>
              </a:cxn>
              <a:cxn ang="0">
                <a:pos x="connsiteX1" y="connsiteY1"/>
              </a:cxn>
              <a:cxn ang="0">
                <a:pos x="connsiteX2" y="connsiteY2"/>
              </a:cxn>
              <a:cxn ang="0">
                <a:pos x="connsiteX3" y="connsiteY3"/>
              </a:cxn>
            </a:cxnLst>
            <a:rect l="l" t="t" r="r" b="b"/>
            <a:pathLst>
              <a:path w="1610221" h="3618963">
                <a:moveTo>
                  <a:pt x="115910" y="0"/>
                </a:moveTo>
                <a:cubicBezTo>
                  <a:pt x="872543" y="645017"/>
                  <a:pt x="1629177" y="1290034"/>
                  <a:pt x="1609859" y="1893194"/>
                </a:cubicBezTo>
                <a:cubicBezTo>
                  <a:pt x="1590541" y="2496354"/>
                  <a:pt x="0" y="3618963"/>
                  <a:pt x="0" y="3618963"/>
                </a:cubicBezTo>
                <a:lnTo>
                  <a:pt x="0" y="3618963"/>
                </a:lnTo>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65" name="Connecteur droit avec flèche 48"/>
          <p:cNvCxnSpPr>
            <a:cxnSpLocks/>
          </p:cNvCxnSpPr>
          <p:nvPr/>
        </p:nvCxnSpPr>
        <p:spPr>
          <a:xfrm flipV="1">
            <a:off x="4120283" y="4731809"/>
            <a:ext cx="0" cy="1403797"/>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66" name="Connecteur droit avec flèche 49"/>
          <p:cNvCxnSpPr>
            <a:cxnSpLocks/>
          </p:cNvCxnSpPr>
          <p:nvPr/>
        </p:nvCxnSpPr>
        <p:spPr>
          <a:xfrm flipV="1">
            <a:off x="3316785" y="5587622"/>
            <a:ext cx="2213167" cy="2142"/>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58" name="ZoneTexte 50"/>
          <p:cNvSpPr txBox="1"/>
          <p:nvPr/>
        </p:nvSpPr>
        <p:spPr>
          <a:xfrm>
            <a:off x="3808713" y="5466294"/>
            <a:ext cx="340158" cy="461665"/>
          </a:xfrm>
          <a:prstGeom prst="rect"/>
          <a:noFill/>
        </p:spPr>
        <p:txBody>
          <a:bodyPr rtlCol="0" wrap="none">
            <a:spAutoFit/>
          </a:bodyPr>
          <a:p>
            <a:r>
              <a:rPr dirty="0" sz="2400" lang="fr-MA"/>
              <a:t>0</a:t>
            </a:r>
          </a:p>
        </p:txBody>
      </p:sp>
      <p:cxnSp>
        <p:nvCxnSpPr>
          <p:cNvPr id="3145767" name="Connecteur droit 51"/>
          <p:cNvCxnSpPr>
            <a:cxnSpLocks/>
          </p:cNvCxnSpPr>
          <p:nvPr/>
        </p:nvCxnSpPr>
        <p:spPr>
          <a:xfrm flipH="1">
            <a:off x="3037931" y="5616962"/>
            <a:ext cx="1281083" cy="1037287"/>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8" name="Connecteur droit 52"/>
          <p:cNvCxnSpPr>
            <a:cxnSpLocks/>
          </p:cNvCxnSpPr>
          <p:nvPr/>
        </p:nvCxnSpPr>
        <p:spPr>
          <a:xfrm flipH="1" flipV="1">
            <a:off x="3040800" y="4600810"/>
            <a:ext cx="1299891" cy="1025660"/>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59" name="ZoneTexte 62"/>
          <p:cNvSpPr txBox="1">
            <a:spLocks noChangeAspect="1" noMove="1" noResize="1" noRot="1" noAdjustHandles="1" noEditPoints="1" noChangeArrowheads="1" noChangeShapeType="1" noTextEdit="1"/>
          </p:cNvSpPr>
          <p:nvPr/>
        </p:nvSpPr>
        <p:spPr>
          <a:xfrm>
            <a:off x="624536" y="5596030"/>
            <a:ext cx="2454005" cy="830997"/>
          </a:xfrm>
          <a:prstGeom prst="rect"/>
          <a:blipFill rotWithShape="0">
            <a:blip xmlns:r="http://schemas.openxmlformats.org/officeDocument/2006/relationships" r:embed="rId13"/>
            <a:stretch>
              <a:fillRect l="-3970" t="-6618" b="-19853"/>
            </a:stretch>
          </a:blipFill>
        </p:spPr>
        <p:txBody>
          <a:bodyPr/>
          <a:p>
            <a:r>
              <a:rPr lang="fr-MA">
                <a:noFill/>
              </a:rPr>
              <a:t> </a:t>
            </a:r>
          </a:p>
        </p:txBody>
      </p:sp>
      <p:cxnSp>
        <p:nvCxnSpPr>
          <p:cNvPr id="3145769" name="Connecteur droit 63"/>
          <p:cNvCxnSpPr>
            <a:cxnSpLocks/>
          </p:cNvCxnSpPr>
          <p:nvPr/>
        </p:nvCxnSpPr>
        <p:spPr>
          <a:xfrm>
            <a:off x="5652695" y="2278036"/>
            <a:ext cx="5707255" cy="0"/>
          </a:xfrm>
          <a:prstGeom prst="line"/>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048760" name="Rectangle 64"/>
          <p:cNvSpPr>
            <a:spLocks noChangeAspect="1" noMove="1" noResize="1" noRot="1" noAdjustHandles="1" noEditPoints="1" noChangeArrowheads="1" noChangeShapeType="1" noTextEdit="1"/>
          </p:cNvSpPr>
          <p:nvPr/>
        </p:nvSpPr>
        <p:spPr>
          <a:xfrm>
            <a:off x="10561712" y="1779022"/>
            <a:ext cx="1261243" cy="461665"/>
          </a:xfrm>
          <a:prstGeom prst="rect"/>
          <a:blipFill rotWithShape="0">
            <a:blip xmlns:r="http://schemas.openxmlformats.org/officeDocument/2006/relationships" r:embed="rId14"/>
            <a:stretch>
              <a:fillRect/>
            </a:stretch>
          </a:blipFill>
        </p:spPr>
        <p:txBody>
          <a:bodyPr/>
          <a:p>
            <a:r>
              <a:rPr lang="fr-MA">
                <a:noFill/>
              </a:rPr>
              <a:t> </a:t>
            </a:r>
          </a:p>
        </p:txBody>
      </p:sp>
      <p:cxnSp>
        <p:nvCxnSpPr>
          <p:cNvPr id="3145770" name="Connecteur droit avec flèche 66"/>
          <p:cNvCxnSpPr>
            <a:cxnSpLocks/>
          </p:cNvCxnSpPr>
          <p:nvPr/>
        </p:nvCxnSpPr>
        <p:spPr>
          <a:xfrm flipH="1" flipV="1">
            <a:off x="9417484" y="4249779"/>
            <a:ext cx="9127" cy="1761750"/>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71" name="Connecteur droit avec flèche 67"/>
          <p:cNvCxnSpPr>
            <a:cxnSpLocks/>
          </p:cNvCxnSpPr>
          <p:nvPr/>
        </p:nvCxnSpPr>
        <p:spPr>
          <a:xfrm flipV="1">
            <a:off x="8787333" y="5193864"/>
            <a:ext cx="2213167" cy="2142"/>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61" name="ZoneTexte 68"/>
          <p:cNvSpPr txBox="1"/>
          <p:nvPr/>
        </p:nvSpPr>
        <p:spPr>
          <a:xfrm>
            <a:off x="9607714" y="5140131"/>
            <a:ext cx="340158" cy="461665"/>
          </a:xfrm>
          <a:prstGeom prst="rect"/>
          <a:noFill/>
        </p:spPr>
        <p:txBody>
          <a:bodyPr rtlCol="0" wrap="none">
            <a:spAutoFit/>
          </a:bodyPr>
          <a:p>
            <a:r>
              <a:rPr dirty="0" sz="2400" lang="fr-MA"/>
              <a:t>0</a:t>
            </a:r>
          </a:p>
        </p:txBody>
      </p:sp>
      <p:cxnSp>
        <p:nvCxnSpPr>
          <p:cNvPr id="3145772" name="Connecteur droit 69"/>
          <p:cNvCxnSpPr>
            <a:cxnSpLocks/>
          </p:cNvCxnSpPr>
          <p:nvPr/>
        </p:nvCxnSpPr>
        <p:spPr>
          <a:xfrm flipH="1">
            <a:off x="8787333" y="4547056"/>
            <a:ext cx="2572618" cy="77496"/>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73" name="Connecteur droit 70"/>
          <p:cNvCxnSpPr>
            <a:cxnSpLocks/>
          </p:cNvCxnSpPr>
          <p:nvPr/>
        </p:nvCxnSpPr>
        <p:spPr>
          <a:xfrm flipH="1" flipV="1">
            <a:off x="8992976" y="5829284"/>
            <a:ext cx="2323523" cy="28117"/>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62" name="Arc 72"/>
          <p:cNvSpPr/>
          <p:nvPr/>
        </p:nvSpPr>
        <p:spPr>
          <a:xfrm flipH="1">
            <a:off x="9084315" y="4624552"/>
            <a:ext cx="4430332" cy="1153422"/>
          </a:xfrm>
          <a:prstGeom prst="arc">
            <a:avLst>
              <a:gd name="adj1" fmla="val 16200000"/>
              <a:gd name="adj2" fmla="val 4799571"/>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anchor="ctr" rtlCol="0"/>
          <a:p>
            <a:pPr algn="ctr"/>
            <a:endParaRPr lang="fr-MA"/>
          </a:p>
        </p:txBody>
      </p:sp>
      <p:sp>
        <p:nvSpPr>
          <p:cNvPr id="1048763" name="ZoneTexte 82"/>
          <p:cNvSpPr txBox="1">
            <a:spLocks noChangeAspect="1" noMove="1" noResize="1" noRot="1" noAdjustHandles="1" noEditPoints="1" noChangeArrowheads="1" noChangeShapeType="1" noTextEdit="1"/>
          </p:cNvSpPr>
          <p:nvPr/>
        </p:nvSpPr>
        <p:spPr>
          <a:xfrm>
            <a:off x="6461769" y="5494630"/>
            <a:ext cx="2452403" cy="830997"/>
          </a:xfrm>
          <a:prstGeom prst="rect"/>
          <a:blipFill rotWithShape="0">
            <a:blip xmlns:r="http://schemas.openxmlformats.org/officeDocument/2006/relationships" r:embed="rId15"/>
            <a:stretch>
              <a:fillRect l="-3980" t="-6569" b="-18978"/>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16">
            <p14:nvContentPartPr>
              <p14:cNvPr id="1049852" name=""/>
              <p14:cNvContentPartPr/>
              <p14:nvPr/>
            </p14:nvContentPartPr>
            <p14:xfrm>
              <a:off x="4766880" y="96726"/>
              <a:ext cx="49628" cy="413885"/>
            </p14:xfrm>
          </p:contentPart>
        </mc:Choice>
        <mc:Fallback>
          <p:sp>
            <p:nvSpPr>
              <p:cNvPr id="1049852" name=""/>
              <p:cNvSpPr/>
              <p:nvPr/>
            </p:nvSpPr>
            <p:spPr>
              <a:xfrm>
                <a:off x="4766880" y="96726"/>
                <a:ext cx="49628" cy="413885"/>
              </a:xfrm>
            </p:spPr>
          </p:sp>
        </mc:Fallback>
      </mc:AlternateContent>
      <mc:AlternateContent xmlns:mc="http://schemas.openxmlformats.org/markup-compatibility/2006">
        <mc:Choice xmlns:p14="http://schemas.microsoft.com/office/powerpoint/2010/main" Requires="p14">
          <p:contentPart p14:bwMode="auto" r:id="rId17">
            <p14:nvContentPartPr>
              <p14:cNvPr id="1049853" name=""/>
              <p14:cNvContentPartPr/>
              <p14:nvPr/>
            </p14:nvContentPartPr>
            <p14:xfrm>
              <a:off x="4802662" y="183596"/>
              <a:ext cx="142690" cy="342943"/>
            </p14:xfrm>
          </p:contentPart>
        </mc:Choice>
        <mc:Fallback>
          <p:sp>
            <p:nvSpPr>
              <p:cNvPr id="1049853" name=""/>
              <p:cNvSpPr/>
              <p:nvPr/>
            </p:nvSpPr>
            <p:spPr>
              <a:xfrm>
                <a:off x="4802662" y="183596"/>
                <a:ext cx="142690" cy="342943"/>
              </a:xfrm>
            </p:spPr>
          </p:sp>
        </mc:Fallback>
      </mc:AlternateContent>
      <mc:AlternateContent xmlns:mc="http://schemas.openxmlformats.org/markup-compatibility/2006">
        <mc:Choice xmlns:p14="http://schemas.microsoft.com/office/powerpoint/2010/main" Requires="p14">
          <p:contentPart p14:bwMode="auto" r:id="rId18">
            <p14:nvContentPartPr>
              <p14:cNvPr id="1049854" name=""/>
              <p14:cNvContentPartPr/>
              <p14:nvPr/>
            </p14:nvContentPartPr>
            <p14:xfrm>
              <a:off x="4947100" y="168704"/>
              <a:ext cx="184015" cy="352699"/>
            </p14:xfrm>
          </p:contentPart>
        </mc:Choice>
        <mc:Fallback>
          <p:sp>
            <p:nvSpPr>
              <p:cNvPr id="1049854" name=""/>
              <p:cNvSpPr/>
              <p:nvPr/>
            </p:nvSpPr>
            <p:spPr>
              <a:xfrm>
                <a:off x="4947100" y="168704"/>
                <a:ext cx="184015" cy="352699"/>
              </a:xfrm>
            </p:spPr>
          </p:sp>
        </mc:Fallback>
      </mc:AlternateContent>
      <mc:AlternateContent xmlns:mc="http://schemas.openxmlformats.org/markup-compatibility/2006">
        <mc:Choice xmlns:p14="http://schemas.microsoft.com/office/powerpoint/2010/main" Requires="p14">
          <p:contentPart p14:bwMode="auto" r:id="rId19">
            <p14:nvContentPartPr>
              <p14:cNvPr id="1049855" name=""/>
              <p14:cNvContentPartPr/>
              <p14:nvPr/>
            </p14:nvContentPartPr>
            <p14:xfrm>
              <a:off x="5114296" y="307692"/>
              <a:ext cx="122467" cy="123775"/>
            </p14:xfrm>
          </p:contentPart>
        </mc:Choice>
        <mc:Fallback>
          <p:sp>
            <p:nvSpPr>
              <p:cNvPr id="1049855" name=""/>
              <p:cNvSpPr/>
              <p:nvPr/>
            </p:nvSpPr>
            <p:spPr>
              <a:xfrm>
                <a:off x="5114296" y="307692"/>
                <a:ext cx="122467" cy="123775"/>
              </a:xfrm>
            </p:spPr>
          </p:sp>
        </mc:Fallback>
      </mc:AlternateContent>
      <mc:AlternateContent xmlns:mc="http://schemas.openxmlformats.org/markup-compatibility/2006">
        <mc:Choice xmlns:p14="http://schemas.microsoft.com/office/powerpoint/2010/main" Requires="p14">
          <p:contentPart p14:bwMode="auto" r:id="rId20">
            <p14:nvContentPartPr>
              <p14:cNvPr id="1049856" name=""/>
              <p14:cNvContentPartPr/>
              <p14:nvPr/>
            </p14:nvContentPartPr>
            <p14:xfrm>
              <a:off x="4531206" y="65601"/>
              <a:ext cx="892896" cy="654096"/>
            </p14:xfrm>
          </p:contentPart>
        </mc:Choice>
        <mc:Fallback>
          <p:sp>
            <p:nvSpPr>
              <p:cNvPr id="1049856" name=""/>
              <p:cNvSpPr/>
              <p:nvPr/>
            </p:nvSpPr>
            <p:spPr>
              <a:xfrm>
                <a:off x="4531206" y="65601"/>
                <a:ext cx="892896" cy="654096"/>
              </a:xfrm>
            </p:spPr>
          </p:sp>
        </mc:Fallback>
      </mc:AlternateContent>
      <mc:AlternateContent xmlns:mc="http://schemas.openxmlformats.org/markup-compatibility/2006">
        <mc:Choice xmlns:p14="http://schemas.microsoft.com/office/powerpoint/2010/main" Requires="p14">
          <p:contentPart p14:bwMode="auto" r:id="rId21">
            <p14:nvContentPartPr>
              <p14:cNvPr id="1049857" name=""/>
              <p14:cNvContentPartPr/>
              <p14:nvPr/>
            </p14:nvContentPartPr>
            <p14:xfrm>
              <a:off x="5305702" y="205189"/>
              <a:ext cx="104280" cy="415902"/>
            </p14:xfrm>
          </p:contentPart>
        </mc:Choice>
        <mc:Fallback>
          <p:sp>
            <p:nvSpPr>
              <p:cNvPr id="1049857" name=""/>
              <p:cNvSpPr/>
              <p:nvPr/>
            </p:nvSpPr>
            <p:spPr>
              <a:xfrm>
                <a:off x="5305702" y="205189"/>
                <a:ext cx="104280" cy="415902"/>
              </a:xfrm>
            </p:spPr>
          </p:sp>
        </mc:Fallback>
      </mc:AlternateContent>
      <mc:AlternateContent xmlns:mc="http://schemas.openxmlformats.org/markup-compatibility/2006">
        <mc:Choice xmlns:p14="http://schemas.microsoft.com/office/powerpoint/2010/main" Requires="p14">
          <p:contentPart p14:bwMode="auto" r:id="rId22">
            <p14:nvContentPartPr>
              <p14:cNvPr id="1049858" name=""/>
              <p14:cNvContentPartPr/>
              <p14:nvPr/>
            </p14:nvContentPartPr>
            <p14:xfrm>
              <a:off x="11138661" y="842815"/>
              <a:ext cx="277174" cy="420388"/>
            </p14:xfrm>
          </p:contentPart>
        </mc:Choice>
        <mc:Fallback>
          <p:sp>
            <p:nvSpPr>
              <p:cNvPr id="1049858" name=""/>
              <p:cNvSpPr/>
              <p:nvPr/>
            </p:nvSpPr>
            <p:spPr>
              <a:xfrm>
                <a:off x="11138661" y="842815"/>
                <a:ext cx="277174" cy="420388"/>
              </a:xfrm>
            </p:spPr>
          </p:sp>
        </mc:Fallback>
      </mc:AlternateContent>
      <mc:AlternateContent xmlns:mc="http://schemas.openxmlformats.org/markup-compatibility/2006">
        <mc:Choice xmlns:p14="http://schemas.microsoft.com/office/powerpoint/2010/main" Requires="p14">
          <p:contentPart p14:bwMode="auto" r:id="rId23">
            <p14:nvContentPartPr>
              <p14:cNvPr id="1049859" name=""/>
              <p14:cNvContentPartPr/>
              <p14:nvPr/>
            </p14:nvContentPartPr>
            <p14:xfrm>
              <a:off x="11483208" y="1002408"/>
              <a:ext cx="179400" cy="169254"/>
            </p14:xfrm>
          </p:contentPart>
        </mc:Choice>
        <mc:Fallback>
          <p:sp>
            <p:nvSpPr>
              <p:cNvPr id="1049859" name=""/>
              <p:cNvSpPr/>
              <p:nvPr/>
            </p:nvSpPr>
            <p:spPr>
              <a:xfrm>
                <a:off x="11483208" y="1002408"/>
                <a:ext cx="179400" cy="169254"/>
              </a:xfrm>
            </p:spPr>
          </p:sp>
        </mc:Fallback>
      </mc:AlternateContent>
      <mc:AlternateContent xmlns:mc="http://schemas.openxmlformats.org/markup-compatibility/2006">
        <mc:Choice xmlns:p14="http://schemas.microsoft.com/office/powerpoint/2010/main" Requires="p14">
          <p:contentPart p14:bwMode="auto" r:id="rId24">
            <p14:nvContentPartPr>
              <p14:cNvPr id="1049860" name=""/>
              <p14:cNvContentPartPr/>
              <p14:nvPr/>
            </p14:nvContentPartPr>
            <p14:xfrm>
              <a:off x="10754841" y="3255320"/>
              <a:ext cx="219236" cy="326087"/>
            </p14:xfrm>
          </p:contentPart>
        </mc:Choice>
        <mc:Fallback>
          <p:sp>
            <p:nvSpPr>
              <p:cNvPr id="1049860" name=""/>
              <p:cNvSpPr/>
              <p:nvPr/>
            </p:nvSpPr>
            <p:spPr>
              <a:xfrm>
                <a:off x="10754841" y="3255320"/>
                <a:ext cx="219236" cy="326087"/>
              </a:xfrm>
            </p:spPr>
          </p:sp>
        </mc:Fallback>
      </mc:AlternateContent>
      <mc:AlternateContent xmlns:mc="http://schemas.openxmlformats.org/markup-compatibility/2006">
        <mc:Choice xmlns:p14="http://schemas.microsoft.com/office/powerpoint/2010/main" Requires="p14">
          <p:contentPart p14:bwMode="auto" r:id="rId25">
            <p14:nvContentPartPr>
              <p14:cNvPr id="1049863" name=""/>
              <p14:cNvContentPartPr/>
              <p14:nvPr/>
            </p14:nvContentPartPr>
            <p14:xfrm>
              <a:off x="4660896" y="3240620"/>
              <a:ext cx="927415" cy="1050953"/>
            </p14:xfrm>
          </p:contentPart>
        </mc:Choice>
        <mc:Fallback>
          <p:sp>
            <p:nvSpPr>
              <p:cNvPr id="1049863" name=""/>
              <p:cNvSpPr/>
              <p:nvPr/>
            </p:nvSpPr>
            <p:spPr>
              <a:xfrm>
                <a:off x="4660896" y="3240620"/>
                <a:ext cx="927415" cy="1050953"/>
              </a:xfrm>
            </p:spPr>
          </p:sp>
        </mc:Fallback>
      </mc:AlternateContent>
      <mc:AlternateContent xmlns:mc="http://schemas.openxmlformats.org/markup-compatibility/2006">
        <mc:Choice xmlns:p14="http://schemas.microsoft.com/office/powerpoint/2010/main" Requires="p14">
          <p:contentPart p14:bwMode="auto" r:id="rId26">
            <p14:nvContentPartPr>
              <p14:cNvPr id="1049864" name=""/>
              <p14:cNvContentPartPr/>
              <p14:nvPr/>
            </p14:nvContentPartPr>
            <p14:xfrm>
              <a:off x="4741008" y="3026181"/>
              <a:ext cx="198732" cy="326678"/>
            </p14:xfrm>
          </p:contentPart>
        </mc:Choice>
        <mc:Fallback>
          <p:sp>
            <p:nvSpPr>
              <p:cNvPr id="1049864" name=""/>
              <p:cNvSpPr/>
              <p:nvPr/>
            </p:nvSpPr>
            <p:spPr>
              <a:xfrm>
                <a:off x="4741008" y="3026181"/>
                <a:ext cx="198732" cy="326678"/>
              </a:xfrm>
            </p:spPr>
          </p:sp>
        </mc:Fallback>
      </mc:AlternateContent>
      <mc:AlternateContent xmlns:mc="http://schemas.openxmlformats.org/markup-compatibility/2006">
        <mc:Choice xmlns:p14="http://schemas.microsoft.com/office/powerpoint/2010/main" Requires="p14">
          <p:contentPart p14:bwMode="auto" r:id="rId27">
            <p14:nvContentPartPr>
              <p14:cNvPr id="1049865" name=""/>
              <p14:cNvContentPartPr/>
              <p14:nvPr/>
            </p14:nvContentPartPr>
            <p14:xfrm>
              <a:off x="4931336" y="3298755"/>
              <a:ext cx="178726" cy="211253"/>
            </p14:xfrm>
          </p:contentPart>
        </mc:Choice>
        <mc:Fallback>
          <p:sp>
            <p:nvSpPr>
              <p:cNvPr id="1049865" name=""/>
              <p:cNvSpPr/>
              <p:nvPr/>
            </p:nvSpPr>
            <p:spPr>
              <a:xfrm>
                <a:off x="4931336" y="3298755"/>
                <a:ext cx="178726" cy="211253"/>
              </a:xfrm>
            </p:spPr>
          </p:sp>
        </mc:Fallback>
      </mc:AlternateContent>
      <mc:AlternateContent xmlns:mc="http://schemas.openxmlformats.org/markup-compatibility/2006">
        <mc:Choice xmlns:p14="http://schemas.microsoft.com/office/powerpoint/2010/main" Requires="p14">
          <p:contentPart p14:bwMode="auto" r:id="rId28">
            <p14:nvContentPartPr>
              <p14:cNvPr id="1049866" name=""/>
              <p14:cNvContentPartPr/>
              <p14:nvPr/>
            </p14:nvContentPartPr>
            <p14:xfrm>
              <a:off x="4508961" y="3320100"/>
              <a:ext cx="122636" cy="10359"/>
            </p14:xfrm>
          </p:contentPart>
        </mc:Choice>
        <mc:Fallback>
          <p:sp>
            <p:nvSpPr>
              <p:cNvPr id="1049866" name=""/>
              <p:cNvSpPr/>
              <p:nvPr/>
            </p:nvSpPr>
            <p:spPr>
              <a:xfrm>
                <a:off x="4508961" y="3320100"/>
                <a:ext cx="122636" cy="10359"/>
              </a:xfrm>
            </p:spPr>
          </p:sp>
        </mc:Fallback>
      </mc:AlternateContent>
      <mc:AlternateContent xmlns:mc="http://schemas.openxmlformats.org/markup-compatibility/2006">
        <mc:Choice xmlns:p14="http://schemas.microsoft.com/office/powerpoint/2010/main" Requires="p14">
          <p:contentPart p14:bwMode="auto" r:id="rId29">
            <p14:nvContentPartPr>
              <p14:cNvPr id="1049868" name=""/>
              <p14:cNvContentPartPr/>
              <p14:nvPr/>
            </p14:nvContentPartPr>
            <p14:xfrm>
              <a:off x="10137477" y="3429526"/>
              <a:ext cx="170265" cy="6483"/>
            </p14:xfrm>
          </p:contentPart>
        </mc:Choice>
        <mc:Fallback>
          <p:sp>
            <p:nvSpPr>
              <p:cNvPr id="1049868" name=""/>
              <p:cNvSpPr/>
              <p:nvPr/>
            </p:nvSpPr>
            <p:spPr>
              <a:xfrm>
                <a:off x="10137477" y="3429526"/>
                <a:ext cx="170265" cy="6483"/>
              </a:xfrm>
            </p:spPr>
          </p:sp>
        </mc:Fallback>
      </mc:AlternateContent>
      <mc:AlternateContent xmlns:mc="http://schemas.openxmlformats.org/markup-compatibility/2006">
        <mc:Choice xmlns:p14="http://schemas.microsoft.com/office/powerpoint/2010/main" Requires="p14">
          <p:contentPart p14:bwMode="auto" r:id="rId30">
            <p14:nvContentPartPr>
              <p14:cNvPr id="1049869" name=""/>
              <p14:cNvContentPartPr/>
              <p14:nvPr/>
            </p14:nvContentPartPr>
            <p14:xfrm>
              <a:off x="10380758" y="3237130"/>
              <a:ext cx="182101" cy="307011"/>
            </p14:xfrm>
          </p:contentPart>
        </mc:Choice>
        <mc:Fallback>
          <p:sp>
            <p:nvSpPr>
              <p:cNvPr id="1049869" name=""/>
              <p:cNvSpPr/>
              <p:nvPr/>
            </p:nvSpPr>
            <p:spPr>
              <a:xfrm>
                <a:off x="10380758" y="3237130"/>
                <a:ext cx="182101" cy="307011"/>
              </a:xfrm>
            </p:spPr>
          </p:sp>
        </mc:Fallback>
      </mc:AlternateContent>
      <mc:AlternateContent xmlns:mc="http://schemas.openxmlformats.org/markup-compatibility/2006">
        <mc:Choice xmlns:p14="http://schemas.microsoft.com/office/powerpoint/2010/main" Requires="p14">
          <p:contentPart p14:bwMode="auto" r:id="rId31">
            <p14:nvContentPartPr>
              <p14:cNvPr id="1049870" name=""/>
              <p14:cNvContentPartPr/>
              <p14:nvPr/>
            </p14:nvContentPartPr>
            <p14:xfrm>
              <a:off x="10534261" y="3564081"/>
              <a:ext cx="217353" cy="145513"/>
            </p14:xfrm>
          </p:contentPart>
        </mc:Choice>
        <mc:Fallback>
          <p:sp>
            <p:nvSpPr>
              <p:cNvPr id="1049870" name=""/>
              <p:cNvSpPr/>
              <p:nvPr/>
            </p:nvSpPr>
            <p:spPr>
              <a:xfrm>
                <a:off x="10534261" y="3564081"/>
                <a:ext cx="217353" cy="145513"/>
              </a:xfrm>
            </p:spPr>
          </p:sp>
        </mc:Fallback>
      </mc:AlternateContent>
      <mc:AlternateContent xmlns:mc="http://schemas.openxmlformats.org/markup-compatibility/2006">
        <mc:Choice xmlns:p14="http://schemas.microsoft.com/office/powerpoint/2010/main" Requires="p14">
          <p:contentPart p14:bwMode="auto" r:id="rId32">
            <p14:nvContentPartPr>
              <p14:cNvPr id="1049871" name=""/>
              <p14:cNvContentPartPr/>
              <p14:nvPr/>
            </p14:nvContentPartPr>
            <p14:xfrm>
              <a:off x="11464653" y="3269468"/>
              <a:ext cx="211230" cy="335254"/>
            </p14:xfrm>
          </p:contentPart>
        </mc:Choice>
        <mc:Fallback>
          <p:sp>
            <p:nvSpPr>
              <p:cNvPr id="1049871" name=""/>
              <p:cNvSpPr/>
              <p:nvPr/>
            </p:nvSpPr>
            <p:spPr>
              <a:xfrm>
                <a:off x="11464653" y="3269468"/>
                <a:ext cx="211230" cy="335254"/>
              </a:xfrm>
            </p:spPr>
          </p:sp>
        </mc:Fallback>
      </mc:AlternateContent>
      <mc:AlternateContent xmlns:mc="http://schemas.openxmlformats.org/markup-compatibility/2006">
        <mc:Choice xmlns:p14="http://schemas.microsoft.com/office/powerpoint/2010/main" Requires="p14">
          <p:contentPart p14:bwMode="auto" r:id="rId33">
            <p14:nvContentPartPr>
              <p14:cNvPr id="1049872" name=""/>
              <p14:cNvContentPartPr/>
              <p14:nvPr/>
            </p14:nvContentPartPr>
            <p14:xfrm>
              <a:off x="11658705" y="3378179"/>
              <a:ext cx="128008" cy="130475"/>
            </p14:xfrm>
          </p:contentPart>
        </mc:Choice>
        <mc:Fallback>
          <p:sp>
            <p:nvSpPr>
              <p:cNvPr id="1049872" name=""/>
              <p:cNvSpPr/>
              <p:nvPr/>
            </p:nvSpPr>
            <p:spPr>
              <a:xfrm>
                <a:off x="11658705" y="3378179"/>
                <a:ext cx="128008" cy="130475"/>
              </a:xfrm>
            </p:spPr>
          </p:sp>
        </mc:Fallback>
      </mc:AlternateContent>
      <mc:AlternateContent xmlns:mc="http://schemas.openxmlformats.org/markup-compatibility/2006">
        <mc:Choice xmlns:p14="http://schemas.microsoft.com/office/powerpoint/2010/main" Requires="p14">
          <p:contentPart p14:bwMode="auto" r:id="rId34">
            <p14:nvContentPartPr>
              <p14:cNvPr id="1049873" name=""/>
              <p14:cNvContentPartPr/>
              <p14:nvPr/>
            </p14:nvContentPartPr>
            <p14:xfrm>
              <a:off x="10473112" y="3732699"/>
              <a:ext cx="1273143" cy="63617"/>
            </p14:xfrm>
          </p:contentPart>
        </mc:Choice>
        <mc:Fallback>
          <p:sp>
            <p:nvSpPr>
              <p:cNvPr id="1049873" name=""/>
              <p:cNvSpPr/>
              <p:nvPr/>
            </p:nvSpPr>
            <p:spPr>
              <a:xfrm>
                <a:off x="10473112" y="3732699"/>
                <a:ext cx="1273143" cy="63617"/>
              </a:xfrm>
            </p:spPr>
          </p:sp>
        </mc:Fallback>
      </mc:AlternateContent>
      <mc:AlternateContent xmlns:mc="http://schemas.openxmlformats.org/markup-compatibility/2006">
        <mc:Choice xmlns:p14="http://schemas.microsoft.com/office/powerpoint/2010/main" Requires="p14">
          <p:contentPart p14:bwMode="auto" r:id="rId35">
            <p14:nvContentPartPr>
              <p14:cNvPr id="1049874" name=""/>
              <p14:cNvContentPartPr/>
              <p14:nvPr/>
            </p14:nvContentPartPr>
            <p14:xfrm>
              <a:off x="5646048" y="3713430"/>
              <a:ext cx="2590166" cy="55926"/>
            </p14:xfrm>
          </p:contentPart>
        </mc:Choice>
        <mc:Fallback>
          <p:sp>
            <p:nvSpPr>
              <p:cNvPr id="1049874" name=""/>
              <p:cNvSpPr/>
              <p:nvPr/>
            </p:nvSpPr>
            <p:spPr>
              <a:xfrm>
                <a:off x="5646048" y="3713430"/>
                <a:ext cx="2590166" cy="55926"/>
              </a:xfrm>
            </p:spPr>
          </p:sp>
        </mc:Fallback>
      </mc:AlternateContent>
      <mc:AlternateContent xmlns:mc="http://schemas.openxmlformats.org/markup-compatibility/2006">
        <mc:Choice xmlns:p14="http://schemas.microsoft.com/office/powerpoint/2010/main" Requires="p14">
          <p:contentPart p14:bwMode="auto" r:id="rId36">
            <p14:nvContentPartPr>
              <p14:cNvPr id="1049875" name=""/>
              <p14:cNvContentPartPr/>
              <p14:nvPr/>
            </p14:nvContentPartPr>
            <p14:xfrm>
              <a:off x="8328022" y="3576293"/>
              <a:ext cx="223169" cy="261676"/>
            </p14:xfrm>
          </p:contentPart>
        </mc:Choice>
        <mc:Fallback>
          <p:sp>
            <p:nvSpPr>
              <p:cNvPr id="1049875" name=""/>
              <p:cNvSpPr/>
              <p:nvPr/>
            </p:nvSpPr>
            <p:spPr>
              <a:xfrm>
                <a:off x="8328022" y="3576293"/>
                <a:ext cx="223169" cy="261676"/>
              </a:xfrm>
            </p:spPr>
          </p:sp>
        </mc:Fallback>
      </mc:AlternateContent>
      <mc:AlternateContent xmlns:mc="http://schemas.openxmlformats.org/markup-compatibility/2006">
        <mc:Choice xmlns:p14="http://schemas.microsoft.com/office/powerpoint/2010/main" Requires="p14">
          <p:contentPart p14:bwMode="auto" r:id="rId37">
            <p14:nvContentPartPr>
              <p14:cNvPr id="1049876" name=""/>
              <p14:cNvContentPartPr/>
              <p14:nvPr/>
            </p14:nvContentPartPr>
            <p14:xfrm>
              <a:off x="8334993" y="3750416"/>
              <a:ext cx="174233" cy="11728"/>
            </p14:xfrm>
          </p:contentPart>
        </mc:Choice>
        <mc:Fallback>
          <p:sp>
            <p:nvSpPr>
              <p:cNvPr id="1049876" name=""/>
              <p:cNvSpPr/>
              <p:nvPr/>
            </p:nvSpPr>
            <p:spPr>
              <a:xfrm>
                <a:off x="8334993" y="3750416"/>
                <a:ext cx="174233" cy="11728"/>
              </a:xfrm>
            </p:spPr>
          </p:sp>
        </mc:Fallback>
      </mc:AlternateContent>
      <mc:AlternateContent xmlns:mc="http://schemas.openxmlformats.org/markup-compatibility/2006">
        <mc:Choice xmlns:p14="http://schemas.microsoft.com/office/powerpoint/2010/main" Requires="p14">
          <p:contentPart p14:bwMode="auto" r:id="rId38">
            <p14:nvContentPartPr>
              <p14:cNvPr id="1049877" name=""/>
              <p14:cNvContentPartPr/>
              <p14:nvPr/>
            </p14:nvContentPartPr>
            <p14:xfrm>
              <a:off x="8306312" y="3878302"/>
              <a:ext cx="243125" cy="16814"/>
            </p14:xfrm>
          </p:contentPart>
        </mc:Choice>
        <mc:Fallback>
          <p:sp>
            <p:nvSpPr>
              <p:cNvPr id="1049877" name=""/>
              <p:cNvSpPr/>
              <p:nvPr/>
            </p:nvSpPr>
            <p:spPr>
              <a:xfrm>
                <a:off x="8306312" y="3878302"/>
                <a:ext cx="243125" cy="16814"/>
              </a:xfrm>
            </p:spPr>
          </p:sp>
        </mc:Fallback>
      </mc:AlternateContent>
      <mc:AlternateContent xmlns:mc="http://schemas.openxmlformats.org/markup-compatibility/2006">
        <mc:Choice xmlns:p14="http://schemas.microsoft.com/office/powerpoint/2010/main" Requires="p14">
          <p:contentPart p14:bwMode="auto" r:id="rId39">
            <p14:nvContentPartPr>
              <p14:cNvPr id="1049878" name=""/>
              <p14:cNvContentPartPr/>
              <p14:nvPr/>
            </p14:nvContentPartPr>
            <p14:xfrm>
              <a:off x="8557821" y="3885500"/>
              <a:ext cx="174223" cy="236827"/>
            </p14:xfrm>
          </p:contentPart>
        </mc:Choice>
        <mc:Fallback>
          <p:sp>
            <p:nvSpPr>
              <p:cNvPr id="1049878" name=""/>
              <p:cNvSpPr/>
              <p:nvPr/>
            </p:nvSpPr>
            <p:spPr>
              <a:xfrm>
                <a:off x="8557821" y="3885500"/>
                <a:ext cx="174223" cy="236827"/>
              </a:xfrm>
            </p:spPr>
          </p:sp>
        </mc:Fallback>
      </mc:AlternateContent>
      <mc:AlternateContent xmlns:mc="http://schemas.openxmlformats.org/markup-compatibility/2006">
        <mc:Choice xmlns:p14="http://schemas.microsoft.com/office/powerpoint/2010/main" Requires="p14">
          <p:contentPart p14:bwMode="auto" r:id="rId40">
            <p14:nvContentPartPr>
              <p14:cNvPr id="1049879" name=""/>
              <p14:cNvContentPartPr/>
              <p14:nvPr/>
            </p14:nvContentPartPr>
            <p14:xfrm>
              <a:off x="8807125" y="3827744"/>
              <a:ext cx="153910" cy="6626"/>
            </p14:xfrm>
          </p:contentPart>
        </mc:Choice>
        <mc:Fallback>
          <p:sp>
            <p:nvSpPr>
              <p:cNvPr id="1049879" name=""/>
              <p:cNvSpPr/>
              <p:nvPr/>
            </p:nvSpPr>
            <p:spPr>
              <a:xfrm>
                <a:off x="8807125" y="3827744"/>
                <a:ext cx="153910" cy="6626"/>
              </a:xfrm>
            </p:spPr>
          </p:sp>
        </mc:Fallback>
      </mc:AlternateContent>
      <mc:AlternateContent xmlns:mc="http://schemas.openxmlformats.org/markup-compatibility/2006">
        <mc:Choice xmlns:p14="http://schemas.microsoft.com/office/powerpoint/2010/main" Requires="p14">
          <p:contentPart p14:bwMode="auto" r:id="rId41">
            <p14:nvContentPartPr>
              <p14:cNvPr id="1049880" name=""/>
              <p14:cNvContentPartPr/>
              <p14:nvPr/>
            </p14:nvContentPartPr>
            <p14:xfrm>
              <a:off x="8807125" y="3921774"/>
              <a:ext cx="175325" cy="6912"/>
            </p14:xfrm>
          </p:contentPart>
        </mc:Choice>
        <mc:Fallback>
          <p:sp>
            <p:nvSpPr>
              <p:cNvPr id="1049880" name=""/>
              <p:cNvSpPr/>
              <p:nvPr/>
            </p:nvSpPr>
            <p:spPr>
              <a:xfrm>
                <a:off x="8807125" y="3921774"/>
                <a:ext cx="175325" cy="6912"/>
              </a:xfrm>
            </p:spPr>
          </p:sp>
        </mc:Fallback>
      </mc:AlternateContent>
      <mc:AlternateContent xmlns:mc="http://schemas.openxmlformats.org/markup-compatibility/2006">
        <mc:Choice xmlns:p14="http://schemas.microsoft.com/office/powerpoint/2010/main" Requires="p14">
          <p:contentPart p14:bwMode="auto" r:id="rId42">
            <p14:nvContentPartPr>
              <p14:cNvPr id="1049881" name=""/>
              <p14:cNvContentPartPr/>
              <p14:nvPr/>
            </p14:nvContentPartPr>
            <p14:xfrm>
              <a:off x="9043191" y="3864606"/>
              <a:ext cx="165760" cy="31582"/>
            </p14:xfrm>
          </p:contentPart>
        </mc:Choice>
        <mc:Fallback>
          <p:sp>
            <p:nvSpPr>
              <p:cNvPr id="1049881" name=""/>
              <p:cNvSpPr/>
              <p:nvPr/>
            </p:nvSpPr>
            <p:spPr>
              <a:xfrm>
                <a:off x="9043191" y="3864606"/>
                <a:ext cx="165760" cy="31582"/>
              </a:xfrm>
            </p:spPr>
          </p:sp>
        </mc:Fallback>
      </mc:AlternateContent>
      <mc:AlternateContent xmlns:mc="http://schemas.openxmlformats.org/markup-compatibility/2006">
        <mc:Choice xmlns:p14="http://schemas.microsoft.com/office/powerpoint/2010/main" Requires="p14">
          <p:contentPart p14:bwMode="auto" r:id="rId43">
            <p14:nvContentPartPr>
              <p14:cNvPr id="1049882" name=""/>
              <p14:cNvContentPartPr/>
              <p14:nvPr/>
            </p14:nvContentPartPr>
            <p14:xfrm>
              <a:off x="9259219" y="3623075"/>
              <a:ext cx="171548" cy="323730"/>
            </p14:xfrm>
          </p:contentPart>
        </mc:Choice>
        <mc:Fallback>
          <p:sp>
            <p:nvSpPr>
              <p:cNvPr id="1049882" name=""/>
              <p:cNvSpPr/>
              <p:nvPr/>
            </p:nvSpPr>
            <p:spPr>
              <a:xfrm>
                <a:off x="9259219" y="3623075"/>
                <a:ext cx="171548" cy="323730"/>
              </a:xfrm>
            </p:spPr>
          </p:sp>
        </mc:Fallback>
      </mc:AlternateContent>
      <mc:AlternateContent xmlns:mc="http://schemas.openxmlformats.org/markup-compatibility/2006">
        <mc:Choice xmlns:p14="http://schemas.microsoft.com/office/powerpoint/2010/main" Requires="p14">
          <p:contentPart p14:bwMode="auto" r:id="rId44">
            <p14:nvContentPartPr>
              <p14:cNvPr id="1049883" name=""/>
              <p14:cNvContentPartPr/>
              <p14:nvPr/>
            </p14:nvContentPartPr>
            <p14:xfrm>
              <a:off x="9431045" y="3911810"/>
              <a:ext cx="141624" cy="166912"/>
            </p14:xfrm>
          </p:contentPart>
        </mc:Choice>
        <mc:Fallback>
          <p:sp>
            <p:nvSpPr>
              <p:cNvPr id="1049883" name=""/>
              <p:cNvSpPr/>
              <p:nvPr/>
            </p:nvSpPr>
            <p:spPr>
              <a:xfrm>
                <a:off x="9431045" y="3911810"/>
                <a:ext cx="141624" cy="166912"/>
              </a:xfrm>
            </p:spPr>
          </p:sp>
        </mc:Fallback>
      </mc:AlternateContent>
      <mc:AlternateContent xmlns:mc="http://schemas.openxmlformats.org/markup-compatibility/2006">
        <mc:Choice xmlns:p14="http://schemas.microsoft.com/office/powerpoint/2010/main" Requires="p14">
          <p:contentPart p14:bwMode="auto" r:id="rId45">
            <p14:nvContentPartPr>
              <p14:cNvPr id="1049884" name=""/>
              <p14:cNvContentPartPr/>
              <p14:nvPr/>
            </p14:nvContentPartPr>
            <p14:xfrm>
              <a:off x="6527587" y="4305703"/>
              <a:ext cx="41104" cy="32265"/>
            </p14:xfrm>
          </p:contentPart>
        </mc:Choice>
        <mc:Fallback>
          <p:sp>
            <p:nvSpPr>
              <p:cNvPr id="1049884" name=""/>
              <p:cNvSpPr/>
              <p:nvPr/>
            </p:nvSpPr>
            <p:spPr>
              <a:xfrm>
                <a:off x="6527587" y="4305703"/>
                <a:ext cx="41104" cy="32265"/>
              </a:xfrm>
            </p:spPr>
          </p:sp>
        </mc:Fallback>
      </mc:AlternateContent>
      <mc:AlternateContent xmlns:mc="http://schemas.openxmlformats.org/markup-compatibility/2006">
        <mc:Choice xmlns:p14="http://schemas.microsoft.com/office/powerpoint/2010/main" Requires="p14">
          <p:contentPart p14:bwMode="auto" r:id="rId46">
            <p14:nvContentPartPr>
              <p14:cNvPr id="1049905" name=""/>
              <p14:cNvContentPartPr/>
              <p14:nvPr/>
            </p14:nvContentPartPr>
            <p14:xfrm>
              <a:off x="5249185" y="2039342"/>
              <a:ext cx="522504" cy="452861"/>
            </p14:xfrm>
          </p:contentPart>
        </mc:Choice>
        <mc:Fallback>
          <p:sp>
            <p:nvSpPr>
              <p:cNvPr id="1049905" name=""/>
              <p:cNvSpPr/>
              <p:nvPr/>
            </p:nvSpPr>
            <p:spPr>
              <a:xfrm>
                <a:off x="5249185" y="2039342"/>
                <a:ext cx="522504" cy="452861"/>
              </a:xfrm>
            </p:spPr>
          </p:sp>
        </mc:Fallback>
      </mc:AlternateContent>
      <mc:AlternateContent xmlns:mc="http://schemas.openxmlformats.org/markup-compatibility/2006">
        <mc:Choice xmlns:p14="http://schemas.microsoft.com/office/powerpoint/2010/main" Requires="p14">
          <p:contentPart p14:bwMode="auto" r:id="rId47">
            <p14:nvContentPartPr>
              <p14:cNvPr id="1049906" name=""/>
              <p14:cNvContentPartPr/>
              <p14:nvPr/>
            </p14:nvContentPartPr>
            <p14:xfrm>
              <a:off x="4952412" y="1762645"/>
              <a:ext cx="266740" cy="311934"/>
            </p14:xfrm>
          </p:contentPart>
        </mc:Choice>
        <mc:Fallback>
          <p:sp>
            <p:nvSpPr>
              <p:cNvPr id="1049906" name=""/>
              <p:cNvSpPr/>
              <p:nvPr/>
            </p:nvSpPr>
            <p:spPr>
              <a:xfrm>
                <a:off x="4952412" y="1762645"/>
                <a:ext cx="266740" cy="311934"/>
              </a:xfrm>
            </p:spPr>
          </p:sp>
        </mc:Fallback>
      </mc:AlternateContent>
      <mc:AlternateContent xmlns:mc="http://schemas.openxmlformats.org/markup-compatibility/2006">
        <mc:Choice xmlns:p14="http://schemas.microsoft.com/office/powerpoint/2010/main" Requires="p14">
          <p:contentPart p14:bwMode="auto" r:id="rId48">
            <p14:nvContentPartPr>
              <p14:cNvPr id="1049907" name=""/>
              <p14:cNvContentPartPr/>
              <p14:nvPr/>
            </p14:nvContentPartPr>
            <p14:xfrm>
              <a:off x="5059634" y="1964144"/>
              <a:ext cx="226402" cy="200774"/>
            </p14:xfrm>
          </p:contentPart>
        </mc:Choice>
        <mc:Fallback>
          <p:sp>
            <p:nvSpPr>
              <p:cNvPr id="1049907" name=""/>
              <p:cNvSpPr/>
              <p:nvPr/>
            </p:nvSpPr>
            <p:spPr>
              <a:xfrm>
                <a:off x="5059634" y="1964144"/>
                <a:ext cx="226402" cy="200774"/>
              </a:xfrm>
            </p:spPr>
          </p:sp>
        </mc:Fallback>
      </mc:AlternateContent>
      <mc:AlternateContent xmlns:mc="http://schemas.openxmlformats.org/markup-compatibility/2006">
        <mc:Choice xmlns:p14="http://schemas.microsoft.com/office/powerpoint/2010/main" Requires="p14">
          <p:contentPart p14:bwMode="auto" r:id="rId49">
            <p14:nvContentPartPr>
              <p14:cNvPr id="1049908" name=""/>
              <p14:cNvContentPartPr/>
              <p14:nvPr/>
            </p14:nvContentPartPr>
            <p14:xfrm>
              <a:off x="4402554" y="1509232"/>
              <a:ext cx="460396" cy="259876"/>
            </p14:xfrm>
          </p:contentPart>
        </mc:Choice>
        <mc:Fallback>
          <p:sp>
            <p:nvSpPr>
              <p:cNvPr id="1049908" name=""/>
              <p:cNvSpPr/>
              <p:nvPr/>
            </p:nvSpPr>
            <p:spPr>
              <a:xfrm>
                <a:off x="4402554" y="1509232"/>
                <a:ext cx="460396" cy="259876"/>
              </a:xfrm>
            </p:spPr>
          </p:sp>
        </mc:Fallback>
      </mc:AlternateContent>
      <mc:AlternateContent xmlns:mc="http://schemas.openxmlformats.org/markup-compatibility/2006">
        <mc:Choice xmlns:p14="http://schemas.microsoft.com/office/powerpoint/2010/main" Requires="p14">
          <p:contentPart p14:bwMode="auto" r:id="rId50">
            <p14:nvContentPartPr>
              <p14:cNvPr id="1049909" name=""/>
              <p14:cNvContentPartPr/>
              <p14:nvPr/>
            </p14:nvContentPartPr>
            <p14:xfrm>
              <a:off x="4895050" y="1349888"/>
              <a:ext cx="281363" cy="380297"/>
            </p14:xfrm>
          </p:contentPart>
        </mc:Choice>
        <mc:Fallback>
          <p:sp>
            <p:nvSpPr>
              <p:cNvPr id="1049909" name=""/>
              <p:cNvSpPr/>
              <p:nvPr/>
            </p:nvSpPr>
            <p:spPr>
              <a:xfrm>
                <a:off x="4895050" y="1349888"/>
                <a:ext cx="281363" cy="380297"/>
              </a:xfrm>
            </p:spPr>
          </p:sp>
        </mc:Fallback>
      </mc:AlternateContent>
      <mc:AlternateContent xmlns:mc="http://schemas.openxmlformats.org/markup-compatibility/2006">
        <mc:Choice xmlns:p14="http://schemas.microsoft.com/office/powerpoint/2010/main" Requires="p14">
          <p:contentPart p14:bwMode="auto" r:id="rId51">
            <p14:nvContentPartPr>
              <p14:cNvPr id="1049910" name=""/>
              <p14:cNvContentPartPr/>
              <p14:nvPr/>
            </p14:nvContentPartPr>
            <p14:xfrm>
              <a:off x="4830628" y="1494747"/>
              <a:ext cx="173292" cy="7535"/>
            </p14:xfrm>
          </p:contentPart>
        </mc:Choice>
        <mc:Fallback>
          <p:sp>
            <p:nvSpPr>
              <p:cNvPr id="1049910" name=""/>
              <p:cNvSpPr/>
              <p:nvPr/>
            </p:nvSpPr>
            <p:spPr>
              <a:xfrm>
                <a:off x="4830628" y="1494747"/>
                <a:ext cx="173292" cy="7535"/>
              </a:xfrm>
            </p:spPr>
          </p:sp>
        </mc:Fallback>
      </mc:AlternateContent>
      <mc:AlternateContent xmlns:mc="http://schemas.openxmlformats.org/markup-compatibility/2006">
        <mc:Choice xmlns:p14="http://schemas.microsoft.com/office/powerpoint/2010/main" Requires="p14">
          <p:contentPart p14:bwMode="auto" r:id="rId52">
            <p14:nvContentPartPr>
              <p14:cNvPr id="1049911" name=""/>
              <p14:cNvContentPartPr/>
              <p14:nvPr/>
            </p14:nvContentPartPr>
            <p14:xfrm>
              <a:off x="4225856" y="1929723"/>
              <a:ext cx="277528" cy="320426"/>
            </p14:xfrm>
          </p:contentPart>
        </mc:Choice>
        <mc:Fallback>
          <p:sp>
            <p:nvSpPr>
              <p:cNvPr id="1049911" name=""/>
              <p:cNvSpPr/>
              <p:nvPr/>
            </p:nvSpPr>
            <p:spPr>
              <a:xfrm>
                <a:off x="4225856" y="1929723"/>
                <a:ext cx="277528" cy="320426"/>
              </a:xfrm>
            </p:spPr>
          </p:sp>
        </mc:Fallback>
      </mc:AlternateContent>
      <mc:AlternateContent xmlns:mc="http://schemas.openxmlformats.org/markup-compatibility/2006">
        <mc:Choice xmlns:p14="http://schemas.microsoft.com/office/powerpoint/2010/main" Requires="p14">
          <p:contentPart p14:bwMode="auto" r:id="rId53">
            <p14:nvContentPartPr>
              <p14:cNvPr id="1049912" name=""/>
              <p14:cNvContentPartPr/>
              <p14:nvPr/>
            </p14:nvContentPartPr>
            <p14:xfrm>
              <a:off x="4540208" y="1907594"/>
              <a:ext cx="40234" cy="308034"/>
            </p14:xfrm>
          </p:contentPart>
        </mc:Choice>
        <mc:Fallback>
          <p:sp>
            <p:nvSpPr>
              <p:cNvPr id="1049912" name=""/>
              <p:cNvSpPr/>
              <p:nvPr/>
            </p:nvSpPr>
            <p:spPr>
              <a:xfrm>
                <a:off x="4540208" y="1907594"/>
                <a:ext cx="40234" cy="308034"/>
              </a:xfrm>
            </p:spPr>
          </p:sp>
        </mc:Fallback>
      </mc:AlternateContent>
      <mc:AlternateContent xmlns:mc="http://schemas.openxmlformats.org/markup-compatibility/2006">
        <mc:Choice xmlns:p14="http://schemas.microsoft.com/office/powerpoint/2010/main" Requires="p14">
          <p:contentPart p14:bwMode="auto" r:id="rId54">
            <p14:nvContentPartPr>
              <p14:cNvPr id="1049913" name=""/>
              <p14:cNvContentPartPr/>
              <p14:nvPr/>
            </p14:nvContentPartPr>
            <p14:xfrm>
              <a:off x="4458659" y="2059988"/>
              <a:ext cx="264747" cy="186619"/>
            </p14:xfrm>
          </p:contentPart>
        </mc:Choice>
        <mc:Fallback>
          <p:sp>
            <p:nvSpPr>
              <p:cNvPr id="1049913" name=""/>
              <p:cNvSpPr/>
              <p:nvPr/>
            </p:nvSpPr>
            <p:spPr>
              <a:xfrm>
                <a:off x="4458659" y="2059988"/>
                <a:ext cx="264747" cy="186619"/>
              </a:xfrm>
            </p:spPr>
          </p:sp>
        </mc:Fallback>
      </mc:AlternateContent>
      <mc:AlternateContent xmlns:mc="http://schemas.openxmlformats.org/markup-compatibility/2006">
        <mc:Choice xmlns:p14="http://schemas.microsoft.com/office/powerpoint/2010/main" Requires="p14">
          <p:contentPart p14:bwMode="auto" r:id="rId55">
            <p14:nvContentPartPr>
              <p14:cNvPr id="1049914" name=""/>
              <p14:cNvContentPartPr/>
              <p14:nvPr/>
            </p14:nvContentPartPr>
            <p14:xfrm>
              <a:off x="4735911" y="2101696"/>
              <a:ext cx="94712" cy="122774"/>
            </p14:xfrm>
          </p:contentPart>
        </mc:Choice>
        <mc:Fallback>
          <p:sp>
            <p:nvSpPr>
              <p:cNvPr id="1049914" name=""/>
              <p:cNvSpPr/>
              <p:nvPr/>
            </p:nvSpPr>
            <p:spPr>
              <a:xfrm>
                <a:off x="4735911" y="2101696"/>
                <a:ext cx="94712" cy="122774"/>
              </a:xfrm>
            </p:spPr>
          </p:sp>
        </mc:Fallback>
      </mc:AlternateContent>
      <mc:AlternateContent xmlns:mc="http://schemas.openxmlformats.org/markup-compatibility/2006">
        <mc:Choice xmlns:p14="http://schemas.microsoft.com/office/powerpoint/2010/main" Requires="p14">
          <p:contentPart p14:bwMode="auto" r:id="rId56">
            <p14:nvContentPartPr>
              <p14:cNvPr id="1049915" name=""/>
              <p14:cNvContentPartPr/>
              <p14:nvPr/>
            </p14:nvContentPartPr>
            <p14:xfrm>
              <a:off x="4889173" y="2074136"/>
              <a:ext cx="62031" cy="141071"/>
            </p14:xfrm>
          </p:contentPart>
        </mc:Choice>
        <mc:Fallback>
          <p:sp>
            <p:nvSpPr>
              <p:cNvPr id="1049915" name=""/>
              <p:cNvSpPr/>
              <p:nvPr/>
            </p:nvSpPr>
            <p:spPr>
              <a:xfrm>
                <a:off x="4889173" y="2074136"/>
                <a:ext cx="62031" cy="141071"/>
              </a:xfrm>
            </p:spPr>
          </p:sp>
        </mc:Fallback>
      </mc:AlternateContent>
      <mc:AlternateContent xmlns:mc="http://schemas.openxmlformats.org/markup-compatibility/2006">
        <mc:Choice xmlns:p14="http://schemas.microsoft.com/office/powerpoint/2010/main" Requires="p14">
          <p:contentPart p14:bwMode="auto" r:id="rId57">
            <p14:nvContentPartPr>
              <p14:cNvPr id="1049916" name=""/>
              <p14:cNvContentPartPr/>
              <p14:nvPr/>
            </p14:nvContentPartPr>
            <p14:xfrm>
              <a:off x="4945352" y="1878554"/>
              <a:ext cx="21179" cy="326134"/>
            </p14:xfrm>
          </p:contentPart>
        </mc:Choice>
        <mc:Fallback>
          <p:sp>
            <p:nvSpPr>
              <p:cNvPr id="1049916" name=""/>
              <p:cNvSpPr/>
              <p:nvPr/>
            </p:nvSpPr>
            <p:spPr>
              <a:xfrm>
                <a:off x="4945352" y="1878554"/>
                <a:ext cx="21179" cy="326134"/>
              </a:xfrm>
            </p:spPr>
          </p:sp>
        </mc:Fallback>
      </mc:AlternateContent>
      <mc:AlternateContent xmlns:mc="http://schemas.openxmlformats.org/markup-compatibility/2006">
        <mc:Choice xmlns:p14="http://schemas.microsoft.com/office/powerpoint/2010/main" Requires="p14">
          <p:contentPart p14:bwMode="auto" r:id="rId58">
            <p14:nvContentPartPr>
              <p14:cNvPr id="1049917" name=""/>
              <p14:cNvContentPartPr/>
              <p14:nvPr/>
            </p14:nvContentPartPr>
            <p14:xfrm>
              <a:off x="4937851" y="1880063"/>
              <a:ext cx="498833" cy="266547"/>
            </p14:xfrm>
          </p:contentPart>
        </mc:Choice>
        <mc:Fallback>
          <p:sp>
            <p:nvSpPr>
              <p:cNvPr id="1049917" name=""/>
              <p:cNvSpPr/>
              <p:nvPr/>
            </p:nvSpPr>
            <p:spPr>
              <a:xfrm>
                <a:off x="4937851" y="1880063"/>
                <a:ext cx="498833" cy="266547"/>
              </a:xfrm>
            </p:spPr>
          </p:sp>
        </mc:Fallback>
      </mc:AlternateContent>
      <mc:AlternateContent xmlns:mc="http://schemas.openxmlformats.org/markup-compatibility/2006">
        <mc:Choice xmlns:p14="http://schemas.microsoft.com/office/powerpoint/2010/main" Requires="p14">
          <p:contentPart p14:bwMode="auto" r:id="rId59">
            <p14:nvContentPartPr>
              <p14:cNvPr id="1049918" name=""/>
              <p14:cNvContentPartPr/>
              <p14:nvPr/>
            </p14:nvContentPartPr>
            <p14:xfrm>
              <a:off x="4470871" y="2273192"/>
              <a:ext cx="467862" cy="94269"/>
            </p14:xfrm>
          </p:contentPart>
        </mc:Choice>
        <mc:Fallback>
          <p:sp>
            <p:nvSpPr>
              <p:cNvPr id="1049918" name=""/>
              <p:cNvSpPr/>
              <p:nvPr/>
            </p:nvSpPr>
            <p:spPr>
              <a:xfrm>
                <a:off x="4470871" y="2273192"/>
                <a:ext cx="467862" cy="94269"/>
              </a:xfrm>
            </p:spPr>
          </p:sp>
        </mc:Fallback>
      </mc:AlternateContent>
      <mc:AlternateContent xmlns:mc="http://schemas.openxmlformats.org/markup-compatibility/2006">
        <mc:Choice xmlns:p14="http://schemas.microsoft.com/office/powerpoint/2010/main" Requires="p14">
          <p:contentPart p14:bwMode="auto" r:id="rId60">
            <p14:nvContentPartPr>
              <p14:cNvPr id="1049919" name=""/>
              <p14:cNvContentPartPr/>
              <p14:nvPr/>
            </p14:nvContentPartPr>
            <p14:xfrm>
              <a:off x="4502709" y="1762645"/>
              <a:ext cx="463822" cy="72101"/>
            </p14:xfrm>
          </p:contentPart>
        </mc:Choice>
        <mc:Fallback>
          <p:sp>
            <p:nvSpPr>
              <p:cNvPr id="1049919" name=""/>
              <p:cNvSpPr/>
              <p:nvPr/>
            </p:nvSpPr>
            <p:spPr>
              <a:xfrm>
                <a:off x="4502709" y="1762645"/>
                <a:ext cx="463822" cy="72101"/>
              </a:xfrm>
            </p:spPr>
          </p:sp>
        </mc:Fallback>
      </mc:AlternateContent>
      <mc:AlternateContent xmlns:mc="http://schemas.openxmlformats.org/markup-compatibility/2006">
        <mc:Choice xmlns:p14="http://schemas.microsoft.com/office/powerpoint/2010/main" Requires="p14">
          <p:contentPart p14:bwMode="auto" r:id="rId61">
            <p14:nvContentPartPr>
              <p14:cNvPr id="1049920" name=""/>
              <p14:cNvContentPartPr/>
              <p14:nvPr/>
            </p14:nvContentPartPr>
            <p14:xfrm>
              <a:off x="6231654" y="2250825"/>
              <a:ext cx="36549" cy="140511"/>
            </p14:xfrm>
          </p:contentPart>
        </mc:Choice>
        <mc:Fallback>
          <p:sp>
            <p:nvSpPr>
              <p:cNvPr id="1049920" name=""/>
              <p:cNvSpPr/>
              <p:nvPr/>
            </p:nvSpPr>
            <p:spPr>
              <a:xfrm>
                <a:off x="6231654" y="2250825"/>
                <a:ext cx="36549" cy="140511"/>
              </a:xfrm>
            </p:spPr>
          </p:sp>
        </mc:Fallback>
      </mc:AlternateContent>
      <mc:AlternateContent xmlns:mc="http://schemas.openxmlformats.org/markup-compatibility/2006">
        <mc:Choice xmlns:p14="http://schemas.microsoft.com/office/powerpoint/2010/main" Requires="p14">
          <p:contentPart p14:bwMode="auto" r:id="rId62">
            <p14:nvContentPartPr>
              <p14:cNvPr id="1049921" name=""/>
              <p14:cNvContentPartPr/>
              <p14:nvPr/>
            </p14:nvContentPartPr>
            <p14:xfrm>
              <a:off x="7090683" y="2248372"/>
              <a:ext cx="18974" cy="150801"/>
            </p14:xfrm>
          </p:contentPart>
        </mc:Choice>
        <mc:Fallback>
          <p:sp>
            <p:nvSpPr>
              <p:cNvPr id="1049921" name=""/>
              <p:cNvSpPr/>
              <p:nvPr/>
            </p:nvSpPr>
            <p:spPr>
              <a:xfrm>
                <a:off x="7090683" y="2248372"/>
                <a:ext cx="18974" cy="150801"/>
              </a:xfrm>
            </p:spPr>
          </p:sp>
        </mc:Fallback>
      </mc:AlternateContent>
      <mc:AlternateContent xmlns:mc="http://schemas.openxmlformats.org/markup-compatibility/2006">
        <mc:Choice xmlns:p14="http://schemas.microsoft.com/office/powerpoint/2010/main" Requires="p14">
          <p:contentPart p14:bwMode="auto" r:id="rId63">
            <p14:nvContentPartPr>
              <p14:cNvPr id="1049922" name=""/>
              <p14:cNvContentPartPr/>
              <p14:nvPr/>
            </p14:nvContentPartPr>
            <p14:xfrm>
              <a:off x="1474698" y="1891796"/>
              <a:ext cx="363048" cy="475729"/>
            </p14:xfrm>
          </p:contentPart>
        </mc:Choice>
        <mc:Fallback>
          <p:sp>
            <p:nvSpPr>
              <p:cNvPr id="1049922" name=""/>
              <p:cNvSpPr/>
              <p:nvPr/>
            </p:nvSpPr>
            <p:spPr>
              <a:xfrm>
                <a:off x="1474698" y="1891796"/>
                <a:ext cx="363048" cy="475729"/>
              </a:xfrm>
            </p:spPr>
          </p:sp>
        </mc:Fallback>
      </mc:AlternateContent>
      <mc:AlternateContent xmlns:mc="http://schemas.openxmlformats.org/markup-compatibility/2006">
        <mc:Choice xmlns:p14="http://schemas.microsoft.com/office/powerpoint/2010/main" Requires="p14">
          <p:contentPart p14:bwMode="auto" r:id="rId64">
            <p14:nvContentPartPr>
              <p14:cNvPr id="1049923" name=""/>
              <p14:cNvContentPartPr/>
              <p14:nvPr/>
            </p14:nvContentPartPr>
            <p14:xfrm>
              <a:off x="12251857" y="2734164"/>
              <a:ext cx="30069" cy="34905"/>
            </p14:xfrm>
          </p:contentPart>
        </mc:Choice>
        <mc:Fallback>
          <p:sp>
            <p:nvSpPr>
              <p:cNvPr id="1049923" name=""/>
              <p:cNvSpPr/>
              <p:nvPr/>
            </p:nvSpPr>
            <p:spPr>
              <a:xfrm>
                <a:off x="12251857" y="2734164"/>
                <a:ext cx="30069" cy="34905"/>
              </a:xfrm>
            </p:spPr>
          </p:sp>
        </mc:Fallback>
      </mc:AlternateContent>
      <mc:AlternateContent xmlns:mc="http://schemas.openxmlformats.org/markup-compatibility/2006">
        <mc:Choice xmlns:p14="http://schemas.microsoft.com/office/powerpoint/2010/main" Requires="p14">
          <p:contentPart p14:bwMode="auto" r:id="rId65">
            <p14:nvContentPartPr>
              <p14:cNvPr id="1049924" name=""/>
              <p14:cNvContentPartPr/>
              <p14:nvPr/>
            </p14:nvContentPartPr>
            <p14:xfrm>
              <a:off x="5975919" y="2209791"/>
              <a:ext cx="44360" cy="212790"/>
            </p14:xfrm>
          </p:contentPart>
        </mc:Choice>
        <mc:Fallback>
          <p:sp>
            <p:nvSpPr>
              <p:cNvPr id="1049924" name=""/>
              <p:cNvSpPr/>
              <p:nvPr/>
            </p:nvSpPr>
            <p:spPr>
              <a:xfrm>
                <a:off x="5975919" y="2209791"/>
                <a:ext cx="44360" cy="212790"/>
              </a:xfrm>
            </p:spPr>
          </p:sp>
        </mc:Fallback>
      </mc:AlternateContent>
      <mc:AlternateContent xmlns:mc="http://schemas.openxmlformats.org/markup-compatibility/2006">
        <mc:Choice xmlns:p14="http://schemas.microsoft.com/office/powerpoint/2010/main" Requires="p14">
          <p:contentPart p14:bwMode="auto" r:id="rId66">
            <p14:nvContentPartPr>
              <p14:cNvPr id="1049925" name=""/>
              <p14:cNvContentPartPr/>
              <p14:nvPr/>
            </p14:nvContentPartPr>
            <p14:xfrm>
              <a:off x="11535340" y="5345662"/>
              <a:ext cx="399707" cy="18349"/>
            </p14:xfrm>
          </p:contentPart>
        </mc:Choice>
        <mc:Fallback>
          <p:sp>
            <p:nvSpPr>
              <p:cNvPr id="1049925" name=""/>
              <p:cNvSpPr/>
              <p:nvPr/>
            </p:nvSpPr>
            <p:spPr>
              <a:xfrm>
                <a:off x="11535340" y="5345662"/>
                <a:ext cx="399707" cy="18349"/>
              </a:xfrm>
            </p:spPr>
          </p:sp>
        </mc:Fallback>
      </mc:AlternateContent>
      <mc:AlternateContent xmlns:mc="http://schemas.openxmlformats.org/markup-compatibility/2006">
        <mc:Choice xmlns:p14="http://schemas.microsoft.com/office/powerpoint/2010/main" Requires="p14">
          <p:contentPart p14:bwMode="auto" r:id="rId67">
            <p14:nvContentPartPr>
              <p14:cNvPr id="1049926" name=""/>
              <p14:cNvContentPartPr/>
              <p14:nvPr/>
            </p14:nvContentPartPr>
            <p14:xfrm>
              <a:off x="10471788" y="5442559"/>
              <a:ext cx="650106" cy="36634"/>
            </p14:xfrm>
          </p:contentPart>
        </mc:Choice>
        <mc:Fallback>
          <p:sp>
            <p:nvSpPr>
              <p:cNvPr id="1049926" name=""/>
              <p:cNvSpPr/>
              <p:nvPr/>
            </p:nvSpPr>
            <p:spPr>
              <a:xfrm>
                <a:off x="10471788" y="5442559"/>
                <a:ext cx="650106" cy="36634"/>
              </a:xfrm>
            </p:spPr>
          </p:sp>
        </mc:Fallback>
      </mc:AlternateContent>
      <mc:AlternateContent xmlns:mc="http://schemas.openxmlformats.org/markup-compatibility/2006">
        <mc:Choice xmlns:p14="http://schemas.microsoft.com/office/powerpoint/2010/main" Requires="p14">
          <p:contentPart p14:bwMode="auto" r:id="rId68">
            <p14:nvContentPartPr>
              <p14:cNvPr id="1049927" name=""/>
              <p14:cNvContentPartPr/>
              <p14:nvPr/>
            </p14:nvContentPartPr>
            <p14:xfrm>
              <a:off x="11444169" y="4538605"/>
              <a:ext cx="502411" cy="121362"/>
            </p14:xfrm>
          </p:contentPart>
        </mc:Choice>
        <mc:Fallback>
          <p:sp>
            <p:nvSpPr>
              <p:cNvPr id="1049927" name=""/>
              <p:cNvSpPr/>
              <p:nvPr/>
            </p:nvSpPr>
            <p:spPr>
              <a:xfrm>
                <a:off x="11444169" y="4538605"/>
                <a:ext cx="502411" cy="121362"/>
              </a:xfrm>
            </p:spPr>
          </p:sp>
        </mc:Fallback>
      </mc:AlternateContent>
      <mc:AlternateContent xmlns:mc="http://schemas.openxmlformats.org/markup-compatibility/2006">
        <mc:Choice xmlns:p14="http://schemas.microsoft.com/office/powerpoint/2010/main" Requires="p14">
          <p:contentPart p14:bwMode="auto" r:id="rId69">
            <p14:nvContentPartPr>
              <p14:cNvPr id="1049928" name=""/>
              <p14:cNvContentPartPr/>
              <p14:nvPr/>
            </p14:nvContentPartPr>
            <p14:xfrm>
              <a:off x="9053121" y="5116821"/>
              <a:ext cx="40542" cy="239894"/>
            </p14:xfrm>
          </p:contentPart>
        </mc:Choice>
        <mc:Fallback>
          <p:sp>
            <p:nvSpPr>
              <p:cNvPr id="1049928" name=""/>
              <p:cNvSpPr/>
              <p:nvPr/>
            </p:nvSpPr>
            <p:spPr>
              <a:xfrm>
                <a:off x="9053121" y="5116821"/>
                <a:ext cx="40542" cy="239894"/>
              </a:xfrm>
            </p:spPr>
          </p:sp>
        </mc:Fallback>
      </mc:AlternateContent>
      <mc:AlternateContent xmlns:mc="http://schemas.openxmlformats.org/markup-compatibility/2006">
        <mc:Choice xmlns:p14="http://schemas.microsoft.com/office/powerpoint/2010/main" Requires="p14">
          <p:contentPart p14:bwMode="auto" r:id="rId70">
            <p14:nvContentPartPr>
              <p14:cNvPr id="1049929" name=""/>
              <p14:cNvContentPartPr/>
              <p14:nvPr/>
            </p14:nvContentPartPr>
            <p14:xfrm>
              <a:off x="9039645" y="5140655"/>
              <a:ext cx="41250" cy="145978"/>
            </p14:xfrm>
          </p:contentPart>
        </mc:Choice>
        <mc:Fallback>
          <p:sp>
            <p:nvSpPr>
              <p:cNvPr id="1049929" name=""/>
              <p:cNvSpPr/>
              <p:nvPr/>
            </p:nvSpPr>
            <p:spPr>
              <a:xfrm>
                <a:off x="9039645" y="5140655"/>
                <a:ext cx="41250" cy="145978"/>
              </a:xfrm>
            </p:spPr>
          </p:sp>
        </mc:Fallback>
      </mc:AlternateContent>
      <mc:AlternateContent xmlns:mc="http://schemas.openxmlformats.org/markup-compatibility/2006">
        <mc:Choice xmlns:p14="http://schemas.microsoft.com/office/powerpoint/2010/main" Requires="p14">
          <p:contentPart p14:bwMode="auto" r:id="rId71">
            <p14:nvContentPartPr>
              <p14:cNvPr id="1049930" name=""/>
              <p14:cNvContentPartPr/>
              <p14:nvPr/>
            </p14:nvContentPartPr>
            <p14:xfrm>
              <a:off x="9093325" y="5161986"/>
              <a:ext cx="289649" cy="50493"/>
            </p14:xfrm>
          </p:contentPart>
        </mc:Choice>
        <mc:Fallback>
          <p:sp>
            <p:nvSpPr>
              <p:cNvPr id="1049930" name=""/>
              <p:cNvSpPr/>
              <p:nvPr/>
            </p:nvSpPr>
            <p:spPr>
              <a:xfrm>
                <a:off x="9093325" y="5161986"/>
                <a:ext cx="289649" cy="50493"/>
              </a:xfrm>
            </p:spPr>
          </p:sp>
        </mc:Fallback>
      </mc:AlternateContent>
      <mc:AlternateContent xmlns:mc="http://schemas.openxmlformats.org/markup-compatibility/2006">
        <mc:Choice xmlns:p14="http://schemas.microsoft.com/office/powerpoint/2010/main" Requires="p14">
          <p:contentPart p14:bwMode="auto" r:id="rId72">
            <p14:nvContentPartPr>
              <p14:cNvPr id="1049931" name=""/>
              <p14:cNvContentPartPr/>
              <p14:nvPr/>
            </p14:nvContentPartPr>
            <p14:xfrm>
              <a:off x="8833858" y="4911176"/>
              <a:ext cx="603810" cy="549236"/>
            </p14:xfrm>
          </p:contentPart>
        </mc:Choice>
        <mc:Fallback>
          <p:sp>
            <p:nvSpPr>
              <p:cNvPr id="1049931" name=""/>
              <p:cNvSpPr/>
              <p:nvPr/>
            </p:nvSpPr>
            <p:spPr>
              <a:xfrm>
                <a:off x="8833858" y="4911176"/>
                <a:ext cx="603810" cy="549236"/>
              </a:xfrm>
            </p:spPr>
          </p:sp>
        </mc:Fallback>
      </mc:AlternateContent>
      <mc:AlternateContent xmlns:mc="http://schemas.openxmlformats.org/markup-compatibility/2006">
        <mc:Choice xmlns:p14="http://schemas.microsoft.com/office/powerpoint/2010/main" Requires="p14">
          <p:contentPart p14:bwMode="auto" r:id="rId73">
            <p14:nvContentPartPr>
              <p14:cNvPr id="1049932" name=""/>
              <p14:cNvContentPartPr/>
              <p14:nvPr/>
            </p14:nvContentPartPr>
            <p14:xfrm>
              <a:off x="5777945" y="2376021"/>
              <a:ext cx="3079223" cy="2640390"/>
            </p14:xfrm>
          </p:contentPart>
        </mc:Choice>
        <mc:Fallback>
          <p:sp>
            <p:nvSpPr>
              <p:cNvPr id="1049932" name=""/>
              <p:cNvSpPr/>
              <p:nvPr/>
            </p:nvSpPr>
            <p:spPr>
              <a:xfrm>
                <a:off x="5777945" y="2376021"/>
                <a:ext cx="3079223" cy="2640390"/>
              </a:xfrm>
            </p:spPr>
          </p:sp>
        </mc:Fallback>
      </mc:AlternateContent>
      <mc:AlternateContent xmlns:mc="http://schemas.openxmlformats.org/markup-compatibility/2006">
        <mc:Choice xmlns:p14="http://schemas.microsoft.com/office/powerpoint/2010/main" Requires="p14">
          <p:contentPart p14:bwMode="auto" r:id="rId74">
            <p14:nvContentPartPr>
              <p14:cNvPr id="1049933" name=""/>
              <p14:cNvContentPartPr/>
              <p14:nvPr/>
            </p14:nvContentPartPr>
            <p14:xfrm>
              <a:off x="5673042" y="2255731"/>
              <a:ext cx="313400" cy="33061"/>
            </p14:xfrm>
          </p:contentPart>
        </mc:Choice>
        <mc:Fallback>
          <p:sp>
            <p:nvSpPr>
              <p:cNvPr id="1049933" name=""/>
              <p:cNvSpPr/>
              <p:nvPr/>
            </p:nvSpPr>
            <p:spPr>
              <a:xfrm>
                <a:off x="5673042" y="2255731"/>
                <a:ext cx="313400" cy="33061"/>
              </a:xfrm>
            </p:spPr>
          </p:sp>
        </mc:Fallback>
      </mc:AlternateContent>
      <mc:AlternateContent xmlns:mc="http://schemas.openxmlformats.org/markup-compatibility/2006">
        <mc:Choice xmlns:p14="http://schemas.microsoft.com/office/powerpoint/2010/main" Requires="p14">
          <p:contentPart p14:bwMode="auto" r:id="rId75">
            <p14:nvContentPartPr>
              <p14:cNvPr id="1049934" name=""/>
              <p14:cNvContentPartPr/>
              <p14:nvPr/>
            </p14:nvContentPartPr>
            <p14:xfrm>
              <a:off x="10014247" y="4629970"/>
              <a:ext cx="176140" cy="154337"/>
            </p14:xfrm>
          </p:contentPart>
        </mc:Choice>
        <mc:Fallback>
          <p:sp>
            <p:nvSpPr>
              <p:cNvPr id="1049934" name=""/>
              <p:cNvSpPr/>
              <p:nvPr/>
            </p:nvSpPr>
            <p:spPr>
              <a:xfrm>
                <a:off x="10014247" y="4629970"/>
                <a:ext cx="176140" cy="154337"/>
              </a:xfrm>
            </p:spPr>
          </p:sp>
        </mc:Fallback>
      </mc:AlternateContent>
      <mc:AlternateContent xmlns:mc="http://schemas.openxmlformats.org/markup-compatibility/2006">
        <mc:Choice xmlns:p14="http://schemas.microsoft.com/office/powerpoint/2010/main" Requires="p14">
          <p:contentPart p14:bwMode="auto" r:id="rId76">
            <p14:nvContentPartPr>
              <p14:cNvPr id="1049935" name=""/>
              <p14:cNvContentPartPr/>
              <p14:nvPr/>
            </p14:nvContentPartPr>
            <p14:xfrm>
              <a:off x="10167485" y="5599384"/>
              <a:ext cx="97654" cy="178186"/>
            </p14:xfrm>
          </p:contentPart>
        </mc:Choice>
        <mc:Fallback>
          <p:sp>
            <p:nvSpPr>
              <p:cNvPr id="1049935" name=""/>
              <p:cNvSpPr/>
              <p:nvPr/>
            </p:nvSpPr>
            <p:spPr>
              <a:xfrm>
                <a:off x="10167485" y="5599384"/>
                <a:ext cx="97654" cy="178186"/>
              </a:xfrm>
            </p:spPr>
          </p:sp>
        </mc:Fallback>
      </mc:AlternateContent>
      <mc:AlternateContent xmlns:mc="http://schemas.openxmlformats.org/markup-compatibility/2006">
        <mc:Choice xmlns:p14="http://schemas.microsoft.com/office/powerpoint/2010/main" Requires="p14">
          <p:contentPart p14:bwMode="auto" r:id="rId77">
            <p14:nvContentPartPr>
              <p14:cNvPr id="1049936" name=""/>
              <p14:cNvContentPartPr/>
              <p14:nvPr/>
            </p14:nvContentPartPr>
            <p14:xfrm>
              <a:off x="5819025" y="2146000"/>
              <a:ext cx="16310" cy="161433"/>
            </p14:xfrm>
          </p:contentPart>
        </mc:Choice>
        <mc:Fallback>
          <p:sp>
            <p:nvSpPr>
              <p:cNvPr id="1049936" name=""/>
              <p:cNvSpPr/>
              <p:nvPr/>
            </p:nvSpPr>
            <p:spPr>
              <a:xfrm>
                <a:off x="5819025" y="2146000"/>
                <a:ext cx="16310" cy="161433"/>
              </a:xfrm>
            </p:spPr>
          </p:sp>
        </mc:Fallback>
      </mc:AlternateContent>
      <mc:AlternateContent xmlns:mc="http://schemas.openxmlformats.org/markup-compatibility/2006">
        <mc:Choice xmlns:p14="http://schemas.microsoft.com/office/powerpoint/2010/main" Requires="p14">
          <p:contentPart p14:bwMode="auto" r:id="rId78">
            <p14:nvContentPartPr>
              <p14:cNvPr id="1049937" name=""/>
              <p14:cNvContentPartPr/>
              <p14:nvPr/>
            </p14:nvContentPartPr>
            <p14:xfrm>
              <a:off x="5831307" y="1212566"/>
              <a:ext cx="2586" cy="38324"/>
            </p14:xfrm>
          </p:contentPart>
        </mc:Choice>
        <mc:Fallback>
          <p:sp>
            <p:nvSpPr>
              <p:cNvPr id="1049937" name=""/>
              <p:cNvSpPr/>
              <p:nvPr/>
            </p:nvSpPr>
            <p:spPr>
              <a:xfrm>
                <a:off x="5831307" y="1212566"/>
                <a:ext cx="2586" cy="38324"/>
              </a:xfrm>
            </p:spPr>
          </p:sp>
        </mc:Fallback>
      </mc:AlternateContent>
      <mc:AlternateContent xmlns:mc="http://schemas.openxmlformats.org/markup-compatibility/2006">
        <mc:Choice xmlns:p14="http://schemas.microsoft.com/office/powerpoint/2010/main" Requires="p14">
          <p:contentPart p14:bwMode="auto" r:id="rId79">
            <p14:nvContentPartPr>
              <p14:cNvPr id="1049938" name=""/>
              <p14:cNvContentPartPr/>
              <p14:nvPr/>
            </p14:nvContentPartPr>
            <p14:xfrm>
              <a:off x="3401756" y="2122421"/>
              <a:ext cx="511389" cy="313670"/>
            </p14:xfrm>
          </p:contentPart>
        </mc:Choice>
        <mc:Fallback>
          <p:sp>
            <p:nvSpPr>
              <p:cNvPr id="1049938" name=""/>
              <p:cNvSpPr/>
              <p:nvPr/>
            </p:nvSpPr>
            <p:spPr>
              <a:xfrm>
                <a:off x="3401756" y="2122421"/>
                <a:ext cx="511389" cy="313670"/>
              </a:xfrm>
            </p:spPr>
          </p:sp>
        </mc:Fallback>
      </mc:AlternateContent>
      <mc:AlternateContent xmlns:mc="http://schemas.openxmlformats.org/markup-compatibility/2006">
        <mc:Choice xmlns:p14="http://schemas.microsoft.com/office/powerpoint/2010/main" Requires="p14">
          <p:contentPart p14:bwMode="auto" r:id="rId80">
            <p14:nvContentPartPr>
              <p14:cNvPr id="1049939" name=""/>
              <p14:cNvContentPartPr/>
              <p14:nvPr/>
            </p14:nvContentPartPr>
            <p14:xfrm>
              <a:off x="3394232" y="2285131"/>
              <a:ext cx="277946" cy="185753"/>
            </p14:xfrm>
          </p:contentPart>
        </mc:Choice>
        <mc:Fallback>
          <p:sp>
            <p:nvSpPr>
              <p:cNvPr id="1049939" name=""/>
              <p:cNvSpPr/>
              <p:nvPr/>
            </p:nvSpPr>
            <p:spPr>
              <a:xfrm>
                <a:off x="3394232" y="2285131"/>
                <a:ext cx="277946" cy="185753"/>
              </a:xfrm>
            </p:spPr>
          </p:sp>
        </mc:Fallback>
      </mc:AlternateContent>
      <mc:AlternateContent xmlns:mc="http://schemas.openxmlformats.org/markup-compatibility/2006">
        <mc:Choice xmlns:p14="http://schemas.microsoft.com/office/powerpoint/2010/main" Requires="p14">
          <p:contentPart p14:bwMode="auto" r:id="rId81">
            <p14:nvContentPartPr>
              <p14:cNvPr id="1049940" name=""/>
              <p14:cNvContentPartPr/>
              <p14:nvPr/>
            </p14:nvContentPartPr>
            <p14:xfrm>
              <a:off x="2920105" y="4141842"/>
              <a:ext cx="251547" cy="60873"/>
            </p14:xfrm>
          </p:contentPart>
        </mc:Choice>
        <mc:Fallback>
          <p:sp>
            <p:nvSpPr>
              <p:cNvPr id="1049940" name=""/>
              <p:cNvSpPr/>
              <p:nvPr/>
            </p:nvSpPr>
            <p:spPr>
              <a:xfrm>
                <a:off x="2920105" y="4141842"/>
                <a:ext cx="251547" cy="60873"/>
              </a:xfrm>
            </p:spPr>
          </p:sp>
        </mc:Fallback>
      </mc:AlternateContent>
      <mc:AlternateContent xmlns:mc="http://schemas.openxmlformats.org/markup-compatibility/2006">
        <mc:Choice xmlns:p14="http://schemas.microsoft.com/office/powerpoint/2010/main" Requires="p14">
          <p:contentPart p14:bwMode="auto" r:id="rId82">
            <p14:nvContentPartPr>
              <p14:cNvPr id="1049941" name=""/>
              <p14:cNvContentPartPr/>
              <p14:nvPr/>
            </p14:nvContentPartPr>
            <p14:xfrm>
              <a:off x="3109792" y="4045788"/>
              <a:ext cx="17823" cy="189024"/>
            </p14:xfrm>
          </p:contentPart>
        </mc:Choice>
        <mc:Fallback>
          <p:sp>
            <p:nvSpPr>
              <p:cNvPr id="1049941" name=""/>
              <p:cNvSpPr/>
              <p:nvPr/>
            </p:nvSpPr>
            <p:spPr>
              <a:xfrm>
                <a:off x="3109792" y="4045788"/>
                <a:ext cx="17823" cy="189024"/>
              </a:xfrm>
            </p:spPr>
          </p:sp>
        </mc:Fallback>
      </mc:AlternateContent>
      <mc:AlternateContent xmlns:mc="http://schemas.openxmlformats.org/markup-compatibility/2006">
        <mc:Choice xmlns:p14="http://schemas.microsoft.com/office/powerpoint/2010/main" Requires="p14">
          <p:contentPart p14:bwMode="auto" r:id="rId83">
            <p14:nvContentPartPr>
              <p14:cNvPr id="1049942" name=""/>
              <p14:cNvContentPartPr/>
              <p14:nvPr/>
            </p14:nvContentPartPr>
            <p14:xfrm>
              <a:off x="2968207" y="2706857"/>
              <a:ext cx="160058" cy="190303"/>
            </p14:xfrm>
          </p:contentPart>
        </mc:Choice>
        <mc:Fallback>
          <p:sp>
            <p:nvSpPr>
              <p:cNvPr id="1049942" name=""/>
              <p:cNvSpPr/>
              <p:nvPr/>
            </p:nvSpPr>
            <p:spPr>
              <a:xfrm>
                <a:off x="2968207" y="2706857"/>
                <a:ext cx="160058" cy="190303"/>
              </a:xfrm>
            </p:spPr>
          </p:sp>
        </mc:Fallback>
      </mc:AlternateContent>
      <mc:AlternateContent xmlns:mc="http://schemas.openxmlformats.org/markup-compatibility/2006">
        <mc:Choice xmlns:p14="http://schemas.microsoft.com/office/powerpoint/2010/main" Requires="p14">
          <p:contentPart p14:bwMode="auto" r:id="rId84">
            <p14:nvContentPartPr>
              <p14:cNvPr id="1049943" name=""/>
              <p14:cNvContentPartPr/>
              <p14:nvPr/>
            </p14:nvContentPartPr>
            <p14:xfrm>
              <a:off x="2321583" y="3304339"/>
              <a:ext cx="37374" cy="186919"/>
            </p14:xfrm>
          </p:contentPart>
        </mc:Choice>
        <mc:Fallback>
          <p:sp>
            <p:nvSpPr>
              <p:cNvPr id="1049943" name=""/>
              <p:cNvSpPr/>
              <p:nvPr/>
            </p:nvSpPr>
            <p:spPr>
              <a:xfrm>
                <a:off x="2321583" y="3304339"/>
                <a:ext cx="37374" cy="186919"/>
              </a:xfrm>
            </p:spPr>
          </p:sp>
        </mc:Fallback>
      </mc:AlternateContent>
      <mc:AlternateContent xmlns:mc="http://schemas.openxmlformats.org/markup-compatibility/2006">
        <mc:Choice xmlns:p14="http://schemas.microsoft.com/office/powerpoint/2010/main" Requires="p14">
          <p:contentPart p14:bwMode="auto" r:id="rId85">
            <p14:nvContentPartPr>
              <p14:cNvPr id="1049944" name=""/>
              <p14:cNvContentPartPr/>
              <p14:nvPr/>
            </p14:nvContentPartPr>
            <p14:xfrm>
              <a:off x="2808974" y="2662505"/>
              <a:ext cx="432382" cy="812359"/>
            </p14:xfrm>
          </p:contentPart>
        </mc:Choice>
        <mc:Fallback>
          <p:sp>
            <p:nvSpPr>
              <p:cNvPr id="1049944" name=""/>
              <p:cNvSpPr/>
              <p:nvPr/>
            </p:nvSpPr>
            <p:spPr>
              <a:xfrm>
                <a:off x="2808974" y="2662505"/>
                <a:ext cx="432382" cy="812359"/>
              </a:xfrm>
            </p:spPr>
          </p:sp>
        </mc:Fallback>
      </mc:AlternateContent>
      <mc:AlternateContent xmlns:mc="http://schemas.openxmlformats.org/markup-compatibility/2006">
        <mc:Choice xmlns:p14="http://schemas.microsoft.com/office/powerpoint/2010/main" Requires="p14">
          <p:contentPart p14:bwMode="auto" r:id="rId86">
            <p14:nvContentPartPr>
              <p14:cNvPr id="1049945" name=""/>
              <p14:cNvContentPartPr/>
              <p14:nvPr/>
            </p14:nvContentPartPr>
            <p14:xfrm>
              <a:off x="2956601" y="3024926"/>
              <a:ext cx="189543" cy="132454"/>
            </p14:xfrm>
          </p:contentPart>
        </mc:Choice>
        <mc:Fallback>
          <p:sp>
            <p:nvSpPr>
              <p:cNvPr id="1049945" name=""/>
              <p:cNvSpPr/>
              <p:nvPr/>
            </p:nvSpPr>
            <p:spPr>
              <a:xfrm>
                <a:off x="2956601" y="3024926"/>
                <a:ext cx="189543" cy="132454"/>
              </a:xfrm>
            </p:spPr>
          </p:sp>
        </mc:Fallback>
      </mc:AlternateContent>
      <mc:AlternateContent xmlns:mc="http://schemas.openxmlformats.org/markup-compatibility/2006">
        <mc:Choice xmlns:p14="http://schemas.microsoft.com/office/powerpoint/2010/main" Requires="p14">
          <p:contentPart p14:bwMode="auto" r:id="rId87">
            <p14:nvContentPartPr>
              <p14:cNvPr id="1049946" name=""/>
              <p14:cNvContentPartPr/>
              <p14:nvPr/>
            </p14:nvContentPartPr>
            <p14:xfrm>
              <a:off x="2496126" y="3468967"/>
              <a:ext cx="317192" cy="7084"/>
            </p14:xfrm>
          </p:contentPart>
        </mc:Choice>
        <mc:Fallback>
          <p:sp>
            <p:nvSpPr>
              <p:cNvPr id="1049946" name=""/>
              <p:cNvSpPr/>
              <p:nvPr/>
            </p:nvSpPr>
            <p:spPr>
              <a:xfrm>
                <a:off x="2496126" y="3468967"/>
                <a:ext cx="317192" cy="7084"/>
              </a:xfrm>
            </p:spPr>
          </p:sp>
        </mc:Fallback>
      </mc:AlternateContent>
      <mc:AlternateContent xmlns:mc="http://schemas.openxmlformats.org/markup-compatibility/2006">
        <mc:Choice xmlns:p14="http://schemas.microsoft.com/office/powerpoint/2010/main" Requires="p14">
          <p:contentPart p14:bwMode="auto" r:id="rId88">
            <p14:nvContentPartPr>
              <p14:cNvPr id="1049947" name=""/>
              <p14:cNvContentPartPr/>
              <p14:nvPr/>
            </p14:nvContentPartPr>
            <p14:xfrm>
              <a:off x="2576777" y="3409904"/>
              <a:ext cx="95990" cy="137134"/>
            </p14:xfrm>
          </p:contentPart>
        </mc:Choice>
        <mc:Fallback>
          <p:sp>
            <p:nvSpPr>
              <p:cNvPr id="1049947" name=""/>
              <p:cNvSpPr/>
              <p:nvPr/>
            </p:nvSpPr>
            <p:spPr>
              <a:xfrm>
                <a:off x="2576777" y="3409904"/>
                <a:ext cx="95990" cy="137134"/>
              </a:xfrm>
            </p:spPr>
          </p:sp>
        </mc:Fallback>
      </mc:AlternateContent>
      <mc:AlternateContent xmlns:mc="http://schemas.openxmlformats.org/markup-compatibility/2006">
        <mc:Choice xmlns:p14="http://schemas.microsoft.com/office/powerpoint/2010/main" Requires="p14">
          <p:contentPart p14:bwMode="auto" r:id="rId89">
            <p14:nvContentPartPr>
              <p14:cNvPr id="1049948" name=""/>
              <p14:cNvContentPartPr/>
              <p14:nvPr/>
            </p14:nvContentPartPr>
            <p14:xfrm>
              <a:off x="2802959" y="3483401"/>
              <a:ext cx="306834" cy="714391"/>
            </p14:xfrm>
          </p:contentPart>
        </mc:Choice>
        <mc:Fallback>
          <p:sp>
            <p:nvSpPr>
              <p:cNvPr id="1049948" name=""/>
              <p:cNvSpPr/>
              <p:nvPr/>
            </p:nvSpPr>
            <p:spPr>
              <a:xfrm>
                <a:off x="2802959" y="3483401"/>
                <a:ext cx="306834" cy="714391"/>
              </a:xfrm>
            </p:spPr>
          </p:sp>
        </mc:Fallback>
      </mc:AlternateContent>
      <mc:AlternateContent xmlns:mc="http://schemas.openxmlformats.org/markup-compatibility/2006">
        <mc:Choice xmlns:p14="http://schemas.microsoft.com/office/powerpoint/2010/main" Requires="p14">
          <p:contentPart p14:bwMode="auto" r:id="rId90">
            <p14:nvContentPartPr>
              <p14:cNvPr id="1049949" name=""/>
              <p14:cNvContentPartPr/>
              <p14:nvPr/>
            </p14:nvContentPartPr>
            <p14:xfrm>
              <a:off x="2880065" y="3772325"/>
              <a:ext cx="17962" cy="160369"/>
            </p14:xfrm>
          </p:contentPart>
        </mc:Choice>
        <mc:Fallback>
          <p:sp>
            <p:nvSpPr>
              <p:cNvPr id="1049949" name=""/>
              <p:cNvSpPr/>
              <p:nvPr/>
            </p:nvSpPr>
            <p:spPr>
              <a:xfrm>
                <a:off x="2880065" y="3772325"/>
                <a:ext cx="17962" cy="160369"/>
              </a:xfrm>
            </p:spPr>
          </p:sp>
        </mc:Fallback>
      </mc:AlternateContent>
      <mc:AlternateContent xmlns:mc="http://schemas.openxmlformats.org/markup-compatibility/2006">
        <mc:Choice xmlns:p14="http://schemas.microsoft.com/office/powerpoint/2010/main" Requires="p14">
          <p:contentPart p14:bwMode="auto" r:id="rId91">
            <p14:nvContentPartPr>
              <p14:cNvPr id="1049950" name=""/>
              <p14:cNvContentPartPr/>
              <p14:nvPr/>
            </p14:nvContentPartPr>
            <p14:xfrm>
              <a:off x="2875950" y="3772325"/>
              <a:ext cx="168059" cy="118357"/>
            </p14:xfrm>
          </p:contentPart>
        </mc:Choice>
        <mc:Fallback>
          <p:sp>
            <p:nvSpPr>
              <p:cNvPr id="1049950" name=""/>
              <p:cNvSpPr/>
              <p:nvPr/>
            </p:nvSpPr>
            <p:spPr>
              <a:xfrm>
                <a:off x="2875950" y="3772325"/>
                <a:ext cx="168059" cy="118357"/>
              </a:xfrm>
            </p:spPr>
          </p:sp>
        </mc:Fallback>
      </mc:AlternateContent>
      <mc:AlternateContent xmlns:mc="http://schemas.openxmlformats.org/markup-compatibility/2006">
        <mc:Choice xmlns:p14="http://schemas.microsoft.com/office/powerpoint/2010/main" Requires="p14">
          <p:contentPart p14:bwMode="auto" r:id="rId92">
            <p14:nvContentPartPr>
              <p14:cNvPr id="1049951" name=""/>
              <p14:cNvContentPartPr/>
              <p14:nvPr/>
            </p14:nvContentPartPr>
            <p14:xfrm>
              <a:off x="3494627" y="5142477"/>
              <a:ext cx="725351" cy="397601"/>
            </p14:xfrm>
          </p:contentPart>
        </mc:Choice>
        <mc:Fallback>
          <p:sp>
            <p:nvSpPr>
              <p:cNvPr id="1049951" name=""/>
              <p:cNvSpPr/>
              <p:nvPr/>
            </p:nvSpPr>
            <p:spPr>
              <a:xfrm>
                <a:off x="3494627" y="5142477"/>
                <a:ext cx="725351" cy="397601"/>
              </a:xfrm>
            </p:spPr>
          </p:sp>
        </mc:Fallback>
      </mc:AlternateContent>
      <mc:AlternateContent xmlns:mc="http://schemas.openxmlformats.org/markup-compatibility/2006">
        <mc:Choice xmlns:p14="http://schemas.microsoft.com/office/powerpoint/2010/main" Requires="p14">
          <p:contentPart p14:bwMode="auto" r:id="rId93">
            <p14:nvContentPartPr>
              <p14:cNvPr id="1049952" name=""/>
              <p14:cNvContentPartPr/>
              <p14:nvPr/>
            </p14:nvContentPartPr>
            <p14:xfrm>
              <a:off x="3474998" y="5111878"/>
              <a:ext cx="153392" cy="222629"/>
            </p14:xfrm>
          </p:contentPart>
        </mc:Choice>
        <mc:Fallback>
          <p:sp>
            <p:nvSpPr>
              <p:cNvPr id="1049952" name=""/>
              <p:cNvSpPr/>
              <p:nvPr/>
            </p:nvSpPr>
            <p:spPr>
              <a:xfrm>
                <a:off x="3474998" y="5111878"/>
                <a:ext cx="153392" cy="222629"/>
              </a:xfrm>
            </p:spPr>
          </p:sp>
        </mc:Fallback>
      </mc:AlternateContent>
      <mc:AlternateContent xmlns:mc="http://schemas.openxmlformats.org/markup-compatibility/2006">
        <mc:Choice xmlns:p14="http://schemas.microsoft.com/office/powerpoint/2010/main" Requires="p14">
          <p:contentPart p14:bwMode="auto" r:id="rId94">
            <p14:nvContentPartPr>
              <p14:cNvPr id="1049953" name=""/>
              <p14:cNvContentPartPr/>
              <p14:nvPr/>
            </p14:nvContentPartPr>
            <p14:xfrm>
              <a:off x="3729239" y="5547175"/>
              <a:ext cx="490739" cy="276301"/>
            </p14:xfrm>
          </p:contentPart>
        </mc:Choice>
        <mc:Fallback>
          <p:sp>
            <p:nvSpPr>
              <p:cNvPr id="1049953" name=""/>
              <p:cNvSpPr/>
              <p:nvPr/>
            </p:nvSpPr>
            <p:spPr>
              <a:xfrm>
                <a:off x="3729239" y="5547175"/>
                <a:ext cx="490739" cy="276301"/>
              </a:xfrm>
            </p:spPr>
          </p:sp>
        </mc:Fallback>
      </mc:AlternateContent>
      <mc:AlternateContent xmlns:mc="http://schemas.openxmlformats.org/markup-compatibility/2006">
        <mc:Choice xmlns:p14="http://schemas.microsoft.com/office/powerpoint/2010/main" Requires="p14">
          <p:contentPart p14:bwMode="auto" r:id="rId95">
            <p14:nvContentPartPr>
              <p14:cNvPr id="1049954" name=""/>
              <p14:cNvContentPartPr/>
              <p14:nvPr/>
            </p14:nvContentPartPr>
            <p14:xfrm>
              <a:off x="3671302" y="5717487"/>
              <a:ext cx="143630" cy="193593"/>
            </p14:xfrm>
          </p:contentPart>
        </mc:Choice>
        <mc:Fallback>
          <p:sp>
            <p:nvSpPr>
              <p:cNvPr id="1049954" name=""/>
              <p:cNvSpPr/>
              <p:nvPr/>
            </p:nvSpPr>
            <p:spPr>
              <a:xfrm>
                <a:off x="3671302" y="5717487"/>
                <a:ext cx="143630" cy="193593"/>
              </a:xfrm>
            </p:spPr>
          </p:sp>
        </mc:Fallback>
      </mc:AlternateContent>
      <mc:AlternateContent xmlns:mc="http://schemas.openxmlformats.org/markup-compatibility/2006">
        <mc:Choice xmlns:p14="http://schemas.microsoft.com/office/powerpoint/2010/main" Requires="p14">
          <p:contentPart p14:bwMode="auto" r:id="rId96">
            <p14:nvContentPartPr>
              <p14:cNvPr id="1049955" name=""/>
              <p14:cNvContentPartPr/>
              <p14:nvPr/>
            </p14:nvContentPartPr>
            <p14:xfrm>
              <a:off x="2781332" y="3474512"/>
              <a:ext cx="95307" cy="44966"/>
            </p14:xfrm>
          </p:contentPart>
        </mc:Choice>
        <mc:Fallback>
          <p:sp>
            <p:nvSpPr>
              <p:cNvPr id="1049955" name=""/>
              <p:cNvSpPr/>
              <p:nvPr/>
            </p:nvSpPr>
            <p:spPr>
              <a:xfrm>
                <a:off x="2781332" y="3474512"/>
                <a:ext cx="95307" cy="44966"/>
              </a:xfrm>
            </p:spPr>
          </p:sp>
        </mc:Fallback>
      </mc:AlternateContent>
      <mc:AlternateContent xmlns:mc="http://schemas.openxmlformats.org/markup-compatibility/2006">
        <mc:Choice xmlns:p14="http://schemas.microsoft.com/office/powerpoint/2010/main" Requires="p14">
          <p:contentPart p14:bwMode="auto" r:id="rId97">
            <p14:nvContentPartPr>
              <p14:cNvPr id="1049956" name=""/>
              <p14:cNvContentPartPr/>
              <p14:nvPr/>
            </p14:nvContentPartPr>
            <p14:xfrm>
              <a:off x="1096537" y="4644923"/>
              <a:ext cx="1114833" cy="59774"/>
            </p14:xfrm>
          </p:contentPart>
        </mc:Choice>
        <mc:Fallback>
          <p:sp>
            <p:nvSpPr>
              <p:cNvPr id="1049956" name=""/>
              <p:cNvSpPr/>
              <p:nvPr/>
            </p:nvSpPr>
            <p:spPr>
              <a:xfrm>
                <a:off x="1096537" y="4644923"/>
                <a:ext cx="1114833" cy="59774"/>
              </a:xfrm>
            </p:spPr>
          </p:sp>
        </mc:Fallback>
      </mc:AlternateContent>
      <mc:AlternateContent xmlns:mc="http://schemas.openxmlformats.org/markup-compatibility/2006">
        <mc:Choice xmlns:p14="http://schemas.microsoft.com/office/powerpoint/2010/main" Requires="p14">
          <p:contentPart p14:bwMode="auto" r:id="rId98">
            <p14:nvContentPartPr>
              <p14:cNvPr id="1049957" name=""/>
              <p14:cNvContentPartPr/>
              <p14:nvPr/>
            </p14:nvContentPartPr>
            <p14:xfrm>
              <a:off x="4108871" y="5582629"/>
              <a:ext cx="30455" cy="31201"/>
            </p14:xfrm>
          </p:contentPart>
        </mc:Choice>
        <mc:Fallback>
          <p:sp>
            <p:nvSpPr>
              <p:cNvPr id="1049957" name=""/>
              <p:cNvSpPr/>
              <p:nvPr/>
            </p:nvSpPr>
            <p:spPr>
              <a:xfrm>
                <a:off x="4108871" y="5582629"/>
                <a:ext cx="30455" cy="31201"/>
              </a:xfrm>
            </p:spPr>
          </p:sp>
        </mc:Fallback>
      </mc:AlternateContent>
      <mc:AlternateContent xmlns:mc="http://schemas.openxmlformats.org/markup-compatibility/2006">
        <mc:Choice xmlns:p14="http://schemas.microsoft.com/office/powerpoint/2010/main" Requires="p14">
          <p:contentPart p14:bwMode="auto" r:id="rId99">
            <p14:nvContentPartPr>
              <p14:cNvPr id="1049958" name=""/>
              <p14:cNvContentPartPr/>
              <p14:nvPr/>
            </p14:nvContentPartPr>
            <p14:xfrm>
              <a:off x="3748307" y="5554525"/>
              <a:ext cx="66945" cy="49908"/>
            </p14:xfrm>
          </p:contentPart>
        </mc:Choice>
        <mc:Fallback>
          <p:sp>
            <p:nvSpPr>
              <p:cNvPr id="1049958" name=""/>
              <p:cNvSpPr/>
              <p:nvPr/>
            </p:nvSpPr>
            <p:spPr>
              <a:xfrm>
                <a:off x="3748307" y="5554525"/>
                <a:ext cx="66945" cy="49908"/>
              </a:xfrm>
            </p:spPr>
          </p:sp>
        </mc:Fallback>
      </mc:AlternateContent>
      <mc:AlternateContent xmlns:mc="http://schemas.openxmlformats.org/markup-compatibility/2006">
        <mc:Choice xmlns:p14="http://schemas.microsoft.com/office/powerpoint/2010/main" Requires="p14">
          <p:contentPart p14:bwMode="auto" r:id="rId100">
            <p14:nvContentPartPr>
              <p14:cNvPr id="1049959" name=""/>
              <p14:cNvContentPartPr/>
              <p14:nvPr/>
            </p14:nvContentPartPr>
            <p14:xfrm>
              <a:off x="3708590" y="5540079"/>
              <a:ext cx="113594" cy="61699"/>
            </p14:xfrm>
          </p:contentPart>
        </mc:Choice>
        <mc:Fallback>
          <p:sp>
            <p:nvSpPr>
              <p:cNvPr id="1049959" name=""/>
              <p:cNvSpPr/>
              <p:nvPr/>
            </p:nvSpPr>
            <p:spPr>
              <a:xfrm>
                <a:off x="3708590" y="5540079"/>
                <a:ext cx="113594" cy="61699"/>
              </a:xfrm>
            </p:spPr>
          </p:sp>
        </mc:Fallback>
      </mc:AlternateContent>
      <mc:AlternateContent xmlns:mc="http://schemas.openxmlformats.org/markup-compatibility/2006">
        <mc:Choice xmlns:p14="http://schemas.microsoft.com/office/powerpoint/2010/main" Requires="p14">
          <p:contentPart p14:bwMode="auto" r:id="rId101">
            <p14:nvContentPartPr>
              <p14:cNvPr id="1049960" name=""/>
              <p14:cNvContentPartPr/>
              <p14:nvPr/>
            </p14:nvContentPartPr>
            <p14:xfrm>
              <a:off x="4530413" y="5525125"/>
              <a:ext cx="76598" cy="89156"/>
            </p14:xfrm>
          </p:contentPart>
        </mc:Choice>
        <mc:Fallback>
          <p:sp>
            <p:nvSpPr>
              <p:cNvPr id="1049960" name=""/>
              <p:cNvSpPr/>
              <p:nvPr/>
            </p:nvSpPr>
            <p:spPr>
              <a:xfrm>
                <a:off x="4530413" y="5525125"/>
                <a:ext cx="76598" cy="89156"/>
              </a:xfrm>
            </p:spPr>
          </p:sp>
        </mc:Fallback>
      </mc:AlternateContent>
      <mc:AlternateContent xmlns:mc="http://schemas.openxmlformats.org/markup-compatibility/2006">
        <mc:Choice xmlns:p14="http://schemas.microsoft.com/office/powerpoint/2010/main" Requires="p14">
          <p:contentPart p14:bwMode="auto" r:id="rId102">
            <p14:nvContentPartPr>
              <p14:cNvPr id="1049961" name=""/>
              <p14:cNvContentPartPr/>
              <p14:nvPr/>
            </p14:nvContentPartPr>
            <p14:xfrm>
              <a:off x="4541229" y="5554525"/>
              <a:ext cx="78003" cy="68218"/>
            </p14:xfrm>
          </p:contentPart>
        </mc:Choice>
        <mc:Fallback>
          <p:sp>
            <p:nvSpPr>
              <p:cNvPr id="1049961" name=""/>
              <p:cNvSpPr/>
              <p:nvPr/>
            </p:nvSpPr>
            <p:spPr>
              <a:xfrm>
                <a:off x="4541229" y="5554525"/>
                <a:ext cx="78003" cy="68218"/>
              </a:xfrm>
            </p:spPr>
          </p:sp>
        </mc:Fallback>
      </mc:AlternateContent>
      <mc:AlternateContent xmlns:mc="http://schemas.openxmlformats.org/markup-compatibility/2006">
        <mc:Choice xmlns:p14="http://schemas.microsoft.com/office/powerpoint/2010/main" Requires="p14">
          <p:contentPart p14:bwMode="auto" r:id="rId103">
            <p14:nvContentPartPr>
              <p14:cNvPr id="1049962" name=""/>
              <p14:cNvContentPartPr/>
              <p14:nvPr/>
            </p14:nvContentPartPr>
            <p14:xfrm>
              <a:off x="4804776" y="4629970"/>
              <a:ext cx="677608" cy="2002231"/>
            </p14:xfrm>
          </p:contentPart>
        </mc:Choice>
        <mc:Fallback>
          <p:sp>
            <p:nvSpPr>
              <p:cNvPr id="1049962" name=""/>
              <p:cNvSpPr/>
              <p:nvPr/>
            </p:nvSpPr>
            <p:spPr>
              <a:xfrm>
                <a:off x="4804776" y="4629970"/>
                <a:ext cx="677608" cy="2002231"/>
              </a:xfrm>
            </p:spPr>
          </p:sp>
        </mc:Fallback>
      </mc:AlternateContent>
      <mc:AlternateContent xmlns:mc="http://schemas.openxmlformats.org/markup-compatibility/2006">
        <mc:Choice xmlns:p14="http://schemas.microsoft.com/office/powerpoint/2010/main" Requires="p14">
          <p:contentPart p14:bwMode="auto" r:id="rId104">
            <p14:nvContentPartPr>
              <p14:cNvPr id="1049963" name=""/>
              <p14:cNvContentPartPr/>
              <p14:nvPr/>
            </p14:nvContentPartPr>
            <p14:xfrm>
              <a:off x="1451325" y="3446652"/>
              <a:ext cx="22474" cy="37946"/>
            </p14:xfrm>
          </p:contentPart>
        </mc:Choice>
        <mc:Fallback>
          <p:sp>
            <p:nvSpPr>
              <p:cNvPr id="1049963" name=""/>
              <p:cNvSpPr/>
              <p:nvPr/>
            </p:nvSpPr>
            <p:spPr>
              <a:xfrm>
                <a:off x="1451325" y="3446652"/>
                <a:ext cx="22474" cy="37946"/>
              </a:xfrm>
            </p:spPr>
          </p:sp>
        </mc:Fallback>
      </mc:AlternateContent>
      <mc:AlternateContent xmlns:mc="http://schemas.openxmlformats.org/markup-compatibility/2006">
        <mc:Choice xmlns:p14="http://schemas.microsoft.com/office/powerpoint/2010/main" Requires="p14">
          <p:contentPart p14:bwMode="auto" r:id="rId105">
            <p14:nvContentPartPr>
              <p14:cNvPr id="1049964" name=""/>
              <p14:cNvContentPartPr/>
              <p14:nvPr/>
            </p14:nvContentPartPr>
            <p14:xfrm>
              <a:off x="1421773" y="3424350"/>
              <a:ext cx="74104" cy="63294"/>
            </p14:xfrm>
          </p:contentPart>
        </mc:Choice>
        <mc:Fallback>
          <p:sp>
            <p:nvSpPr>
              <p:cNvPr id="1049964" name=""/>
              <p:cNvSpPr/>
              <p:nvPr/>
            </p:nvSpPr>
            <p:spPr>
              <a:xfrm>
                <a:off x="1421773" y="3424350"/>
                <a:ext cx="74104" cy="63294"/>
              </a:xfrm>
            </p:spPr>
          </p:sp>
        </mc:Fallback>
      </mc:AlternateContent>
      <mc:AlternateContent xmlns:mc="http://schemas.openxmlformats.org/markup-compatibility/2006">
        <mc:Choice xmlns:p14="http://schemas.microsoft.com/office/powerpoint/2010/main" Requires="p14">
          <p:contentPart p14:bwMode="auto" r:id="rId106">
            <p14:nvContentPartPr>
              <p14:cNvPr id="1049965" name=""/>
              <p14:cNvContentPartPr/>
              <p14:nvPr/>
            </p14:nvContentPartPr>
            <p14:xfrm>
              <a:off x="1408468" y="3454002"/>
              <a:ext cx="72619" cy="69748"/>
            </p14:xfrm>
          </p:contentPart>
        </mc:Choice>
        <mc:Fallback>
          <p:sp>
            <p:nvSpPr>
              <p:cNvPr id="1049965" name=""/>
              <p:cNvSpPr/>
              <p:nvPr/>
            </p:nvSpPr>
            <p:spPr>
              <a:xfrm>
                <a:off x="1408468" y="3454002"/>
                <a:ext cx="72619" cy="69748"/>
              </a:xfrm>
            </p:spPr>
          </p:sp>
        </mc:Fallback>
      </mc:AlternateContent>
      <mc:AlternateContent xmlns:mc="http://schemas.openxmlformats.org/markup-compatibility/2006">
        <mc:Choice xmlns:p14="http://schemas.microsoft.com/office/powerpoint/2010/main" Requires="p14">
          <p:contentPart p14:bwMode="auto" r:id="rId107">
            <p14:nvContentPartPr>
              <p14:cNvPr id="1049966" name=""/>
              <p14:cNvContentPartPr/>
              <p14:nvPr/>
            </p14:nvContentPartPr>
            <p14:xfrm>
              <a:off x="758307" y="2462793"/>
              <a:ext cx="1119600" cy="1853145"/>
            </p14:xfrm>
          </p:contentPart>
        </mc:Choice>
        <mc:Fallback>
          <p:sp>
            <p:nvSpPr>
              <p:cNvPr id="1049966" name=""/>
              <p:cNvSpPr/>
              <p:nvPr/>
            </p:nvSpPr>
            <p:spPr>
              <a:xfrm>
                <a:off x="758307" y="2462793"/>
                <a:ext cx="1119600" cy="1853145"/>
              </a:xfrm>
            </p:spPr>
          </p:sp>
        </mc:Fallback>
      </mc:AlternateContent>
      <mc:AlternateContent xmlns:mc="http://schemas.openxmlformats.org/markup-compatibility/2006">
        <mc:Choice xmlns:p14="http://schemas.microsoft.com/office/powerpoint/2010/main" Requires="p14">
          <p:contentPart p14:bwMode="auto" r:id="rId108">
            <p14:nvContentPartPr>
              <p14:cNvPr id="1049967" name=""/>
              <p14:cNvContentPartPr/>
              <p14:nvPr/>
            </p14:nvContentPartPr>
            <p14:xfrm>
              <a:off x="4003459" y="3594409"/>
              <a:ext cx="198116" cy="137216"/>
            </p14:xfrm>
          </p:contentPart>
        </mc:Choice>
        <mc:Fallback>
          <p:sp>
            <p:nvSpPr>
              <p:cNvPr id="1049967" name=""/>
              <p:cNvSpPr/>
              <p:nvPr/>
            </p:nvSpPr>
            <p:spPr>
              <a:xfrm>
                <a:off x="4003459" y="3594409"/>
                <a:ext cx="198116" cy="137216"/>
              </a:xfrm>
            </p:spPr>
          </p:sp>
        </mc:Fallback>
      </mc:AlternateContent>
      <mc:AlternateContent xmlns:mc="http://schemas.openxmlformats.org/markup-compatibility/2006">
        <mc:Choice xmlns:p14="http://schemas.microsoft.com/office/powerpoint/2010/main" Requires="p14">
          <p:contentPart p14:bwMode="auto" r:id="rId109">
            <p14:nvContentPartPr>
              <p14:cNvPr id="1049968" name=""/>
              <p14:cNvContentPartPr/>
              <p14:nvPr/>
            </p14:nvContentPartPr>
            <p14:xfrm>
              <a:off x="4188593" y="3609615"/>
              <a:ext cx="106198" cy="185279"/>
            </p14:xfrm>
          </p:contentPart>
        </mc:Choice>
        <mc:Fallback>
          <p:sp>
            <p:nvSpPr>
              <p:cNvPr id="1049968" name=""/>
              <p:cNvSpPr/>
              <p:nvPr/>
            </p:nvSpPr>
            <p:spPr>
              <a:xfrm>
                <a:off x="4188593" y="3609615"/>
                <a:ext cx="106198" cy="185279"/>
              </a:xfrm>
            </p:spPr>
          </p:sp>
        </mc:Fallback>
      </mc:AlternateContent>
      <mc:AlternateContent xmlns:mc="http://schemas.openxmlformats.org/markup-compatibility/2006">
        <mc:Choice xmlns:p14="http://schemas.microsoft.com/office/powerpoint/2010/main" Requires="p14">
          <p:contentPart p14:bwMode="auto" r:id="rId110">
            <p14:nvContentPartPr>
              <p14:cNvPr id="1049969" name=""/>
              <p14:cNvContentPartPr/>
              <p14:nvPr/>
            </p14:nvContentPartPr>
            <p14:xfrm>
              <a:off x="2613272" y="2479260"/>
              <a:ext cx="147666" cy="234556"/>
            </p14:xfrm>
          </p:contentPart>
        </mc:Choice>
        <mc:Fallback>
          <p:sp>
            <p:nvSpPr>
              <p:cNvPr id="1049969" name=""/>
              <p:cNvSpPr/>
              <p:nvPr/>
            </p:nvSpPr>
            <p:spPr>
              <a:xfrm>
                <a:off x="2613272" y="2479260"/>
                <a:ext cx="147666" cy="234556"/>
              </a:xfrm>
            </p:spPr>
          </p:sp>
        </mc:Fallback>
      </mc:AlternateContent>
      <mc:AlternateContent xmlns:mc="http://schemas.openxmlformats.org/markup-compatibility/2006">
        <mc:Choice xmlns:p14="http://schemas.microsoft.com/office/powerpoint/2010/main" Requires="p14">
          <p:contentPart p14:bwMode="auto" r:id="rId111">
            <p14:nvContentPartPr>
              <p14:cNvPr id="1049970" name=""/>
              <p14:cNvContentPartPr/>
              <p14:nvPr/>
            </p14:nvContentPartPr>
            <p14:xfrm>
              <a:off x="4051918" y="4504264"/>
              <a:ext cx="226182" cy="297769"/>
            </p14:xfrm>
          </p:contentPart>
        </mc:Choice>
        <mc:Fallback>
          <p:sp>
            <p:nvSpPr>
              <p:cNvPr id="1049970" name=""/>
              <p:cNvSpPr/>
              <p:nvPr/>
            </p:nvSpPr>
            <p:spPr>
              <a:xfrm>
                <a:off x="4051918" y="4504264"/>
                <a:ext cx="226182" cy="297769"/>
              </a:xfrm>
            </p:spPr>
          </p:sp>
        </mc:Fallback>
      </mc:AlternateContent>
      <mc:AlternateContent xmlns:mc="http://schemas.openxmlformats.org/markup-compatibility/2006">
        <mc:Choice xmlns:p14="http://schemas.microsoft.com/office/powerpoint/2010/main" Requires="p14">
          <p:contentPart p14:bwMode="auto" r:id="rId112">
            <p14:nvContentPartPr>
              <p14:cNvPr id="1049971" name=""/>
              <p14:cNvContentPartPr/>
              <p14:nvPr/>
            </p14:nvContentPartPr>
            <p14:xfrm>
              <a:off x="5442805" y="5643736"/>
              <a:ext cx="94444" cy="151557"/>
            </p14:xfrm>
          </p:contentPart>
        </mc:Choice>
        <mc:Fallback>
          <p:sp>
            <p:nvSpPr>
              <p:cNvPr id="1049971" name=""/>
              <p:cNvSpPr/>
              <p:nvPr/>
            </p:nvSpPr>
            <p:spPr>
              <a:xfrm>
                <a:off x="5442805" y="5643736"/>
                <a:ext cx="94444" cy="151557"/>
              </a:xfrm>
            </p:spPr>
          </p:sp>
        </mc:Fallback>
      </mc:AlternateContent>
      <mc:AlternateContent xmlns:mc="http://schemas.openxmlformats.org/markup-compatibility/2006">
        <mc:Choice xmlns:p14="http://schemas.microsoft.com/office/powerpoint/2010/main" Requires="p14">
          <p:contentPart p14:bwMode="auto" r:id="rId113">
            <p14:nvContentPartPr>
              <p14:cNvPr id="1049972" name=""/>
              <p14:cNvContentPartPr/>
              <p14:nvPr/>
            </p14:nvContentPartPr>
            <p14:xfrm>
              <a:off x="5512637" y="5672882"/>
              <a:ext cx="83772" cy="147881"/>
            </p14:xfrm>
          </p:contentPart>
        </mc:Choice>
        <mc:Fallback>
          <p:sp>
            <p:nvSpPr>
              <p:cNvPr id="1049972" name=""/>
              <p:cNvSpPr/>
              <p:nvPr/>
            </p:nvSpPr>
            <p:spPr>
              <a:xfrm>
                <a:off x="5512637" y="5672882"/>
                <a:ext cx="83772" cy="147881"/>
              </a:xfrm>
            </p:spPr>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764" name="Rectangle 3"/>
          <p:cNvSpPr/>
          <p:nvPr/>
        </p:nvSpPr>
        <p:spPr>
          <a:xfrm>
            <a:off x="545594" y="216516"/>
            <a:ext cx="8007379" cy="510540"/>
          </a:xfrm>
          <a:prstGeom prst="rect"/>
          <a:solidFill>
            <a:srgbClr val="92D050"/>
          </a:solidFill>
        </p:spPr>
        <p:txBody>
          <a:bodyPr wrap="squar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4.2 À partir de la valeur de l’excentricité</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65" name="ZoneTexte 4"/>
          <p:cNvSpPr txBox="1">
            <a:spLocks noChangeAspect="1" noMove="1" noResize="1" noRot="1" noAdjustHandles="1" noEditPoints="1" noChangeArrowheads="1" noChangeShapeType="1" noTextEdit="1"/>
          </p:cNvSpPr>
          <p:nvPr/>
        </p:nvSpPr>
        <p:spPr>
          <a:xfrm>
            <a:off x="5499566" y="782426"/>
            <a:ext cx="3526350" cy="820481"/>
          </a:xfrm>
          <a:prstGeom prst="rect"/>
          <a:blipFill rotWithShape="0">
            <a:blip xmlns:r="http://schemas.openxmlformats.org/officeDocument/2006/relationships" r:embed="rId1"/>
            <a:stretch>
              <a:fillRect/>
            </a:stretch>
          </a:blipFill>
        </p:spPr>
        <p:txBody>
          <a:bodyPr/>
          <a:p>
            <a:r>
              <a:rPr lang="fr-MA">
                <a:noFill/>
              </a:rPr>
              <a:t> </a:t>
            </a:r>
          </a:p>
        </p:txBody>
      </p:sp>
      <p:sp>
        <p:nvSpPr>
          <p:cNvPr id="1048766" name="Rectangle 5"/>
          <p:cNvSpPr/>
          <p:nvPr/>
        </p:nvSpPr>
        <p:spPr>
          <a:xfrm>
            <a:off x="686343" y="918453"/>
            <a:ext cx="4640581" cy="396241"/>
          </a:xfrm>
          <a:prstGeom prst="rect"/>
        </p:spPr>
        <p:txBody>
          <a:bodyPr wrap="none">
            <a:spAutoFit/>
          </a:bodyPr>
          <a:p>
            <a:pPr indent="-285750" marL="285750">
              <a:buFont typeface="Wingdings" panose="05000000000000000000" pitchFamily="2" charset="2"/>
              <a:buChar char="q"/>
            </a:pPr>
            <a:r>
              <a:rPr dirty="0" sz="2000" lang="fr-FR">
                <a:latin typeface="Bembo"/>
              </a:rPr>
              <a:t>On part de l’équation de la trajectoire</a:t>
            </a:r>
            <a:endParaRPr dirty="0" sz="2000" lang="fr-MA"/>
          </a:p>
        </p:txBody>
      </p:sp>
      <p:sp>
        <p:nvSpPr>
          <p:cNvPr id="1048767" name="Rectangle 6"/>
          <p:cNvSpPr/>
          <p:nvPr/>
        </p:nvSpPr>
        <p:spPr>
          <a:xfrm>
            <a:off x="686342" y="1781624"/>
            <a:ext cx="8135685" cy="1631216"/>
          </a:xfrm>
          <a:prstGeom prst="rect"/>
        </p:spPr>
        <p:txBody>
          <a:bodyPr wrap="square">
            <a:spAutoFit/>
          </a:bodyPr>
          <a:p>
            <a:pPr algn="just"/>
            <a:r>
              <a:rPr dirty="0" sz="2000" i="1" lang="fr-FR">
                <a:solidFill>
                  <a:srgbClr val="C4007A"/>
                </a:solidFill>
                <a:latin typeface="CMSY10"/>
              </a:rPr>
              <a:t>• </a:t>
            </a:r>
            <a:r>
              <a:rPr dirty="0" sz="2000" lang="fr-FR">
                <a:solidFill>
                  <a:srgbClr val="000000"/>
                </a:solidFill>
                <a:latin typeface="Bembo"/>
              </a:rPr>
              <a:t>une ellipse si </a:t>
            </a:r>
            <a:r>
              <a:rPr dirty="0" sz="2000" i="1" lang="fr-FR">
                <a:solidFill>
                  <a:srgbClr val="000000"/>
                </a:solidFill>
                <a:latin typeface="Bembo-Italic"/>
              </a:rPr>
              <a:t>e </a:t>
            </a:r>
            <a:r>
              <a:rPr dirty="0" sz="2000" i="1" lang="fr-FR">
                <a:solidFill>
                  <a:srgbClr val="000000"/>
                </a:solidFill>
                <a:latin typeface="CMMI10"/>
              </a:rPr>
              <a:t>&lt; </a:t>
            </a:r>
            <a:r>
              <a:rPr dirty="0" sz="2000" lang="fr-FR">
                <a:solidFill>
                  <a:srgbClr val="000000"/>
                </a:solidFill>
                <a:latin typeface="Bembo"/>
              </a:rPr>
              <a:t>1 et on aura alors un état lié, cercle si e=0,</a:t>
            </a:r>
          </a:p>
          <a:p>
            <a:pPr algn="just"/>
            <a:endParaRPr dirty="0" sz="2000" lang="fr-FR">
              <a:solidFill>
                <a:srgbClr val="000000"/>
              </a:solidFill>
              <a:latin typeface="Bembo"/>
            </a:endParaRPr>
          </a:p>
          <a:p>
            <a:pPr algn="just"/>
            <a:r>
              <a:rPr dirty="0" sz="2000" i="1" lang="fr-FR">
                <a:solidFill>
                  <a:srgbClr val="C4007A"/>
                </a:solidFill>
                <a:latin typeface="CMSY10"/>
              </a:rPr>
              <a:t>• </a:t>
            </a:r>
            <a:r>
              <a:rPr dirty="0" sz="2000" lang="fr-FR">
                <a:solidFill>
                  <a:srgbClr val="000000"/>
                </a:solidFill>
                <a:latin typeface="Bembo"/>
              </a:rPr>
              <a:t>une hyperbole si </a:t>
            </a:r>
            <a:r>
              <a:rPr dirty="0" sz="2000" i="1" lang="fr-FR">
                <a:solidFill>
                  <a:srgbClr val="000000"/>
                </a:solidFill>
                <a:latin typeface="Bembo-Italic"/>
              </a:rPr>
              <a:t>e </a:t>
            </a:r>
            <a:r>
              <a:rPr dirty="0" sz="2000" i="1" lang="fr-FR">
                <a:solidFill>
                  <a:srgbClr val="000000"/>
                </a:solidFill>
                <a:latin typeface="CMMI10"/>
              </a:rPr>
              <a:t>&gt; </a:t>
            </a:r>
            <a:r>
              <a:rPr dirty="0" sz="2000" lang="fr-FR">
                <a:solidFill>
                  <a:srgbClr val="000000"/>
                </a:solidFill>
                <a:latin typeface="Bembo"/>
              </a:rPr>
              <a:t>1 et on aura un état libre,</a:t>
            </a:r>
          </a:p>
          <a:p>
            <a:pPr algn="just"/>
            <a:endParaRPr dirty="0" sz="2000" lang="fr-FR">
              <a:solidFill>
                <a:srgbClr val="000000"/>
              </a:solidFill>
              <a:latin typeface="Bembo"/>
            </a:endParaRPr>
          </a:p>
          <a:p>
            <a:pPr algn="just"/>
            <a:r>
              <a:rPr dirty="0" sz="2000" i="1" lang="fr-FR">
                <a:solidFill>
                  <a:srgbClr val="C4007A"/>
                </a:solidFill>
                <a:latin typeface="CMSY10"/>
              </a:rPr>
              <a:t>• </a:t>
            </a:r>
            <a:r>
              <a:rPr dirty="0" sz="2000" lang="fr-FR">
                <a:solidFill>
                  <a:srgbClr val="000000"/>
                </a:solidFill>
                <a:latin typeface="Bembo"/>
              </a:rPr>
              <a:t>une parabole si </a:t>
            </a:r>
            <a:r>
              <a:rPr dirty="0" sz="2000" i="1" lang="fr-FR">
                <a:solidFill>
                  <a:srgbClr val="000000"/>
                </a:solidFill>
                <a:latin typeface="Bembo-Italic"/>
              </a:rPr>
              <a:t>e </a:t>
            </a:r>
            <a:r>
              <a:rPr dirty="0" sz="2000" lang="fr-FR">
                <a:solidFill>
                  <a:srgbClr val="000000"/>
                </a:solidFill>
                <a:latin typeface="CMR10"/>
              </a:rPr>
              <a:t>= </a:t>
            </a:r>
            <a:r>
              <a:rPr dirty="0" sz="2000" lang="fr-FR">
                <a:solidFill>
                  <a:srgbClr val="000000"/>
                </a:solidFill>
                <a:latin typeface="Bembo"/>
              </a:rPr>
              <a:t>1 et on aura un état libre.</a:t>
            </a:r>
            <a:endParaRPr dirty="0" sz="2000" lang="fr-MA"/>
          </a:p>
        </p:txBody>
      </p:sp>
      <p:sp>
        <p:nvSpPr>
          <p:cNvPr id="1048768" name="Rectangle 7"/>
          <p:cNvSpPr/>
          <p:nvPr/>
        </p:nvSpPr>
        <p:spPr>
          <a:xfrm>
            <a:off x="545593" y="3717423"/>
            <a:ext cx="7916663" cy="510541"/>
          </a:xfrm>
          <a:prstGeom prst="rect"/>
          <a:solidFill>
            <a:srgbClr val="92D050"/>
          </a:solidFill>
        </p:spPr>
        <p:txBody>
          <a:bodyPr wrap="square">
            <a:spAutoFit/>
          </a:bodyPr>
          <a:p>
            <a:r>
              <a:rPr baseline="0" dirty="0" sz="2800" i="0" lang="fr-FR" strike="noStrike" u="none">
                <a:effectLst>
                  <a:outerShdw algn="tl" blurRad="38100" dir="2700000" dist="38100">
                    <a:srgbClr val="000000">
                      <a:alpha val="43137"/>
                    </a:srgbClr>
                  </a:outerShdw>
                </a:effectLst>
                <a:latin typeface="AR BLANCA" panose="02000000000000000000" pitchFamily="2" charset="0"/>
              </a:rPr>
              <a:t>4.3 À partir de la valeur de l’énergie</a:t>
            </a:r>
            <a:r>
              <a:rPr dirty="0" sz="2800" i="0" lang="fr-FR" strike="noStrike" u="none">
                <a:effectLst>
                  <a:outerShdw algn="tl" blurRad="38100" dir="2700000" dist="38100">
                    <a:srgbClr val="000000">
                      <a:alpha val="43137"/>
                    </a:srgbClr>
                  </a:outerShdw>
                </a:effectLst>
                <a:latin typeface="AR BLANCA" panose="02000000000000000000" pitchFamily="2" charset="0"/>
              </a:rPr>
              <a:t> mécanique</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69" name="Rectangle 8"/>
          <p:cNvSpPr/>
          <p:nvPr/>
        </p:nvSpPr>
        <p:spPr>
          <a:xfrm>
            <a:off x="686342" y="4545226"/>
            <a:ext cx="4411980" cy="396240"/>
          </a:xfrm>
          <a:prstGeom prst="rect"/>
        </p:spPr>
        <p:txBody>
          <a:bodyPr wrap="none">
            <a:spAutoFit/>
          </a:bodyPr>
          <a:p>
            <a:pPr indent="-285750" marL="285750">
              <a:buFont typeface="Wingdings" panose="05000000000000000000" pitchFamily="2" charset="2"/>
              <a:buChar char="q"/>
            </a:pPr>
            <a:r>
              <a:rPr dirty="0" sz="2000" lang="fr-FR">
                <a:latin typeface="Bembo"/>
              </a:rPr>
              <a:t>D’après ce qui précède, on obtient :</a:t>
            </a:r>
            <a:endParaRPr dirty="0" sz="2000" lang="fr-MA"/>
          </a:p>
        </p:txBody>
      </p:sp>
      <p:sp>
        <p:nvSpPr>
          <p:cNvPr id="1048770" name="ZoneTexte 9"/>
          <p:cNvSpPr txBox="1">
            <a:spLocks noChangeAspect="1" noMove="1" noResize="1" noRot="1" noAdjustHandles="1" noEditPoints="1" noChangeArrowheads="1" noChangeShapeType="1" noTextEdit="1"/>
          </p:cNvSpPr>
          <p:nvPr/>
        </p:nvSpPr>
        <p:spPr>
          <a:xfrm>
            <a:off x="4754184" y="5111419"/>
            <a:ext cx="3276410" cy="864596"/>
          </a:xfrm>
          <a:prstGeom prst="rect"/>
          <a:blipFill rotWithShape="0">
            <a:blip xmlns:r="http://schemas.openxmlformats.org/officeDocument/2006/relationships" r:embed="rId2"/>
            <a:stretch>
              <a:fillRect/>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3">
            <p14:nvContentPartPr>
              <p14:cNvPr id="1049973" name=""/>
              <p14:cNvContentPartPr/>
              <p14:nvPr/>
            </p14:nvContentPartPr>
            <p14:xfrm>
              <a:off x="4584934" y="4959940"/>
              <a:ext cx="71430" cy="1453141"/>
            </p14:xfrm>
          </p:contentPart>
        </mc:Choice>
        <mc:Fallback>
          <p:sp>
            <p:nvSpPr>
              <p:cNvPr id="1049973" name=""/>
              <p:cNvSpPr/>
              <p:nvPr/>
            </p:nvSpPr>
            <p:spPr>
              <a:xfrm>
                <a:off x="4584934" y="4959940"/>
                <a:ext cx="71430" cy="1453141"/>
              </a:xfrm>
            </p:spPr>
          </p:sp>
        </mc:Fallback>
      </mc:AlternateContent>
      <mc:AlternateContent xmlns:mc="http://schemas.openxmlformats.org/markup-compatibility/2006">
        <mc:Choice xmlns:p14="http://schemas.microsoft.com/office/powerpoint/2010/main" Requires="p14">
          <p:contentPart p14:bwMode="auto" r:id="rId4">
            <p14:nvContentPartPr>
              <p14:cNvPr id="1049974" name=""/>
              <p14:cNvContentPartPr/>
              <p14:nvPr/>
            </p14:nvContentPartPr>
            <p14:xfrm>
              <a:off x="4453370" y="4928999"/>
              <a:ext cx="3816390" cy="1556088"/>
            </p14:xfrm>
          </p:contentPart>
        </mc:Choice>
        <mc:Fallback>
          <p:sp>
            <p:nvSpPr>
              <p:cNvPr id="1049974" name=""/>
              <p:cNvSpPr/>
              <p:nvPr/>
            </p:nvSpPr>
            <p:spPr>
              <a:xfrm>
                <a:off x="4453370" y="4928999"/>
                <a:ext cx="3816390" cy="1556088"/>
              </a:xfrm>
            </p:spPr>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977" name=""/>
              <p14:cNvContentPartPr/>
              <p14:nvPr/>
            </p14:nvContentPartPr>
            <p14:xfrm>
              <a:off x="656029" y="921218"/>
              <a:ext cx="134670" cy="252802"/>
            </p14:xfrm>
          </p:contentPart>
        </mc:Choice>
        <mc:Fallback>
          <p:sp>
            <p:nvSpPr>
              <p:cNvPr id="1049977" name=""/>
              <p:cNvSpPr/>
              <p:nvPr/>
            </p:nvSpPr>
            <p:spPr>
              <a:xfrm>
                <a:off x="656029" y="921218"/>
                <a:ext cx="134670" cy="252802"/>
              </a:xfrm>
            </p:spPr>
          </p:sp>
        </mc:Fallback>
      </mc:AlternateContent>
      <mc:AlternateContent xmlns:mc="http://schemas.openxmlformats.org/markup-compatibility/2006">
        <mc:Choice xmlns:p14="http://schemas.microsoft.com/office/powerpoint/2010/main" Requires="p14">
          <p:contentPart p14:bwMode="auto" r:id="rId2">
            <p14:nvContentPartPr>
              <p14:cNvPr id="1049978" name=""/>
              <p14:cNvContentPartPr/>
              <p14:nvPr/>
            </p14:nvContentPartPr>
            <p14:xfrm>
              <a:off x="858649" y="861347"/>
              <a:ext cx="40683" cy="413358"/>
            </p14:xfrm>
          </p:contentPart>
        </mc:Choice>
        <mc:Fallback>
          <p:sp>
            <p:nvSpPr>
              <p:cNvPr id="1049978" name=""/>
              <p:cNvSpPr/>
              <p:nvPr/>
            </p:nvSpPr>
            <p:spPr>
              <a:xfrm>
                <a:off x="858649" y="861347"/>
                <a:ext cx="40683" cy="413358"/>
              </a:xfrm>
            </p:spPr>
          </p:sp>
        </mc:Fallback>
      </mc:AlternateContent>
      <mc:AlternateContent xmlns:mc="http://schemas.openxmlformats.org/markup-compatibility/2006">
        <mc:Choice xmlns:p14="http://schemas.microsoft.com/office/powerpoint/2010/main" Requires="p14">
          <p:contentPart p14:bwMode="auto" r:id="rId3">
            <p14:nvContentPartPr>
              <p14:cNvPr id="1049979" name=""/>
              <p14:cNvContentPartPr/>
              <p14:nvPr/>
            </p14:nvContentPartPr>
            <p14:xfrm>
              <a:off x="971542" y="889977"/>
              <a:ext cx="169224" cy="243448"/>
            </p14:xfrm>
          </p:contentPart>
        </mc:Choice>
        <mc:Fallback>
          <p:sp>
            <p:nvSpPr>
              <p:cNvPr id="1049979" name=""/>
              <p:cNvSpPr/>
              <p:nvPr/>
            </p:nvSpPr>
            <p:spPr>
              <a:xfrm>
                <a:off x="971542" y="889977"/>
                <a:ext cx="169224" cy="243448"/>
              </a:xfrm>
            </p:spPr>
          </p:sp>
        </mc:Fallback>
      </mc:AlternateContent>
      <mc:AlternateContent xmlns:mc="http://schemas.openxmlformats.org/markup-compatibility/2006">
        <mc:Choice xmlns:p14="http://schemas.microsoft.com/office/powerpoint/2010/main" Requires="p14">
          <p:contentPart p14:bwMode="auto" r:id="rId4">
            <p14:nvContentPartPr>
              <p14:cNvPr id="1049980" name=""/>
              <p14:cNvContentPartPr/>
              <p14:nvPr/>
            </p14:nvContentPartPr>
            <p14:xfrm>
              <a:off x="1116053" y="828147"/>
              <a:ext cx="94566" cy="421726"/>
            </p14:xfrm>
          </p:contentPart>
        </mc:Choice>
        <mc:Fallback>
          <p:sp>
            <p:nvSpPr>
              <p:cNvPr id="1049980" name=""/>
              <p:cNvSpPr/>
              <p:nvPr/>
            </p:nvSpPr>
            <p:spPr>
              <a:xfrm>
                <a:off x="1116053" y="828147"/>
                <a:ext cx="94566" cy="421726"/>
              </a:xfrm>
            </p:spPr>
          </p:sp>
        </mc:Fallback>
      </mc:AlternateContent>
      <mc:AlternateContent xmlns:mc="http://schemas.openxmlformats.org/markup-compatibility/2006">
        <mc:Choice xmlns:p14="http://schemas.microsoft.com/office/powerpoint/2010/main" Requires="p14">
          <p:contentPart p14:bwMode="auto" r:id="rId5">
            <p14:nvContentPartPr>
              <p14:cNvPr id="1049981" name=""/>
              <p14:cNvContentPartPr/>
              <p14:nvPr/>
            </p14:nvContentPartPr>
            <p14:xfrm>
              <a:off x="1364313" y="983506"/>
              <a:ext cx="140712" cy="17502"/>
            </p14:xfrm>
          </p:contentPart>
        </mc:Choice>
        <mc:Fallback>
          <p:sp>
            <p:nvSpPr>
              <p:cNvPr id="1049981" name=""/>
              <p:cNvSpPr/>
              <p:nvPr/>
            </p:nvSpPr>
            <p:spPr>
              <a:xfrm>
                <a:off x="1364313" y="983506"/>
                <a:ext cx="140712" cy="17502"/>
              </a:xfrm>
            </p:spPr>
          </p:sp>
        </mc:Fallback>
      </mc:AlternateContent>
      <mc:AlternateContent xmlns:mc="http://schemas.openxmlformats.org/markup-compatibility/2006">
        <mc:Choice xmlns:p14="http://schemas.microsoft.com/office/powerpoint/2010/main" Requires="p14">
          <p:contentPart p14:bwMode="auto" r:id="rId6">
            <p14:nvContentPartPr>
              <p14:cNvPr id="1049982" name=""/>
              <p14:cNvContentPartPr/>
              <p14:nvPr/>
            </p14:nvContentPartPr>
            <p14:xfrm>
              <a:off x="1357104" y="1116816"/>
              <a:ext cx="156937" cy="1847"/>
            </p14:xfrm>
          </p:contentPart>
        </mc:Choice>
        <mc:Fallback>
          <p:sp>
            <p:nvSpPr>
              <p:cNvPr id="1049982" name=""/>
              <p:cNvSpPr/>
              <p:nvPr/>
            </p:nvSpPr>
            <p:spPr>
              <a:xfrm>
                <a:off x="1357104" y="1116816"/>
                <a:ext cx="156937" cy="1847"/>
              </a:xfrm>
            </p:spPr>
          </p:sp>
        </mc:Fallback>
      </mc:AlternateContent>
      <mc:AlternateContent xmlns:mc="http://schemas.openxmlformats.org/markup-compatibility/2006">
        <mc:Choice xmlns:p14="http://schemas.microsoft.com/office/powerpoint/2010/main" Requires="p14">
          <p:contentPart p14:bwMode="auto" r:id="rId7">
            <p14:nvContentPartPr>
              <p14:cNvPr id="1049983" name=""/>
              <p14:cNvContentPartPr/>
              <p14:nvPr/>
            </p14:nvContentPartPr>
            <p14:xfrm>
              <a:off x="2092563" y="556405"/>
              <a:ext cx="254980" cy="488213"/>
            </p14:xfrm>
          </p:contentPart>
        </mc:Choice>
        <mc:Fallback>
          <p:sp>
            <p:nvSpPr>
              <p:cNvPr id="1049983" name=""/>
              <p:cNvSpPr/>
              <p:nvPr/>
            </p:nvSpPr>
            <p:spPr>
              <a:xfrm>
                <a:off x="2092563" y="556405"/>
                <a:ext cx="254980" cy="488213"/>
              </a:xfrm>
            </p:spPr>
          </p:sp>
        </mc:Fallback>
      </mc:AlternateContent>
      <mc:AlternateContent xmlns:mc="http://schemas.openxmlformats.org/markup-compatibility/2006">
        <mc:Choice xmlns:p14="http://schemas.microsoft.com/office/powerpoint/2010/main" Requires="p14">
          <p:contentPart p14:bwMode="auto" r:id="rId8">
            <p14:nvContentPartPr>
              <p14:cNvPr id="1049984" name=""/>
              <p14:cNvContentPartPr/>
              <p14:nvPr/>
            </p14:nvContentPartPr>
            <p14:xfrm>
              <a:off x="1722060" y="1045175"/>
              <a:ext cx="1541694" cy="78687"/>
            </p14:xfrm>
          </p:contentPart>
        </mc:Choice>
        <mc:Fallback>
          <p:sp>
            <p:nvSpPr>
              <p:cNvPr id="1049984" name=""/>
              <p:cNvSpPr/>
              <p:nvPr/>
            </p:nvSpPr>
            <p:spPr>
              <a:xfrm>
                <a:off x="1722060" y="1045175"/>
                <a:ext cx="1541694" cy="78687"/>
              </a:xfrm>
            </p:spPr>
          </p:sp>
        </mc:Fallback>
      </mc:AlternateContent>
      <mc:AlternateContent xmlns:mc="http://schemas.openxmlformats.org/markup-compatibility/2006">
        <mc:Choice xmlns:p14="http://schemas.microsoft.com/office/powerpoint/2010/main" Requires="p14">
          <p:contentPart p14:bwMode="auto" r:id="rId9">
            <p14:nvContentPartPr>
              <p14:cNvPr id="1049985" name=""/>
              <p14:cNvContentPartPr/>
              <p14:nvPr/>
            </p14:nvContentPartPr>
            <p14:xfrm>
              <a:off x="1795501" y="1436450"/>
              <a:ext cx="141941" cy="248626"/>
            </p14:xfrm>
          </p:contentPart>
        </mc:Choice>
        <mc:Fallback>
          <p:sp>
            <p:nvSpPr>
              <p:cNvPr id="1049985" name=""/>
              <p:cNvSpPr/>
              <p:nvPr/>
            </p:nvSpPr>
            <p:spPr>
              <a:xfrm>
                <a:off x="1795501" y="1436450"/>
                <a:ext cx="141941" cy="248626"/>
              </a:xfrm>
            </p:spPr>
          </p:sp>
        </mc:Fallback>
      </mc:AlternateContent>
      <mc:AlternateContent xmlns:mc="http://schemas.openxmlformats.org/markup-compatibility/2006">
        <mc:Choice xmlns:p14="http://schemas.microsoft.com/office/powerpoint/2010/main" Requires="p14">
          <p:contentPart p14:bwMode="auto" r:id="rId10">
            <p14:nvContentPartPr>
              <p14:cNvPr id="1049986" name=""/>
              <p14:cNvContentPartPr/>
              <p14:nvPr/>
            </p14:nvContentPartPr>
            <p14:xfrm>
              <a:off x="2101884" y="1559000"/>
              <a:ext cx="211662" cy="52989"/>
            </p14:xfrm>
          </p:contentPart>
        </mc:Choice>
        <mc:Fallback>
          <p:sp>
            <p:nvSpPr>
              <p:cNvPr id="1049986" name=""/>
              <p:cNvSpPr/>
              <p:nvPr/>
            </p:nvSpPr>
            <p:spPr>
              <a:xfrm>
                <a:off x="2101884" y="1559000"/>
                <a:ext cx="211662" cy="52989"/>
              </a:xfrm>
            </p:spPr>
          </p:sp>
        </mc:Fallback>
      </mc:AlternateContent>
      <mc:AlternateContent xmlns:mc="http://schemas.openxmlformats.org/markup-compatibility/2006">
        <mc:Choice xmlns:p14="http://schemas.microsoft.com/office/powerpoint/2010/main" Requires="p14">
          <p:contentPart p14:bwMode="auto" r:id="rId11">
            <p14:nvContentPartPr>
              <p14:cNvPr id="1049987" name=""/>
              <p14:cNvContentPartPr/>
              <p14:nvPr/>
            </p14:nvContentPartPr>
            <p14:xfrm>
              <a:off x="2165570" y="1523286"/>
              <a:ext cx="9304" cy="150061"/>
            </p14:xfrm>
          </p:contentPart>
        </mc:Choice>
        <mc:Fallback>
          <p:sp>
            <p:nvSpPr>
              <p:cNvPr id="1049987" name=""/>
              <p:cNvSpPr/>
              <p:nvPr/>
            </p:nvSpPr>
            <p:spPr>
              <a:xfrm>
                <a:off x="2165570" y="1523286"/>
                <a:ext cx="9304" cy="150061"/>
              </a:xfrm>
            </p:spPr>
          </p:sp>
        </mc:Fallback>
      </mc:AlternateContent>
      <mc:AlternateContent xmlns:mc="http://schemas.openxmlformats.org/markup-compatibility/2006">
        <mc:Choice xmlns:p14="http://schemas.microsoft.com/office/powerpoint/2010/main" Requires="p14">
          <p:contentPart p14:bwMode="auto" r:id="rId12">
            <p14:nvContentPartPr>
              <p14:cNvPr id="1049988" name=""/>
              <p14:cNvContentPartPr/>
              <p14:nvPr/>
            </p14:nvContentPartPr>
            <p14:xfrm>
              <a:off x="2386639" y="1409979"/>
              <a:ext cx="149352" cy="240098"/>
            </p14:xfrm>
          </p:contentPart>
        </mc:Choice>
        <mc:Fallback>
          <p:sp>
            <p:nvSpPr>
              <p:cNvPr id="1049988" name=""/>
              <p:cNvSpPr/>
              <p:nvPr/>
            </p:nvSpPr>
            <p:spPr>
              <a:xfrm>
                <a:off x="2386639" y="1409979"/>
                <a:ext cx="149352" cy="240098"/>
              </a:xfrm>
            </p:spPr>
          </p:sp>
        </mc:Fallback>
      </mc:AlternateContent>
      <mc:AlternateContent xmlns:mc="http://schemas.openxmlformats.org/markup-compatibility/2006">
        <mc:Choice xmlns:p14="http://schemas.microsoft.com/office/powerpoint/2010/main" Requires="p14">
          <p:contentPart p14:bwMode="auto" r:id="rId13">
            <p14:nvContentPartPr>
              <p14:cNvPr id="1049989" name=""/>
              <p14:cNvContentPartPr/>
              <p14:nvPr/>
            </p14:nvContentPartPr>
            <p14:xfrm>
              <a:off x="2606295" y="1427596"/>
              <a:ext cx="366306" cy="184394"/>
            </p14:xfrm>
          </p:contentPart>
        </mc:Choice>
        <mc:Fallback>
          <p:sp>
            <p:nvSpPr>
              <p:cNvPr id="1049989" name=""/>
              <p:cNvSpPr/>
              <p:nvPr/>
            </p:nvSpPr>
            <p:spPr>
              <a:xfrm>
                <a:off x="2606295" y="1427596"/>
                <a:ext cx="366306" cy="184394"/>
              </a:xfrm>
            </p:spPr>
          </p:sp>
        </mc:Fallback>
      </mc:AlternateContent>
      <mc:AlternateContent xmlns:mc="http://schemas.openxmlformats.org/markup-compatibility/2006">
        <mc:Choice xmlns:p14="http://schemas.microsoft.com/office/powerpoint/2010/main" Requires="p14">
          <p:contentPart p14:bwMode="auto" r:id="rId14">
            <p14:nvContentPartPr>
              <p14:cNvPr id="1049990" name=""/>
              <p14:cNvContentPartPr/>
              <p14:nvPr/>
            </p14:nvContentPartPr>
            <p14:xfrm>
              <a:off x="3048385" y="1315013"/>
              <a:ext cx="166358" cy="279577"/>
            </p14:xfrm>
          </p:contentPart>
        </mc:Choice>
        <mc:Fallback>
          <p:sp>
            <p:nvSpPr>
              <p:cNvPr id="1049990" name=""/>
              <p:cNvSpPr/>
              <p:nvPr/>
            </p:nvSpPr>
            <p:spPr>
              <a:xfrm>
                <a:off x="3048385" y="1315013"/>
                <a:ext cx="166358" cy="279577"/>
              </a:xfrm>
            </p:spPr>
          </p:sp>
        </mc:Fallback>
      </mc:AlternateContent>
      <mc:AlternateContent xmlns:mc="http://schemas.openxmlformats.org/markup-compatibility/2006">
        <mc:Choice xmlns:p14="http://schemas.microsoft.com/office/powerpoint/2010/main" Requires="p14">
          <p:contentPart p14:bwMode="auto" r:id="rId15">
            <p14:nvContentPartPr>
              <p14:cNvPr id="1049991" name=""/>
              <p14:cNvContentPartPr/>
              <p14:nvPr/>
            </p14:nvContentPartPr>
            <p14:xfrm>
              <a:off x="4254753" y="650433"/>
              <a:ext cx="293685" cy="494004"/>
            </p14:xfrm>
          </p:contentPart>
        </mc:Choice>
        <mc:Fallback>
          <p:sp>
            <p:nvSpPr>
              <p:cNvPr id="1049991" name=""/>
              <p:cNvSpPr/>
              <p:nvPr/>
            </p:nvSpPr>
            <p:spPr>
              <a:xfrm>
                <a:off x="4254753" y="650433"/>
                <a:ext cx="293685" cy="494004"/>
              </a:xfrm>
            </p:spPr>
          </p:sp>
        </mc:Fallback>
      </mc:AlternateContent>
      <mc:AlternateContent xmlns:mc="http://schemas.openxmlformats.org/markup-compatibility/2006">
        <mc:Choice xmlns:p14="http://schemas.microsoft.com/office/powerpoint/2010/main" Requires="p14">
          <p:contentPart p14:bwMode="auto" r:id="rId16">
            <p14:nvContentPartPr>
              <p14:cNvPr id="1049992" name=""/>
              <p14:cNvContentPartPr/>
              <p14:nvPr/>
            </p14:nvContentPartPr>
            <p14:xfrm>
              <a:off x="4263683" y="858002"/>
              <a:ext cx="145982" cy="66148"/>
            </p14:xfrm>
          </p:contentPart>
        </mc:Choice>
        <mc:Fallback>
          <p:sp>
            <p:nvSpPr>
              <p:cNvPr id="1049992" name=""/>
              <p:cNvSpPr/>
              <p:nvPr/>
            </p:nvSpPr>
            <p:spPr>
              <a:xfrm>
                <a:off x="4263683" y="858002"/>
                <a:ext cx="145982" cy="66148"/>
              </a:xfrm>
            </p:spPr>
          </p:sp>
        </mc:Fallback>
      </mc:AlternateContent>
      <mc:AlternateContent xmlns:mc="http://schemas.openxmlformats.org/markup-compatibility/2006">
        <mc:Choice xmlns:p14="http://schemas.microsoft.com/office/powerpoint/2010/main" Requires="p14">
          <p:contentPart p14:bwMode="auto" r:id="rId17">
            <p14:nvContentPartPr>
              <p14:cNvPr id="1049993" name=""/>
              <p14:cNvContentPartPr/>
              <p14:nvPr/>
            </p14:nvContentPartPr>
            <p14:xfrm>
              <a:off x="4524003" y="1010586"/>
              <a:ext cx="240835" cy="204954"/>
            </p14:xfrm>
          </p:contentPart>
        </mc:Choice>
        <mc:Fallback>
          <p:sp>
            <p:nvSpPr>
              <p:cNvPr id="1049993" name=""/>
              <p:cNvSpPr/>
              <p:nvPr/>
            </p:nvSpPr>
            <p:spPr>
              <a:xfrm>
                <a:off x="4524003" y="1010586"/>
                <a:ext cx="240835" cy="204954"/>
              </a:xfrm>
            </p:spPr>
          </p:sp>
        </mc:Fallback>
      </mc:AlternateContent>
      <mc:AlternateContent xmlns:mc="http://schemas.openxmlformats.org/markup-compatibility/2006">
        <mc:Choice xmlns:p14="http://schemas.microsoft.com/office/powerpoint/2010/main" Requires="p14">
          <p:contentPart p14:bwMode="auto" r:id="rId18">
            <p14:nvContentPartPr>
              <p14:cNvPr id="1049994" name=""/>
              <p14:cNvContentPartPr/>
              <p14:nvPr/>
            </p14:nvContentPartPr>
            <p14:xfrm>
              <a:off x="4876898" y="938877"/>
              <a:ext cx="176599" cy="14925"/>
            </p14:xfrm>
          </p:contentPart>
        </mc:Choice>
        <mc:Fallback>
          <p:sp>
            <p:nvSpPr>
              <p:cNvPr id="1049994" name=""/>
              <p:cNvSpPr/>
              <p:nvPr/>
            </p:nvSpPr>
            <p:spPr>
              <a:xfrm>
                <a:off x="4876898" y="938877"/>
                <a:ext cx="176599" cy="14925"/>
              </a:xfrm>
            </p:spPr>
          </p:sp>
        </mc:Fallback>
      </mc:AlternateContent>
      <mc:AlternateContent xmlns:mc="http://schemas.openxmlformats.org/markup-compatibility/2006">
        <mc:Choice xmlns:p14="http://schemas.microsoft.com/office/powerpoint/2010/main" Requires="p14">
          <p:contentPart p14:bwMode="auto" r:id="rId19">
            <p14:nvContentPartPr>
              <p14:cNvPr id="1049995" name=""/>
              <p14:cNvContentPartPr/>
              <p14:nvPr/>
            </p14:nvContentPartPr>
            <p14:xfrm>
              <a:off x="4891767" y="1048380"/>
              <a:ext cx="162090" cy="38479"/>
            </p14:xfrm>
          </p:contentPart>
        </mc:Choice>
        <mc:Fallback>
          <p:sp>
            <p:nvSpPr>
              <p:cNvPr id="1049995" name=""/>
              <p:cNvSpPr/>
              <p:nvPr/>
            </p:nvSpPr>
            <p:spPr>
              <a:xfrm>
                <a:off x="4891767" y="1048380"/>
                <a:ext cx="162090" cy="38479"/>
              </a:xfrm>
            </p:spPr>
          </p:sp>
        </mc:Fallback>
      </mc:AlternateContent>
      <mc:AlternateContent xmlns:mc="http://schemas.openxmlformats.org/markup-compatibility/2006">
        <mc:Choice xmlns:p14="http://schemas.microsoft.com/office/powerpoint/2010/main" Requires="p14">
          <p:contentPart p14:bwMode="auto" r:id="rId20">
            <p14:nvContentPartPr>
              <p14:cNvPr id="1049996" name=""/>
              <p14:cNvContentPartPr/>
              <p14:nvPr/>
            </p14:nvContentPartPr>
            <p14:xfrm>
              <a:off x="5205809" y="681154"/>
              <a:ext cx="312469" cy="358063"/>
            </p14:xfrm>
          </p:contentPart>
        </mc:Choice>
        <mc:Fallback>
          <p:sp>
            <p:nvSpPr>
              <p:cNvPr id="1049996" name=""/>
              <p:cNvSpPr/>
              <p:nvPr/>
            </p:nvSpPr>
            <p:spPr>
              <a:xfrm>
                <a:off x="5205809" y="681154"/>
                <a:ext cx="312469" cy="358063"/>
              </a:xfrm>
            </p:spPr>
          </p:sp>
        </mc:Fallback>
      </mc:AlternateContent>
      <mc:AlternateContent xmlns:mc="http://schemas.openxmlformats.org/markup-compatibility/2006">
        <mc:Choice xmlns:p14="http://schemas.microsoft.com/office/powerpoint/2010/main" Requires="p14">
          <p:contentPart p14:bwMode="auto" r:id="rId21">
            <p14:nvContentPartPr>
              <p14:cNvPr id="1049997" name=""/>
              <p14:cNvContentPartPr/>
              <p14:nvPr/>
            </p14:nvContentPartPr>
            <p14:xfrm>
              <a:off x="5227436" y="902278"/>
              <a:ext cx="174355" cy="14521"/>
            </p14:xfrm>
          </p:contentPart>
        </mc:Choice>
        <mc:Fallback>
          <p:sp>
            <p:nvSpPr>
              <p:cNvPr id="1049997" name=""/>
              <p:cNvSpPr/>
              <p:nvPr/>
            </p:nvSpPr>
            <p:spPr>
              <a:xfrm>
                <a:off x="5227436" y="902278"/>
                <a:ext cx="174355" cy="14521"/>
              </a:xfrm>
            </p:spPr>
          </p:sp>
        </mc:Fallback>
      </mc:AlternateContent>
      <mc:AlternateContent xmlns:mc="http://schemas.openxmlformats.org/markup-compatibility/2006">
        <mc:Choice xmlns:p14="http://schemas.microsoft.com/office/powerpoint/2010/main" Requires="p14">
          <p:contentPart p14:bwMode="auto" r:id="rId22">
            <p14:nvContentPartPr>
              <p14:cNvPr id="1049998" name=""/>
              <p14:cNvContentPartPr/>
              <p14:nvPr/>
            </p14:nvContentPartPr>
            <p14:xfrm>
              <a:off x="5190940" y="1049857"/>
              <a:ext cx="211764" cy="29652"/>
            </p14:xfrm>
          </p:contentPart>
        </mc:Choice>
        <mc:Fallback>
          <p:sp>
            <p:nvSpPr>
              <p:cNvPr id="1049998" name=""/>
              <p:cNvSpPr/>
              <p:nvPr/>
            </p:nvSpPr>
            <p:spPr>
              <a:xfrm>
                <a:off x="5190940" y="1049857"/>
                <a:ext cx="211764" cy="29652"/>
              </a:xfrm>
            </p:spPr>
          </p:sp>
        </mc:Fallback>
      </mc:AlternateContent>
      <mc:AlternateContent xmlns:mc="http://schemas.openxmlformats.org/markup-compatibility/2006">
        <mc:Choice xmlns:p14="http://schemas.microsoft.com/office/powerpoint/2010/main" Requires="p14">
          <p:contentPart p14:bwMode="auto" r:id="rId23">
            <p14:nvContentPartPr>
              <p14:cNvPr id="1049999" name=""/>
              <p14:cNvContentPartPr/>
              <p14:nvPr/>
            </p14:nvContentPartPr>
            <p14:xfrm>
              <a:off x="5410436" y="1022485"/>
              <a:ext cx="206593" cy="130281"/>
            </p14:xfrm>
          </p:contentPart>
        </mc:Choice>
        <mc:Fallback>
          <p:sp>
            <p:nvSpPr>
              <p:cNvPr id="1049999" name=""/>
              <p:cNvSpPr/>
              <p:nvPr/>
            </p:nvSpPr>
            <p:spPr>
              <a:xfrm>
                <a:off x="5410436" y="1022485"/>
                <a:ext cx="206593" cy="130281"/>
              </a:xfrm>
            </p:spPr>
          </p:sp>
        </mc:Fallback>
      </mc:AlternateContent>
      <mc:AlternateContent xmlns:mc="http://schemas.openxmlformats.org/markup-compatibility/2006">
        <mc:Choice xmlns:p14="http://schemas.microsoft.com/office/powerpoint/2010/main" Requires="p14">
          <p:contentPart p14:bwMode="auto" r:id="rId24">
            <p14:nvContentPartPr>
              <p14:cNvPr id="1050000" name=""/>
              <p14:cNvContentPartPr/>
              <p14:nvPr/>
            </p14:nvContentPartPr>
            <p14:xfrm>
              <a:off x="5789738" y="953345"/>
              <a:ext cx="213525" cy="30110"/>
            </p14:xfrm>
          </p:contentPart>
        </mc:Choice>
        <mc:Fallback>
          <p:sp>
            <p:nvSpPr>
              <p:cNvPr id="1050000" name=""/>
              <p:cNvSpPr/>
              <p:nvPr/>
            </p:nvSpPr>
            <p:spPr>
              <a:xfrm>
                <a:off x="5789738" y="953345"/>
                <a:ext cx="213525" cy="30110"/>
              </a:xfrm>
            </p:spPr>
          </p:sp>
        </mc:Fallback>
      </mc:AlternateContent>
      <mc:AlternateContent xmlns:mc="http://schemas.openxmlformats.org/markup-compatibility/2006">
        <mc:Choice xmlns:p14="http://schemas.microsoft.com/office/powerpoint/2010/main" Requires="p14">
          <p:contentPart p14:bwMode="auto" r:id="rId25">
            <p14:nvContentPartPr>
              <p14:cNvPr id="1050001" name=""/>
              <p14:cNvContentPartPr/>
              <p14:nvPr/>
            </p14:nvContentPartPr>
            <p14:xfrm>
              <a:off x="5862729" y="886894"/>
              <a:ext cx="33500" cy="217991"/>
            </p14:xfrm>
          </p:contentPart>
        </mc:Choice>
        <mc:Fallback>
          <p:sp>
            <p:nvSpPr>
              <p:cNvPr id="1050001" name=""/>
              <p:cNvSpPr/>
              <p:nvPr/>
            </p:nvSpPr>
            <p:spPr>
              <a:xfrm>
                <a:off x="5862729" y="886894"/>
                <a:ext cx="33500" cy="217991"/>
              </a:xfrm>
            </p:spPr>
          </p:sp>
        </mc:Fallback>
      </mc:AlternateContent>
      <mc:AlternateContent xmlns:mc="http://schemas.openxmlformats.org/markup-compatibility/2006">
        <mc:Choice xmlns:p14="http://schemas.microsoft.com/office/powerpoint/2010/main" Requires="p14">
          <p:contentPart p14:bwMode="auto" r:id="rId26">
            <p14:nvContentPartPr>
              <p14:cNvPr id="1050002" name=""/>
              <p14:cNvContentPartPr/>
              <p14:nvPr/>
            </p14:nvContentPartPr>
            <p14:xfrm>
              <a:off x="6194752" y="685301"/>
              <a:ext cx="186285" cy="262175"/>
            </p14:xfrm>
          </p:contentPart>
        </mc:Choice>
        <mc:Fallback>
          <p:sp>
            <p:nvSpPr>
              <p:cNvPr id="1050002" name=""/>
              <p:cNvSpPr/>
              <p:nvPr/>
            </p:nvSpPr>
            <p:spPr>
              <a:xfrm>
                <a:off x="6194752" y="685301"/>
                <a:ext cx="186285" cy="262175"/>
              </a:xfrm>
            </p:spPr>
          </p:sp>
        </mc:Fallback>
      </mc:AlternateContent>
      <mc:AlternateContent xmlns:mc="http://schemas.openxmlformats.org/markup-compatibility/2006">
        <mc:Choice xmlns:p14="http://schemas.microsoft.com/office/powerpoint/2010/main" Requires="p14">
          <p:contentPart p14:bwMode="auto" r:id="rId27">
            <p14:nvContentPartPr>
              <p14:cNvPr id="1050003" name=""/>
              <p14:cNvContentPartPr/>
              <p14:nvPr/>
            </p14:nvContentPartPr>
            <p14:xfrm>
              <a:off x="6176771" y="872448"/>
              <a:ext cx="204555" cy="0"/>
            </p14:xfrm>
          </p:contentPart>
        </mc:Choice>
        <mc:Fallback>
          <p:sp>
            <p:nvSpPr>
              <p:cNvPr id="1050003" name=""/>
              <p:cNvSpPr/>
              <p:nvPr/>
            </p:nvSpPr>
            <p:spPr>
              <a:xfrm>
                <a:off x="6176771" y="872448"/>
                <a:ext cx="204555" cy="0"/>
              </a:xfrm>
            </p:spPr>
          </p:sp>
        </mc:Fallback>
      </mc:AlternateContent>
      <mc:AlternateContent xmlns:mc="http://schemas.openxmlformats.org/markup-compatibility/2006">
        <mc:Choice xmlns:p14="http://schemas.microsoft.com/office/powerpoint/2010/main" Requires="p14">
          <p:contentPart p14:bwMode="auto" r:id="rId28">
            <p14:nvContentPartPr>
              <p14:cNvPr id="1050004" name=""/>
              <p14:cNvContentPartPr/>
              <p14:nvPr/>
            </p14:nvContentPartPr>
            <p14:xfrm>
              <a:off x="6381327" y="972486"/>
              <a:ext cx="208790" cy="290694"/>
            </p14:xfrm>
          </p:contentPart>
        </mc:Choice>
        <mc:Fallback>
          <p:sp>
            <p:nvSpPr>
              <p:cNvPr id="1050004" name=""/>
              <p:cNvSpPr/>
              <p:nvPr/>
            </p:nvSpPr>
            <p:spPr>
              <a:xfrm>
                <a:off x="6381327" y="972486"/>
                <a:ext cx="208790" cy="290694"/>
              </a:xfrm>
            </p:spPr>
          </p:sp>
        </mc:Fallback>
      </mc:AlternateContent>
      <mc:AlternateContent xmlns:mc="http://schemas.openxmlformats.org/markup-compatibility/2006">
        <mc:Choice xmlns:p14="http://schemas.microsoft.com/office/powerpoint/2010/main" Requires="p14">
          <p:contentPart p14:bwMode="auto" r:id="rId29">
            <p14:nvContentPartPr>
              <p14:cNvPr id="1050005" name=""/>
              <p14:cNvContentPartPr/>
              <p14:nvPr/>
            </p14:nvContentPartPr>
            <p14:xfrm>
              <a:off x="6783228" y="869261"/>
              <a:ext cx="121561" cy="3186"/>
            </p14:xfrm>
          </p:contentPart>
        </mc:Choice>
        <mc:Fallback>
          <p:sp>
            <p:nvSpPr>
              <p:cNvPr id="1050005" name=""/>
              <p:cNvSpPr/>
              <p:nvPr/>
            </p:nvSpPr>
            <p:spPr>
              <a:xfrm>
                <a:off x="6783228" y="869261"/>
                <a:ext cx="121561" cy="3186"/>
              </a:xfrm>
            </p:spPr>
          </p:sp>
        </mc:Fallback>
      </mc:AlternateContent>
      <mc:AlternateContent xmlns:mc="http://schemas.openxmlformats.org/markup-compatibility/2006">
        <mc:Choice xmlns:p14="http://schemas.microsoft.com/office/powerpoint/2010/main" Requires="p14">
          <p:contentPart p14:bwMode="auto" r:id="rId30">
            <p14:nvContentPartPr>
              <p14:cNvPr id="1050006" name=""/>
              <p14:cNvContentPartPr/>
              <p14:nvPr/>
            </p14:nvContentPartPr>
            <p14:xfrm>
              <a:off x="6731864" y="1012854"/>
              <a:ext cx="190138" cy="7517"/>
            </p14:xfrm>
          </p:contentPart>
        </mc:Choice>
        <mc:Fallback>
          <p:sp>
            <p:nvSpPr>
              <p:cNvPr id="1050006" name=""/>
              <p:cNvSpPr/>
              <p:nvPr/>
            </p:nvSpPr>
            <p:spPr>
              <a:xfrm>
                <a:off x="6731864" y="1012854"/>
                <a:ext cx="190138" cy="7517"/>
              </a:xfrm>
            </p:spPr>
          </p:sp>
        </mc:Fallback>
      </mc:AlternateContent>
      <mc:AlternateContent xmlns:mc="http://schemas.openxmlformats.org/markup-compatibility/2006">
        <mc:Choice xmlns:p14="http://schemas.microsoft.com/office/powerpoint/2010/main" Requires="p14">
          <p:contentPart p14:bwMode="auto" r:id="rId31">
            <p14:nvContentPartPr>
              <p14:cNvPr id="1050007" name=""/>
              <p14:cNvContentPartPr/>
              <p14:nvPr/>
            </p14:nvContentPartPr>
            <p14:xfrm>
              <a:off x="6184431" y="785057"/>
              <a:ext cx="184679" cy="20735"/>
            </p14:xfrm>
          </p:contentPart>
        </mc:Choice>
        <mc:Fallback>
          <p:sp>
            <p:nvSpPr>
              <p:cNvPr id="1050007" name=""/>
              <p:cNvSpPr/>
              <p:nvPr/>
            </p:nvSpPr>
            <p:spPr>
              <a:xfrm>
                <a:off x="6184431" y="785057"/>
                <a:ext cx="184679" cy="20735"/>
              </a:xfrm>
            </p:spPr>
          </p:sp>
        </mc:Fallback>
      </mc:AlternateContent>
      <mc:AlternateContent xmlns:mc="http://schemas.openxmlformats.org/markup-compatibility/2006">
        <mc:Choice xmlns:p14="http://schemas.microsoft.com/office/powerpoint/2010/main" Requires="p14">
          <p:contentPart p14:bwMode="auto" r:id="rId32">
            <p14:nvContentPartPr>
              <p14:cNvPr id="1050008" name=""/>
              <p14:cNvContentPartPr/>
              <p14:nvPr/>
            </p14:nvContentPartPr>
            <p14:xfrm>
              <a:off x="7089610" y="622805"/>
              <a:ext cx="126700" cy="230960"/>
            </p14:xfrm>
          </p:contentPart>
        </mc:Choice>
        <mc:Fallback>
          <p:sp>
            <p:nvSpPr>
              <p:cNvPr id="1050008" name=""/>
              <p:cNvSpPr/>
              <p:nvPr/>
            </p:nvSpPr>
            <p:spPr>
              <a:xfrm>
                <a:off x="7089610" y="622805"/>
                <a:ext cx="126700" cy="230960"/>
              </a:xfrm>
            </p:spPr>
          </p:sp>
        </mc:Fallback>
      </mc:AlternateContent>
      <mc:AlternateContent xmlns:mc="http://schemas.openxmlformats.org/markup-compatibility/2006">
        <mc:Choice xmlns:p14="http://schemas.microsoft.com/office/powerpoint/2010/main" Requires="p14">
          <p:contentPart p14:bwMode="auto" r:id="rId33">
            <p14:nvContentPartPr>
              <p14:cNvPr id="1050009" name=""/>
              <p14:cNvContentPartPr/>
              <p14:nvPr/>
            </p14:nvContentPartPr>
            <p14:xfrm>
              <a:off x="7067984" y="978516"/>
              <a:ext cx="231800" cy="4939"/>
            </p14:xfrm>
          </p:contentPart>
        </mc:Choice>
        <mc:Fallback>
          <p:sp>
            <p:nvSpPr>
              <p:cNvPr id="1050009" name=""/>
              <p:cNvSpPr/>
              <p:nvPr/>
            </p:nvSpPr>
            <p:spPr>
              <a:xfrm>
                <a:off x="7067984" y="978516"/>
                <a:ext cx="231800" cy="4939"/>
              </a:xfrm>
            </p:spPr>
          </p:sp>
        </mc:Fallback>
      </mc:AlternateContent>
      <mc:AlternateContent xmlns:mc="http://schemas.openxmlformats.org/markup-compatibility/2006">
        <mc:Choice xmlns:p14="http://schemas.microsoft.com/office/powerpoint/2010/main" Requires="p14">
          <p:contentPart p14:bwMode="auto" r:id="rId34">
            <p14:nvContentPartPr>
              <p14:cNvPr id="1050010" name=""/>
              <p14:cNvContentPartPr/>
              <p14:nvPr/>
            </p14:nvContentPartPr>
            <p14:xfrm>
              <a:off x="7066691" y="1104708"/>
              <a:ext cx="154484" cy="301012"/>
            </p14:xfrm>
          </p:contentPart>
        </mc:Choice>
        <mc:Fallback>
          <p:sp>
            <p:nvSpPr>
              <p:cNvPr id="1050010" name=""/>
              <p:cNvSpPr/>
              <p:nvPr/>
            </p:nvSpPr>
            <p:spPr>
              <a:xfrm>
                <a:off x="7066691" y="1104708"/>
                <a:ext cx="154484" cy="301012"/>
              </a:xfrm>
            </p:spPr>
          </p:sp>
        </mc:Fallback>
      </mc:AlternateContent>
      <mc:AlternateContent xmlns:mc="http://schemas.openxmlformats.org/markup-compatibility/2006">
        <mc:Choice xmlns:p14="http://schemas.microsoft.com/office/powerpoint/2010/main" Requires="p14">
          <p:contentPart p14:bwMode="auto" r:id="rId35">
            <p14:nvContentPartPr>
              <p14:cNvPr id="1050011" name=""/>
              <p14:cNvContentPartPr/>
              <p14:nvPr/>
            </p14:nvContentPartPr>
            <p14:xfrm>
              <a:off x="7474619" y="827016"/>
              <a:ext cx="196253" cy="170086"/>
            </p14:xfrm>
          </p:contentPart>
        </mc:Choice>
        <mc:Fallback>
          <p:sp>
            <p:nvSpPr>
              <p:cNvPr id="1050011" name=""/>
              <p:cNvSpPr/>
              <p:nvPr/>
            </p:nvSpPr>
            <p:spPr>
              <a:xfrm>
                <a:off x="7474619" y="827016"/>
                <a:ext cx="196253" cy="170086"/>
              </a:xfrm>
            </p:spPr>
          </p:sp>
        </mc:Fallback>
      </mc:AlternateContent>
      <mc:AlternateContent xmlns:mc="http://schemas.openxmlformats.org/markup-compatibility/2006">
        <mc:Choice xmlns:p14="http://schemas.microsoft.com/office/powerpoint/2010/main" Requires="p14">
          <p:contentPart p14:bwMode="auto" r:id="rId36">
            <p14:nvContentPartPr>
              <p14:cNvPr id="1050012" name=""/>
              <p14:cNvContentPartPr/>
              <p14:nvPr/>
            </p14:nvContentPartPr>
            <p14:xfrm>
              <a:off x="7778580" y="745391"/>
              <a:ext cx="255003" cy="249852"/>
            </p14:xfrm>
          </p:contentPart>
        </mc:Choice>
        <mc:Fallback>
          <p:sp>
            <p:nvSpPr>
              <p:cNvPr id="1050012" name=""/>
              <p:cNvSpPr/>
              <p:nvPr/>
            </p:nvSpPr>
            <p:spPr>
              <a:xfrm>
                <a:off x="7778580" y="745391"/>
                <a:ext cx="255003" cy="249852"/>
              </a:xfrm>
            </p:spPr>
          </p:sp>
        </mc:Fallback>
      </mc:AlternateContent>
      <mc:AlternateContent xmlns:mc="http://schemas.openxmlformats.org/markup-compatibility/2006">
        <mc:Choice xmlns:p14="http://schemas.microsoft.com/office/powerpoint/2010/main" Requires="p14">
          <p:contentPart p14:bwMode="auto" r:id="rId37">
            <p14:nvContentPartPr>
              <p14:cNvPr id="1050013" name=""/>
              <p14:cNvContentPartPr/>
              <p14:nvPr/>
            </p14:nvContentPartPr>
            <p14:xfrm>
              <a:off x="8113801" y="562544"/>
              <a:ext cx="195482" cy="280888"/>
            </p14:xfrm>
          </p:contentPart>
        </mc:Choice>
        <mc:Fallback>
          <p:sp>
            <p:nvSpPr>
              <p:cNvPr id="1050013" name=""/>
              <p:cNvSpPr/>
              <p:nvPr/>
            </p:nvSpPr>
            <p:spPr>
              <a:xfrm>
                <a:off x="8113801" y="562544"/>
                <a:ext cx="195482" cy="280888"/>
              </a:xfrm>
            </p:spPr>
          </p:sp>
        </mc:Fallback>
      </mc:AlternateContent>
      <mc:AlternateContent xmlns:mc="http://schemas.openxmlformats.org/markup-compatibility/2006">
        <mc:Choice xmlns:p14="http://schemas.microsoft.com/office/powerpoint/2010/main" Requires="p14">
          <p:contentPart p14:bwMode="auto" r:id="rId38">
            <p14:nvContentPartPr>
              <p14:cNvPr id="1050014" name=""/>
              <p14:cNvContentPartPr/>
              <p14:nvPr/>
            </p14:nvContentPartPr>
            <p14:xfrm>
              <a:off x="8425979" y="909323"/>
              <a:ext cx="292038" cy="37130"/>
            </p14:xfrm>
          </p:contentPart>
        </mc:Choice>
        <mc:Fallback>
          <p:sp>
            <p:nvSpPr>
              <p:cNvPr id="1050014" name=""/>
              <p:cNvSpPr/>
              <p:nvPr/>
            </p:nvSpPr>
            <p:spPr>
              <a:xfrm>
                <a:off x="8425979" y="909323"/>
                <a:ext cx="292038" cy="37130"/>
              </a:xfrm>
            </p:spPr>
          </p:sp>
        </mc:Fallback>
      </mc:AlternateContent>
      <mc:AlternateContent xmlns:mc="http://schemas.openxmlformats.org/markup-compatibility/2006">
        <mc:Choice xmlns:p14="http://schemas.microsoft.com/office/powerpoint/2010/main" Requires="p14">
          <p:contentPart p14:bwMode="auto" r:id="rId39">
            <p14:nvContentPartPr>
              <p14:cNvPr id="1050015" name=""/>
              <p14:cNvContentPartPr/>
              <p14:nvPr/>
            </p14:nvContentPartPr>
            <p14:xfrm>
              <a:off x="8519010" y="805793"/>
              <a:ext cx="10676" cy="310719"/>
            </p14:xfrm>
          </p:contentPart>
        </mc:Choice>
        <mc:Fallback>
          <p:sp>
            <p:nvSpPr>
              <p:cNvPr id="1050015" name=""/>
              <p:cNvSpPr/>
              <p:nvPr/>
            </p:nvSpPr>
            <p:spPr>
              <a:xfrm>
                <a:off x="8519010" y="805793"/>
                <a:ext cx="10676" cy="310719"/>
              </a:xfrm>
            </p:spPr>
          </p:sp>
        </mc:Fallback>
      </mc:AlternateContent>
      <mc:AlternateContent xmlns:mc="http://schemas.openxmlformats.org/markup-compatibility/2006">
        <mc:Choice xmlns:p14="http://schemas.microsoft.com/office/powerpoint/2010/main" Requires="p14">
          <p:contentPart p14:bwMode="auto" r:id="rId40">
            <p14:nvContentPartPr>
              <p14:cNvPr id="1050016" name=""/>
              <p14:cNvContentPartPr/>
              <p14:nvPr/>
            </p14:nvContentPartPr>
            <p14:xfrm>
              <a:off x="8999605" y="510280"/>
              <a:ext cx="32831" cy="379874"/>
            </p14:xfrm>
          </p:contentPart>
        </mc:Choice>
        <mc:Fallback>
          <p:sp>
            <p:nvSpPr>
              <p:cNvPr id="1050016" name=""/>
              <p:cNvSpPr/>
              <p:nvPr/>
            </p:nvSpPr>
            <p:spPr>
              <a:xfrm>
                <a:off x="8999605" y="510280"/>
                <a:ext cx="32831" cy="379874"/>
              </a:xfrm>
            </p:spPr>
          </p:sp>
        </mc:Fallback>
      </mc:AlternateContent>
      <mc:AlternateContent xmlns:mc="http://schemas.openxmlformats.org/markup-compatibility/2006">
        <mc:Choice xmlns:p14="http://schemas.microsoft.com/office/powerpoint/2010/main" Requires="p14">
          <p:contentPart p14:bwMode="auto" r:id="rId41">
            <p14:nvContentPartPr>
              <p14:cNvPr id="1050017" name=""/>
              <p14:cNvContentPartPr/>
              <p14:nvPr/>
            </p14:nvContentPartPr>
            <p14:xfrm>
              <a:off x="9029870" y="569079"/>
              <a:ext cx="214331" cy="384723"/>
            </p14:xfrm>
          </p:contentPart>
        </mc:Choice>
        <mc:Fallback>
          <p:sp>
            <p:nvSpPr>
              <p:cNvPr id="1050017" name=""/>
              <p:cNvSpPr/>
              <p:nvPr/>
            </p:nvSpPr>
            <p:spPr>
              <a:xfrm>
                <a:off x="9029870" y="569079"/>
                <a:ext cx="214331" cy="384723"/>
              </a:xfrm>
            </p:spPr>
          </p:sp>
        </mc:Fallback>
      </mc:AlternateContent>
      <mc:AlternateContent xmlns:mc="http://schemas.openxmlformats.org/markup-compatibility/2006">
        <mc:Choice xmlns:p14="http://schemas.microsoft.com/office/powerpoint/2010/main" Requires="p14">
          <p:contentPart p14:bwMode="auto" r:id="rId42">
            <p14:nvContentPartPr>
              <p14:cNvPr id="1050018" name=""/>
              <p14:cNvContentPartPr/>
              <p14:nvPr/>
            </p14:nvContentPartPr>
            <p14:xfrm>
              <a:off x="8849508" y="959728"/>
              <a:ext cx="547884" cy="8774"/>
            </p14:xfrm>
          </p:contentPart>
        </mc:Choice>
        <mc:Fallback>
          <p:sp>
            <p:nvSpPr>
              <p:cNvPr id="1050018" name=""/>
              <p:cNvSpPr/>
              <p:nvPr/>
            </p:nvSpPr>
            <p:spPr>
              <a:xfrm>
                <a:off x="8849508" y="959728"/>
                <a:ext cx="547884" cy="8774"/>
              </a:xfrm>
            </p:spPr>
          </p:sp>
        </mc:Fallback>
      </mc:AlternateContent>
      <mc:AlternateContent xmlns:mc="http://schemas.openxmlformats.org/markup-compatibility/2006">
        <mc:Choice xmlns:p14="http://schemas.microsoft.com/office/powerpoint/2010/main" Requires="p14">
          <p:contentPart p14:bwMode="auto" r:id="rId43">
            <p14:nvContentPartPr>
              <p14:cNvPr id="1050019" name=""/>
              <p14:cNvContentPartPr/>
              <p14:nvPr/>
            </p14:nvContentPartPr>
            <p14:xfrm>
              <a:off x="9040961" y="1052488"/>
              <a:ext cx="229033" cy="366981"/>
            </p14:xfrm>
          </p:contentPart>
        </mc:Choice>
        <mc:Fallback>
          <p:sp>
            <p:nvSpPr>
              <p:cNvPr id="1050019" name=""/>
              <p:cNvSpPr/>
              <p:nvPr/>
            </p:nvSpPr>
            <p:spPr>
              <a:xfrm>
                <a:off x="9040961" y="1052488"/>
                <a:ext cx="229033" cy="366981"/>
              </a:xfrm>
            </p:spPr>
          </p:sp>
        </mc:Fallback>
      </mc:AlternateContent>
      <mc:AlternateContent xmlns:mc="http://schemas.openxmlformats.org/markup-compatibility/2006">
        <mc:Choice xmlns:p14="http://schemas.microsoft.com/office/powerpoint/2010/main" Requires="p14">
          <p:contentPart p14:bwMode="auto" r:id="rId44">
            <p14:nvContentPartPr>
              <p14:cNvPr id="1050020" name=""/>
              <p14:cNvContentPartPr/>
              <p14:nvPr/>
            </p14:nvContentPartPr>
            <p14:xfrm>
              <a:off x="9638443" y="924150"/>
              <a:ext cx="30451" cy="31193"/>
            </p14:xfrm>
          </p:contentPart>
        </mc:Choice>
        <mc:Fallback>
          <p:sp>
            <p:nvSpPr>
              <p:cNvPr id="1050020" name=""/>
              <p:cNvSpPr/>
              <p:nvPr/>
            </p:nvSpPr>
            <p:spPr>
              <a:xfrm>
                <a:off x="9638443" y="924150"/>
                <a:ext cx="30451" cy="31193"/>
              </a:xfrm>
            </p:spPr>
          </p:sp>
        </mc:Fallback>
      </mc:AlternateContent>
      <mc:AlternateContent xmlns:mc="http://schemas.openxmlformats.org/markup-compatibility/2006">
        <mc:Choice xmlns:p14="http://schemas.microsoft.com/office/powerpoint/2010/main" Requires="p14">
          <p:contentPart p14:bwMode="auto" r:id="rId45">
            <p14:nvContentPartPr>
              <p14:cNvPr id="1050021" name=""/>
              <p14:cNvContentPartPr/>
              <p14:nvPr/>
            </p14:nvContentPartPr>
            <p14:xfrm>
              <a:off x="589409" y="2000429"/>
              <a:ext cx="322088" cy="588988"/>
            </p14:xfrm>
          </p:contentPart>
        </mc:Choice>
        <mc:Fallback>
          <p:sp>
            <p:nvSpPr>
              <p:cNvPr id="1050021" name=""/>
              <p:cNvSpPr/>
              <p:nvPr/>
            </p:nvSpPr>
            <p:spPr>
              <a:xfrm>
                <a:off x="589409" y="2000429"/>
                <a:ext cx="322088" cy="588988"/>
              </a:xfrm>
            </p:spPr>
          </p:sp>
        </mc:Fallback>
      </mc:AlternateContent>
      <mc:AlternateContent xmlns:mc="http://schemas.openxmlformats.org/markup-compatibility/2006">
        <mc:Choice xmlns:p14="http://schemas.microsoft.com/office/powerpoint/2010/main" Requires="p14">
          <p:contentPart p14:bwMode="auto" r:id="rId46">
            <p14:nvContentPartPr>
              <p14:cNvPr id="1050022" name=""/>
              <p14:cNvContentPartPr/>
              <p14:nvPr/>
            </p14:nvContentPartPr>
            <p14:xfrm>
              <a:off x="597456" y="2311833"/>
              <a:ext cx="253381" cy="25253"/>
            </p14:xfrm>
          </p:contentPart>
        </mc:Choice>
        <mc:Fallback>
          <p:sp>
            <p:nvSpPr>
              <p:cNvPr id="1050022" name=""/>
              <p:cNvSpPr/>
              <p:nvPr/>
            </p:nvSpPr>
            <p:spPr>
              <a:xfrm>
                <a:off x="597456" y="2311833"/>
                <a:ext cx="253381" cy="25253"/>
              </a:xfrm>
            </p:spPr>
          </p:sp>
        </mc:Fallback>
      </mc:AlternateContent>
      <mc:AlternateContent xmlns:mc="http://schemas.openxmlformats.org/markup-compatibility/2006">
        <mc:Choice xmlns:p14="http://schemas.microsoft.com/office/powerpoint/2010/main" Requires="p14">
          <p:contentPart p14:bwMode="auto" r:id="rId47">
            <p14:nvContentPartPr>
              <p14:cNvPr id="1050023" name=""/>
              <p14:cNvContentPartPr/>
              <p14:nvPr/>
            </p14:nvContentPartPr>
            <p14:xfrm>
              <a:off x="889871" y="2547949"/>
              <a:ext cx="300454" cy="228595"/>
            </p14:xfrm>
          </p:contentPart>
        </mc:Choice>
        <mc:Fallback>
          <p:sp>
            <p:nvSpPr>
              <p:cNvPr id="1050023" name=""/>
              <p:cNvSpPr/>
              <p:nvPr/>
            </p:nvSpPr>
            <p:spPr>
              <a:xfrm>
                <a:off x="889871" y="2547949"/>
                <a:ext cx="300454" cy="228595"/>
              </a:xfrm>
            </p:spPr>
          </p:sp>
        </mc:Fallback>
      </mc:AlternateContent>
      <mc:AlternateContent xmlns:mc="http://schemas.openxmlformats.org/markup-compatibility/2006">
        <mc:Choice xmlns:p14="http://schemas.microsoft.com/office/powerpoint/2010/main" Requires="p14">
          <p:contentPart p14:bwMode="auto" r:id="rId48">
            <p14:nvContentPartPr>
              <p14:cNvPr id="1050030" name=""/>
              <p14:cNvContentPartPr/>
              <p14:nvPr/>
            </p14:nvContentPartPr>
            <p14:xfrm>
              <a:off x="2518226" y="1937107"/>
              <a:ext cx="379801" cy="1223528"/>
            </p14:xfrm>
          </p:contentPart>
        </mc:Choice>
        <mc:Fallback>
          <p:sp>
            <p:nvSpPr>
              <p:cNvPr id="1050030" name=""/>
              <p:cNvSpPr/>
              <p:nvPr/>
            </p:nvSpPr>
            <p:spPr>
              <a:xfrm>
                <a:off x="2518226" y="1937107"/>
                <a:ext cx="379801" cy="1223528"/>
              </a:xfrm>
            </p:spPr>
          </p:sp>
        </mc:Fallback>
      </mc:AlternateContent>
      <mc:AlternateContent xmlns:mc="http://schemas.openxmlformats.org/markup-compatibility/2006">
        <mc:Choice xmlns:p14="http://schemas.microsoft.com/office/powerpoint/2010/main" Requires="p14">
          <p:contentPart p14:bwMode="auto" r:id="rId49">
            <p14:nvContentPartPr>
              <p14:cNvPr id="1050031" name=""/>
              <p14:cNvContentPartPr/>
              <p14:nvPr/>
            </p14:nvContentPartPr>
            <p14:xfrm>
              <a:off x="2943435" y="2133294"/>
              <a:ext cx="495624" cy="434738"/>
            </p14:xfrm>
          </p:contentPart>
        </mc:Choice>
        <mc:Fallback>
          <p:sp>
            <p:nvSpPr>
              <p:cNvPr id="1050031" name=""/>
              <p:cNvSpPr/>
              <p:nvPr/>
            </p:nvSpPr>
            <p:spPr>
              <a:xfrm>
                <a:off x="2943435" y="2133294"/>
                <a:ext cx="495624" cy="434738"/>
              </a:xfrm>
            </p:spPr>
          </p:sp>
        </mc:Fallback>
      </mc:AlternateContent>
      <mc:AlternateContent xmlns:mc="http://schemas.openxmlformats.org/markup-compatibility/2006">
        <mc:Choice xmlns:p14="http://schemas.microsoft.com/office/powerpoint/2010/main" Requires="p14">
          <p:contentPart p14:bwMode="auto" r:id="rId50">
            <p14:nvContentPartPr>
              <p14:cNvPr id="1050032" name=""/>
              <p14:cNvContentPartPr/>
              <p14:nvPr/>
            </p14:nvContentPartPr>
            <p14:xfrm>
              <a:off x="2956601" y="2625792"/>
              <a:ext cx="622857" cy="36713"/>
            </p14:xfrm>
          </p:contentPart>
        </mc:Choice>
        <mc:Fallback>
          <p:sp>
            <p:nvSpPr>
              <p:cNvPr id="1050032" name=""/>
              <p:cNvSpPr/>
              <p:nvPr/>
            </p:nvSpPr>
            <p:spPr>
              <a:xfrm>
                <a:off x="2956601" y="2625792"/>
                <a:ext cx="622857" cy="36713"/>
              </a:xfrm>
            </p:spPr>
          </p:sp>
        </mc:Fallback>
      </mc:AlternateContent>
      <mc:AlternateContent xmlns:mc="http://schemas.openxmlformats.org/markup-compatibility/2006">
        <mc:Choice xmlns:p14="http://schemas.microsoft.com/office/powerpoint/2010/main" Requires="p14">
          <p:contentPart p14:bwMode="auto" r:id="rId51">
            <p14:nvContentPartPr>
              <p14:cNvPr id="1050033" name=""/>
              <p14:cNvContentPartPr/>
              <p14:nvPr/>
            </p14:nvContentPartPr>
            <p14:xfrm>
              <a:off x="3001967" y="2749182"/>
              <a:ext cx="460068" cy="317240"/>
            </p14:xfrm>
          </p:contentPart>
        </mc:Choice>
        <mc:Fallback>
          <p:sp>
            <p:nvSpPr>
              <p:cNvPr id="1050033" name=""/>
              <p:cNvSpPr/>
              <p:nvPr/>
            </p:nvSpPr>
            <p:spPr>
              <a:xfrm>
                <a:off x="3001967" y="2749182"/>
                <a:ext cx="460068" cy="317240"/>
              </a:xfrm>
            </p:spPr>
          </p:sp>
        </mc:Fallback>
      </mc:AlternateContent>
      <mc:AlternateContent xmlns:mc="http://schemas.openxmlformats.org/markup-compatibility/2006">
        <mc:Choice xmlns:p14="http://schemas.microsoft.com/office/powerpoint/2010/main" Requires="p14">
          <p:contentPart p14:bwMode="auto" r:id="rId52">
            <p14:nvContentPartPr>
              <p14:cNvPr id="1050034" name=""/>
              <p14:cNvContentPartPr/>
              <p14:nvPr/>
            </p14:nvContentPartPr>
            <p14:xfrm>
              <a:off x="2775115" y="2093275"/>
              <a:ext cx="239608" cy="867665"/>
            </p14:xfrm>
          </p:contentPart>
        </mc:Choice>
        <mc:Fallback>
          <p:sp>
            <p:nvSpPr>
              <p:cNvPr id="1050034" name=""/>
              <p:cNvSpPr/>
              <p:nvPr/>
            </p:nvSpPr>
            <p:spPr>
              <a:xfrm>
                <a:off x="2775115" y="2093275"/>
                <a:ext cx="239608" cy="867665"/>
              </a:xfrm>
            </p:spPr>
          </p:sp>
        </mc:Fallback>
      </mc:AlternateContent>
      <mc:AlternateContent xmlns:mc="http://schemas.openxmlformats.org/markup-compatibility/2006">
        <mc:Choice xmlns:p14="http://schemas.microsoft.com/office/powerpoint/2010/main" Requires="p14">
          <p:contentPart p14:bwMode="auto" r:id="rId53">
            <p14:nvContentPartPr>
              <p14:cNvPr id="1050035" name=""/>
              <p14:cNvContentPartPr/>
              <p14:nvPr/>
            </p14:nvContentPartPr>
            <p14:xfrm>
              <a:off x="3584235" y="2215941"/>
              <a:ext cx="93115" cy="795883"/>
            </p14:xfrm>
          </p:contentPart>
        </mc:Choice>
        <mc:Fallback>
          <p:sp>
            <p:nvSpPr>
              <p:cNvPr id="1050035" name=""/>
              <p:cNvSpPr/>
              <p:nvPr/>
            </p:nvSpPr>
            <p:spPr>
              <a:xfrm>
                <a:off x="3584235" y="2215941"/>
                <a:ext cx="93115" cy="795883"/>
              </a:xfrm>
            </p:spPr>
          </p:sp>
        </mc:Fallback>
      </mc:AlternateContent>
      <mc:AlternateContent xmlns:mc="http://schemas.openxmlformats.org/markup-compatibility/2006">
        <mc:Choice xmlns:p14="http://schemas.microsoft.com/office/powerpoint/2010/main" Requires="p14">
          <p:contentPart p14:bwMode="auto" r:id="rId54">
            <p14:nvContentPartPr>
              <p14:cNvPr id="1050036" name=""/>
              <p14:cNvContentPartPr/>
              <p14:nvPr/>
            </p14:nvContentPartPr>
            <p14:xfrm>
              <a:off x="3660830" y="2066103"/>
              <a:ext cx="188745" cy="245540"/>
            </p14:xfrm>
          </p:contentPart>
        </mc:Choice>
        <mc:Fallback>
          <p:sp>
            <p:nvSpPr>
              <p:cNvPr id="1050036" name=""/>
              <p:cNvSpPr/>
              <p:nvPr/>
            </p:nvSpPr>
            <p:spPr>
              <a:xfrm>
                <a:off x="3660830" y="2066103"/>
                <a:ext cx="188745" cy="245540"/>
              </a:xfrm>
            </p:spPr>
          </p:sp>
        </mc:Fallback>
      </mc:AlternateContent>
      <mc:AlternateContent xmlns:mc="http://schemas.openxmlformats.org/markup-compatibility/2006">
        <mc:Choice xmlns:p14="http://schemas.microsoft.com/office/powerpoint/2010/main" Requires="p14">
          <p:contentPart p14:bwMode="auto" r:id="rId55">
            <p14:nvContentPartPr>
              <p14:cNvPr id="1050037" name=""/>
              <p14:cNvContentPartPr/>
              <p14:nvPr/>
            </p14:nvContentPartPr>
            <p14:xfrm>
              <a:off x="3887013" y="2619497"/>
              <a:ext cx="256994" cy="20705"/>
            </p14:xfrm>
          </p:contentPart>
        </mc:Choice>
        <mc:Fallback>
          <p:sp>
            <p:nvSpPr>
              <p:cNvPr id="1050037" name=""/>
              <p:cNvSpPr/>
              <p:nvPr/>
            </p:nvSpPr>
            <p:spPr>
              <a:xfrm>
                <a:off x="3887013" y="2619497"/>
                <a:ext cx="256994" cy="20705"/>
              </a:xfrm>
            </p:spPr>
          </p:sp>
        </mc:Fallback>
      </mc:AlternateContent>
      <mc:AlternateContent xmlns:mc="http://schemas.openxmlformats.org/markup-compatibility/2006">
        <mc:Choice xmlns:p14="http://schemas.microsoft.com/office/powerpoint/2010/main" Requires="p14">
          <p:contentPart p14:bwMode="auto" r:id="rId56">
            <p14:nvContentPartPr>
              <p14:cNvPr id="1050038" name=""/>
              <p14:cNvContentPartPr/>
              <p14:nvPr/>
            </p14:nvContentPartPr>
            <p14:xfrm>
              <a:off x="3956538" y="2529701"/>
              <a:ext cx="7520" cy="199394"/>
            </p14:xfrm>
          </p:contentPart>
        </mc:Choice>
        <mc:Fallback>
          <p:sp>
            <p:nvSpPr>
              <p:cNvPr id="1050038" name=""/>
              <p:cNvSpPr/>
              <p:nvPr/>
            </p:nvSpPr>
            <p:spPr>
              <a:xfrm>
                <a:off x="3956538" y="2529701"/>
                <a:ext cx="7520" cy="199394"/>
              </a:xfrm>
            </p:spPr>
          </p:sp>
        </mc:Fallback>
      </mc:AlternateContent>
      <mc:AlternateContent xmlns:mc="http://schemas.openxmlformats.org/markup-compatibility/2006">
        <mc:Choice xmlns:p14="http://schemas.microsoft.com/office/powerpoint/2010/main" Requires="p14">
          <p:contentPart p14:bwMode="auto" r:id="rId57">
            <p14:nvContentPartPr>
              <p14:cNvPr id="1050039" name=""/>
              <p14:cNvContentPartPr/>
              <p14:nvPr/>
            </p14:nvContentPartPr>
            <p14:xfrm>
              <a:off x="4310992" y="2371021"/>
              <a:ext cx="243781" cy="282866"/>
            </p14:xfrm>
          </p:contentPart>
        </mc:Choice>
        <mc:Fallback>
          <p:sp>
            <p:nvSpPr>
              <p:cNvPr id="1050039" name=""/>
              <p:cNvSpPr/>
              <p:nvPr/>
            </p:nvSpPr>
            <p:spPr>
              <a:xfrm>
                <a:off x="4310992" y="2371021"/>
                <a:ext cx="243781" cy="282866"/>
              </a:xfrm>
            </p:spPr>
          </p:sp>
        </mc:Fallback>
      </mc:AlternateContent>
      <mc:AlternateContent xmlns:mc="http://schemas.openxmlformats.org/markup-compatibility/2006">
        <mc:Choice xmlns:p14="http://schemas.microsoft.com/office/powerpoint/2010/main" Requires="p14">
          <p:contentPart p14:bwMode="auto" r:id="rId58">
            <p14:nvContentPartPr>
              <p14:cNvPr id="1050040" name=""/>
              <p14:cNvContentPartPr/>
              <p14:nvPr/>
            </p14:nvContentPartPr>
            <p14:xfrm>
              <a:off x="4628638" y="2176638"/>
              <a:ext cx="168583" cy="199201"/>
            </p14:xfrm>
          </p:contentPart>
        </mc:Choice>
        <mc:Fallback>
          <p:sp>
            <p:nvSpPr>
              <p:cNvPr id="1050040" name=""/>
              <p:cNvSpPr/>
              <p:nvPr/>
            </p:nvSpPr>
            <p:spPr>
              <a:xfrm>
                <a:off x="4628638" y="2176638"/>
                <a:ext cx="168583" cy="199201"/>
              </a:xfrm>
            </p:spPr>
          </p:sp>
        </mc:Fallback>
      </mc:AlternateContent>
      <mc:AlternateContent xmlns:mc="http://schemas.openxmlformats.org/markup-compatibility/2006">
        <mc:Choice xmlns:p14="http://schemas.microsoft.com/office/powerpoint/2010/main" Requires="p14">
          <p:contentPart p14:bwMode="auto" r:id="rId59">
            <p14:nvContentPartPr>
              <p14:cNvPr id="1050041" name=""/>
              <p14:cNvContentPartPr/>
              <p14:nvPr/>
            </p14:nvContentPartPr>
            <p14:xfrm>
              <a:off x="4578345" y="1955483"/>
              <a:ext cx="424608" cy="1110043"/>
            </p14:xfrm>
          </p:contentPart>
        </mc:Choice>
        <mc:Fallback>
          <p:sp>
            <p:nvSpPr>
              <p:cNvPr id="1050041" name=""/>
              <p:cNvSpPr/>
              <p:nvPr/>
            </p:nvSpPr>
            <p:spPr>
              <a:xfrm>
                <a:off x="4578345" y="1955483"/>
                <a:ext cx="424608" cy="1110043"/>
              </a:xfrm>
            </p:spPr>
          </p:sp>
        </mc:Fallback>
      </mc:AlternateContent>
      <mc:AlternateContent xmlns:mc="http://schemas.openxmlformats.org/markup-compatibility/2006">
        <mc:Choice xmlns:p14="http://schemas.microsoft.com/office/powerpoint/2010/main" Requires="p14">
          <p:contentPart p14:bwMode="auto" r:id="rId60">
            <p14:nvContentPartPr>
              <p14:cNvPr id="1050042" name=""/>
              <p14:cNvContentPartPr/>
              <p14:nvPr/>
            </p14:nvContentPartPr>
            <p14:xfrm>
              <a:off x="1203913" y="2474182"/>
              <a:ext cx="182478" cy="3564"/>
            </p14:xfrm>
          </p:contentPart>
        </mc:Choice>
        <mc:Fallback>
          <p:sp>
            <p:nvSpPr>
              <p:cNvPr id="1050042" name=""/>
              <p:cNvSpPr/>
              <p:nvPr/>
            </p:nvSpPr>
            <p:spPr>
              <a:xfrm>
                <a:off x="1203913" y="2474182"/>
                <a:ext cx="182478" cy="3564"/>
              </a:xfrm>
            </p:spPr>
          </p:sp>
        </mc:Fallback>
      </mc:AlternateContent>
      <mc:AlternateContent xmlns:mc="http://schemas.openxmlformats.org/markup-compatibility/2006">
        <mc:Choice xmlns:p14="http://schemas.microsoft.com/office/powerpoint/2010/main" Requires="p14">
          <p:contentPart p14:bwMode="auto" r:id="rId61">
            <p14:nvContentPartPr>
              <p14:cNvPr id="1050043" name=""/>
              <p14:cNvContentPartPr/>
              <p14:nvPr/>
            </p14:nvContentPartPr>
            <p14:xfrm>
              <a:off x="1218331" y="2543392"/>
              <a:ext cx="184776" cy="59807"/>
            </p14:xfrm>
          </p:contentPart>
        </mc:Choice>
        <mc:Fallback>
          <p:sp>
            <p:nvSpPr>
              <p:cNvPr id="1050043" name=""/>
              <p:cNvSpPr/>
              <p:nvPr/>
            </p:nvSpPr>
            <p:spPr>
              <a:xfrm>
                <a:off x="1218331" y="2543392"/>
                <a:ext cx="184776" cy="59807"/>
              </a:xfrm>
            </p:spPr>
          </p:sp>
        </mc:Fallback>
      </mc:AlternateContent>
      <mc:AlternateContent xmlns:mc="http://schemas.openxmlformats.org/markup-compatibility/2006">
        <mc:Choice xmlns:p14="http://schemas.microsoft.com/office/powerpoint/2010/main" Requires="p14">
          <p:contentPart p14:bwMode="auto" r:id="rId62">
            <p14:nvContentPartPr>
              <p14:cNvPr id="1050044" name=""/>
              <p14:cNvContentPartPr/>
              <p14:nvPr/>
            </p14:nvContentPartPr>
            <p14:xfrm>
              <a:off x="1521559" y="2212983"/>
              <a:ext cx="98673" cy="249809"/>
            </p14:xfrm>
          </p:contentPart>
        </mc:Choice>
        <mc:Fallback>
          <p:sp>
            <p:nvSpPr>
              <p:cNvPr id="1050044" name=""/>
              <p:cNvSpPr/>
              <p:nvPr/>
            </p:nvSpPr>
            <p:spPr>
              <a:xfrm>
                <a:off x="1521559" y="2212983"/>
                <a:ext cx="98673" cy="249809"/>
              </a:xfrm>
            </p:spPr>
          </p:sp>
        </mc:Fallback>
      </mc:AlternateContent>
      <mc:AlternateContent xmlns:mc="http://schemas.openxmlformats.org/markup-compatibility/2006">
        <mc:Choice xmlns:p14="http://schemas.microsoft.com/office/powerpoint/2010/main" Requires="p14">
          <p:contentPart p14:bwMode="auto" r:id="rId63">
            <p14:nvContentPartPr>
              <p14:cNvPr id="1050045" name=""/>
              <p14:cNvContentPartPr/>
              <p14:nvPr/>
            </p14:nvContentPartPr>
            <p14:xfrm>
              <a:off x="1466591" y="2616857"/>
              <a:ext cx="291059" cy="15076"/>
            </p14:xfrm>
          </p:contentPart>
        </mc:Choice>
        <mc:Fallback>
          <p:sp>
            <p:nvSpPr>
              <p:cNvPr id="1050045" name=""/>
              <p:cNvSpPr/>
              <p:nvPr/>
            </p:nvSpPr>
            <p:spPr>
              <a:xfrm>
                <a:off x="1466591" y="2616857"/>
                <a:ext cx="291059" cy="15076"/>
              </a:xfrm>
            </p:spPr>
          </p:sp>
        </mc:Fallback>
      </mc:AlternateContent>
      <mc:AlternateContent xmlns:mc="http://schemas.openxmlformats.org/markup-compatibility/2006">
        <mc:Choice xmlns:p14="http://schemas.microsoft.com/office/powerpoint/2010/main" Requires="p14">
          <p:contentPart p14:bwMode="auto" r:id="rId64">
            <p14:nvContentPartPr>
              <p14:cNvPr id="1050046" name=""/>
              <p14:cNvContentPartPr/>
              <p14:nvPr/>
            </p14:nvContentPartPr>
            <p14:xfrm>
              <a:off x="1444543" y="2786184"/>
              <a:ext cx="256033" cy="308397"/>
            </p14:xfrm>
          </p:contentPart>
        </mc:Choice>
        <mc:Fallback>
          <p:sp>
            <p:nvSpPr>
              <p:cNvPr id="1050046" name=""/>
              <p:cNvSpPr/>
              <p:nvPr/>
            </p:nvSpPr>
            <p:spPr>
              <a:xfrm>
                <a:off x="1444543" y="2786184"/>
                <a:ext cx="256033" cy="308397"/>
              </a:xfrm>
            </p:spPr>
          </p:sp>
        </mc:Fallback>
      </mc:AlternateContent>
      <mc:AlternateContent xmlns:mc="http://schemas.openxmlformats.org/markup-compatibility/2006">
        <mc:Choice xmlns:p14="http://schemas.microsoft.com/office/powerpoint/2010/main" Requires="p14">
          <p:contentPart p14:bwMode="auto" r:id="rId65">
            <p14:nvContentPartPr>
              <p14:cNvPr id="1050047" name=""/>
              <p14:cNvContentPartPr/>
              <p14:nvPr/>
            </p14:nvContentPartPr>
            <p14:xfrm>
              <a:off x="1817128" y="2434334"/>
              <a:ext cx="269130" cy="286640"/>
            </p14:xfrm>
          </p:contentPart>
        </mc:Choice>
        <mc:Fallback>
          <p:sp>
            <p:nvSpPr>
              <p:cNvPr id="1050047" name=""/>
              <p:cNvSpPr/>
              <p:nvPr/>
            </p:nvSpPr>
            <p:spPr>
              <a:xfrm>
                <a:off x="1817128" y="2434334"/>
                <a:ext cx="269130" cy="286640"/>
              </a:xfrm>
            </p:spPr>
          </p:sp>
        </mc:Fallback>
      </mc:AlternateContent>
      <mc:AlternateContent xmlns:mc="http://schemas.openxmlformats.org/markup-compatibility/2006">
        <mc:Choice xmlns:p14="http://schemas.microsoft.com/office/powerpoint/2010/main" Requires="p14">
          <p:contentPart p14:bwMode="auto" r:id="rId66">
            <p14:nvContentPartPr>
              <p14:cNvPr id="1050048" name=""/>
              <p14:cNvContentPartPr/>
              <p14:nvPr/>
            </p14:nvContentPartPr>
            <p14:xfrm>
              <a:off x="2151119" y="2367908"/>
              <a:ext cx="258670" cy="388519"/>
            </p14:xfrm>
          </p:contentPart>
        </mc:Choice>
        <mc:Fallback>
          <p:sp>
            <p:nvSpPr>
              <p:cNvPr id="1050048" name=""/>
              <p:cNvSpPr/>
              <p:nvPr/>
            </p:nvSpPr>
            <p:spPr>
              <a:xfrm>
                <a:off x="2151119" y="2367908"/>
                <a:ext cx="258670" cy="388519"/>
              </a:xfrm>
            </p:spPr>
          </p:sp>
        </mc:Fallback>
      </mc:AlternateContent>
      <mc:AlternateContent xmlns:mc="http://schemas.openxmlformats.org/markup-compatibility/2006">
        <mc:Choice xmlns:p14="http://schemas.microsoft.com/office/powerpoint/2010/main" Requires="p14">
          <p:contentPart p14:bwMode="auto" r:id="rId67">
            <p14:nvContentPartPr>
              <p14:cNvPr id="1050049" name=""/>
              <p14:cNvContentPartPr/>
              <p14:nvPr/>
            </p14:nvContentPartPr>
            <p14:xfrm>
              <a:off x="2342935" y="2163211"/>
              <a:ext cx="191612" cy="266066"/>
            </p14:xfrm>
          </p:contentPart>
        </mc:Choice>
        <mc:Fallback>
          <p:sp>
            <p:nvSpPr>
              <p:cNvPr id="1050049" name=""/>
              <p:cNvSpPr/>
              <p:nvPr/>
            </p:nvSpPr>
            <p:spPr>
              <a:xfrm>
                <a:off x="2342935" y="2163211"/>
                <a:ext cx="191612" cy="266066"/>
              </a:xfrm>
            </p:spPr>
          </p:sp>
        </mc:Fallback>
      </mc:AlternateContent>
      <mc:AlternateContent xmlns:mc="http://schemas.openxmlformats.org/markup-compatibility/2006">
        <mc:Choice xmlns:p14="http://schemas.microsoft.com/office/powerpoint/2010/main" Requires="p14">
          <p:contentPart p14:bwMode="auto" r:id="rId68">
            <p14:nvContentPartPr>
              <p14:cNvPr id="1050050" name=""/>
              <p14:cNvContentPartPr/>
              <p14:nvPr/>
            </p14:nvContentPartPr>
            <p14:xfrm>
              <a:off x="5318450" y="2596861"/>
              <a:ext cx="240976" cy="20024"/>
            </p14:xfrm>
          </p:contentPart>
        </mc:Choice>
        <mc:Fallback>
          <p:sp>
            <p:nvSpPr>
              <p:cNvPr id="1050050" name=""/>
              <p:cNvSpPr/>
              <p:nvPr/>
            </p:nvSpPr>
            <p:spPr>
              <a:xfrm>
                <a:off x="5318450" y="2596861"/>
                <a:ext cx="240976" cy="20024"/>
              </a:xfrm>
            </p:spPr>
          </p:sp>
        </mc:Fallback>
      </mc:AlternateContent>
      <mc:AlternateContent xmlns:mc="http://schemas.openxmlformats.org/markup-compatibility/2006">
        <mc:Choice xmlns:p14="http://schemas.microsoft.com/office/powerpoint/2010/main" Requires="p14">
          <p:contentPart p14:bwMode="auto" r:id="rId69">
            <p14:nvContentPartPr>
              <p14:cNvPr id="1050051" name=""/>
              <p14:cNvContentPartPr/>
              <p14:nvPr/>
            </p14:nvContentPartPr>
            <p14:xfrm>
              <a:off x="5409914" y="2521845"/>
              <a:ext cx="21448" cy="236714"/>
            </p14:xfrm>
          </p:contentPart>
        </mc:Choice>
        <mc:Fallback>
          <p:sp>
            <p:nvSpPr>
              <p:cNvPr id="1050051" name=""/>
              <p:cNvSpPr/>
              <p:nvPr/>
            </p:nvSpPr>
            <p:spPr>
              <a:xfrm>
                <a:off x="5409914" y="2521845"/>
                <a:ext cx="21448" cy="236714"/>
              </a:xfrm>
            </p:spPr>
          </p:sp>
        </mc:Fallback>
      </mc:AlternateContent>
      <mc:AlternateContent xmlns:mc="http://schemas.openxmlformats.org/markup-compatibility/2006">
        <mc:Choice xmlns:p14="http://schemas.microsoft.com/office/powerpoint/2010/main" Requires="p14">
          <p:contentPart p14:bwMode="auto" r:id="rId70">
            <p14:nvContentPartPr>
              <p14:cNvPr id="1050052" name=""/>
              <p14:cNvContentPartPr/>
              <p14:nvPr/>
            </p14:nvContentPartPr>
            <p14:xfrm>
              <a:off x="5943472" y="2070719"/>
              <a:ext cx="26427" cy="575703"/>
            </p14:xfrm>
          </p:contentPart>
        </mc:Choice>
        <mc:Fallback>
          <p:sp>
            <p:nvSpPr>
              <p:cNvPr id="1050052" name=""/>
              <p:cNvSpPr/>
              <p:nvPr/>
            </p:nvSpPr>
            <p:spPr>
              <a:xfrm>
                <a:off x="5943472" y="2070719"/>
                <a:ext cx="26427" cy="575703"/>
              </a:xfrm>
            </p:spPr>
          </p:sp>
        </mc:Fallback>
      </mc:AlternateContent>
      <mc:AlternateContent xmlns:mc="http://schemas.openxmlformats.org/markup-compatibility/2006">
        <mc:Choice xmlns:p14="http://schemas.microsoft.com/office/powerpoint/2010/main" Requires="p14">
          <p:contentPart p14:bwMode="auto" r:id="rId71">
            <p14:nvContentPartPr>
              <p14:cNvPr id="1050053" name=""/>
              <p14:cNvContentPartPr/>
              <p14:nvPr/>
            </p14:nvContentPartPr>
            <p14:xfrm>
              <a:off x="5967789" y="2279808"/>
              <a:ext cx="159320" cy="346465"/>
            </p14:xfrm>
          </p:contentPart>
        </mc:Choice>
        <mc:Fallback>
          <p:sp>
            <p:nvSpPr>
              <p:cNvPr id="1050053" name=""/>
              <p:cNvSpPr/>
              <p:nvPr/>
            </p:nvSpPr>
            <p:spPr>
              <a:xfrm>
                <a:off x="5967789" y="2279808"/>
                <a:ext cx="159320" cy="346465"/>
              </a:xfrm>
            </p:spPr>
          </p:sp>
        </mc:Fallback>
      </mc:AlternateContent>
      <mc:AlternateContent xmlns:mc="http://schemas.openxmlformats.org/markup-compatibility/2006">
        <mc:Choice xmlns:p14="http://schemas.microsoft.com/office/powerpoint/2010/main" Requires="p14">
          <p:contentPart p14:bwMode="auto" r:id="rId72">
            <p14:nvContentPartPr>
              <p14:cNvPr id="1050054" name=""/>
              <p14:cNvContentPartPr/>
              <p14:nvPr/>
            </p14:nvContentPartPr>
            <p14:xfrm>
              <a:off x="6288414" y="2374088"/>
              <a:ext cx="184423" cy="273687"/>
            </p14:xfrm>
          </p:contentPart>
        </mc:Choice>
        <mc:Fallback>
          <p:sp>
            <p:nvSpPr>
              <p:cNvPr id="1050054" name=""/>
              <p:cNvSpPr/>
              <p:nvPr/>
            </p:nvSpPr>
            <p:spPr>
              <a:xfrm>
                <a:off x="6288414" y="2374088"/>
                <a:ext cx="184423" cy="273687"/>
              </a:xfrm>
            </p:spPr>
          </p:sp>
        </mc:Fallback>
      </mc:AlternateContent>
      <mc:AlternateContent xmlns:mc="http://schemas.openxmlformats.org/markup-compatibility/2006">
        <mc:Choice xmlns:p14="http://schemas.microsoft.com/office/powerpoint/2010/main" Requires="p14">
          <p:contentPart p14:bwMode="auto" r:id="rId73">
            <p14:nvContentPartPr>
              <p14:cNvPr id="1050055" name=""/>
              <p14:cNvContentPartPr/>
              <p14:nvPr/>
            </p14:nvContentPartPr>
            <p14:xfrm>
              <a:off x="6184431" y="2588753"/>
              <a:ext cx="17033" cy="70252"/>
            </p14:xfrm>
          </p:contentPart>
        </mc:Choice>
        <mc:Fallback>
          <p:sp>
            <p:nvSpPr>
              <p:cNvPr id="1050055" name=""/>
              <p:cNvSpPr/>
              <p:nvPr/>
            </p:nvSpPr>
            <p:spPr>
              <a:xfrm>
                <a:off x="6184431" y="2588753"/>
                <a:ext cx="17033" cy="70252"/>
              </a:xfrm>
            </p:spPr>
          </p:sp>
        </mc:Fallback>
      </mc:AlternateContent>
      <mc:AlternateContent xmlns:mc="http://schemas.openxmlformats.org/markup-compatibility/2006">
        <mc:Choice xmlns:p14="http://schemas.microsoft.com/office/powerpoint/2010/main" Requires="p14">
          <p:contentPart p14:bwMode="auto" r:id="rId74">
            <p14:nvContentPartPr>
              <p14:cNvPr id="1050056" name=""/>
              <p14:cNvContentPartPr/>
              <p14:nvPr/>
            </p14:nvContentPartPr>
            <p14:xfrm>
              <a:off x="6658873" y="2573800"/>
              <a:ext cx="10783" cy="33364"/>
            </p14:xfrm>
          </p:contentPart>
        </mc:Choice>
        <mc:Fallback>
          <p:sp>
            <p:nvSpPr>
              <p:cNvPr id="1050056" name=""/>
              <p:cNvSpPr/>
              <p:nvPr/>
            </p:nvSpPr>
            <p:spPr>
              <a:xfrm>
                <a:off x="6658873" y="2573800"/>
                <a:ext cx="10783" cy="33364"/>
              </a:xfrm>
            </p:spPr>
          </p:sp>
        </mc:Fallback>
      </mc:AlternateContent>
      <mc:AlternateContent xmlns:mc="http://schemas.openxmlformats.org/markup-compatibility/2006">
        <mc:Choice xmlns:p14="http://schemas.microsoft.com/office/powerpoint/2010/main" Requires="p14">
          <p:contentPart p14:bwMode="auto" r:id="rId75">
            <p14:nvContentPartPr>
              <p14:cNvPr id="1050057" name=""/>
              <p14:cNvContentPartPr/>
              <p14:nvPr/>
            </p14:nvContentPartPr>
            <p14:xfrm>
              <a:off x="214877" y="1175817"/>
              <a:ext cx="456703" cy="2234936"/>
            </p14:xfrm>
          </p:contentPart>
        </mc:Choice>
        <mc:Fallback>
          <p:sp>
            <p:nvSpPr>
              <p:cNvPr id="1050057" name=""/>
              <p:cNvSpPr/>
              <p:nvPr/>
            </p:nvSpPr>
            <p:spPr>
              <a:xfrm>
                <a:off x="214877" y="1175817"/>
                <a:ext cx="456703" cy="2234936"/>
              </a:xfrm>
            </p:spPr>
          </p:sp>
        </mc:Fallback>
      </mc:AlternateContent>
      <mc:AlternateContent xmlns:mc="http://schemas.openxmlformats.org/markup-compatibility/2006">
        <mc:Choice xmlns:p14="http://schemas.microsoft.com/office/powerpoint/2010/main" Requires="p14">
          <p:contentPart p14:bwMode="auto" r:id="rId76">
            <p14:nvContentPartPr>
              <p14:cNvPr id="1050058" name=""/>
              <p14:cNvContentPartPr/>
              <p14:nvPr/>
            </p14:nvContentPartPr>
            <p14:xfrm>
              <a:off x="619533" y="3305992"/>
              <a:ext cx="95656" cy="236714"/>
            </p14:xfrm>
          </p:contentPart>
        </mc:Choice>
        <mc:Fallback>
          <p:sp>
            <p:nvSpPr>
              <p:cNvPr id="1050058" name=""/>
              <p:cNvSpPr/>
              <p:nvPr/>
            </p:nvSpPr>
            <p:spPr>
              <a:xfrm>
                <a:off x="619533" y="3305992"/>
                <a:ext cx="95656" cy="236714"/>
              </a:xfrm>
            </p:spPr>
          </p:sp>
        </mc:Fallback>
      </mc:AlternateContent>
      <mc:AlternateContent xmlns:mc="http://schemas.openxmlformats.org/markup-compatibility/2006">
        <mc:Choice xmlns:p14="http://schemas.microsoft.com/office/powerpoint/2010/main" Requires="p14">
          <p:contentPart p14:bwMode="auto" r:id="rId77">
            <p14:nvContentPartPr>
              <p14:cNvPr id="1050059" name=""/>
              <p14:cNvContentPartPr/>
              <p14:nvPr/>
            </p14:nvContentPartPr>
            <p14:xfrm>
              <a:off x="831298" y="3682393"/>
              <a:ext cx="202933" cy="311890"/>
            </p14:xfrm>
          </p:contentPart>
        </mc:Choice>
        <mc:Fallback>
          <p:sp>
            <p:nvSpPr>
              <p:cNvPr id="1050059" name=""/>
              <p:cNvSpPr/>
              <p:nvPr/>
            </p:nvSpPr>
            <p:spPr>
              <a:xfrm>
                <a:off x="831298" y="3682393"/>
                <a:ext cx="202933" cy="311890"/>
              </a:xfrm>
            </p:spPr>
          </p:sp>
        </mc:Fallback>
      </mc:AlternateContent>
      <mc:AlternateContent xmlns:mc="http://schemas.openxmlformats.org/markup-compatibility/2006">
        <mc:Choice xmlns:p14="http://schemas.microsoft.com/office/powerpoint/2010/main" Requires="p14">
          <p:contentPart p14:bwMode="auto" r:id="rId78">
            <p14:nvContentPartPr>
              <p14:cNvPr id="1050060" name=""/>
              <p14:cNvContentPartPr/>
              <p14:nvPr/>
            </p14:nvContentPartPr>
            <p14:xfrm>
              <a:off x="1129898" y="3720116"/>
              <a:ext cx="66355" cy="283080"/>
            </p14:xfrm>
          </p:contentPart>
        </mc:Choice>
        <mc:Fallback>
          <p:sp>
            <p:nvSpPr>
              <p:cNvPr id="1050060" name=""/>
              <p:cNvSpPr/>
              <p:nvPr/>
            </p:nvSpPr>
            <p:spPr>
              <a:xfrm>
                <a:off x="1129898" y="3720116"/>
                <a:ext cx="66355" cy="283080"/>
              </a:xfrm>
            </p:spPr>
          </p:sp>
        </mc:Fallback>
      </mc:AlternateContent>
      <mc:AlternateContent xmlns:mc="http://schemas.openxmlformats.org/markup-compatibility/2006">
        <mc:Choice xmlns:p14="http://schemas.microsoft.com/office/powerpoint/2010/main" Requires="p14">
          <p:contentPart p14:bwMode="auto" r:id="rId79">
            <p14:nvContentPartPr>
              <p14:cNvPr id="1050061" name=""/>
              <p14:cNvContentPartPr/>
              <p14:nvPr/>
            </p14:nvContentPartPr>
            <p14:xfrm>
              <a:off x="1262279" y="3779745"/>
              <a:ext cx="154431" cy="237137"/>
            </p14:xfrm>
          </p:contentPart>
        </mc:Choice>
        <mc:Fallback>
          <p:sp>
            <p:nvSpPr>
              <p:cNvPr id="1050061" name=""/>
              <p:cNvSpPr/>
              <p:nvPr/>
            </p:nvSpPr>
            <p:spPr>
              <a:xfrm>
                <a:off x="1262279" y="3779745"/>
                <a:ext cx="154431" cy="237137"/>
              </a:xfrm>
            </p:spPr>
          </p:sp>
        </mc:Fallback>
      </mc:AlternateContent>
      <mc:AlternateContent xmlns:mc="http://schemas.openxmlformats.org/markup-compatibility/2006">
        <mc:Choice xmlns:p14="http://schemas.microsoft.com/office/powerpoint/2010/main" Requires="p14">
          <p:contentPart p14:bwMode="auto" r:id="rId80">
            <p14:nvContentPartPr>
              <p14:cNvPr id="1050062" name=""/>
              <p14:cNvContentPartPr/>
              <p14:nvPr/>
            </p14:nvContentPartPr>
            <p14:xfrm>
              <a:off x="1377499" y="3675763"/>
              <a:ext cx="138626" cy="450458"/>
            </p14:xfrm>
          </p:contentPart>
        </mc:Choice>
        <mc:Fallback>
          <p:sp>
            <p:nvSpPr>
              <p:cNvPr id="1050062" name=""/>
              <p:cNvSpPr/>
              <p:nvPr/>
            </p:nvSpPr>
            <p:spPr>
              <a:xfrm>
                <a:off x="1377499" y="3675763"/>
                <a:ext cx="138626" cy="450458"/>
              </a:xfrm>
            </p:spPr>
          </p:sp>
        </mc:Fallback>
      </mc:AlternateContent>
      <mc:AlternateContent xmlns:mc="http://schemas.openxmlformats.org/markup-compatibility/2006">
        <mc:Choice xmlns:p14="http://schemas.microsoft.com/office/powerpoint/2010/main" Requires="p14">
          <p:contentPart p14:bwMode="auto" r:id="rId81">
            <p14:nvContentPartPr>
              <p14:cNvPr id="1050063" name=""/>
              <p14:cNvContentPartPr/>
              <p14:nvPr/>
            </p14:nvContentPartPr>
            <p14:xfrm>
              <a:off x="1649068" y="3919828"/>
              <a:ext cx="138773" cy="7603"/>
            </p14:xfrm>
          </p:contentPart>
        </mc:Choice>
        <mc:Fallback>
          <p:sp>
            <p:nvSpPr>
              <p:cNvPr id="1050063" name=""/>
              <p:cNvSpPr/>
              <p:nvPr/>
            </p:nvSpPr>
            <p:spPr>
              <a:xfrm>
                <a:off x="1649068" y="3919828"/>
                <a:ext cx="138773" cy="7603"/>
              </a:xfrm>
            </p:spPr>
          </p:sp>
        </mc:Fallback>
      </mc:AlternateContent>
      <mc:AlternateContent xmlns:mc="http://schemas.openxmlformats.org/markup-compatibility/2006">
        <mc:Choice xmlns:p14="http://schemas.microsoft.com/office/powerpoint/2010/main" Requires="p14">
          <p:contentPart p14:bwMode="auto" r:id="rId82">
            <p14:nvContentPartPr>
              <p14:cNvPr id="1050064" name=""/>
              <p14:cNvContentPartPr/>
              <p14:nvPr/>
            </p14:nvContentPartPr>
            <p14:xfrm>
              <a:off x="1663937" y="4034988"/>
              <a:ext cx="184610" cy="20179"/>
            </p14:xfrm>
          </p:contentPart>
        </mc:Choice>
        <mc:Fallback>
          <p:sp>
            <p:nvSpPr>
              <p:cNvPr id="1050064" name=""/>
              <p:cNvSpPr/>
              <p:nvPr/>
            </p:nvSpPr>
            <p:spPr>
              <a:xfrm>
                <a:off x="1663937" y="4034988"/>
                <a:ext cx="184610" cy="20179"/>
              </a:xfrm>
            </p:spPr>
          </p:sp>
        </mc:Fallback>
      </mc:AlternateContent>
      <mc:AlternateContent xmlns:mc="http://schemas.openxmlformats.org/markup-compatibility/2006">
        <mc:Choice xmlns:p14="http://schemas.microsoft.com/office/powerpoint/2010/main" Requires="p14">
          <p:contentPart p14:bwMode="auto" r:id="rId83">
            <p14:nvContentPartPr>
              <p14:cNvPr id="1050065" name=""/>
              <p14:cNvContentPartPr/>
              <p14:nvPr/>
            </p14:nvContentPartPr>
            <p14:xfrm>
              <a:off x="2167666" y="3693366"/>
              <a:ext cx="100229" cy="265758"/>
            </p14:xfrm>
          </p:contentPart>
        </mc:Choice>
        <mc:Fallback>
          <p:sp>
            <p:nvSpPr>
              <p:cNvPr id="1050065" name=""/>
              <p:cNvSpPr/>
              <p:nvPr/>
            </p:nvSpPr>
            <p:spPr>
              <a:xfrm>
                <a:off x="2167666" y="3693366"/>
                <a:ext cx="100229" cy="265758"/>
              </a:xfrm>
            </p:spPr>
          </p:sp>
        </mc:Fallback>
      </mc:AlternateContent>
      <mc:AlternateContent xmlns:mc="http://schemas.openxmlformats.org/markup-compatibility/2006">
        <mc:Choice xmlns:p14="http://schemas.microsoft.com/office/powerpoint/2010/main" Requires="p14">
          <p:contentPart p14:bwMode="auto" r:id="rId84">
            <p14:nvContentPartPr>
              <p14:cNvPr id="1050066" name=""/>
              <p14:cNvContentPartPr/>
              <p14:nvPr/>
            </p14:nvContentPartPr>
            <p14:xfrm>
              <a:off x="2423135" y="3867859"/>
              <a:ext cx="220893" cy="15473"/>
            </p14:xfrm>
          </p:contentPart>
        </mc:Choice>
        <mc:Fallback>
          <p:sp>
            <p:nvSpPr>
              <p:cNvPr id="1050066" name=""/>
              <p:cNvSpPr/>
              <p:nvPr/>
            </p:nvSpPr>
            <p:spPr>
              <a:xfrm>
                <a:off x="2423135" y="3867859"/>
                <a:ext cx="220893" cy="15473"/>
              </a:xfrm>
            </p:spPr>
          </p:sp>
        </mc:Fallback>
      </mc:AlternateContent>
      <mc:AlternateContent xmlns:mc="http://schemas.openxmlformats.org/markup-compatibility/2006">
        <mc:Choice xmlns:p14="http://schemas.microsoft.com/office/powerpoint/2010/main" Requires="p14">
          <p:contentPart p14:bwMode="auto" r:id="rId85">
            <p14:nvContentPartPr>
              <p14:cNvPr id="1050067" name=""/>
              <p14:cNvContentPartPr/>
              <p14:nvPr/>
            </p14:nvContentPartPr>
            <p14:xfrm>
              <a:off x="2494908" y="3809327"/>
              <a:ext cx="8877" cy="173607"/>
            </p14:xfrm>
          </p:contentPart>
        </mc:Choice>
        <mc:Fallback>
          <p:sp>
            <p:nvSpPr>
              <p:cNvPr id="1050067" name=""/>
              <p:cNvSpPr/>
              <p:nvPr/>
            </p:nvSpPr>
            <p:spPr>
              <a:xfrm>
                <a:off x="2494908" y="3809327"/>
                <a:ext cx="8877" cy="173607"/>
              </a:xfrm>
            </p:spPr>
          </p:sp>
        </mc:Fallback>
      </mc:AlternateContent>
      <mc:AlternateContent xmlns:mc="http://schemas.openxmlformats.org/markup-compatibility/2006">
        <mc:Choice xmlns:p14="http://schemas.microsoft.com/office/powerpoint/2010/main" Requires="p14">
          <p:contentPart p14:bwMode="auto" r:id="rId86">
            <p14:nvContentPartPr>
              <p14:cNvPr id="1050068" name=""/>
              <p14:cNvContentPartPr/>
              <p14:nvPr/>
            </p14:nvContentPartPr>
            <p14:xfrm>
              <a:off x="2713308" y="3743463"/>
              <a:ext cx="163133" cy="211561"/>
            </p14:xfrm>
          </p:contentPart>
        </mc:Choice>
        <mc:Fallback>
          <p:sp>
            <p:nvSpPr>
              <p:cNvPr id="1050068" name=""/>
              <p:cNvSpPr/>
              <p:nvPr/>
            </p:nvSpPr>
            <p:spPr>
              <a:xfrm>
                <a:off x="2713308" y="3743463"/>
                <a:ext cx="163133" cy="211561"/>
              </a:xfrm>
            </p:spPr>
          </p:sp>
        </mc:Fallback>
      </mc:AlternateContent>
      <mc:AlternateContent xmlns:mc="http://schemas.openxmlformats.org/markup-compatibility/2006">
        <mc:Choice xmlns:p14="http://schemas.microsoft.com/office/powerpoint/2010/main" Requires="p14">
          <p:contentPart p14:bwMode="auto" r:id="rId87">
            <p14:nvContentPartPr>
              <p14:cNvPr id="1050069" name=""/>
              <p14:cNvContentPartPr/>
              <p14:nvPr/>
            </p14:nvContentPartPr>
            <p14:xfrm>
              <a:off x="2916428" y="3752582"/>
              <a:ext cx="429683" cy="191351"/>
            </p14:xfrm>
          </p:contentPart>
        </mc:Choice>
        <mc:Fallback>
          <p:sp>
            <p:nvSpPr>
              <p:cNvPr id="1050069" name=""/>
              <p:cNvSpPr/>
              <p:nvPr/>
            </p:nvSpPr>
            <p:spPr>
              <a:xfrm>
                <a:off x="2916428" y="3752582"/>
                <a:ext cx="429683" cy="191351"/>
              </a:xfrm>
            </p:spPr>
          </p:sp>
        </mc:Fallback>
      </mc:AlternateContent>
      <mc:AlternateContent xmlns:mc="http://schemas.openxmlformats.org/markup-compatibility/2006">
        <mc:Choice xmlns:p14="http://schemas.microsoft.com/office/powerpoint/2010/main" Requires="p14">
          <p:contentPart p14:bwMode="auto" r:id="rId88">
            <p14:nvContentPartPr>
              <p14:cNvPr id="1050070" name=""/>
              <p14:cNvContentPartPr/>
              <p14:nvPr/>
            </p14:nvContentPartPr>
            <p14:xfrm>
              <a:off x="3393479" y="3638264"/>
              <a:ext cx="150858" cy="304657"/>
            </p14:xfrm>
          </p:contentPart>
        </mc:Choice>
        <mc:Fallback>
          <p:sp>
            <p:nvSpPr>
              <p:cNvPr id="1050070" name=""/>
              <p:cNvSpPr/>
              <p:nvPr/>
            </p:nvSpPr>
            <p:spPr>
              <a:xfrm>
                <a:off x="3393479" y="3638264"/>
                <a:ext cx="150858" cy="304657"/>
              </a:xfrm>
            </p:spPr>
          </p:sp>
        </mc:Fallback>
      </mc:AlternateContent>
      <mc:AlternateContent xmlns:mc="http://schemas.openxmlformats.org/markup-compatibility/2006">
        <mc:Choice xmlns:p14="http://schemas.microsoft.com/office/powerpoint/2010/main" Requires="p14">
          <p:contentPart p14:bwMode="auto" r:id="rId89">
            <p14:nvContentPartPr>
              <p14:cNvPr id="1050071" name=""/>
              <p14:cNvContentPartPr/>
              <p14:nvPr/>
            </p14:nvContentPartPr>
            <p14:xfrm>
              <a:off x="2086106" y="4030835"/>
              <a:ext cx="1461633" cy="43132"/>
            </p14:xfrm>
          </p:contentPart>
        </mc:Choice>
        <mc:Fallback>
          <p:sp>
            <p:nvSpPr>
              <p:cNvPr id="1050071" name=""/>
              <p:cNvSpPr/>
              <p:nvPr/>
            </p:nvSpPr>
            <p:spPr>
              <a:xfrm>
                <a:off x="2086106" y="4030835"/>
                <a:ext cx="1461633" cy="43132"/>
              </a:xfrm>
            </p:spPr>
          </p:sp>
        </mc:Fallback>
      </mc:AlternateContent>
      <mc:AlternateContent xmlns:mc="http://schemas.openxmlformats.org/markup-compatibility/2006">
        <mc:Choice xmlns:p14="http://schemas.microsoft.com/office/powerpoint/2010/main" Requires="p14">
          <p:contentPart p14:bwMode="auto" r:id="rId90">
            <p14:nvContentPartPr>
              <p14:cNvPr id="1050072" name=""/>
              <p14:cNvContentPartPr/>
              <p14:nvPr/>
            </p14:nvContentPartPr>
            <p14:xfrm>
              <a:off x="2640564" y="4186793"/>
              <a:ext cx="182719" cy="354255"/>
            </p14:xfrm>
          </p:contentPart>
        </mc:Choice>
        <mc:Fallback>
          <p:sp>
            <p:nvSpPr>
              <p:cNvPr id="1050072" name=""/>
              <p:cNvSpPr/>
              <p:nvPr/>
            </p:nvSpPr>
            <p:spPr>
              <a:xfrm>
                <a:off x="2640564" y="4186793"/>
                <a:ext cx="182719" cy="354255"/>
              </a:xfrm>
            </p:spPr>
          </p:sp>
        </mc:Fallback>
      </mc:AlternateContent>
      <mc:AlternateContent xmlns:mc="http://schemas.openxmlformats.org/markup-compatibility/2006">
        <mc:Choice xmlns:p14="http://schemas.microsoft.com/office/powerpoint/2010/main" Requires="p14">
          <p:contentPart p14:bwMode="auto" r:id="rId91">
            <p14:nvContentPartPr>
              <p14:cNvPr id="1050073" name=""/>
              <p14:cNvContentPartPr/>
              <p14:nvPr/>
            </p14:nvContentPartPr>
            <p14:xfrm>
              <a:off x="3645175" y="2070719"/>
              <a:ext cx="158483" cy="82170"/>
            </p14:xfrm>
          </p:contentPart>
        </mc:Choice>
        <mc:Fallback>
          <p:sp>
            <p:nvSpPr>
              <p:cNvPr id="1050073" name=""/>
              <p:cNvSpPr/>
              <p:nvPr/>
            </p:nvSpPr>
            <p:spPr>
              <a:xfrm>
                <a:off x="3645175" y="2070719"/>
                <a:ext cx="158483" cy="82170"/>
              </a:xfrm>
            </p:spPr>
          </p:sp>
        </mc:Fallback>
      </mc:AlternateContent>
      <mc:AlternateContent xmlns:mc="http://schemas.openxmlformats.org/markup-compatibility/2006">
        <mc:Choice xmlns:p14="http://schemas.microsoft.com/office/powerpoint/2010/main" Requires="p14">
          <p:contentPart p14:bwMode="auto" r:id="rId92">
            <p14:nvContentPartPr>
              <p14:cNvPr id="1050074" name=""/>
              <p14:cNvContentPartPr/>
              <p14:nvPr/>
            </p14:nvContentPartPr>
            <p14:xfrm>
              <a:off x="4630086" y="2203776"/>
              <a:ext cx="119303" cy="46775"/>
            </p14:xfrm>
          </p:contentPart>
        </mc:Choice>
        <mc:Fallback>
          <p:sp>
            <p:nvSpPr>
              <p:cNvPr id="1050074" name=""/>
              <p:cNvSpPr/>
              <p:nvPr/>
            </p:nvSpPr>
            <p:spPr>
              <a:xfrm>
                <a:off x="4630086" y="2203776"/>
                <a:ext cx="119303" cy="46775"/>
              </a:xfrm>
            </p:spPr>
          </p:sp>
        </mc:Fallback>
      </mc:AlternateContent>
      <mc:AlternateContent xmlns:mc="http://schemas.openxmlformats.org/markup-compatibility/2006">
        <mc:Choice xmlns:p14="http://schemas.microsoft.com/office/powerpoint/2010/main" Requires="p14">
          <p:contentPart p14:bwMode="auto" r:id="rId93">
            <p14:nvContentPartPr>
              <p14:cNvPr id="1050075" name=""/>
              <p14:cNvContentPartPr/>
              <p14:nvPr/>
            </p14:nvContentPartPr>
            <p14:xfrm>
              <a:off x="4037050" y="3801294"/>
              <a:ext cx="227848" cy="15129"/>
            </p14:xfrm>
          </p:contentPart>
        </mc:Choice>
        <mc:Fallback>
          <p:sp>
            <p:nvSpPr>
              <p:cNvPr id="1050075" name=""/>
              <p:cNvSpPr/>
              <p:nvPr/>
            </p:nvSpPr>
            <p:spPr>
              <a:xfrm>
                <a:off x="4037050" y="3801294"/>
                <a:ext cx="227848" cy="15129"/>
              </a:xfrm>
            </p:spPr>
          </p:sp>
        </mc:Fallback>
      </mc:AlternateContent>
      <mc:AlternateContent xmlns:mc="http://schemas.openxmlformats.org/markup-compatibility/2006">
        <mc:Choice xmlns:p14="http://schemas.microsoft.com/office/powerpoint/2010/main" Requires="p14">
          <p:contentPart p14:bwMode="auto" r:id="rId94">
            <p14:nvContentPartPr>
              <p14:cNvPr id="1050076" name=""/>
              <p14:cNvContentPartPr/>
              <p14:nvPr/>
            </p14:nvContentPartPr>
            <p14:xfrm>
              <a:off x="4081205" y="3868379"/>
              <a:ext cx="226182" cy="36748"/>
            </p14:xfrm>
          </p:contentPart>
        </mc:Choice>
        <mc:Fallback>
          <p:sp>
            <p:nvSpPr>
              <p:cNvPr id="1050076" name=""/>
              <p:cNvSpPr/>
              <p:nvPr/>
            </p:nvSpPr>
            <p:spPr>
              <a:xfrm>
                <a:off x="4081205" y="3868379"/>
                <a:ext cx="226182" cy="36748"/>
              </a:xfrm>
            </p:spPr>
          </p:sp>
        </mc:Fallback>
      </mc:AlternateContent>
      <mc:AlternateContent xmlns:mc="http://schemas.openxmlformats.org/markup-compatibility/2006">
        <mc:Choice xmlns:p14="http://schemas.microsoft.com/office/powerpoint/2010/main" Requires="p14">
          <p:contentPart p14:bwMode="auto" r:id="rId95">
            <p14:nvContentPartPr>
              <p14:cNvPr id="1050077" name=""/>
              <p14:cNvContentPartPr/>
              <p14:nvPr/>
            </p14:nvContentPartPr>
            <p14:xfrm>
              <a:off x="4212319" y="3720116"/>
              <a:ext cx="194929" cy="273716"/>
            </p14:xfrm>
          </p:contentPart>
        </mc:Choice>
        <mc:Fallback>
          <p:sp>
            <p:nvSpPr>
              <p:cNvPr id="1050077" name=""/>
              <p:cNvSpPr/>
              <p:nvPr/>
            </p:nvSpPr>
            <p:spPr>
              <a:xfrm>
                <a:off x="4212319" y="3720116"/>
                <a:ext cx="194929" cy="273716"/>
              </a:xfrm>
            </p:spPr>
          </p:sp>
        </mc:Fallback>
      </mc:AlternateContent>
      <mc:AlternateContent xmlns:mc="http://schemas.openxmlformats.org/markup-compatibility/2006">
        <mc:Choice xmlns:p14="http://schemas.microsoft.com/office/powerpoint/2010/main" Requires="p14">
          <p:contentPart p14:bwMode="auto" r:id="rId96">
            <p14:nvContentPartPr>
              <p14:cNvPr id="1050078" name=""/>
              <p14:cNvContentPartPr/>
              <p14:nvPr/>
            </p14:nvContentPartPr>
            <p14:xfrm>
              <a:off x="4702297" y="3430292"/>
              <a:ext cx="534297" cy="420221"/>
            </p14:xfrm>
          </p:contentPart>
        </mc:Choice>
        <mc:Fallback>
          <p:sp>
            <p:nvSpPr>
              <p:cNvPr id="1050078" name=""/>
              <p:cNvSpPr/>
              <p:nvPr/>
            </p:nvSpPr>
            <p:spPr>
              <a:xfrm>
                <a:off x="4702297" y="3430292"/>
                <a:ext cx="534297" cy="420221"/>
              </a:xfrm>
            </p:spPr>
          </p:sp>
        </mc:Fallback>
      </mc:AlternateContent>
      <mc:AlternateContent xmlns:mc="http://schemas.openxmlformats.org/markup-compatibility/2006">
        <mc:Choice xmlns:p14="http://schemas.microsoft.com/office/powerpoint/2010/main" Requires="p14">
          <p:contentPart p14:bwMode="auto" r:id="rId97">
            <p14:nvContentPartPr>
              <p14:cNvPr id="1050079" name=""/>
              <p14:cNvContentPartPr/>
              <p14:nvPr/>
            </p14:nvContentPartPr>
            <p14:xfrm>
              <a:off x="4745177" y="3907953"/>
              <a:ext cx="476852" cy="35292"/>
            </p14:xfrm>
          </p:contentPart>
        </mc:Choice>
        <mc:Fallback>
          <p:sp>
            <p:nvSpPr>
              <p:cNvPr id="1050079" name=""/>
              <p:cNvSpPr/>
              <p:nvPr/>
            </p:nvSpPr>
            <p:spPr>
              <a:xfrm>
                <a:off x="4745177" y="3907953"/>
                <a:ext cx="476852" cy="35292"/>
              </a:xfrm>
            </p:spPr>
          </p:sp>
        </mc:Fallback>
      </mc:AlternateContent>
      <mc:AlternateContent xmlns:mc="http://schemas.openxmlformats.org/markup-compatibility/2006">
        <mc:Choice xmlns:p14="http://schemas.microsoft.com/office/powerpoint/2010/main" Requires="p14">
          <p:contentPart p14:bwMode="auto" r:id="rId98">
            <p14:nvContentPartPr>
              <p14:cNvPr id="1050080" name=""/>
              <p14:cNvContentPartPr/>
              <p14:nvPr/>
            </p14:nvContentPartPr>
            <p14:xfrm>
              <a:off x="4820871" y="3988510"/>
              <a:ext cx="482047" cy="305453"/>
            </p14:xfrm>
          </p:contentPart>
        </mc:Choice>
        <mc:Fallback>
          <p:sp>
            <p:nvSpPr>
              <p:cNvPr id="1050080" name=""/>
              <p:cNvSpPr/>
              <p:nvPr/>
            </p:nvSpPr>
            <p:spPr>
              <a:xfrm>
                <a:off x="4820871" y="3988510"/>
                <a:ext cx="482047" cy="305453"/>
              </a:xfrm>
            </p:spPr>
          </p:sp>
        </mc:Fallback>
      </mc:AlternateContent>
      <mc:AlternateContent xmlns:mc="http://schemas.openxmlformats.org/markup-compatibility/2006">
        <mc:Choice xmlns:p14="http://schemas.microsoft.com/office/powerpoint/2010/main" Requires="p14">
          <p:contentPart p14:bwMode="auto" r:id="rId99">
            <p14:nvContentPartPr>
              <p14:cNvPr id="1050081" name=""/>
              <p14:cNvContentPartPr/>
              <p14:nvPr/>
            </p14:nvContentPartPr>
            <p14:xfrm>
              <a:off x="5448018" y="3809327"/>
              <a:ext cx="115087" cy="12792"/>
            </p14:xfrm>
          </p:contentPart>
        </mc:Choice>
        <mc:Fallback>
          <p:sp>
            <p:nvSpPr>
              <p:cNvPr id="1050081" name=""/>
              <p:cNvSpPr/>
              <p:nvPr/>
            </p:nvSpPr>
            <p:spPr>
              <a:xfrm>
                <a:off x="5448018" y="3809327"/>
                <a:ext cx="115087" cy="12792"/>
              </a:xfrm>
            </p:spPr>
          </p:sp>
        </mc:Fallback>
      </mc:AlternateContent>
      <mc:AlternateContent xmlns:mc="http://schemas.openxmlformats.org/markup-compatibility/2006">
        <mc:Choice xmlns:p14="http://schemas.microsoft.com/office/powerpoint/2010/main" Requires="p14">
          <p:contentPart p14:bwMode="auto" r:id="rId100">
            <p14:nvContentPartPr>
              <p14:cNvPr id="1050082" name=""/>
              <p14:cNvContentPartPr/>
              <p14:nvPr/>
            </p14:nvContentPartPr>
            <p14:xfrm>
              <a:off x="5428399" y="3941610"/>
              <a:ext cx="208147" cy="8123"/>
            </p14:xfrm>
          </p:contentPart>
        </mc:Choice>
        <mc:Fallback>
          <p:sp>
            <p:nvSpPr>
              <p:cNvPr id="1050082" name=""/>
              <p:cNvSpPr/>
              <p:nvPr/>
            </p:nvSpPr>
            <p:spPr>
              <a:xfrm>
                <a:off x="5428399" y="3941610"/>
                <a:ext cx="208147" cy="8123"/>
              </a:xfrm>
            </p:spPr>
          </p:sp>
        </mc:Fallback>
      </mc:AlternateContent>
      <mc:AlternateContent xmlns:mc="http://schemas.openxmlformats.org/markup-compatibility/2006">
        <mc:Choice xmlns:p14="http://schemas.microsoft.com/office/powerpoint/2010/main" Requires="p14">
          <p:contentPart p14:bwMode="auto" r:id="rId101">
            <p14:nvContentPartPr>
              <p14:cNvPr id="1050083" name=""/>
              <p14:cNvContentPartPr/>
              <p14:nvPr/>
            </p14:nvContentPartPr>
            <p14:xfrm>
              <a:off x="5841102" y="3787430"/>
              <a:ext cx="164176" cy="6691"/>
            </p14:xfrm>
          </p:contentPart>
        </mc:Choice>
        <mc:Fallback>
          <p:sp>
            <p:nvSpPr>
              <p:cNvPr id="1050083" name=""/>
              <p:cNvSpPr/>
              <p:nvPr/>
            </p:nvSpPr>
            <p:spPr>
              <a:xfrm>
                <a:off x="5841102" y="3787430"/>
                <a:ext cx="164176" cy="6691"/>
              </a:xfrm>
            </p:spPr>
          </p:sp>
        </mc:Fallback>
      </mc:AlternateContent>
      <mc:AlternateContent xmlns:mc="http://schemas.openxmlformats.org/markup-compatibility/2006">
        <mc:Choice xmlns:p14="http://schemas.microsoft.com/office/powerpoint/2010/main" Requires="p14">
          <p:contentPart p14:bwMode="auto" r:id="rId102">
            <p14:nvContentPartPr>
              <p14:cNvPr id="1050084" name=""/>
              <p14:cNvContentPartPr/>
              <p14:nvPr/>
            </p14:nvContentPartPr>
            <p14:xfrm>
              <a:off x="6166084" y="3580398"/>
              <a:ext cx="233052" cy="289233"/>
            </p14:xfrm>
          </p:contentPart>
        </mc:Choice>
        <mc:Fallback>
          <p:sp>
            <p:nvSpPr>
              <p:cNvPr id="1050084" name=""/>
              <p:cNvSpPr/>
              <p:nvPr/>
            </p:nvSpPr>
            <p:spPr>
              <a:xfrm>
                <a:off x="6166084" y="3580398"/>
                <a:ext cx="233052" cy="289233"/>
              </a:xfrm>
            </p:spPr>
          </p:sp>
        </mc:Fallback>
      </mc:AlternateContent>
      <mc:AlternateContent xmlns:mc="http://schemas.openxmlformats.org/markup-compatibility/2006">
        <mc:Choice xmlns:p14="http://schemas.microsoft.com/office/powerpoint/2010/main" Requires="p14">
          <p:contentPart p14:bwMode="auto" r:id="rId103">
            <p14:nvContentPartPr>
              <p14:cNvPr id="1050085" name=""/>
              <p14:cNvContentPartPr/>
              <p14:nvPr/>
            </p14:nvContentPartPr>
            <p14:xfrm>
              <a:off x="6466384" y="3550057"/>
              <a:ext cx="156335" cy="293660"/>
            </p14:xfrm>
          </p:contentPart>
        </mc:Choice>
        <mc:Fallback>
          <p:sp>
            <p:nvSpPr>
              <p:cNvPr id="1050085" name=""/>
              <p:cNvSpPr/>
              <p:nvPr/>
            </p:nvSpPr>
            <p:spPr>
              <a:xfrm>
                <a:off x="6466384" y="3550057"/>
                <a:ext cx="156335" cy="293660"/>
              </a:xfrm>
            </p:spPr>
          </p:sp>
        </mc:Fallback>
      </mc:AlternateContent>
      <mc:AlternateContent xmlns:mc="http://schemas.openxmlformats.org/markup-compatibility/2006">
        <mc:Choice xmlns:p14="http://schemas.microsoft.com/office/powerpoint/2010/main" Requires="p14">
          <p:contentPart p14:bwMode="auto" r:id="rId104">
            <p14:nvContentPartPr>
              <p14:cNvPr id="1050086" name=""/>
              <p14:cNvContentPartPr/>
              <p14:nvPr/>
            </p14:nvContentPartPr>
            <p14:xfrm>
              <a:off x="6702577" y="3624061"/>
              <a:ext cx="20610" cy="190855"/>
            </p14:xfrm>
          </p:contentPart>
        </mc:Choice>
        <mc:Fallback>
          <p:sp>
            <p:nvSpPr>
              <p:cNvPr id="1050086" name=""/>
              <p:cNvSpPr/>
              <p:nvPr/>
            </p:nvSpPr>
            <p:spPr>
              <a:xfrm>
                <a:off x="6702577" y="3624061"/>
                <a:ext cx="20610" cy="190855"/>
              </a:xfrm>
            </p:spPr>
          </p:sp>
        </mc:Fallback>
      </mc:AlternateContent>
      <mc:AlternateContent xmlns:mc="http://schemas.openxmlformats.org/markup-compatibility/2006">
        <mc:Choice xmlns:p14="http://schemas.microsoft.com/office/powerpoint/2010/main" Requires="p14">
          <p:contentPart p14:bwMode="auto" r:id="rId105">
            <p14:nvContentPartPr>
              <p14:cNvPr id="1050087" name=""/>
              <p14:cNvContentPartPr/>
              <p14:nvPr/>
            </p14:nvContentPartPr>
            <p14:xfrm>
              <a:off x="6834142" y="3642385"/>
              <a:ext cx="151982" cy="190130"/>
            </p14:xfrm>
          </p:contentPart>
        </mc:Choice>
        <mc:Fallback>
          <p:sp>
            <p:nvSpPr>
              <p:cNvPr id="1050087" name=""/>
              <p:cNvSpPr/>
              <p:nvPr/>
            </p:nvSpPr>
            <p:spPr>
              <a:xfrm>
                <a:off x="6834142" y="3642385"/>
                <a:ext cx="151982" cy="190130"/>
              </a:xfrm>
            </p:spPr>
          </p:sp>
        </mc:Fallback>
      </mc:AlternateContent>
      <mc:AlternateContent xmlns:mc="http://schemas.openxmlformats.org/markup-compatibility/2006">
        <mc:Choice xmlns:p14="http://schemas.microsoft.com/office/powerpoint/2010/main" Requires="p14">
          <p:contentPart p14:bwMode="auto" r:id="rId106">
            <p14:nvContentPartPr>
              <p14:cNvPr id="1050088" name=""/>
              <p14:cNvContentPartPr/>
              <p14:nvPr/>
            </p14:nvContentPartPr>
            <p14:xfrm>
              <a:off x="6724655" y="3468955"/>
              <a:ext cx="10820" cy="32630"/>
            </p14:xfrm>
          </p:contentPart>
        </mc:Choice>
        <mc:Fallback>
          <p:sp>
            <p:nvSpPr>
              <p:cNvPr id="1050088" name=""/>
              <p:cNvSpPr/>
              <p:nvPr/>
            </p:nvSpPr>
            <p:spPr>
              <a:xfrm>
                <a:off x="6724655" y="3468955"/>
                <a:ext cx="10820" cy="32630"/>
              </a:xfrm>
            </p:spPr>
          </p:sp>
        </mc:Fallback>
      </mc:AlternateContent>
      <mc:AlternateContent xmlns:mc="http://schemas.openxmlformats.org/markup-compatibility/2006">
        <mc:Choice xmlns:p14="http://schemas.microsoft.com/office/powerpoint/2010/main" Requires="p14">
          <p:contentPart p14:bwMode="auto" r:id="rId107">
            <p14:nvContentPartPr>
              <p14:cNvPr id="1050089" name=""/>
              <p14:cNvContentPartPr/>
              <p14:nvPr/>
            </p14:nvContentPartPr>
            <p14:xfrm>
              <a:off x="7042321" y="3535869"/>
              <a:ext cx="161434" cy="314494"/>
            </p14:xfrm>
          </p:contentPart>
        </mc:Choice>
        <mc:Fallback>
          <p:sp>
            <p:nvSpPr>
              <p:cNvPr id="1050089" name=""/>
              <p:cNvSpPr/>
              <p:nvPr/>
            </p:nvSpPr>
            <p:spPr>
              <a:xfrm>
                <a:off x="7042321" y="3535869"/>
                <a:ext cx="161434" cy="314494"/>
              </a:xfrm>
            </p:spPr>
          </p:sp>
        </mc:Fallback>
      </mc:AlternateContent>
      <mc:AlternateContent xmlns:mc="http://schemas.openxmlformats.org/markup-compatibility/2006">
        <mc:Choice xmlns:p14="http://schemas.microsoft.com/office/powerpoint/2010/main" Requires="p14">
          <p:contentPart p14:bwMode="auto" r:id="rId108">
            <p14:nvContentPartPr>
              <p14:cNvPr id="1050090" name=""/>
              <p14:cNvContentPartPr/>
              <p14:nvPr/>
            </p14:nvContentPartPr>
            <p14:xfrm>
              <a:off x="6140522" y="3927431"/>
              <a:ext cx="978375" cy="70905"/>
            </p14:xfrm>
          </p:contentPart>
        </mc:Choice>
        <mc:Fallback>
          <p:sp>
            <p:nvSpPr>
              <p:cNvPr id="1050090" name=""/>
              <p:cNvSpPr/>
              <p:nvPr/>
            </p:nvSpPr>
            <p:spPr>
              <a:xfrm>
                <a:off x="6140522" y="3927431"/>
                <a:ext cx="978375" cy="70905"/>
              </a:xfrm>
            </p:spPr>
          </p:sp>
        </mc:Fallback>
      </mc:AlternateContent>
      <mc:AlternateContent xmlns:mc="http://schemas.openxmlformats.org/markup-compatibility/2006">
        <mc:Choice xmlns:p14="http://schemas.microsoft.com/office/powerpoint/2010/main" Requires="p14">
          <p:contentPart p14:bwMode="auto" r:id="rId109">
            <p14:nvContentPartPr>
              <p14:cNvPr id="1050091" name=""/>
              <p14:cNvContentPartPr/>
              <p14:nvPr/>
            </p14:nvContentPartPr>
            <p14:xfrm>
              <a:off x="6578673" y="4038524"/>
              <a:ext cx="151761" cy="358176"/>
            </p14:xfrm>
          </p:contentPart>
        </mc:Choice>
        <mc:Fallback>
          <p:sp>
            <p:nvSpPr>
              <p:cNvPr id="1050091" name=""/>
              <p:cNvSpPr/>
              <p:nvPr/>
            </p:nvSpPr>
            <p:spPr>
              <a:xfrm>
                <a:off x="6578673" y="4038524"/>
                <a:ext cx="151761" cy="358176"/>
              </a:xfrm>
            </p:spPr>
          </p:sp>
        </mc:Fallback>
      </mc:AlternateContent>
      <mc:AlternateContent xmlns:mc="http://schemas.openxmlformats.org/markup-compatibility/2006">
        <mc:Choice xmlns:p14="http://schemas.microsoft.com/office/powerpoint/2010/main" Requires="p14">
          <p:contentPart p14:bwMode="auto" r:id="rId110">
            <p14:nvContentPartPr>
              <p14:cNvPr id="1050092" name=""/>
              <p14:cNvContentPartPr/>
              <p14:nvPr/>
            </p14:nvContentPartPr>
            <p14:xfrm>
              <a:off x="7358270" y="3912477"/>
              <a:ext cx="16096" cy="33141"/>
            </p14:xfrm>
          </p:contentPart>
        </mc:Choice>
        <mc:Fallback>
          <p:sp>
            <p:nvSpPr>
              <p:cNvPr id="1050092" name=""/>
              <p:cNvSpPr/>
              <p:nvPr/>
            </p:nvSpPr>
            <p:spPr>
              <a:xfrm>
                <a:off x="7358270" y="3912477"/>
                <a:ext cx="16096" cy="33141"/>
              </a:xfrm>
            </p:spPr>
          </p:sp>
        </mc:Fallback>
      </mc:AlternateContent>
      <mc:AlternateContent xmlns:mc="http://schemas.openxmlformats.org/markup-compatibility/2006">
        <mc:Choice xmlns:p14="http://schemas.microsoft.com/office/powerpoint/2010/main" Requires="p14">
          <p:contentPart p14:bwMode="auto" r:id="rId111">
            <p14:nvContentPartPr>
              <p14:cNvPr id="1050093" name=""/>
              <p14:cNvContentPartPr/>
              <p14:nvPr/>
            </p14:nvContentPartPr>
            <p14:xfrm>
              <a:off x="5288099" y="2573800"/>
              <a:ext cx="246170" cy="44423"/>
            </p14:xfrm>
          </p:contentPart>
        </mc:Choice>
        <mc:Fallback>
          <p:sp>
            <p:nvSpPr>
              <p:cNvPr id="1050093" name=""/>
              <p:cNvSpPr/>
              <p:nvPr/>
            </p:nvSpPr>
            <p:spPr>
              <a:xfrm>
                <a:off x="5288099" y="2573800"/>
                <a:ext cx="246170" cy="44423"/>
              </a:xfrm>
            </p:spPr>
          </p:sp>
        </mc:Fallback>
      </mc:AlternateContent>
      <mc:AlternateContent xmlns:mc="http://schemas.openxmlformats.org/markup-compatibility/2006">
        <mc:Choice xmlns:p14="http://schemas.microsoft.com/office/powerpoint/2010/main" Requires="p14">
          <p:contentPart p14:bwMode="auto" r:id="rId112">
            <p14:nvContentPartPr>
              <p14:cNvPr id="1050094" name=""/>
              <p14:cNvContentPartPr/>
              <p14:nvPr/>
            </p14:nvContentPartPr>
            <p14:xfrm>
              <a:off x="5409914" y="2484842"/>
              <a:ext cx="10268" cy="299437"/>
            </p14:xfrm>
          </p:contentPart>
        </mc:Choice>
        <mc:Fallback>
          <p:sp>
            <p:nvSpPr>
              <p:cNvPr id="1050094" name=""/>
              <p:cNvSpPr/>
              <p:nvPr/>
            </p:nvSpPr>
            <p:spPr>
              <a:xfrm>
                <a:off x="5409914" y="2484842"/>
                <a:ext cx="10268" cy="299437"/>
              </a:xfrm>
            </p:spPr>
          </p:sp>
        </mc:Fallback>
      </mc:AlternateContent>
      <mc:AlternateContent xmlns:mc="http://schemas.openxmlformats.org/markup-compatibility/2006">
        <mc:Choice xmlns:p14="http://schemas.microsoft.com/office/powerpoint/2010/main" Requires="p14">
          <p:contentPart p14:bwMode="auto" r:id="rId113">
            <p14:nvContentPartPr>
              <p14:cNvPr id="1050095" name=""/>
              <p14:cNvContentPartPr/>
              <p14:nvPr/>
            </p14:nvContentPartPr>
            <p14:xfrm>
              <a:off x="5296522" y="2602151"/>
              <a:ext cx="237747" cy="20857"/>
            </p14:xfrm>
          </p:contentPart>
        </mc:Choice>
        <mc:Fallback>
          <p:sp>
            <p:nvSpPr>
              <p:cNvPr id="1050095" name=""/>
              <p:cNvSpPr/>
              <p:nvPr/>
            </p:nvSpPr>
            <p:spPr>
              <a:xfrm>
                <a:off x="5296522" y="2602151"/>
                <a:ext cx="237747" cy="20857"/>
              </a:xfrm>
            </p:spPr>
          </p:sp>
        </mc:Fallback>
      </mc:AlternateContent>
      <mc:AlternateContent xmlns:mc="http://schemas.openxmlformats.org/markup-compatibility/2006">
        <mc:Choice xmlns:p14="http://schemas.microsoft.com/office/powerpoint/2010/main" Requires="p14">
          <p:contentPart p14:bwMode="auto" r:id="rId114">
            <p14:nvContentPartPr>
              <p14:cNvPr id="1050096" name=""/>
              <p14:cNvContentPartPr/>
              <p14:nvPr/>
            </p14:nvContentPartPr>
            <p14:xfrm>
              <a:off x="5297809" y="2581404"/>
              <a:ext cx="265747" cy="36618"/>
            </p14:xfrm>
          </p:contentPart>
        </mc:Choice>
        <mc:Fallback>
          <p:sp>
            <p:nvSpPr>
              <p:cNvPr id="1050096" name=""/>
              <p:cNvSpPr/>
              <p:nvPr/>
            </p:nvSpPr>
            <p:spPr>
              <a:xfrm>
                <a:off x="5297809" y="2581404"/>
                <a:ext cx="265747" cy="36618"/>
              </a:xfrm>
            </p:spPr>
          </p:sp>
        </mc:Fallback>
      </mc:AlternateContent>
      <mc:AlternateContent xmlns:mc="http://schemas.openxmlformats.org/markup-compatibility/2006">
        <mc:Choice xmlns:p14="http://schemas.microsoft.com/office/powerpoint/2010/main" Requires="p14">
          <p:contentPart p14:bwMode="auto" r:id="rId115">
            <p14:nvContentPartPr>
              <p14:cNvPr id="1050097" name=""/>
              <p14:cNvContentPartPr/>
              <p14:nvPr/>
            </p14:nvContentPartPr>
            <p14:xfrm>
              <a:off x="8553939" y="1930059"/>
              <a:ext cx="23252" cy="432624"/>
            </p14:xfrm>
          </p:contentPart>
        </mc:Choice>
        <mc:Fallback>
          <p:sp>
            <p:nvSpPr>
              <p:cNvPr id="1050097" name=""/>
              <p:cNvSpPr/>
              <p:nvPr/>
            </p:nvSpPr>
            <p:spPr>
              <a:xfrm>
                <a:off x="8553939" y="1930059"/>
                <a:ext cx="23252" cy="432624"/>
              </a:xfrm>
            </p:spPr>
          </p:sp>
        </mc:Fallback>
      </mc:AlternateContent>
      <mc:AlternateContent xmlns:mc="http://schemas.openxmlformats.org/markup-compatibility/2006">
        <mc:Choice xmlns:p14="http://schemas.microsoft.com/office/powerpoint/2010/main" Requires="p14">
          <p:contentPart p14:bwMode="auto" r:id="rId116">
            <p14:nvContentPartPr>
              <p14:cNvPr id="1050098" name=""/>
              <p14:cNvContentPartPr/>
              <p14:nvPr/>
            </p14:nvContentPartPr>
            <p14:xfrm>
              <a:off x="8566303" y="2041066"/>
              <a:ext cx="210214" cy="266366"/>
            </p14:xfrm>
          </p:contentPart>
        </mc:Choice>
        <mc:Fallback>
          <p:sp>
            <p:nvSpPr>
              <p:cNvPr id="1050098" name=""/>
              <p:cNvSpPr/>
              <p:nvPr/>
            </p:nvSpPr>
            <p:spPr>
              <a:xfrm>
                <a:off x="8566303" y="2041066"/>
                <a:ext cx="210214" cy="266366"/>
              </a:xfrm>
            </p:spPr>
          </p:sp>
        </mc:Fallback>
      </mc:AlternateContent>
      <mc:AlternateContent xmlns:mc="http://schemas.openxmlformats.org/markup-compatibility/2006">
        <mc:Choice xmlns:p14="http://schemas.microsoft.com/office/powerpoint/2010/main" Requires="p14">
          <p:contentPart p14:bwMode="auto" r:id="rId117">
            <p14:nvContentPartPr>
              <p14:cNvPr id="1050099" name=""/>
              <p14:cNvContentPartPr/>
              <p14:nvPr/>
            </p14:nvContentPartPr>
            <p14:xfrm>
              <a:off x="8944577" y="2144152"/>
              <a:ext cx="169117" cy="15272"/>
            </p14:xfrm>
          </p:contentPart>
        </mc:Choice>
        <mc:Fallback>
          <p:sp>
            <p:nvSpPr>
              <p:cNvPr id="1050099" name=""/>
              <p:cNvSpPr/>
              <p:nvPr/>
            </p:nvSpPr>
            <p:spPr>
              <a:xfrm>
                <a:off x="8944577" y="2144152"/>
                <a:ext cx="169117" cy="15272"/>
              </a:xfrm>
            </p:spPr>
          </p:sp>
        </mc:Fallback>
      </mc:AlternateContent>
      <mc:AlternateContent xmlns:mc="http://schemas.openxmlformats.org/markup-compatibility/2006">
        <mc:Choice xmlns:p14="http://schemas.microsoft.com/office/powerpoint/2010/main" Requires="p14">
          <p:contentPart p14:bwMode="auto" r:id="rId118">
            <p14:nvContentPartPr>
              <p14:cNvPr id="1050100" name=""/>
              <p14:cNvContentPartPr/>
              <p14:nvPr/>
            </p14:nvContentPartPr>
            <p14:xfrm>
              <a:off x="8930159" y="2247941"/>
              <a:ext cx="160448" cy="22489"/>
            </p14:xfrm>
          </p:contentPart>
        </mc:Choice>
        <mc:Fallback>
          <p:sp>
            <p:nvSpPr>
              <p:cNvPr id="1050100" name=""/>
              <p:cNvSpPr/>
              <p:nvPr/>
            </p:nvSpPr>
            <p:spPr>
              <a:xfrm>
                <a:off x="8930159" y="2247941"/>
                <a:ext cx="160448" cy="22489"/>
              </a:xfrm>
            </p:spPr>
          </p:sp>
        </mc:Fallback>
      </mc:AlternateContent>
      <mc:AlternateContent xmlns:mc="http://schemas.openxmlformats.org/markup-compatibility/2006">
        <mc:Choice xmlns:p14="http://schemas.microsoft.com/office/powerpoint/2010/main" Requires="p14">
          <p:contentPart p14:bwMode="auto" r:id="rId119">
            <p14:nvContentPartPr>
              <p14:cNvPr id="1050101" name=""/>
              <p14:cNvContentPartPr/>
              <p14:nvPr/>
            </p14:nvContentPartPr>
            <p14:xfrm>
              <a:off x="9317192" y="1922695"/>
              <a:ext cx="301805" cy="255760"/>
            </p14:xfrm>
          </p:contentPart>
        </mc:Choice>
        <mc:Fallback>
          <p:sp>
            <p:nvSpPr>
              <p:cNvPr id="1050101" name=""/>
              <p:cNvSpPr/>
              <p:nvPr/>
            </p:nvSpPr>
            <p:spPr>
              <a:xfrm>
                <a:off x="9317192" y="1922695"/>
                <a:ext cx="301805" cy="255760"/>
              </a:xfrm>
            </p:spPr>
          </p:sp>
        </mc:Fallback>
      </mc:AlternateContent>
      <mc:AlternateContent xmlns:mc="http://schemas.openxmlformats.org/markup-compatibility/2006">
        <mc:Choice xmlns:p14="http://schemas.microsoft.com/office/powerpoint/2010/main" Requires="p14">
          <p:contentPart p14:bwMode="auto" r:id="rId120">
            <p14:nvContentPartPr>
              <p14:cNvPr id="1050102" name=""/>
              <p14:cNvContentPartPr/>
              <p14:nvPr/>
            </p14:nvContentPartPr>
            <p14:xfrm>
              <a:off x="8851828" y="1900913"/>
              <a:ext cx="14103" cy="525094"/>
            </p14:xfrm>
          </p:contentPart>
        </mc:Choice>
        <mc:Fallback>
          <p:sp>
            <p:nvSpPr>
              <p:cNvPr id="1050102" name=""/>
              <p:cNvSpPr/>
              <p:nvPr/>
            </p:nvSpPr>
            <p:spPr>
              <a:xfrm>
                <a:off x="8851828" y="1900913"/>
                <a:ext cx="14103" cy="525094"/>
              </a:xfrm>
            </p:spPr>
          </p:sp>
        </mc:Fallback>
      </mc:AlternateContent>
      <mc:AlternateContent xmlns:mc="http://schemas.openxmlformats.org/markup-compatibility/2006">
        <mc:Choice xmlns:p14="http://schemas.microsoft.com/office/powerpoint/2010/main" Requires="p14">
          <p:contentPart p14:bwMode="auto" r:id="rId121">
            <p14:nvContentPartPr>
              <p14:cNvPr id="1050103" name=""/>
              <p14:cNvContentPartPr/>
              <p14:nvPr/>
            </p14:nvContentPartPr>
            <p14:xfrm>
              <a:off x="8334199" y="1959458"/>
              <a:ext cx="24646" cy="517323"/>
            </p14:xfrm>
          </p:contentPart>
        </mc:Choice>
        <mc:Fallback>
          <p:sp>
            <p:nvSpPr>
              <p:cNvPr id="1050103" name=""/>
              <p:cNvSpPr/>
              <p:nvPr/>
            </p:nvSpPr>
            <p:spPr>
              <a:xfrm>
                <a:off x="8334199" y="1959458"/>
                <a:ext cx="24646" cy="517323"/>
              </a:xfrm>
            </p:spPr>
          </p:sp>
        </mc:Fallback>
      </mc:AlternateContent>
      <mc:AlternateContent xmlns:mc="http://schemas.openxmlformats.org/markup-compatibility/2006">
        <mc:Choice xmlns:p14="http://schemas.microsoft.com/office/powerpoint/2010/main" Requires="p14">
          <p:contentPart p14:bwMode="auto" r:id="rId122">
            <p14:nvContentPartPr>
              <p14:cNvPr id="1050104" name=""/>
              <p14:cNvContentPartPr/>
              <p14:nvPr/>
            </p14:nvContentPartPr>
            <p14:xfrm>
              <a:off x="9747548" y="1915359"/>
              <a:ext cx="294208" cy="242476"/>
            </p14:xfrm>
          </p:contentPart>
        </mc:Choice>
        <mc:Fallback>
          <p:sp>
            <p:nvSpPr>
              <p:cNvPr id="1050104" name=""/>
              <p:cNvSpPr/>
              <p:nvPr/>
            </p:nvSpPr>
            <p:spPr>
              <a:xfrm>
                <a:off x="9747548" y="1915359"/>
                <a:ext cx="294208" cy="242476"/>
              </a:xfrm>
            </p:spPr>
          </p:sp>
        </mc:Fallback>
      </mc:AlternateContent>
      <mc:AlternateContent xmlns:mc="http://schemas.openxmlformats.org/markup-compatibility/2006">
        <mc:Choice xmlns:p14="http://schemas.microsoft.com/office/powerpoint/2010/main" Requires="p14">
          <p:contentPart p14:bwMode="auto" r:id="rId123">
            <p14:nvContentPartPr>
              <p14:cNvPr id="1050105" name=""/>
              <p14:cNvContentPartPr/>
              <p14:nvPr/>
            </p14:nvContentPartPr>
            <p14:xfrm>
              <a:off x="9981772" y="1720093"/>
              <a:ext cx="264964" cy="248038"/>
            </p14:xfrm>
          </p:contentPart>
        </mc:Choice>
        <mc:Fallback>
          <p:sp>
            <p:nvSpPr>
              <p:cNvPr id="1050105" name=""/>
              <p:cNvSpPr/>
              <p:nvPr/>
            </p:nvSpPr>
            <p:spPr>
              <a:xfrm>
                <a:off x="9981772" y="1720093"/>
                <a:ext cx="264964" cy="248038"/>
              </a:xfrm>
            </p:spPr>
          </p:sp>
        </mc:Fallback>
      </mc:AlternateContent>
      <mc:AlternateContent xmlns:mc="http://schemas.openxmlformats.org/markup-compatibility/2006">
        <mc:Choice xmlns:p14="http://schemas.microsoft.com/office/powerpoint/2010/main" Requires="p14">
          <p:contentPart p14:bwMode="auto" r:id="rId124">
            <p14:nvContentPartPr>
              <p14:cNvPr id="1050106" name=""/>
              <p14:cNvContentPartPr/>
              <p14:nvPr/>
            </p14:nvContentPartPr>
            <p14:xfrm>
              <a:off x="9390183" y="2240549"/>
              <a:ext cx="667463" cy="52438"/>
            </p14:xfrm>
          </p:contentPart>
        </mc:Choice>
        <mc:Fallback>
          <p:sp>
            <p:nvSpPr>
              <p:cNvPr id="1050106" name=""/>
              <p:cNvSpPr/>
              <p:nvPr/>
            </p:nvSpPr>
            <p:spPr>
              <a:xfrm>
                <a:off x="9390183" y="2240549"/>
                <a:ext cx="667463" cy="52438"/>
              </a:xfrm>
            </p:spPr>
          </p:sp>
        </mc:Fallback>
      </mc:AlternateContent>
      <mc:AlternateContent xmlns:mc="http://schemas.openxmlformats.org/markup-compatibility/2006">
        <mc:Choice xmlns:p14="http://schemas.microsoft.com/office/powerpoint/2010/main" Requires="p14">
          <p:contentPart p14:bwMode="auto" r:id="rId125">
            <p14:nvContentPartPr>
              <p14:cNvPr id="1050107" name=""/>
              <p14:cNvContentPartPr/>
              <p14:nvPr/>
            </p14:nvContentPartPr>
            <p14:xfrm>
              <a:off x="9599823" y="2502583"/>
              <a:ext cx="53038" cy="264916"/>
            </p14:xfrm>
          </p:contentPart>
        </mc:Choice>
        <mc:Fallback>
          <p:sp>
            <p:nvSpPr>
              <p:cNvPr id="1050107" name=""/>
              <p:cNvSpPr/>
              <p:nvPr/>
            </p:nvSpPr>
            <p:spPr>
              <a:xfrm>
                <a:off x="9599823" y="2502583"/>
                <a:ext cx="53038" cy="264916"/>
              </a:xfrm>
            </p:spPr>
          </p:sp>
        </mc:Fallback>
      </mc:AlternateContent>
      <mc:AlternateContent xmlns:mc="http://schemas.openxmlformats.org/markup-compatibility/2006">
        <mc:Choice xmlns:p14="http://schemas.microsoft.com/office/powerpoint/2010/main" Requires="p14">
          <p:contentPart p14:bwMode="auto" r:id="rId126">
            <p14:nvContentPartPr>
              <p14:cNvPr id="1050108" name=""/>
              <p14:cNvContentPartPr/>
              <p14:nvPr/>
            </p14:nvContentPartPr>
            <p14:xfrm>
              <a:off x="9609156" y="2402010"/>
              <a:ext cx="196800" cy="134788"/>
            </p14:xfrm>
          </p:contentPart>
        </mc:Choice>
        <mc:Fallback>
          <p:sp>
            <p:nvSpPr>
              <p:cNvPr id="1050108" name=""/>
              <p:cNvSpPr/>
              <p:nvPr/>
            </p:nvSpPr>
            <p:spPr>
              <a:xfrm>
                <a:off x="9609156" y="2402010"/>
                <a:ext cx="196800" cy="134788"/>
              </a:xfrm>
            </p:spPr>
          </p:sp>
        </mc:Fallback>
      </mc:AlternateContent>
      <mc:AlternateContent xmlns:mc="http://schemas.openxmlformats.org/markup-compatibility/2006">
        <mc:Choice xmlns:p14="http://schemas.microsoft.com/office/powerpoint/2010/main" Requires="p14">
          <p:contentPart p14:bwMode="auto" r:id="rId127">
            <p14:nvContentPartPr>
              <p14:cNvPr id="1050109" name=""/>
              <p14:cNvContentPartPr/>
              <p14:nvPr/>
            </p14:nvContentPartPr>
            <p14:xfrm>
              <a:off x="8258370" y="2802911"/>
              <a:ext cx="25417" cy="533732"/>
            </p14:xfrm>
          </p:contentPart>
        </mc:Choice>
        <mc:Fallback>
          <p:sp>
            <p:nvSpPr>
              <p:cNvPr id="1050109" name=""/>
              <p:cNvSpPr/>
              <p:nvPr/>
            </p:nvSpPr>
            <p:spPr>
              <a:xfrm>
                <a:off x="8258370" y="2802911"/>
                <a:ext cx="25417" cy="533732"/>
              </a:xfrm>
            </p:spPr>
          </p:sp>
        </mc:Fallback>
      </mc:AlternateContent>
      <mc:AlternateContent xmlns:mc="http://schemas.openxmlformats.org/markup-compatibility/2006">
        <mc:Choice xmlns:p14="http://schemas.microsoft.com/office/powerpoint/2010/main" Requires="p14">
          <p:contentPart p14:bwMode="auto" r:id="rId128">
            <p14:nvContentPartPr>
              <p14:cNvPr id="1050110" name=""/>
              <p14:cNvContentPartPr/>
              <p14:nvPr/>
            </p14:nvContentPartPr>
            <p14:xfrm>
              <a:off x="8260411" y="2921268"/>
              <a:ext cx="263923" cy="375428"/>
            </p14:xfrm>
          </p:contentPart>
        </mc:Choice>
        <mc:Fallback>
          <p:sp>
            <p:nvSpPr>
              <p:cNvPr id="1050110" name=""/>
              <p:cNvSpPr/>
              <p:nvPr/>
            </p:nvSpPr>
            <p:spPr>
              <a:xfrm>
                <a:off x="8260411" y="2921268"/>
                <a:ext cx="263923" cy="375428"/>
              </a:xfrm>
            </p:spPr>
          </p:sp>
        </mc:Fallback>
      </mc:AlternateContent>
      <mc:AlternateContent xmlns:mc="http://schemas.openxmlformats.org/markup-compatibility/2006">
        <mc:Choice xmlns:p14="http://schemas.microsoft.com/office/powerpoint/2010/main" Requires="p14">
          <p:contentPart p14:bwMode="auto" r:id="rId129">
            <p14:nvContentPartPr>
              <p14:cNvPr id="1050111" name=""/>
              <p14:cNvContentPartPr/>
              <p14:nvPr/>
            </p14:nvContentPartPr>
            <p14:xfrm>
              <a:off x="8645403" y="3128837"/>
              <a:ext cx="220698" cy="29862"/>
            </p14:xfrm>
          </p:contentPart>
        </mc:Choice>
        <mc:Fallback>
          <p:sp>
            <p:nvSpPr>
              <p:cNvPr id="1050111" name=""/>
              <p:cNvSpPr/>
              <p:nvPr/>
            </p:nvSpPr>
            <p:spPr>
              <a:xfrm>
                <a:off x="8645403" y="3128837"/>
                <a:ext cx="220698" cy="29862"/>
              </a:xfrm>
            </p:spPr>
          </p:sp>
        </mc:Fallback>
      </mc:AlternateContent>
      <mc:AlternateContent xmlns:mc="http://schemas.openxmlformats.org/markup-compatibility/2006">
        <mc:Choice xmlns:p14="http://schemas.microsoft.com/office/powerpoint/2010/main" Requires="p14">
          <p:contentPart p14:bwMode="auto" r:id="rId130">
            <p14:nvContentPartPr>
              <p14:cNvPr id="1050112" name=""/>
              <p14:cNvContentPartPr/>
              <p14:nvPr/>
            </p14:nvContentPartPr>
            <p14:xfrm>
              <a:off x="8674239" y="3283660"/>
              <a:ext cx="199180" cy="15235"/>
            </p14:xfrm>
          </p:contentPart>
        </mc:Choice>
        <mc:Fallback>
          <p:sp>
            <p:nvSpPr>
              <p:cNvPr id="1050112" name=""/>
              <p:cNvSpPr/>
              <p:nvPr/>
            </p:nvSpPr>
            <p:spPr>
              <a:xfrm>
                <a:off x="8674239" y="3283660"/>
                <a:ext cx="199180" cy="15235"/>
              </a:xfrm>
            </p:spPr>
          </p:sp>
        </mc:Fallback>
      </mc:AlternateContent>
      <mc:AlternateContent xmlns:mc="http://schemas.openxmlformats.org/markup-compatibility/2006">
        <mc:Choice xmlns:p14="http://schemas.microsoft.com/office/powerpoint/2010/main" Requires="p14">
          <p:contentPart p14:bwMode="auto" r:id="rId131">
            <p14:nvContentPartPr>
              <p14:cNvPr id="1050113" name=""/>
              <p14:cNvContentPartPr/>
              <p14:nvPr/>
            </p14:nvContentPartPr>
            <p14:xfrm>
              <a:off x="9054063" y="3217288"/>
              <a:ext cx="211765" cy="7350"/>
            </p14:xfrm>
          </p:contentPart>
        </mc:Choice>
        <mc:Fallback>
          <p:sp>
            <p:nvSpPr>
              <p:cNvPr id="1050113" name=""/>
              <p:cNvSpPr/>
              <p:nvPr/>
            </p:nvSpPr>
            <p:spPr>
              <a:xfrm>
                <a:off x="9054063" y="3217288"/>
                <a:ext cx="211765" cy="7350"/>
              </a:xfrm>
            </p:spPr>
          </p:sp>
        </mc:Fallback>
      </mc:AlternateContent>
      <mc:AlternateContent xmlns:mc="http://schemas.openxmlformats.org/markup-compatibility/2006">
        <mc:Choice xmlns:p14="http://schemas.microsoft.com/office/powerpoint/2010/main" Requires="p14">
          <p:contentPart p14:bwMode="auto" r:id="rId132">
            <p14:nvContentPartPr>
              <p14:cNvPr id="1050114" name=""/>
              <p14:cNvContentPartPr/>
              <p14:nvPr/>
            </p14:nvContentPartPr>
            <p14:xfrm>
              <a:off x="9419470" y="3008720"/>
              <a:ext cx="381735" cy="217468"/>
            </p14:xfrm>
          </p:contentPart>
        </mc:Choice>
        <mc:Fallback>
          <p:sp>
            <p:nvSpPr>
              <p:cNvPr id="1050114" name=""/>
              <p:cNvSpPr/>
              <p:nvPr/>
            </p:nvSpPr>
            <p:spPr>
              <a:xfrm>
                <a:off x="9419470" y="3008720"/>
                <a:ext cx="381735" cy="217468"/>
              </a:xfrm>
            </p:spPr>
          </p:sp>
        </mc:Fallback>
      </mc:AlternateContent>
      <mc:AlternateContent xmlns:mc="http://schemas.openxmlformats.org/markup-compatibility/2006">
        <mc:Choice xmlns:p14="http://schemas.microsoft.com/office/powerpoint/2010/main" Requires="p14">
          <p:contentPart p14:bwMode="auto" r:id="rId133">
            <p14:nvContentPartPr>
              <p14:cNvPr id="1050115" name=""/>
              <p14:cNvContentPartPr/>
              <p14:nvPr/>
            </p14:nvContentPartPr>
            <p14:xfrm>
              <a:off x="9896212" y="2924585"/>
              <a:ext cx="261546" cy="277648"/>
            </p14:xfrm>
          </p:contentPart>
        </mc:Choice>
        <mc:Fallback>
          <p:sp>
            <p:nvSpPr>
              <p:cNvPr id="1050115" name=""/>
              <p:cNvSpPr/>
              <p:nvPr/>
            </p:nvSpPr>
            <p:spPr>
              <a:xfrm>
                <a:off x="9896212" y="2924585"/>
                <a:ext cx="261546" cy="277648"/>
              </a:xfrm>
            </p:spPr>
          </p:sp>
        </mc:Fallback>
      </mc:AlternateContent>
      <mc:AlternateContent xmlns:mc="http://schemas.openxmlformats.org/markup-compatibility/2006">
        <mc:Choice xmlns:p14="http://schemas.microsoft.com/office/powerpoint/2010/main" Requires="p14">
          <p:contentPart p14:bwMode="auto" r:id="rId134">
            <p14:nvContentPartPr>
              <p14:cNvPr id="1050116" name=""/>
              <p14:cNvContentPartPr/>
              <p14:nvPr/>
            </p14:nvContentPartPr>
            <p14:xfrm>
              <a:off x="10142172" y="2699052"/>
              <a:ext cx="226633" cy="209764"/>
            </p14:xfrm>
          </p:contentPart>
        </mc:Choice>
        <mc:Fallback>
          <p:sp>
            <p:nvSpPr>
              <p:cNvPr id="1050116" name=""/>
              <p:cNvSpPr/>
              <p:nvPr/>
            </p:nvSpPr>
            <p:spPr>
              <a:xfrm>
                <a:off x="10142172" y="2699052"/>
                <a:ext cx="226633" cy="209764"/>
              </a:xfrm>
            </p:spPr>
          </p:sp>
        </mc:Fallback>
      </mc:AlternateContent>
      <mc:AlternateContent xmlns:mc="http://schemas.openxmlformats.org/markup-compatibility/2006">
        <mc:Choice xmlns:p14="http://schemas.microsoft.com/office/powerpoint/2010/main" Requires="p14">
          <p:contentPart p14:bwMode="auto" r:id="rId135">
            <p14:nvContentPartPr>
              <p14:cNvPr id="1050117" name=""/>
              <p14:cNvContentPartPr/>
              <p14:nvPr/>
            </p14:nvContentPartPr>
            <p14:xfrm>
              <a:off x="9408343" y="3276340"/>
              <a:ext cx="865393" cy="78815"/>
            </p14:xfrm>
          </p:contentPart>
        </mc:Choice>
        <mc:Fallback>
          <p:sp>
            <p:nvSpPr>
              <p:cNvPr id="1050117" name=""/>
              <p:cNvSpPr/>
              <p:nvPr/>
            </p:nvSpPr>
            <p:spPr>
              <a:xfrm>
                <a:off x="9408343" y="3276340"/>
                <a:ext cx="865393" cy="78815"/>
              </a:xfrm>
            </p:spPr>
          </p:sp>
        </mc:Fallback>
      </mc:AlternateContent>
      <mc:AlternateContent xmlns:mc="http://schemas.openxmlformats.org/markup-compatibility/2006">
        <mc:Choice xmlns:p14="http://schemas.microsoft.com/office/powerpoint/2010/main" Requires="p14">
          <p:contentPart p14:bwMode="auto" r:id="rId136">
            <p14:nvContentPartPr>
              <p14:cNvPr id="1050118" name=""/>
              <p14:cNvContentPartPr/>
              <p14:nvPr/>
            </p14:nvContentPartPr>
            <p14:xfrm>
              <a:off x="9677841" y="3415927"/>
              <a:ext cx="230832" cy="357663"/>
            </p14:xfrm>
          </p:contentPart>
        </mc:Choice>
        <mc:Fallback>
          <p:sp>
            <p:nvSpPr>
              <p:cNvPr id="1050118" name=""/>
              <p:cNvSpPr/>
              <p:nvPr/>
            </p:nvSpPr>
            <p:spPr>
              <a:xfrm>
                <a:off x="9677841" y="3415927"/>
                <a:ext cx="230832" cy="357663"/>
              </a:xfrm>
            </p:spPr>
          </p:sp>
        </mc:Fallback>
      </mc:AlternateContent>
      <mc:AlternateContent xmlns:mc="http://schemas.openxmlformats.org/markup-compatibility/2006">
        <mc:Choice xmlns:p14="http://schemas.microsoft.com/office/powerpoint/2010/main" Requires="p14">
          <p:contentPart p14:bwMode="auto" r:id="rId137">
            <p14:nvContentPartPr>
              <p14:cNvPr id="1050119" name=""/>
              <p14:cNvContentPartPr/>
              <p14:nvPr/>
            </p14:nvContentPartPr>
            <p14:xfrm>
              <a:off x="10417278" y="3261640"/>
              <a:ext cx="38936" cy="69857"/>
            </p14:xfrm>
          </p:contentPart>
        </mc:Choice>
        <mc:Fallback>
          <p:sp>
            <p:nvSpPr>
              <p:cNvPr id="1050119" name=""/>
              <p:cNvSpPr/>
              <p:nvPr/>
            </p:nvSpPr>
            <p:spPr>
              <a:xfrm>
                <a:off x="10417278" y="3261640"/>
                <a:ext cx="38936" cy="69857"/>
              </a:xfrm>
            </p:spPr>
          </p:sp>
        </mc:Fallback>
      </mc:AlternateContent>
      <mc:AlternateContent xmlns:mc="http://schemas.openxmlformats.org/markup-compatibility/2006">
        <mc:Choice xmlns:p14="http://schemas.microsoft.com/office/powerpoint/2010/main" Requires="p14">
          <p:contentPart p14:bwMode="auto" r:id="rId138">
            <p14:nvContentPartPr>
              <p14:cNvPr id="1050120" name=""/>
              <p14:cNvContentPartPr/>
              <p14:nvPr/>
            </p14:nvContentPartPr>
            <p14:xfrm>
              <a:off x="989799" y="1486283"/>
              <a:ext cx="199799" cy="303044"/>
            </p14:xfrm>
          </p:contentPart>
        </mc:Choice>
        <mc:Fallback>
          <p:sp>
            <p:nvSpPr>
              <p:cNvPr id="1050120" name=""/>
              <p:cNvSpPr/>
              <p:nvPr/>
            </p:nvSpPr>
            <p:spPr>
              <a:xfrm>
                <a:off x="989799" y="1486283"/>
                <a:ext cx="199799" cy="303044"/>
              </a:xfrm>
            </p:spPr>
          </p:sp>
        </mc:Fallback>
      </mc:AlternateContent>
      <mc:AlternateContent xmlns:mc="http://schemas.openxmlformats.org/markup-compatibility/2006">
        <mc:Choice xmlns:p14="http://schemas.microsoft.com/office/powerpoint/2010/main" Requires="p14">
          <p:contentPart p14:bwMode="auto" r:id="rId139">
            <p14:nvContentPartPr>
              <p14:cNvPr id="1050121" name=""/>
              <p14:cNvContentPartPr/>
              <p14:nvPr/>
            </p14:nvContentPartPr>
            <p14:xfrm>
              <a:off x="1186535" y="1545588"/>
              <a:ext cx="148531" cy="201953"/>
            </p14:xfrm>
          </p:contentPart>
        </mc:Choice>
        <mc:Fallback>
          <p:sp>
            <p:nvSpPr>
              <p:cNvPr id="1050121" name=""/>
              <p:cNvSpPr/>
              <p:nvPr/>
            </p:nvSpPr>
            <p:spPr>
              <a:xfrm>
                <a:off x="1186535" y="1545588"/>
                <a:ext cx="148531" cy="201953"/>
              </a:xfrm>
            </p:spPr>
          </p:sp>
        </mc:Fallback>
      </mc:AlternateContent>
      <mc:AlternateContent xmlns:mc="http://schemas.openxmlformats.org/markup-compatibility/2006">
        <mc:Choice xmlns:p14="http://schemas.microsoft.com/office/powerpoint/2010/main" Requires="p14">
          <p:contentPart p14:bwMode="auto" r:id="rId140">
            <p14:nvContentPartPr>
              <p14:cNvPr id="1050122" name=""/>
              <p14:cNvContentPartPr/>
              <p14:nvPr/>
            </p14:nvContentPartPr>
            <p14:xfrm>
              <a:off x="1353551" y="1600620"/>
              <a:ext cx="104998" cy="107009"/>
            </p14:xfrm>
          </p:contentPart>
        </mc:Choice>
        <mc:Fallback>
          <p:sp>
            <p:nvSpPr>
              <p:cNvPr id="1050122" name=""/>
              <p:cNvSpPr/>
              <p:nvPr/>
            </p:nvSpPr>
            <p:spPr>
              <a:xfrm>
                <a:off x="1353551" y="1600620"/>
                <a:ext cx="104998" cy="107009"/>
              </a:xfrm>
            </p:spPr>
          </p:sp>
        </mc:Fallback>
      </mc:AlternateContent>
      <mc:AlternateContent xmlns:mc="http://schemas.openxmlformats.org/markup-compatibility/2006">
        <mc:Choice xmlns:p14="http://schemas.microsoft.com/office/powerpoint/2010/main" Requires="p14">
          <p:contentPart p14:bwMode="auto" r:id="rId141">
            <p14:nvContentPartPr>
              <p14:cNvPr id="1050123" name=""/>
              <p14:cNvContentPartPr/>
              <p14:nvPr/>
            </p14:nvContentPartPr>
            <p14:xfrm>
              <a:off x="1506086" y="1456884"/>
              <a:ext cx="102671" cy="414797"/>
            </p14:xfrm>
          </p:contentPart>
        </mc:Choice>
        <mc:Fallback>
          <p:sp>
            <p:nvSpPr>
              <p:cNvPr id="1050123" name=""/>
              <p:cNvSpPr/>
              <p:nvPr/>
            </p:nvSpPr>
            <p:spPr>
              <a:xfrm>
                <a:off x="1506086" y="1456884"/>
                <a:ext cx="102671" cy="414797"/>
              </a:xfrm>
            </p:spPr>
          </p:sp>
        </mc:Fallback>
      </mc:AlternateContent>
      <mc:AlternateContent xmlns:mc="http://schemas.openxmlformats.org/markup-compatibility/2006">
        <mc:Choice xmlns:p14="http://schemas.microsoft.com/office/powerpoint/2010/main" Requires="p14">
          <p:contentPart p14:bwMode="auto" r:id="rId142">
            <p14:nvContentPartPr>
              <p14:cNvPr id="1050124" name=""/>
              <p14:cNvContentPartPr/>
              <p14:nvPr/>
            </p14:nvContentPartPr>
            <p14:xfrm>
              <a:off x="815537" y="1480707"/>
              <a:ext cx="141821" cy="464996"/>
            </p14:xfrm>
          </p:contentPart>
        </mc:Choice>
        <mc:Fallback>
          <p:sp>
            <p:nvSpPr>
              <p:cNvPr id="1050124" name=""/>
              <p:cNvSpPr/>
              <p:nvPr/>
            </p:nvSpPr>
            <p:spPr>
              <a:xfrm>
                <a:off x="815537" y="1480707"/>
                <a:ext cx="141821" cy="464996"/>
              </a:xfrm>
            </p:spPr>
          </p:sp>
        </mc:Fallback>
      </mc:AlternateContent>
      <mc:AlternateContent xmlns:mc="http://schemas.openxmlformats.org/markup-compatibility/2006">
        <mc:Choice xmlns:p14="http://schemas.microsoft.com/office/powerpoint/2010/main" Requires="p14">
          <p:contentPart p14:bwMode="auto" r:id="rId143">
            <p14:nvContentPartPr>
              <p14:cNvPr id="1050125" name=""/>
              <p14:cNvContentPartPr/>
              <p14:nvPr/>
            </p14:nvContentPartPr>
            <p14:xfrm>
              <a:off x="1568868" y="1612381"/>
              <a:ext cx="202842" cy="21911"/>
            </p14:xfrm>
          </p:contentPart>
        </mc:Choice>
        <mc:Fallback>
          <p:sp>
            <p:nvSpPr>
              <p:cNvPr id="1050125" name=""/>
              <p:cNvSpPr/>
              <p:nvPr/>
            </p:nvSpPr>
            <p:spPr>
              <a:xfrm>
                <a:off x="1568868" y="1612381"/>
                <a:ext cx="202842" cy="21911"/>
              </a:xfrm>
            </p:spPr>
          </p:sp>
        </mc:Fallback>
      </mc:AlternateContent>
      <mc:AlternateContent xmlns:mc="http://schemas.openxmlformats.org/markup-compatibility/2006">
        <mc:Choice xmlns:p14="http://schemas.microsoft.com/office/powerpoint/2010/main" Requires="p14">
          <p:contentPart p14:bwMode="auto" r:id="rId144">
            <p14:nvContentPartPr>
              <p14:cNvPr id="1050126" name=""/>
              <p14:cNvContentPartPr/>
              <p14:nvPr/>
            </p14:nvContentPartPr>
            <p14:xfrm>
              <a:off x="1641860" y="1560288"/>
              <a:ext cx="105851" cy="166764"/>
            </p14:xfrm>
          </p:contentPart>
        </mc:Choice>
        <mc:Fallback>
          <p:sp>
            <p:nvSpPr>
              <p:cNvPr id="1050126" name=""/>
              <p:cNvSpPr/>
              <p:nvPr/>
            </p:nvSpPr>
            <p:spPr>
              <a:xfrm>
                <a:off x="1641860" y="1560288"/>
                <a:ext cx="105851" cy="166764"/>
              </a:xfrm>
            </p:spPr>
          </p:sp>
        </mc:Fallback>
      </mc:AlternateContent>
      <mc:AlternateContent xmlns:mc="http://schemas.openxmlformats.org/markup-compatibility/2006">
        <mc:Choice xmlns:p14="http://schemas.microsoft.com/office/powerpoint/2010/main" Requires="p14">
          <p:contentPart p14:bwMode="auto" r:id="rId145">
            <p14:nvContentPartPr>
              <p14:cNvPr id="1050127" name=""/>
              <p14:cNvContentPartPr/>
              <p14:nvPr/>
            </p14:nvContentPartPr>
            <p14:xfrm>
              <a:off x="426296" y="4608174"/>
              <a:ext cx="286953" cy="549137"/>
            </p14:xfrm>
          </p:contentPart>
        </mc:Choice>
        <mc:Fallback>
          <p:sp>
            <p:nvSpPr>
              <p:cNvPr id="1050127" name=""/>
              <p:cNvSpPr/>
              <p:nvPr/>
            </p:nvSpPr>
            <p:spPr>
              <a:xfrm>
                <a:off x="426296" y="4608174"/>
                <a:ext cx="286953" cy="549137"/>
              </a:xfrm>
            </p:spPr>
          </p:sp>
        </mc:Fallback>
      </mc:AlternateContent>
      <mc:AlternateContent xmlns:mc="http://schemas.openxmlformats.org/markup-compatibility/2006">
        <mc:Choice xmlns:p14="http://schemas.microsoft.com/office/powerpoint/2010/main" Requires="p14">
          <p:contentPart p14:bwMode="auto" r:id="rId146">
            <p14:nvContentPartPr>
              <p14:cNvPr id="1050128" name=""/>
              <p14:cNvContentPartPr/>
              <p14:nvPr/>
            </p14:nvContentPartPr>
            <p14:xfrm>
              <a:off x="407769" y="4868144"/>
              <a:ext cx="300411" cy="9410"/>
            </p14:xfrm>
          </p:contentPart>
        </mc:Choice>
        <mc:Fallback>
          <p:sp>
            <p:nvSpPr>
              <p:cNvPr id="1050128" name=""/>
              <p:cNvSpPr/>
              <p:nvPr/>
            </p:nvSpPr>
            <p:spPr>
              <a:xfrm>
                <a:off x="407769" y="4868144"/>
                <a:ext cx="300411" cy="9410"/>
              </a:xfrm>
            </p:spPr>
          </p:sp>
        </mc:Fallback>
      </mc:AlternateContent>
      <mc:AlternateContent xmlns:mc="http://schemas.openxmlformats.org/markup-compatibility/2006">
        <mc:Choice xmlns:p14="http://schemas.microsoft.com/office/powerpoint/2010/main" Requires="p14">
          <p:contentPart p14:bwMode="auto" r:id="rId147">
            <p14:nvContentPartPr>
              <p14:cNvPr id="1050129" name=""/>
              <p14:cNvContentPartPr/>
              <p14:nvPr/>
            </p14:nvContentPartPr>
            <p14:xfrm>
              <a:off x="688920" y="5106947"/>
              <a:ext cx="356299" cy="282471"/>
            </p14:xfrm>
          </p:contentPart>
        </mc:Choice>
        <mc:Fallback>
          <p:sp>
            <p:nvSpPr>
              <p:cNvPr id="1050129" name=""/>
              <p:cNvSpPr/>
              <p:nvPr/>
            </p:nvSpPr>
            <p:spPr>
              <a:xfrm>
                <a:off x="688920" y="5106947"/>
                <a:ext cx="356299" cy="282471"/>
              </a:xfrm>
            </p:spPr>
          </p:sp>
        </mc:Fallback>
      </mc:AlternateContent>
      <mc:AlternateContent xmlns:mc="http://schemas.openxmlformats.org/markup-compatibility/2006">
        <mc:Choice xmlns:p14="http://schemas.microsoft.com/office/powerpoint/2010/main" Requires="p14">
          <p:contentPart p14:bwMode="auto" r:id="rId148">
            <p14:nvContentPartPr>
              <p14:cNvPr id="1050130" name=""/>
              <p14:cNvContentPartPr/>
              <p14:nvPr/>
            </p14:nvContentPartPr>
            <p14:xfrm>
              <a:off x="1194461" y="5104130"/>
              <a:ext cx="213105" cy="46909"/>
            </p14:xfrm>
          </p:contentPart>
        </mc:Choice>
        <mc:Fallback>
          <p:sp>
            <p:nvSpPr>
              <p:cNvPr id="1050130" name=""/>
              <p:cNvSpPr/>
              <p:nvPr/>
            </p:nvSpPr>
            <p:spPr>
              <a:xfrm>
                <a:off x="1194461" y="5104130"/>
                <a:ext cx="213105" cy="46909"/>
              </a:xfrm>
            </p:spPr>
          </p:sp>
        </mc:Fallback>
      </mc:AlternateContent>
      <mc:AlternateContent xmlns:mc="http://schemas.openxmlformats.org/markup-compatibility/2006">
        <mc:Choice xmlns:p14="http://schemas.microsoft.com/office/powerpoint/2010/main" Requires="p14">
          <p:contentPart p14:bwMode="auto" r:id="rId149">
            <p14:nvContentPartPr>
              <p14:cNvPr id="1050131" name=""/>
              <p14:cNvContentPartPr/>
              <p14:nvPr/>
            </p14:nvContentPartPr>
            <p14:xfrm>
              <a:off x="1203913" y="5244312"/>
              <a:ext cx="248259" cy="21796"/>
            </p14:xfrm>
          </p:contentPart>
        </mc:Choice>
        <mc:Fallback>
          <p:sp>
            <p:nvSpPr>
              <p:cNvPr id="1050131" name=""/>
              <p:cNvSpPr/>
              <p:nvPr/>
            </p:nvSpPr>
            <p:spPr>
              <a:xfrm>
                <a:off x="1203913" y="5244312"/>
                <a:ext cx="248259" cy="21796"/>
              </a:xfrm>
            </p:spPr>
          </p:sp>
        </mc:Fallback>
      </mc:AlternateContent>
      <mc:AlternateContent xmlns:mc="http://schemas.openxmlformats.org/markup-compatibility/2006">
        <mc:Choice xmlns:p14="http://schemas.microsoft.com/office/powerpoint/2010/main" Requires="p14">
          <p:contentPart p14:bwMode="auto" r:id="rId150">
            <p14:nvContentPartPr>
              <p14:cNvPr id="1050132" name=""/>
              <p14:cNvContentPartPr/>
              <p14:nvPr/>
            </p14:nvContentPartPr>
            <p14:xfrm>
              <a:off x="1605364" y="4903117"/>
              <a:ext cx="134484" cy="300017"/>
            </p14:xfrm>
          </p:contentPart>
        </mc:Choice>
        <mc:Fallback>
          <p:sp>
            <p:nvSpPr>
              <p:cNvPr id="1050132" name=""/>
              <p:cNvSpPr/>
              <p:nvPr/>
            </p:nvSpPr>
            <p:spPr>
              <a:xfrm>
                <a:off x="1605364" y="4903117"/>
                <a:ext cx="134484" cy="300017"/>
              </a:xfrm>
            </p:spPr>
          </p:sp>
        </mc:Fallback>
      </mc:AlternateContent>
      <mc:AlternateContent xmlns:mc="http://schemas.openxmlformats.org/markup-compatibility/2006">
        <mc:Choice xmlns:p14="http://schemas.microsoft.com/office/powerpoint/2010/main" Requires="p14">
          <p:contentPart p14:bwMode="auto" r:id="rId151">
            <p14:nvContentPartPr>
              <p14:cNvPr id="1050133" name=""/>
              <p14:cNvContentPartPr/>
              <p14:nvPr/>
            </p14:nvContentPartPr>
            <p14:xfrm>
              <a:off x="1641860" y="5259012"/>
              <a:ext cx="267995" cy="20545"/>
            </p14:xfrm>
          </p:contentPart>
        </mc:Choice>
        <mc:Fallback>
          <p:sp>
            <p:nvSpPr>
              <p:cNvPr id="1050133" name=""/>
              <p:cNvSpPr/>
              <p:nvPr/>
            </p:nvSpPr>
            <p:spPr>
              <a:xfrm>
                <a:off x="1641860" y="5259012"/>
                <a:ext cx="267995" cy="20545"/>
              </a:xfrm>
            </p:spPr>
          </p:sp>
        </mc:Fallback>
      </mc:AlternateContent>
      <mc:AlternateContent xmlns:mc="http://schemas.openxmlformats.org/markup-compatibility/2006">
        <mc:Choice xmlns:p14="http://schemas.microsoft.com/office/powerpoint/2010/main" Requires="p14">
          <p:contentPart p14:bwMode="auto" r:id="rId152">
            <p14:nvContentPartPr>
              <p14:cNvPr id="1050134" name=""/>
              <p14:cNvContentPartPr/>
              <p14:nvPr/>
            </p14:nvContentPartPr>
            <p14:xfrm>
              <a:off x="1698730" y="5397030"/>
              <a:ext cx="198598" cy="230007"/>
            </p14:xfrm>
          </p:contentPart>
        </mc:Choice>
        <mc:Fallback>
          <p:sp>
            <p:nvSpPr>
              <p:cNvPr id="1050134" name=""/>
              <p:cNvSpPr/>
              <p:nvPr/>
            </p:nvSpPr>
            <p:spPr>
              <a:xfrm>
                <a:off x="1698730" y="5397030"/>
                <a:ext cx="198598" cy="230007"/>
              </a:xfrm>
            </p:spPr>
          </p:sp>
        </mc:Fallback>
      </mc:AlternateContent>
      <mc:AlternateContent xmlns:mc="http://schemas.openxmlformats.org/markup-compatibility/2006">
        <mc:Choice xmlns:p14="http://schemas.microsoft.com/office/powerpoint/2010/main" Requires="p14">
          <p:contentPart p14:bwMode="auto" r:id="rId153">
            <p14:nvContentPartPr>
              <p14:cNvPr id="1050135" name=""/>
              <p14:cNvContentPartPr/>
              <p14:nvPr/>
            </p14:nvContentPartPr>
            <p14:xfrm>
              <a:off x="1992397" y="5081603"/>
              <a:ext cx="257215" cy="238838"/>
            </p14:xfrm>
          </p:contentPart>
        </mc:Choice>
        <mc:Fallback>
          <p:sp>
            <p:nvSpPr>
              <p:cNvPr id="1050135" name=""/>
              <p:cNvSpPr/>
              <p:nvPr/>
            </p:nvSpPr>
            <p:spPr>
              <a:xfrm>
                <a:off x="1992397" y="5081603"/>
                <a:ext cx="257215" cy="238838"/>
              </a:xfrm>
            </p:spPr>
          </p:sp>
        </mc:Fallback>
      </mc:AlternateContent>
      <mc:AlternateContent xmlns:mc="http://schemas.openxmlformats.org/markup-compatibility/2006">
        <mc:Choice xmlns:p14="http://schemas.microsoft.com/office/powerpoint/2010/main" Requires="p14">
          <p:contentPart p14:bwMode="auto" r:id="rId154">
            <p14:nvContentPartPr>
              <p14:cNvPr id="1050136" name=""/>
              <p14:cNvContentPartPr/>
              <p14:nvPr/>
            </p14:nvContentPartPr>
            <p14:xfrm>
              <a:off x="2348679" y="5044601"/>
              <a:ext cx="162316" cy="288416"/>
            </p14:xfrm>
          </p:contentPart>
        </mc:Choice>
        <mc:Fallback>
          <p:sp>
            <p:nvSpPr>
              <p:cNvPr id="1050136" name=""/>
              <p:cNvSpPr/>
              <p:nvPr/>
            </p:nvSpPr>
            <p:spPr>
              <a:xfrm>
                <a:off x="2348679" y="5044601"/>
                <a:ext cx="162316" cy="288416"/>
              </a:xfrm>
            </p:spPr>
          </p:sp>
        </mc:Fallback>
      </mc:AlternateContent>
      <mc:AlternateContent xmlns:mc="http://schemas.openxmlformats.org/markup-compatibility/2006">
        <mc:Choice xmlns:p14="http://schemas.microsoft.com/office/powerpoint/2010/main" Requires="p14">
          <p:contentPart p14:bwMode="auto" r:id="rId155">
            <p14:nvContentPartPr>
              <p14:cNvPr id="1050137" name=""/>
              <p14:cNvContentPartPr/>
              <p14:nvPr/>
            </p14:nvContentPartPr>
            <p14:xfrm>
              <a:off x="2569568" y="4866143"/>
              <a:ext cx="150971" cy="207501"/>
            </p14:xfrm>
          </p:contentPart>
        </mc:Choice>
        <mc:Fallback>
          <p:sp>
            <p:nvSpPr>
              <p:cNvPr id="1050137" name=""/>
              <p:cNvSpPr/>
              <p:nvPr/>
            </p:nvSpPr>
            <p:spPr>
              <a:xfrm>
                <a:off x="2569568" y="4866143"/>
                <a:ext cx="150971" cy="207501"/>
              </a:xfrm>
            </p:spPr>
          </p:sp>
        </mc:Fallback>
      </mc:AlternateContent>
      <mc:AlternateContent xmlns:mc="http://schemas.openxmlformats.org/markup-compatibility/2006">
        <mc:Choice xmlns:p14="http://schemas.microsoft.com/office/powerpoint/2010/main" Requires="p14">
          <p:contentPart p14:bwMode="auto" r:id="rId156">
            <p14:nvContentPartPr>
              <p14:cNvPr id="1050138" name=""/>
              <p14:cNvContentPartPr/>
              <p14:nvPr/>
            </p14:nvContentPartPr>
            <p14:xfrm>
              <a:off x="2874251" y="4764801"/>
              <a:ext cx="175616" cy="1130094"/>
            </p14:xfrm>
          </p:contentPart>
        </mc:Choice>
        <mc:Fallback>
          <p:sp>
            <p:nvSpPr>
              <p:cNvPr id="1050138" name=""/>
              <p:cNvSpPr/>
              <p:nvPr/>
            </p:nvSpPr>
            <p:spPr>
              <a:xfrm>
                <a:off x="2874251" y="4764801"/>
                <a:ext cx="175616" cy="1130094"/>
              </a:xfrm>
            </p:spPr>
          </p:sp>
        </mc:Fallback>
      </mc:AlternateContent>
      <mc:AlternateContent xmlns:mc="http://schemas.openxmlformats.org/markup-compatibility/2006">
        <mc:Choice xmlns:p14="http://schemas.microsoft.com/office/powerpoint/2010/main" Requires="p14">
          <p:contentPart p14:bwMode="auto" r:id="rId157">
            <p14:nvContentPartPr>
              <p14:cNvPr id="1050151" name=""/>
              <p14:cNvContentPartPr/>
              <p14:nvPr/>
            </p14:nvContentPartPr>
            <p14:xfrm>
              <a:off x="2771378" y="4608174"/>
              <a:ext cx="309525" cy="1518984"/>
            </p14:xfrm>
          </p:contentPart>
        </mc:Choice>
        <mc:Fallback>
          <p:sp>
            <p:nvSpPr>
              <p:cNvPr id="1050151" name=""/>
              <p:cNvSpPr/>
              <p:nvPr/>
            </p:nvSpPr>
            <p:spPr>
              <a:xfrm>
                <a:off x="2771378" y="4608174"/>
                <a:ext cx="309525" cy="1518984"/>
              </a:xfrm>
            </p:spPr>
          </p:sp>
        </mc:Fallback>
      </mc:AlternateContent>
      <mc:AlternateContent xmlns:mc="http://schemas.openxmlformats.org/markup-compatibility/2006">
        <mc:Choice xmlns:p14="http://schemas.microsoft.com/office/powerpoint/2010/main" Requires="p14">
          <p:contentPart p14:bwMode="auto" r:id="rId158">
            <p14:nvContentPartPr>
              <p14:cNvPr id="1050152" name=""/>
              <p14:cNvContentPartPr/>
              <p14:nvPr/>
            </p14:nvContentPartPr>
            <p14:xfrm>
              <a:off x="2028893" y="36598"/>
              <a:ext cx="31212" cy="256"/>
            </p14:xfrm>
          </p:contentPart>
        </mc:Choice>
        <mc:Fallback>
          <p:sp>
            <p:nvSpPr>
              <p:cNvPr id="1050152" name=""/>
              <p:cNvSpPr/>
              <p:nvPr/>
            </p:nvSpPr>
            <p:spPr>
              <a:xfrm>
                <a:off x="2028893" y="36598"/>
                <a:ext cx="31212" cy="256"/>
              </a:xfrm>
            </p:spPr>
          </p:sp>
        </mc:Fallback>
      </mc:AlternateContent>
      <mc:AlternateContent xmlns:mc="http://schemas.openxmlformats.org/markup-compatibility/2006">
        <mc:Choice xmlns:p14="http://schemas.microsoft.com/office/powerpoint/2010/main" Requires="p14">
          <p:contentPart p14:bwMode="auto" r:id="rId159">
            <p14:nvContentPartPr>
              <p14:cNvPr id="1050153" name=""/>
              <p14:cNvContentPartPr/>
              <p14:nvPr/>
            </p14:nvContentPartPr>
            <p14:xfrm>
              <a:off x="3145168" y="5051377"/>
              <a:ext cx="205540" cy="329165"/>
            </p14:xfrm>
          </p:contentPart>
        </mc:Choice>
        <mc:Fallback>
          <p:sp>
            <p:nvSpPr>
              <p:cNvPr id="1050153" name=""/>
              <p:cNvSpPr/>
              <p:nvPr/>
            </p:nvSpPr>
            <p:spPr>
              <a:xfrm>
                <a:off x="3145168" y="5051377"/>
                <a:ext cx="205540" cy="329165"/>
              </a:xfrm>
            </p:spPr>
          </p:sp>
        </mc:Fallback>
      </mc:AlternateContent>
      <mc:AlternateContent xmlns:mc="http://schemas.openxmlformats.org/markup-compatibility/2006">
        <mc:Choice xmlns:p14="http://schemas.microsoft.com/office/powerpoint/2010/main" Requires="p14">
          <p:contentPart p14:bwMode="auto" r:id="rId160">
            <p14:nvContentPartPr>
              <p14:cNvPr id="1050154" name=""/>
              <p14:cNvContentPartPr/>
              <p14:nvPr/>
            </p14:nvContentPartPr>
            <p14:xfrm>
              <a:off x="3502286" y="5051950"/>
              <a:ext cx="112101" cy="341301"/>
            </p14:xfrm>
          </p:contentPart>
        </mc:Choice>
        <mc:Fallback>
          <p:sp>
            <p:nvSpPr>
              <p:cNvPr id="1050154" name=""/>
              <p:cNvSpPr/>
              <p:nvPr/>
            </p:nvSpPr>
            <p:spPr>
              <a:xfrm>
                <a:off x="3502286" y="5051950"/>
                <a:ext cx="112101" cy="341301"/>
              </a:xfrm>
            </p:spPr>
          </p:sp>
        </mc:Fallback>
      </mc:AlternateContent>
      <mc:AlternateContent xmlns:mc="http://schemas.openxmlformats.org/markup-compatibility/2006">
        <mc:Choice xmlns:p14="http://schemas.microsoft.com/office/powerpoint/2010/main" Requires="p14">
          <p:contentPart p14:bwMode="auto" r:id="rId161">
            <p14:nvContentPartPr>
              <p14:cNvPr id="1050155" name=""/>
              <p14:cNvContentPartPr/>
              <p14:nvPr/>
            </p14:nvContentPartPr>
            <p14:xfrm>
              <a:off x="3685068" y="5155101"/>
              <a:ext cx="9624" cy="230347"/>
            </p14:xfrm>
          </p:contentPart>
        </mc:Choice>
        <mc:Fallback>
          <p:sp>
            <p:nvSpPr>
              <p:cNvPr id="1050155" name=""/>
              <p:cNvSpPr/>
              <p:nvPr/>
            </p:nvSpPr>
            <p:spPr>
              <a:xfrm>
                <a:off x="3685068" y="5155101"/>
                <a:ext cx="9624" cy="230347"/>
              </a:xfrm>
            </p:spPr>
          </p:sp>
        </mc:Fallback>
      </mc:AlternateContent>
      <mc:AlternateContent xmlns:mc="http://schemas.openxmlformats.org/markup-compatibility/2006">
        <mc:Choice xmlns:p14="http://schemas.microsoft.com/office/powerpoint/2010/main" Requires="p14">
          <p:contentPart p14:bwMode="auto" r:id="rId162">
            <p14:nvContentPartPr>
              <p14:cNvPr id="1050156" name=""/>
              <p14:cNvContentPartPr/>
              <p14:nvPr/>
            </p14:nvContentPartPr>
            <p14:xfrm>
              <a:off x="3767163" y="5172959"/>
              <a:ext cx="145785" cy="240658"/>
            </p14:xfrm>
          </p:contentPart>
        </mc:Choice>
        <mc:Fallback>
          <p:sp>
            <p:nvSpPr>
              <p:cNvPr id="1050156" name=""/>
              <p:cNvSpPr/>
              <p:nvPr/>
            </p:nvSpPr>
            <p:spPr>
              <a:xfrm>
                <a:off x="3767163" y="5172959"/>
                <a:ext cx="145785" cy="240658"/>
              </a:xfrm>
            </p:spPr>
          </p:sp>
        </mc:Fallback>
      </mc:AlternateContent>
      <mc:AlternateContent xmlns:mc="http://schemas.openxmlformats.org/markup-compatibility/2006">
        <mc:Choice xmlns:p14="http://schemas.microsoft.com/office/powerpoint/2010/main" Requires="p14">
          <p:contentPart p14:bwMode="auto" r:id="rId163">
            <p14:nvContentPartPr>
              <p14:cNvPr id="1050157" name=""/>
              <p14:cNvContentPartPr/>
              <p14:nvPr/>
            </p14:nvContentPartPr>
            <p14:xfrm>
              <a:off x="3701381" y="4985042"/>
              <a:ext cx="27277" cy="38581"/>
            </p14:xfrm>
          </p:contentPart>
        </mc:Choice>
        <mc:Fallback>
          <p:sp>
            <p:nvSpPr>
              <p:cNvPr id="1050157" name=""/>
              <p:cNvSpPr/>
              <p:nvPr/>
            </p:nvSpPr>
            <p:spPr>
              <a:xfrm>
                <a:off x="3701381" y="4985042"/>
                <a:ext cx="27277" cy="38581"/>
              </a:xfrm>
            </p:spPr>
          </p:sp>
        </mc:Fallback>
      </mc:AlternateContent>
      <mc:AlternateContent xmlns:mc="http://schemas.openxmlformats.org/markup-compatibility/2006">
        <mc:Choice xmlns:p14="http://schemas.microsoft.com/office/powerpoint/2010/main" Requires="p14">
          <p:contentPart p14:bwMode="auto" r:id="rId164">
            <p14:nvContentPartPr>
              <p14:cNvPr id="1050158" name=""/>
              <p14:cNvContentPartPr/>
              <p14:nvPr/>
            </p14:nvContentPartPr>
            <p14:xfrm>
              <a:off x="3986392" y="5106639"/>
              <a:ext cx="135572" cy="299303"/>
            </p14:xfrm>
          </p:contentPart>
        </mc:Choice>
        <mc:Fallback>
          <p:sp>
            <p:nvSpPr>
              <p:cNvPr id="1050158" name=""/>
              <p:cNvSpPr/>
              <p:nvPr/>
            </p:nvSpPr>
            <p:spPr>
              <a:xfrm>
                <a:off x="3986392" y="5106639"/>
                <a:ext cx="135572" cy="299303"/>
              </a:xfrm>
            </p:spPr>
          </p:sp>
        </mc:Fallback>
      </mc:AlternateContent>
      <mc:AlternateContent xmlns:mc="http://schemas.openxmlformats.org/markup-compatibility/2006">
        <mc:Choice xmlns:p14="http://schemas.microsoft.com/office/powerpoint/2010/main" Requires="p14">
          <p:contentPart p14:bwMode="auto" r:id="rId165">
            <p14:nvContentPartPr>
              <p14:cNvPr id="1050159" name=""/>
              <p14:cNvContentPartPr/>
              <p14:nvPr/>
            </p14:nvContentPartPr>
            <p14:xfrm>
              <a:off x="3383822" y="5488096"/>
              <a:ext cx="694679" cy="83346"/>
            </p14:xfrm>
          </p:contentPart>
        </mc:Choice>
        <mc:Fallback>
          <p:sp>
            <p:nvSpPr>
              <p:cNvPr id="1050159" name=""/>
              <p:cNvSpPr/>
              <p:nvPr/>
            </p:nvSpPr>
            <p:spPr>
              <a:xfrm>
                <a:off x="3383822" y="5488096"/>
                <a:ext cx="694679" cy="83346"/>
              </a:xfrm>
            </p:spPr>
          </p:sp>
        </mc:Fallback>
      </mc:AlternateContent>
      <mc:AlternateContent xmlns:mc="http://schemas.openxmlformats.org/markup-compatibility/2006">
        <mc:Choice xmlns:p14="http://schemas.microsoft.com/office/powerpoint/2010/main" Requires="p14">
          <p:contentPart p14:bwMode="auto" r:id="rId166">
            <p14:nvContentPartPr>
              <p14:cNvPr id="1050160" name=""/>
              <p14:cNvContentPartPr/>
              <p14:nvPr/>
            </p14:nvContentPartPr>
            <p14:xfrm>
              <a:off x="3675699" y="5645681"/>
              <a:ext cx="135034" cy="356561"/>
            </p14:xfrm>
          </p:contentPart>
        </mc:Choice>
        <mc:Fallback>
          <p:sp>
            <p:nvSpPr>
              <p:cNvPr id="1050160" name=""/>
              <p:cNvSpPr/>
              <p:nvPr/>
            </p:nvSpPr>
            <p:spPr>
              <a:xfrm>
                <a:off x="3675699" y="5645681"/>
                <a:ext cx="135034" cy="356561"/>
              </a:xfrm>
            </p:spPr>
          </p:sp>
        </mc:Fallback>
      </mc:AlternateContent>
      <mc:AlternateContent xmlns:mc="http://schemas.openxmlformats.org/markup-compatibility/2006">
        <mc:Choice xmlns:p14="http://schemas.microsoft.com/office/powerpoint/2010/main" Requires="p14">
          <p:contentPart p14:bwMode="auto" r:id="rId167">
            <p14:nvContentPartPr>
              <p14:cNvPr id="1050161" name=""/>
              <p14:cNvContentPartPr/>
              <p14:nvPr/>
            </p14:nvContentPartPr>
            <p14:xfrm>
              <a:off x="4141850" y="5003036"/>
              <a:ext cx="155042" cy="1043479"/>
            </p14:xfrm>
          </p:contentPart>
        </mc:Choice>
        <mc:Fallback>
          <p:sp>
            <p:nvSpPr>
              <p:cNvPr id="1050161" name=""/>
              <p:cNvSpPr/>
              <p:nvPr/>
            </p:nvSpPr>
            <p:spPr>
              <a:xfrm>
                <a:off x="4141850" y="5003036"/>
                <a:ext cx="155042" cy="1043479"/>
              </a:xfrm>
            </p:spPr>
          </p:sp>
        </mc:Fallback>
      </mc:AlternateContent>
      <mc:AlternateContent xmlns:mc="http://schemas.openxmlformats.org/markup-compatibility/2006">
        <mc:Choice xmlns:p14="http://schemas.microsoft.com/office/powerpoint/2010/main" Requires="p14">
          <p:contentPart p14:bwMode="auto" r:id="rId168">
            <p14:nvContentPartPr>
              <p14:cNvPr id="1050162" name=""/>
              <p14:cNvContentPartPr/>
              <p14:nvPr/>
            </p14:nvContentPartPr>
            <p14:xfrm>
              <a:off x="4234396" y="4866930"/>
              <a:ext cx="328528" cy="361178"/>
            </p14:xfrm>
          </p:contentPart>
        </mc:Choice>
        <mc:Fallback>
          <p:sp>
            <p:nvSpPr>
              <p:cNvPr id="1050162" name=""/>
              <p:cNvSpPr/>
              <p:nvPr/>
            </p:nvSpPr>
            <p:spPr>
              <a:xfrm>
                <a:off x="4234396" y="4866930"/>
                <a:ext cx="328528" cy="361178"/>
              </a:xfrm>
            </p:spPr>
          </p:sp>
        </mc:Fallback>
      </mc:AlternateContent>
      <mc:AlternateContent xmlns:mc="http://schemas.openxmlformats.org/markup-compatibility/2006">
        <mc:Choice xmlns:p14="http://schemas.microsoft.com/office/powerpoint/2010/main" Requires="p14">
          <p:contentPart p14:bwMode="auto" r:id="rId169">
            <p14:nvContentPartPr>
              <p14:cNvPr id="1050163" name=""/>
              <p14:cNvContentPartPr/>
              <p14:nvPr/>
            </p14:nvContentPartPr>
            <p14:xfrm>
              <a:off x="4534020" y="5442311"/>
              <a:ext cx="237110" cy="53162"/>
            </p14:xfrm>
          </p:contentPart>
        </mc:Choice>
        <mc:Fallback>
          <p:sp>
            <p:nvSpPr>
              <p:cNvPr id="1050163" name=""/>
              <p:cNvSpPr/>
              <p:nvPr/>
            </p:nvSpPr>
            <p:spPr>
              <a:xfrm>
                <a:off x="4534020" y="5442311"/>
                <a:ext cx="237110" cy="53162"/>
              </a:xfrm>
            </p:spPr>
          </p:sp>
        </mc:Fallback>
      </mc:AlternateContent>
      <mc:AlternateContent xmlns:mc="http://schemas.openxmlformats.org/markup-compatibility/2006">
        <mc:Choice xmlns:p14="http://schemas.microsoft.com/office/powerpoint/2010/main" Requires="p14">
          <p:contentPart p14:bwMode="auto" r:id="rId170">
            <p14:nvContentPartPr>
              <p14:cNvPr id="1050164" name=""/>
              <p14:cNvContentPartPr/>
              <p14:nvPr/>
            </p14:nvContentPartPr>
            <p14:xfrm>
              <a:off x="4621429" y="5340367"/>
              <a:ext cx="43705" cy="310719"/>
            </p14:xfrm>
          </p:contentPart>
        </mc:Choice>
        <mc:Fallback>
          <p:sp>
            <p:nvSpPr>
              <p:cNvPr id="1050164" name=""/>
              <p:cNvSpPr/>
              <p:nvPr/>
            </p:nvSpPr>
            <p:spPr>
              <a:xfrm>
                <a:off x="4621429" y="5340367"/>
                <a:ext cx="43705" cy="310719"/>
              </a:xfrm>
            </p:spPr>
          </p:sp>
        </mc:Fallback>
      </mc:AlternateContent>
      <mc:AlternateContent xmlns:mc="http://schemas.openxmlformats.org/markup-compatibility/2006">
        <mc:Choice xmlns:p14="http://schemas.microsoft.com/office/powerpoint/2010/main" Requires="p14">
          <p:contentPart p14:bwMode="auto" r:id="rId171">
            <p14:nvContentPartPr>
              <p14:cNvPr id="1050165" name=""/>
              <p14:cNvContentPartPr/>
              <p14:nvPr/>
            </p14:nvContentPartPr>
            <p14:xfrm>
              <a:off x="4979176" y="5035269"/>
              <a:ext cx="102277" cy="319544"/>
            </p14:xfrm>
          </p:contentPart>
        </mc:Choice>
        <mc:Fallback>
          <p:sp>
            <p:nvSpPr>
              <p:cNvPr id="1050165" name=""/>
              <p:cNvSpPr/>
              <p:nvPr/>
            </p:nvSpPr>
            <p:spPr>
              <a:xfrm>
                <a:off x="4979176" y="5035269"/>
                <a:ext cx="102277" cy="319544"/>
              </a:xfrm>
            </p:spPr>
          </p:sp>
        </mc:Fallback>
      </mc:AlternateContent>
      <mc:AlternateContent xmlns:mc="http://schemas.openxmlformats.org/markup-compatibility/2006">
        <mc:Choice xmlns:p14="http://schemas.microsoft.com/office/powerpoint/2010/main" Requires="p14">
          <p:contentPart p14:bwMode="auto" r:id="rId172">
            <p14:nvContentPartPr>
              <p14:cNvPr id="1050166" name=""/>
              <p14:cNvContentPartPr/>
              <p14:nvPr/>
            </p14:nvContentPartPr>
            <p14:xfrm>
              <a:off x="5254470" y="5292601"/>
              <a:ext cx="170336" cy="17585"/>
            </p14:xfrm>
          </p:contentPart>
        </mc:Choice>
        <mc:Fallback>
          <p:sp>
            <p:nvSpPr>
              <p:cNvPr id="1050166" name=""/>
              <p:cNvSpPr/>
              <p:nvPr/>
            </p:nvSpPr>
            <p:spPr>
              <a:xfrm>
                <a:off x="5254470" y="5292601"/>
                <a:ext cx="170336" cy="17585"/>
              </a:xfrm>
            </p:spPr>
          </p:sp>
        </mc:Fallback>
      </mc:AlternateContent>
      <mc:AlternateContent xmlns:mc="http://schemas.openxmlformats.org/markup-compatibility/2006">
        <mc:Choice xmlns:p14="http://schemas.microsoft.com/office/powerpoint/2010/main" Requires="p14">
          <p:contentPart p14:bwMode="auto" r:id="rId173">
            <p14:nvContentPartPr>
              <p14:cNvPr id="1050167" name=""/>
              <p14:cNvContentPartPr/>
              <p14:nvPr/>
            </p14:nvContentPartPr>
            <p14:xfrm>
              <a:off x="5283834" y="5184754"/>
              <a:ext cx="7758" cy="271966"/>
            </p14:xfrm>
          </p:contentPart>
        </mc:Choice>
        <mc:Fallback>
          <p:sp>
            <p:nvSpPr>
              <p:cNvPr id="1050167" name=""/>
              <p:cNvSpPr/>
              <p:nvPr/>
            </p:nvSpPr>
            <p:spPr>
              <a:xfrm>
                <a:off x="5283834" y="5184754"/>
                <a:ext cx="7758" cy="271966"/>
              </a:xfrm>
            </p:spPr>
          </p:sp>
        </mc:Fallback>
      </mc:AlternateContent>
      <mc:AlternateContent xmlns:mc="http://schemas.openxmlformats.org/markup-compatibility/2006">
        <mc:Choice xmlns:p14="http://schemas.microsoft.com/office/powerpoint/2010/main" Requires="p14">
          <p:contentPart p14:bwMode="auto" r:id="rId174">
            <p14:nvContentPartPr>
              <p14:cNvPr id="1050168" name=""/>
              <p14:cNvContentPartPr/>
              <p14:nvPr/>
            </p14:nvContentPartPr>
            <p14:xfrm>
              <a:off x="5446064" y="5077681"/>
              <a:ext cx="118455" cy="256214"/>
            </p14:xfrm>
          </p:contentPart>
        </mc:Choice>
        <mc:Fallback>
          <p:sp>
            <p:nvSpPr>
              <p:cNvPr id="1050168" name=""/>
              <p:cNvSpPr/>
              <p:nvPr/>
            </p:nvSpPr>
            <p:spPr>
              <a:xfrm>
                <a:off x="5446064" y="5077681"/>
                <a:ext cx="118455" cy="256214"/>
              </a:xfrm>
            </p:spPr>
          </p:sp>
        </mc:Fallback>
      </mc:AlternateContent>
      <mc:AlternateContent xmlns:mc="http://schemas.openxmlformats.org/markup-compatibility/2006">
        <mc:Choice xmlns:p14="http://schemas.microsoft.com/office/powerpoint/2010/main" Requires="p14">
          <p:contentPart p14:bwMode="auto" r:id="rId175">
            <p14:nvContentPartPr>
              <p14:cNvPr id="1050169" name=""/>
              <p14:cNvContentPartPr/>
              <p14:nvPr/>
            </p14:nvContentPartPr>
            <p14:xfrm>
              <a:off x="5621917" y="5118605"/>
              <a:ext cx="343656" cy="210885"/>
            </p14:xfrm>
          </p:contentPart>
        </mc:Choice>
        <mc:Fallback>
          <p:sp>
            <p:nvSpPr>
              <p:cNvPr id="1050169" name=""/>
              <p:cNvSpPr/>
              <p:nvPr/>
            </p:nvSpPr>
            <p:spPr>
              <a:xfrm>
                <a:off x="5621917" y="5118605"/>
                <a:ext cx="343656" cy="210885"/>
              </a:xfrm>
            </p:spPr>
          </p:sp>
        </mc:Fallback>
      </mc:AlternateContent>
      <mc:AlternateContent xmlns:mc="http://schemas.openxmlformats.org/markup-compatibility/2006">
        <mc:Choice xmlns:p14="http://schemas.microsoft.com/office/powerpoint/2010/main" Requires="p14">
          <p:contentPart p14:bwMode="auto" r:id="rId176">
            <p14:nvContentPartPr>
              <p14:cNvPr id="1050170" name=""/>
              <p14:cNvContentPartPr/>
              <p14:nvPr/>
            </p14:nvContentPartPr>
            <p14:xfrm>
              <a:off x="5993867" y="4969897"/>
              <a:ext cx="150851" cy="366465"/>
            </p14:xfrm>
          </p:contentPart>
        </mc:Choice>
        <mc:Fallback>
          <p:sp>
            <p:nvSpPr>
              <p:cNvPr id="1050170" name=""/>
              <p:cNvSpPr/>
              <p:nvPr/>
            </p:nvSpPr>
            <p:spPr>
              <a:xfrm>
                <a:off x="5993867" y="4969897"/>
                <a:ext cx="150851" cy="366465"/>
              </a:xfrm>
            </p:spPr>
          </p:sp>
        </mc:Fallback>
      </mc:AlternateContent>
      <mc:AlternateContent xmlns:mc="http://schemas.openxmlformats.org/markup-compatibility/2006">
        <mc:Choice xmlns:p14="http://schemas.microsoft.com/office/powerpoint/2010/main" Requires="p14">
          <p:contentPart p14:bwMode="auto" r:id="rId177">
            <p14:nvContentPartPr>
              <p14:cNvPr id="1050171" name=""/>
              <p14:cNvContentPartPr/>
              <p14:nvPr/>
            </p14:nvContentPartPr>
            <p14:xfrm>
              <a:off x="5184079" y="5479944"/>
              <a:ext cx="953493" cy="41547"/>
            </p14:xfrm>
          </p:contentPart>
        </mc:Choice>
        <mc:Fallback>
          <p:sp>
            <p:nvSpPr>
              <p:cNvPr id="1050171" name=""/>
              <p:cNvSpPr/>
              <p:nvPr/>
            </p:nvSpPr>
            <p:spPr>
              <a:xfrm>
                <a:off x="5184079" y="5479944"/>
                <a:ext cx="953493" cy="41547"/>
              </a:xfrm>
            </p:spPr>
          </p:sp>
        </mc:Fallback>
      </mc:AlternateContent>
      <mc:AlternateContent xmlns:mc="http://schemas.openxmlformats.org/markup-compatibility/2006">
        <mc:Choice xmlns:p14="http://schemas.microsoft.com/office/powerpoint/2010/main" Requires="p14">
          <p:contentPart p14:bwMode="auto" r:id="rId178">
            <p14:nvContentPartPr>
              <p14:cNvPr id="1050172" name=""/>
              <p14:cNvContentPartPr/>
              <p14:nvPr/>
            </p14:nvContentPartPr>
            <p14:xfrm>
              <a:off x="5510421" y="5653342"/>
              <a:ext cx="156711" cy="459636"/>
            </p14:xfrm>
          </p:contentPart>
        </mc:Choice>
        <mc:Fallback>
          <p:sp>
            <p:nvSpPr>
              <p:cNvPr id="1050172" name=""/>
              <p:cNvSpPr/>
              <p:nvPr/>
            </p:nvSpPr>
            <p:spPr>
              <a:xfrm>
                <a:off x="5510421" y="5653342"/>
                <a:ext cx="156711" cy="459636"/>
              </a:xfrm>
            </p:spPr>
          </p:sp>
        </mc:Fallback>
      </mc:AlternateContent>
      <mc:AlternateContent xmlns:mc="http://schemas.openxmlformats.org/markup-compatibility/2006">
        <mc:Choice xmlns:p14="http://schemas.microsoft.com/office/powerpoint/2010/main" Requires="p14">
          <p:contentPart p14:bwMode="auto" r:id="rId179">
            <p14:nvContentPartPr>
              <p14:cNvPr id="1050173" name=""/>
              <p14:cNvContentPartPr/>
              <p14:nvPr/>
            </p14:nvContentPartPr>
            <p14:xfrm>
              <a:off x="4780856" y="4874035"/>
              <a:ext cx="234816" cy="1028211"/>
            </p14:xfrm>
          </p:contentPart>
        </mc:Choice>
        <mc:Fallback>
          <p:sp>
            <p:nvSpPr>
              <p:cNvPr id="1050173" name=""/>
              <p:cNvSpPr/>
              <p:nvPr/>
            </p:nvSpPr>
            <p:spPr>
              <a:xfrm>
                <a:off x="4780856" y="4874035"/>
                <a:ext cx="234816" cy="1028211"/>
              </a:xfrm>
            </p:spPr>
          </p:sp>
        </mc:Fallback>
      </mc:AlternateContent>
      <mc:AlternateContent xmlns:mc="http://schemas.openxmlformats.org/markup-compatibility/2006">
        <mc:Choice xmlns:p14="http://schemas.microsoft.com/office/powerpoint/2010/main" Requires="p14">
          <p:contentPart p14:bwMode="auto" r:id="rId180">
            <p14:nvContentPartPr>
              <p14:cNvPr id="1050174" name=""/>
              <p14:cNvContentPartPr/>
              <p14:nvPr/>
            </p14:nvContentPartPr>
            <p14:xfrm>
              <a:off x="6202003" y="4916106"/>
              <a:ext cx="154512" cy="1141676"/>
            </p14:xfrm>
          </p:contentPart>
        </mc:Choice>
        <mc:Fallback>
          <p:sp>
            <p:nvSpPr>
              <p:cNvPr id="1050174" name=""/>
              <p:cNvSpPr/>
              <p:nvPr/>
            </p:nvSpPr>
            <p:spPr>
              <a:xfrm>
                <a:off x="6202003" y="4916106"/>
                <a:ext cx="154512" cy="1141676"/>
              </a:xfrm>
            </p:spPr>
          </p:sp>
        </mc:Fallback>
      </mc:AlternateContent>
      <mc:AlternateContent xmlns:mc="http://schemas.openxmlformats.org/markup-compatibility/2006">
        <mc:Choice xmlns:p14="http://schemas.microsoft.com/office/powerpoint/2010/main" Requires="p14">
          <p:contentPart p14:bwMode="auto" r:id="rId181">
            <p14:nvContentPartPr>
              <p14:cNvPr id="1050175" name=""/>
              <p14:cNvContentPartPr/>
              <p14:nvPr/>
            </p14:nvContentPartPr>
            <p14:xfrm>
              <a:off x="6347467" y="4767082"/>
              <a:ext cx="117234" cy="316269"/>
            </p14:xfrm>
          </p:contentPart>
        </mc:Choice>
        <mc:Fallback>
          <p:sp>
            <p:nvSpPr>
              <p:cNvPr id="1050175" name=""/>
              <p:cNvSpPr/>
              <p:nvPr/>
            </p:nvSpPr>
            <p:spPr>
              <a:xfrm>
                <a:off x="6347467" y="4767082"/>
                <a:ext cx="117234" cy="316269"/>
              </a:xfrm>
            </p:spPr>
          </p:sp>
        </mc:Fallback>
      </mc:AlternateContent>
      <mc:AlternateContent xmlns:mc="http://schemas.openxmlformats.org/markup-compatibility/2006">
        <mc:Choice xmlns:p14="http://schemas.microsoft.com/office/powerpoint/2010/main" Requires="p14">
          <p:contentPart p14:bwMode="auto" r:id="rId182">
            <p14:nvContentPartPr>
              <p14:cNvPr id="1050176" name=""/>
              <p14:cNvContentPartPr/>
              <p14:nvPr/>
            </p14:nvContentPartPr>
            <p14:xfrm>
              <a:off x="6445696" y="4794961"/>
              <a:ext cx="257743" cy="1582298"/>
            </p14:xfrm>
          </p:contentPart>
        </mc:Choice>
        <mc:Fallback>
          <p:sp>
            <p:nvSpPr>
              <p:cNvPr id="1050176" name=""/>
              <p:cNvSpPr/>
              <p:nvPr/>
            </p:nvSpPr>
            <p:spPr>
              <a:xfrm>
                <a:off x="6445696" y="4794961"/>
                <a:ext cx="257743" cy="1582298"/>
              </a:xfrm>
            </p:spPr>
          </p:sp>
        </mc:Fallback>
      </mc:AlternateContent>
      <mc:AlternateContent xmlns:mc="http://schemas.openxmlformats.org/markup-compatibility/2006">
        <mc:Choice xmlns:p14="http://schemas.microsoft.com/office/powerpoint/2010/main" Requires="p14">
          <p:contentPart p14:bwMode="auto" r:id="rId183">
            <p14:nvContentPartPr>
              <p14:cNvPr id="1050177" name=""/>
              <p14:cNvContentPartPr/>
              <p14:nvPr/>
            </p14:nvContentPartPr>
            <p14:xfrm>
              <a:off x="6929211" y="5448817"/>
              <a:ext cx="234323" cy="13550"/>
            </p14:xfrm>
          </p:contentPart>
        </mc:Choice>
        <mc:Fallback>
          <p:sp>
            <p:nvSpPr>
              <p:cNvPr id="1050177" name=""/>
              <p:cNvSpPr/>
              <p:nvPr/>
            </p:nvSpPr>
            <p:spPr>
              <a:xfrm>
                <a:off x="6929211" y="5448817"/>
                <a:ext cx="234323" cy="13550"/>
              </a:xfrm>
            </p:spPr>
          </p:sp>
        </mc:Fallback>
      </mc:AlternateContent>
      <mc:AlternateContent xmlns:mc="http://schemas.openxmlformats.org/markup-compatibility/2006">
        <mc:Choice xmlns:p14="http://schemas.microsoft.com/office/powerpoint/2010/main" Requires="p14">
          <p:contentPart p14:bwMode="auto" r:id="rId184">
            <p14:nvContentPartPr>
              <p14:cNvPr id="1050178" name=""/>
              <p14:cNvContentPartPr/>
              <p14:nvPr/>
            </p14:nvContentPartPr>
            <p14:xfrm>
              <a:off x="7243253" y="5205380"/>
              <a:ext cx="301816" cy="268662"/>
            </p14:xfrm>
          </p:contentPart>
        </mc:Choice>
        <mc:Fallback>
          <p:sp>
            <p:nvSpPr>
              <p:cNvPr id="1050178" name=""/>
              <p:cNvSpPr/>
              <p:nvPr/>
            </p:nvSpPr>
            <p:spPr>
              <a:xfrm>
                <a:off x="7243253" y="5205380"/>
                <a:ext cx="301816" cy="268662"/>
              </a:xfrm>
            </p:spPr>
          </p:sp>
        </mc:Fallback>
      </mc:AlternateContent>
      <mc:AlternateContent xmlns:mc="http://schemas.openxmlformats.org/markup-compatibility/2006">
        <mc:Choice xmlns:p14="http://schemas.microsoft.com/office/powerpoint/2010/main" Requires="p14">
          <p:contentPart p14:bwMode="auto" r:id="rId185">
            <p14:nvContentPartPr>
              <p14:cNvPr id="1050179" name=""/>
              <p14:cNvContentPartPr/>
              <p14:nvPr/>
            </p14:nvContentPartPr>
            <p14:xfrm>
              <a:off x="7604641" y="5209366"/>
              <a:ext cx="152726" cy="227905"/>
            </p14:xfrm>
          </p:contentPart>
        </mc:Choice>
        <mc:Fallback>
          <p:sp>
            <p:nvSpPr>
              <p:cNvPr id="1050179" name=""/>
              <p:cNvSpPr/>
              <p:nvPr/>
            </p:nvSpPr>
            <p:spPr>
              <a:xfrm>
                <a:off x="7604641" y="5209366"/>
                <a:ext cx="152726" cy="227905"/>
              </a:xfrm>
            </p:spPr>
          </p:sp>
        </mc:Fallback>
      </mc:AlternateContent>
      <mc:AlternateContent xmlns:mc="http://schemas.openxmlformats.org/markup-compatibility/2006">
        <mc:Choice xmlns:p14="http://schemas.microsoft.com/office/powerpoint/2010/main" Requires="p14">
          <p:contentPart p14:bwMode="auto" r:id="rId186">
            <p14:nvContentPartPr>
              <p14:cNvPr id="1050180" name=""/>
              <p14:cNvContentPartPr/>
              <p14:nvPr/>
            </p14:nvContentPartPr>
            <p14:xfrm>
              <a:off x="7732563" y="4942183"/>
              <a:ext cx="220727" cy="287778"/>
            </p14:xfrm>
          </p:contentPart>
        </mc:Choice>
        <mc:Fallback>
          <p:sp>
            <p:nvSpPr>
              <p:cNvPr id="1050180" name=""/>
              <p:cNvSpPr/>
              <p:nvPr/>
            </p:nvSpPr>
            <p:spPr>
              <a:xfrm>
                <a:off x="7732563" y="4942183"/>
                <a:ext cx="220727" cy="287778"/>
              </a:xfrm>
            </p:spPr>
          </p:sp>
        </mc:Fallback>
      </mc:AlternateContent>
      <mc:AlternateContent xmlns:mc="http://schemas.openxmlformats.org/markup-compatibility/2006">
        <mc:Choice xmlns:p14="http://schemas.microsoft.com/office/powerpoint/2010/main" Requires="p14">
          <p:contentPart p14:bwMode="auto" r:id="rId187">
            <p14:nvContentPartPr>
              <p14:cNvPr id="1050181" name=""/>
              <p14:cNvContentPartPr/>
              <p14:nvPr/>
            </p14:nvContentPartPr>
            <p14:xfrm>
              <a:off x="7335579" y="5513934"/>
              <a:ext cx="557384" cy="57585"/>
            </p14:xfrm>
          </p:contentPart>
        </mc:Choice>
        <mc:Fallback>
          <p:sp>
            <p:nvSpPr>
              <p:cNvPr id="1050181" name=""/>
              <p:cNvSpPr/>
              <p:nvPr/>
            </p:nvSpPr>
            <p:spPr>
              <a:xfrm>
                <a:off x="7335579" y="5513934"/>
                <a:ext cx="557384" cy="57585"/>
              </a:xfrm>
            </p:spPr>
          </p:sp>
        </mc:Fallback>
      </mc:AlternateContent>
      <mc:AlternateContent xmlns:mc="http://schemas.openxmlformats.org/markup-compatibility/2006">
        <mc:Choice xmlns:p14="http://schemas.microsoft.com/office/powerpoint/2010/main" Requires="p14">
          <p:contentPart p14:bwMode="auto" r:id="rId188">
            <p14:nvContentPartPr>
              <p14:cNvPr id="1050182" name=""/>
              <p14:cNvContentPartPr/>
              <p14:nvPr/>
            </p14:nvContentPartPr>
            <p14:xfrm>
              <a:off x="7595592" y="5833310"/>
              <a:ext cx="59623" cy="290553"/>
            </p14:xfrm>
          </p:contentPart>
        </mc:Choice>
        <mc:Fallback>
          <p:sp>
            <p:nvSpPr>
              <p:cNvPr id="1050182" name=""/>
              <p:cNvSpPr/>
              <p:nvPr/>
            </p:nvSpPr>
            <p:spPr>
              <a:xfrm>
                <a:off x="7595592" y="5833310"/>
                <a:ext cx="59623" cy="290553"/>
              </a:xfrm>
            </p:spPr>
          </p:sp>
        </mc:Fallback>
      </mc:AlternateContent>
      <mc:AlternateContent xmlns:mc="http://schemas.openxmlformats.org/markup-compatibility/2006">
        <mc:Choice xmlns:p14="http://schemas.microsoft.com/office/powerpoint/2010/main" Requires="p14">
          <p:contentPart p14:bwMode="auto" r:id="rId189">
            <p14:nvContentPartPr>
              <p14:cNvPr id="1050183" name=""/>
              <p14:cNvContentPartPr/>
              <p14:nvPr/>
            </p14:nvContentPartPr>
            <p14:xfrm>
              <a:off x="7542426" y="5702534"/>
              <a:ext cx="132437" cy="180439"/>
            </p14:xfrm>
          </p:contentPart>
        </mc:Choice>
        <mc:Fallback>
          <p:sp>
            <p:nvSpPr>
              <p:cNvPr id="1050183" name=""/>
              <p:cNvSpPr/>
              <p:nvPr/>
            </p:nvSpPr>
            <p:spPr>
              <a:xfrm>
                <a:off x="7542426" y="5702534"/>
                <a:ext cx="132437" cy="180439"/>
              </a:xfrm>
            </p:spPr>
          </p:sp>
        </mc:Fallback>
      </mc:AlternateContent>
      <mc:AlternateContent xmlns:mc="http://schemas.openxmlformats.org/markup-compatibility/2006">
        <mc:Choice xmlns:p14="http://schemas.microsoft.com/office/powerpoint/2010/main" Requires="p14">
          <p:contentPart p14:bwMode="auto" r:id="rId190">
            <p14:nvContentPartPr>
              <p14:cNvPr id="1050184" name=""/>
              <p14:cNvContentPartPr/>
              <p14:nvPr/>
            </p14:nvContentPartPr>
            <p14:xfrm>
              <a:off x="8035477" y="4889241"/>
              <a:ext cx="143072" cy="968033"/>
            </p14:xfrm>
          </p:contentPart>
        </mc:Choice>
        <mc:Fallback>
          <p:sp>
            <p:nvSpPr>
              <p:cNvPr id="1050184" name=""/>
              <p:cNvSpPr/>
              <p:nvPr/>
            </p:nvSpPr>
            <p:spPr>
              <a:xfrm>
                <a:off x="8035477" y="4889241"/>
                <a:ext cx="143072" cy="968033"/>
              </a:xfrm>
            </p:spPr>
          </p:sp>
        </mc:Fallback>
      </mc:AlternateContent>
      <mc:AlternateContent xmlns:mc="http://schemas.openxmlformats.org/markup-compatibility/2006">
        <mc:Choice xmlns:p14="http://schemas.microsoft.com/office/powerpoint/2010/main" Requires="p14">
          <p:contentPart p14:bwMode="auto" r:id="rId191">
            <p14:nvContentPartPr>
              <p14:cNvPr id="1050185" name=""/>
              <p14:cNvContentPartPr/>
              <p14:nvPr/>
            </p14:nvContentPartPr>
            <p14:xfrm>
              <a:off x="8279997" y="5164050"/>
              <a:ext cx="142539" cy="475022"/>
            </p14:xfrm>
          </p:contentPart>
        </mc:Choice>
        <mc:Fallback>
          <p:sp>
            <p:nvSpPr>
              <p:cNvPr id="1050185" name=""/>
              <p:cNvSpPr/>
              <p:nvPr/>
            </p:nvSpPr>
            <p:spPr>
              <a:xfrm>
                <a:off x="8279997" y="5164050"/>
                <a:ext cx="142539" cy="475022"/>
              </a:xfrm>
            </p:spPr>
          </p:sp>
        </mc:Fallback>
      </mc:AlternateContent>
      <mc:AlternateContent xmlns:mc="http://schemas.openxmlformats.org/markup-compatibility/2006">
        <mc:Choice xmlns:p14="http://schemas.microsoft.com/office/powerpoint/2010/main" Requires="p14">
          <p:contentPart p14:bwMode="auto" r:id="rId192">
            <p14:nvContentPartPr>
              <p14:cNvPr id="1050186" name=""/>
              <p14:cNvContentPartPr/>
              <p14:nvPr/>
            </p14:nvContentPartPr>
            <p14:xfrm>
              <a:off x="8484552" y="5479502"/>
              <a:ext cx="190269" cy="9984"/>
            </p14:xfrm>
          </p:contentPart>
        </mc:Choice>
        <mc:Fallback>
          <p:sp>
            <p:nvSpPr>
              <p:cNvPr id="1050186" name=""/>
              <p:cNvSpPr/>
              <p:nvPr/>
            </p:nvSpPr>
            <p:spPr>
              <a:xfrm>
                <a:off x="8484552" y="5479502"/>
                <a:ext cx="190269" cy="9984"/>
              </a:xfrm>
            </p:spPr>
          </p:sp>
        </mc:Fallback>
      </mc:AlternateContent>
      <mc:AlternateContent xmlns:mc="http://schemas.openxmlformats.org/markup-compatibility/2006">
        <mc:Choice xmlns:p14="http://schemas.microsoft.com/office/powerpoint/2010/main" Requires="p14">
          <p:contentPart p14:bwMode="auto" r:id="rId193">
            <p14:nvContentPartPr>
              <p14:cNvPr id="1050187" name=""/>
              <p14:cNvContentPartPr/>
              <p14:nvPr/>
            </p14:nvContentPartPr>
            <p14:xfrm>
              <a:off x="8547963" y="5370019"/>
              <a:ext cx="12278" cy="204987"/>
            </p14:xfrm>
          </p:contentPart>
        </mc:Choice>
        <mc:Fallback>
          <p:sp>
            <p:nvSpPr>
              <p:cNvPr id="1050187" name=""/>
              <p:cNvSpPr/>
              <p:nvPr/>
            </p:nvSpPr>
            <p:spPr>
              <a:xfrm>
                <a:off x="8547963" y="5370019"/>
                <a:ext cx="12278" cy="204987"/>
              </a:xfrm>
            </p:spPr>
          </p:sp>
        </mc:Fallback>
      </mc:AlternateContent>
      <mc:AlternateContent xmlns:mc="http://schemas.openxmlformats.org/markup-compatibility/2006">
        <mc:Choice xmlns:p14="http://schemas.microsoft.com/office/powerpoint/2010/main" Requires="p14">
          <p:contentPart p14:bwMode="auto" r:id="rId194">
            <p14:nvContentPartPr>
              <p14:cNvPr id="1050188" name=""/>
              <p14:cNvContentPartPr/>
              <p14:nvPr/>
            </p14:nvContentPartPr>
            <p14:xfrm>
              <a:off x="8762099" y="5265405"/>
              <a:ext cx="152879" cy="316222"/>
            </p14:xfrm>
          </p:contentPart>
        </mc:Choice>
        <mc:Fallback>
          <p:sp>
            <p:nvSpPr>
              <p:cNvPr id="1050188" name=""/>
              <p:cNvSpPr/>
              <p:nvPr/>
            </p:nvSpPr>
            <p:spPr>
              <a:xfrm>
                <a:off x="8762099" y="5265405"/>
                <a:ext cx="152879" cy="316222"/>
              </a:xfrm>
            </p:spPr>
          </p:sp>
        </mc:Fallback>
      </mc:AlternateContent>
      <mc:AlternateContent xmlns:mc="http://schemas.openxmlformats.org/markup-compatibility/2006">
        <mc:Choice xmlns:p14="http://schemas.microsoft.com/office/powerpoint/2010/main" Requires="p14">
          <p:contentPart p14:bwMode="auto" r:id="rId195">
            <p14:nvContentPartPr>
              <p14:cNvPr id="1050189" name=""/>
              <p14:cNvContentPartPr/>
              <p14:nvPr/>
            </p14:nvContentPartPr>
            <p14:xfrm>
              <a:off x="8965254" y="5270322"/>
              <a:ext cx="464708" cy="308041"/>
            </p14:xfrm>
          </p:contentPart>
        </mc:Choice>
        <mc:Fallback>
          <p:sp>
            <p:nvSpPr>
              <p:cNvPr id="1050189" name=""/>
              <p:cNvSpPr/>
              <p:nvPr/>
            </p:nvSpPr>
            <p:spPr>
              <a:xfrm>
                <a:off x="8965254" y="5270322"/>
                <a:ext cx="464708" cy="308041"/>
              </a:xfrm>
            </p:spPr>
          </p:sp>
        </mc:Fallback>
      </mc:AlternateContent>
      <mc:AlternateContent xmlns:mc="http://schemas.openxmlformats.org/markup-compatibility/2006">
        <mc:Choice xmlns:p14="http://schemas.microsoft.com/office/powerpoint/2010/main" Requires="p14">
          <p:contentPart p14:bwMode="auto" r:id="rId196">
            <p14:nvContentPartPr>
              <p14:cNvPr id="1050190" name=""/>
              <p14:cNvContentPartPr/>
              <p14:nvPr/>
            </p14:nvContentPartPr>
            <p14:xfrm>
              <a:off x="9440349" y="5245429"/>
              <a:ext cx="158313" cy="323997"/>
            </p14:xfrm>
          </p:contentPart>
        </mc:Choice>
        <mc:Fallback>
          <p:sp>
            <p:nvSpPr>
              <p:cNvPr id="1050190" name=""/>
              <p:cNvSpPr/>
              <p:nvPr/>
            </p:nvSpPr>
            <p:spPr>
              <a:xfrm>
                <a:off x="9440349" y="5245429"/>
                <a:ext cx="158313" cy="323997"/>
              </a:xfrm>
            </p:spPr>
          </p:sp>
        </mc:Fallback>
      </mc:AlternateContent>
      <mc:AlternateContent xmlns:mc="http://schemas.openxmlformats.org/markup-compatibility/2006">
        <mc:Choice xmlns:p14="http://schemas.microsoft.com/office/powerpoint/2010/main" Requires="p14">
          <p:contentPart p14:bwMode="auto" r:id="rId197">
            <p14:nvContentPartPr>
              <p14:cNvPr id="1050191" name=""/>
              <p14:cNvContentPartPr/>
              <p14:nvPr/>
            </p14:nvContentPartPr>
            <p14:xfrm>
              <a:off x="8499655" y="5672863"/>
              <a:ext cx="1095083" cy="94541"/>
            </p14:xfrm>
          </p:contentPart>
        </mc:Choice>
        <mc:Fallback>
          <p:sp>
            <p:nvSpPr>
              <p:cNvPr id="1050191" name=""/>
              <p:cNvSpPr/>
              <p:nvPr/>
            </p:nvSpPr>
            <p:spPr>
              <a:xfrm>
                <a:off x="8499655" y="5672863"/>
                <a:ext cx="1095083" cy="94541"/>
              </a:xfrm>
            </p:spPr>
          </p:sp>
        </mc:Fallback>
      </mc:AlternateContent>
      <mc:AlternateContent xmlns:mc="http://schemas.openxmlformats.org/markup-compatibility/2006">
        <mc:Choice xmlns:p14="http://schemas.microsoft.com/office/powerpoint/2010/main" Requires="p14">
          <p:contentPart p14:bwMode="auto" r:id="rId198">
            <p14:nvContentPartPr>
              <p14:cNvPr id="1050192" name=""/>
              <p14:cNvContentPartPr/>
              <p14:nvPr/>
            </p14:nvContentPartPr>
            <p14:xfrm>
              <a:off x="8937441" y="5833682"/>
              <a:ext cx="231563" cy="348844"/>
            </p14:xfrm>
          </p:contentPart>
        </mc:Choice>
        <mc:Fallback>
          <p:sp>
            <p:nvSpPr>
              <p:cNvPr id="1050192" name=""/>
              <p:cNvSpPr/>
              <p:nvPr/>
            </p:nvSpPr>
            <p:spPr>
              <a:xfrm>
                <a:off x="8937441" y="5833682"/>
                <a:ext cx="231563" cy="348844"/>
              </a:xfrm>
            </p:spPr>
          </p:sp>
        </mc:Fallback>
      </mc:AlternateContent>
      <mc:AlternateContent xmlns:mc="http://schemas.openxmlformats.org/markup-compatibility/2006">
        <mc:Choice xmlns:p14="http://schemas.microsoft.com/office/powerpoint/2010/main" Requires="p14">
          <p:contentPart p14:bwMode="auto" r:id="rId199">
            <p14:nvContentPartPr>
              <p14:cNvPr id="1050193" name=""/>
              <p14:cNvContentPartPr/>
              <p14:nvPr/>
            </p14:nvContentPartPr>
            <p14:xfrm>
              <a:off x="9397392" y="5045868"/>
              <a:ext cx="352511" cy="1344506"/>
            </p14:xfrm>
          </p:contentPart>
        </mc:Choice>
        <mc:Fallback>
          <p:sp>
            <p:nvSpPr>
              <p:cNvPr id="1050193" name=""/>
              <p:cNvSpPr/>
              <p:nvPr/>
            </p:nvSpPr>
            <p:spPr>
              <a:xfrm>
                <a:off x="9397392" y="5045868"/>
                <a:ext cx="352511" cy="1344506"/>
              </a:xfrm>
            </p:spPr>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194" name=""/>
              <p14:cNvContentPartPr/>
              <p14:nvPr/>
            </p14:nvContentPartPr>
            <p14:xfrm>
              <a:off x="381089" y="310568"/>
              <a:ext cx="13605" cy="391325"/>
            </p14:xfrm>
          </p:contentPart>
        </mc:Choice>
        <mc:Fallback>
          <p:sp>
            <p:nvSpPr>
              <p:cNvPr id="1050194" name=""/>
              <p:cNvSpPr/>
              <p:nvPr/>
            </p:nvSpPr>
            <p:spPr>
              <a:xfrm>
                <a:off x="381089" y="310568"/>
                <a:ext cx="13605" cy="391325"/>
              </a:xfrm>
            </p:spPr>
          </p:sp>
        </mc:Fallback>
      </mc:AlternateContent>
      <mc:AlternateContent xmlns:mc="http://schemas.openxmlformats.org/markup-compatibility/2006">
        <mc:Choice xmlns:p14="http://schemas.microsoft.com/office/powerpoint/2010/main" Requires="p14">
          <p:contentPart p14:bwMode="auto" r:id="rId2">
            <p14:nvContentPartPr>
              <p14:cNvPr id="1050195" name=""/>
              <p14:cNvContentPartPr/>
              <p14:nvPr/>
            </p14:nvContentPartPr>
            <p14:xfrm>
              <a:off x="371273" y="318144"/>
              <a:ext cx="199111" cy="14220"/>
            </p14:xfrm>
          </p:contentPart>
        </mc:Choice>
        <mc:Fallback>
          <p:sp>
            <p:nvSpPr>
              <p:cNvPr id="1050195" name=""/>
              <p:cNvSpPr/>
              <p:nvPr/>
            </p:nvSpPr>
            <p:spPr>
              <a:xfrm>
                <a:off x="371273" y="318144"/>
                <a:ext cx="199111" cy="14220"/>
              </a:xfrm>
            </p:spPr>
          </p:sp>
        </mc:Fallback>
      </mc:AlternateContent>
      <mc:AlternateContent xmlns:mc="http://schemas.openxmlformats.org/markup-compatibility/2006">
        <mc:Choice xmlns:p14="http://schemas.microsoft.com/office/powerpoint/2010/main" Requires="p14">
          <p:contentPart p14:bwMode="auto" r:id="rId3">
            <p14:nvContentPartPr>
              <p14:cNvPr id="1050196" name=""/>
              <p14:cNvContentPartPr/>
              <p14:nvPr/>
            </p14:nvContentPartPr>
            <p14:xfrm>
              <a:off x="371273" y="527487"/>
              <a:ext cx="182006" cy="4589"/>
            </p14:xfrm>
          </p:contentPart>
        </mc:Choice>
        <mc:Fallback>
          <p:sp>
            <p:nvSpPr>
              <p:cNvPr id="1050196" name=""/>
              <p:cNvSpPr/>
              <p:nvPr/>
            </p:nvSpPr>
            <p:spPr>
              <a:xfrm>
                <a:off x="371273" y="527487"/>
                <a:ext cx="182006" cy="4589"/>
              </a:xfrm>
            </p:spPr>
          </p:sp>
        </mc:Fallback>
      </mc:AlternateContent>
      <mc:AlternateContent xmlns:mc="http://schemas.openxmlformats.org/markup-compatibility/2006">
        <mc:Choice xmlns:p14="http://schemas.microsoft.com/office/powerpoint/2010/main" Requires="p14">
          <p:contentPart p14:bwMode="auto" r:id="rId4">
            <p14:nvContentPartPr>
              <p14:cNvPr id="1050197" name=""/>
              <p14:cNvContentPartPr/>
              <p14:nvPr/>
            </p14:nvContentPartPr>
            <p14:xfrm>
              <a:off x="407769" y="754091"/>
              <a:ext cx="116695" cy="9092"/>
            </p14:xfrm>
          </p:contentPart>
        </mc:Choice>
        <mc:Fallback>
          <p:sp>
            <p:nvSpPr>
              <p:cNvPr id="1050197" name=""/>
              <p:cNvSpPr/>
              <p:nvPr/>
            </p:nvSpPr>
            <p:spPr>
              <a:xfrm>
                <a:off x="407769" y="754091"/>
                <a:ext cx="116695" cy="9092"/>
              </a:xfrm>
            </p:spPr>
          </p:sp>
        </mc:Fallback>
      </mc:AlternateContent>
      <mc:AlternateContent xmlns:mc="http://schemas.openxmlformats.org/markup-compatibility/2006">
        <mc:Choice xmlns:p14="http://schemas.microsoft.com/office/powerpoint/2010/main" Requires="p14">
          <p:contentPart p14:bwMode="auto" r:id="rId5">
            <p14:nvContentPartPr>
              <p14:cNvPr id="1050198" name=""/>
              <p14:cNvContentPartPr/>
              <p14:nvPr/>
            </p14:nvContentPartPr>
            <p14:xfrm>
              <a:off x="614127" y="735336"/>
              <a:ext cx="187832" cy="172479"/>
            </p14:xfrm>
          </p:contentPart>
        </mc:Choice>
        <mc:Fallback>
          <p:sp>
            <p:nvSpPr>
              <p:cNvPr id="1050198" name=""/>
              <p:cNvSpPr/>
              <p:nvPr/>
            </p:nvSpPr>
            <p:spPr>
              <a:xfrm>
                <a:off x="614127" y="735336"/>
                <a:ext cx="187832" cy="172479"/>
              </a:xfrm>
            </p:spPr>
          </p:sp>
        </mc:Fallback>
      </mc:AlternateContent>
      <mc:AlternateContent xmlns:mc="http://schemas.openxmlformats.org/markup-compatibility/2006">
        <mc:Choice xmlns:p14="http://schemas.microsoft.com/office/powerpoint/2010/main" Requires="p14">
          <p:contentPart p14:bwMode="auto" r:id="rId6">
            <p14:nvContentPartPr>
              <p14:cNvPr id="1050199" name=""/>
              <p14:cNvContentPartPr/>
              <p14:nvPr/>
            </p14:nvContentPartPr>
            <p14:xfrm>
              <a:off x="977280" y="643761"/>
              <a:ext cx="120130" cy="8402"/>
            </p14:xfrm>
          </p:contentPart>
        </mc:Choice>
        <mc:Fallback>
          <p:sp>
            <p:nvSpPr>
              <p:cNvPr id="1050199" name=""/>
              <p:cNvSpPr/>
              <p:nvPr/>
            </p:nvSpPr>
            <p:spPr>
              <a:xfrm>
                <a:off x="977280" y="643761"/>
                <a:ext cx="120130" cy="8402"/>
              </a:xfrm>
            </p:spPr>
          </p:sp>
        </mc:Fallback>
      </mc:AlternateContent>
      <mc:AlternateContent xmlns:mc="http://schemas.openxmlformats.org/markup-compatibility/2006">
        <mc:Choice xmlns:p14="http://schemas.microsoft.com/office/powerpoint/2010/main" Requires="p14">
          <p:contentPart p14:bwMode="auto" r:id="rId7">
            <p14:nvContentPartPr>
              <p14:cNvPr id="1050200" name=""/>
              <p14:cNvContentPartPr/>
              <p14:nvPr/>
            </p14:nvContentPartPr>
            <p14:xfrm>
              <a:off x="999357" y="746741"/>
              <a:ext cx="102277" cy="7349"/>
            </p14:xfrm>
          </p:contentPart>
        </mc:Choice>
        <mc:Fallback>
          <p:sp>
            <p:nvSpPr>
              <p:cNvPr id="1050200" name=""/>
              <p:cNvSpPr/>
              <p:nvPr/>
            </p:nvSpPr>
            <p:spPr>
              <a:xfrm>
                <a:off x="999357" y="746741"/>
                <a:ext cx="102277" cy="7349"/>
              </a:xfrm>
            </p:spPr>
          </p:sp>
        </mc:Fallback>
      </mc:AlternateContent>
      <mc:AlternateContent xmlns:mc="http://schemas.openxmlformats.org/markup-compatibility/2006">
        <mc:Choice xmlns:p14="http://schemas.microsoft.com/office/powerpoint/2010/main" Requires="p14">
          <p:contentPart p14:bwMode="auto" r:id="rId8">
            <p14:nvContentPartPr>
              <p14:cNvPr id="1050201" name=""/>
              <p14:cNvContentPartPr/>
              <p14:nvPr/>
            </p14:nvContentPartPr>
            <p14:xfrm>
              <a:off x="1327818" y="365347"/>
              <a:ext cx="105053" cy="285086"/>
            </p14:xfrm>
          </p:contentPart>
        </mc:Choice>
        <mc:Fallback>
          <p:sp>
            <p:nvSpPr>
              <p:cNvPr id="1050201" name=""/>
              <p:cNvSpPr/>
              <p:nvPr/>
            </p:nvSpPr>
            <p:spPr>
              <a:xfrm>
                <a:off x="1327818" y="365347"/>
                <a:ext cx="105053" cy="285086"/>
              </a:xfrm>
            </p:spPr>
          </p:sp>
        </mc:Fallback>
      </mc:AlternateContent>
      <mc:AlternateContent xmlns:mc="http://schemas.openxmlformats.org/markup-compatibility/2006">
        <mc:Choice xmlns:p14="http://schemas.microsoft.com/office/powerpoint/2010/main" Requires="p14">
          <p:contentPart p14:bwMode="auto" r:id="rId9">
            <p14:nvContentPartPr>
              <p14:cNvPr id="1050202" name=""/>
              <p14:cNvContentPartPr/>
              <p14:nvPr/>
            </p14:nvContentPartPr>
            <p14:xfrm>
              <a:off x="1218331" y="778202"/>
              <a:ext cx="297556" cy="34940"/>
            </p14:xfrm>
          </p:contentPart>
        </mc:Choice>
        <mc:Fallback>
          <p:sp>
            <p:nvSpPr>
              <p:cNvPr id="1050202" name=""/>
              <p:cNvSpPr/>
              <p:nvPr/>
            </p:nvSpPr>
            <p:spPr>
              <a:xfrm>
                <a:off x="1218331" y="778202"/>
                <a:ext cx="297556" cy="34940"/>
              </a:xfrm>
            </p:spPr>
          </p:sp>
        </mc:Fallback>
      </mc:AlternateContent>
      <mc:AlternateContent xmlns:mc="http://schemas.openxmlformats.org/markup-compatibility/2006">
        <mc:Choice xmlns:p14="http://schemas.microsoft.com/office/powerpoint/2010/main" Requires="p14">
          <p:contentPart p14:bwMode="auto" r:id="rId10">
            <p14:nvContentPartPr>
              <p14:cNvPr id="1050203" name=""/>
              <p14:cNvContentPartPr/>
              <p14:nvPr/>
            </p14:nvContentPartPr>
            <p14:xfrm>
              <a:off x="1198763" y="912132"/>
              <a:ext cx="192676" cy="340955"/>
            </p14:xfrm>
          </p:contentPart>
        </mc:Choice>
        <mc:Fallback>
          <p:sp>
            <p:nvSpPr>
              <p:cNvPr id="1050203" name=""/>
              <p:cNvSpPr/>
              <p:nvPr/>
            </p:nvSpPr>
            <p:spPr>
              <a:xfrm>
                <a:off x="1198763" y="912132"/>
                <a:ext cx="192676" cy="340955"/>
              </a:xfrm>
            </p:spPr>
          </p:sp>
        </mc:Fallback>
      </mc:AlternateContent>
      <mc:AlternateContent xmlns:mc="http://schemas.openxmlformats.org/markup-compatibility/2006">
        <mc:Choice xmlns:p14="http://schemas.microsoft.com/office/powerpoint/2010/main" Requires="p14">
          <p:contentPart p14:bwMode="auto" r:id="rId11">
            <p14:nvContentPartPr>
              <p14:cNvPr id="1050204" name=""/>
              <p14:cNvContentPartPr/>
              <p14:nvPr/>
            </p14:nvContentPartPr>
            <p14:xfrm>
              <a:off x="1590946" y="632831"/>
              <a:ext cx="247893" cy="182807"/>
            </p14:xfrm>
          </p:contentPart>
        </mc:Choice>
        <mc:Fallback>
          <p:sp>
            <p:nvSpPr>
              <p:cNvPr id="1050204" name=""/>
              <p:cNvSpPr/>
              <p:nvPr/>
            </p:nvSpPr>
            <p:spPr>
              <a:xfrm>
                <a:off x="1590946" y="632831"/>
                <a:ext cx="247893" cy="182807"/>
              </a:xfrm>
            </p:spPr>
          </p:sp>
        </mc:Fallback>
      </mc:AlternateContent>
      <mc:AlternateContent xmlns:mc="http://schemas.openxmlformats.org/markup-compatibility/2006">
        <mc:Choice xmlns:p14="http://schemas.microsoft.com/office/powerpoint/2010/main" Requires="p14">
          <p:contentPart p14:bwMode="auto" r:id="rId12">
            <p14:nvContentPartPr>
              <p14:cNvPr id="1050205" name=""/>
              <p14:cNvContentPartPr/>
              <p14:nvPr/>
            </p14:nvContentPartPr>
            <p14:xfrm>
              <a:off x="1962636" y="495074"/>
              <a:ext cx="197820" cy="290670"/>
            </p14:xfrm>
          </p:contentPart>
        </mc:Choice>
        <mc:Fallback>
          <p:sp>
            <p:nvSpPr>
              <p:cNvPr id="1050205" name=""/>
              <p:cNvSpPr/>
              <p:nvPr/>
            </p:nvSpPr>
            <p:spPr>
              <a:xfrm>
                <a:off x="1962636" y="495074"/>
                <a:ext cx="197820" cy="290670"/>
              </a:xfrm>
            </p:spPr>
          </p:sp>
        </mc:Fallback>
      </mc:AlternateContent>
      <mc:AlternateContent xmlns:mc="http://schemas.openxmlformats.org/markup-compatibility/2006">
        <mc:Choice xmlns:p14="http://schemas.microsoft.com/office/powerpoint/2010/main" Requires="p14">
          <p:contentPart p14:bwMode="auto" r:id="rId13">
            <p14:nvContentPartPr>
              <p14:cNvPr id="1050206" name=""/>
              <p14:cNvContentPartPr/>
              <p14:nvPr/>
            </p14:nvContentPartPr>
            <p14:xfrm>
              <a:off x="2160457" y="314555"/>
              <a:ext cx="164427" cy="164004"/>
            </p14:xfrm>
          </p:contentPart>
        </mc:Choice>
        <mc:Fallback>
          <p:sp>
            <p:nvSpPr>
              <p:cNvPr id="1050206" name=""/>
              <p:cNvSpPr/>
              <p:nvPr/>
            </p:nvSpPr>
            <p:spPr>
              <a:xfrm>
                <a:off x="2160457" y="314555"/>
                <a:ext cx="164427" cy="164004"/>
              </a:xfrm>
            </p:spPr>
          </p:sp>
        </mc:Fallback>
      </mc:AlternateContent>
      <mc:AlternateContent xmlns:mc="http://schemas.openxmlformats.org/markup-compatibility/2006">
        <mc:Choice xmlns:p14="http://schemas.microsoft.com/office/powerpoint/2010/main" Requires="p14">
          <p:contentPart p14:bwMode="auto" r:id="rId14">
            <p14:nvContentPartPr>
              <p14:cNvPr id="1050207" name=""/>
              <p14:cNvContentPartPr/>
              <p14:nvPr/>
            </p14:nvContentPartPr>
            <p14:xfrm>
              <a:off x="1641860" y="821433"/>
              <a:ext cx="725547" cy="28712"/>
            </p14:xfrm>
          </p:contentPart>
        </mc:Choice>
        <mc:Fallback>
          <p:sp>
            <p:nvSpPr>
              <p:cNvPr id="1050207" name=""/>
              <p:cNvSpPr/>
              <p:nvPr/>
            </p:nvSpPr>
            <p:spPr>
              <a:xfrm>
                <a:off x="1641860" y="821433"/>
                <a:ext cx="725547" cy="28712"/>
              </a:xfrm>
            </p:spPr>
          </p:sp>
        </mc:Fallback>
      </mc:AlternateContent>
      <mc:AlternateContent xmlns:mc="http://schemas.openxmlformats.org/markup-compatibility/2006">
        <mc:Choice xmlns:p14="http://schemas.microsoft.com/office/powerpoint/2010/main" Requires="p14">
          <p:contentPart p14:bwMode="auto" r:id="rId15">
            <p14:nvContentPartPr>
              <p14:cNvPr id="1050208" name=""/>
              <p14:cNvContentPartPr/>
              <p14:nvPr/>
            </p14:nvContentPartPr>
            <p14:xfrm>
              <a:off x="1919406" y="1064810"/>
              <a:ext cx="14528" cy="339483"/>
            </p14:xfrm>
          </p:contentPart>
        </mc:Choice>
        <mc:Fallback>
          <p:sp>
            <p:nvSpPr>
              <p:cNvPr id="1050208" name=""/>
              <p:cNvSpPr/>
              <p:nvPr/>
            </p:nvSpPr>
            <p:spPr>
              <a:xfrm>
                <a:off x="1919406" y="1064810"/>
                <a:ext cx="14528" cy="339483"/>
              </a:xfrm>
            </p:spPr>
          </p:sp>
        </mc:Fallback>
      </mc:AlternateContent>
      <mc:AlternateContent xmlns:mc="http://schemas.openxmlformats.org/markup-compatibility/2006">
        <mc:Choice xmlns:p14="http://schemas.microsoft.com/office/powerpoint/2010/main" Requires="p14">
          <p:contentPart p14:bwMode="auto" r:id="rId16">
            <p14:nvContentPartPr>
              <p14:cNvPr id="1050209" name=""/>
              <p14:cNvContentPartPr/>
              <p14:nvPr/>
            </p14:nvContentPartPr>
            <p14:xfrm>
              <a:off x="1868492" y="1050735"/>
              <a:ext cx="167790" cy="147385"/>
            </p14:xfrm>
          </p:contentPart>
        </mc:Choice>
        <mc:Fallback>
          <p:sp>
            <p:nvSpPr>
              <p:cNvPr id="1050209" name=""/>
              <p:cNvSpPr/>
              <p:nvPr/>
            </p:nvSpPr>
            <p:spPr>
              <a:xfrm>
                <a:off x="1868492" y="1050735"/>
                <a:ext cx="167790" cy="147385"/>
              </a:xfrm>
            </p:spPr>
          </p:sp>
        </mc:Fallback>
      </mc:AlternateContent>
      <mc:AlternateContent xmlns:mc="http://schemas.openxmlformats.org/markup-compatibility/2006">
        <mc:Choice xmlns:p14="http://schemas.microsoft.com/office/powerpoint/2010/main" Requires="p14">
          <p:contentPart p14:bwMode="auto" r:id="rId17">
            <p14:nvContentPartPr>
              <p14:cNvPr id="1050210" name=""/>
              <p14:cNvContentPartPr/>
              <p14:nvPr/>
            </p14:nvContentPartPr>
            <p14:xfrm>
              <a:off x="2050970" y="905813"/>
              <a:ext cx="214794" cy="191832"/>
            </p14:xfrm>
          </p:contentPart>
        </mc:Choice>
        <mc:Fallback>
          <p:sp>
            <p:nvSpPr>
              <p:cNvPr id="1050210" name=""/>
              <p:cNvSpPr/>
              <p:nvPr/>
            </p:nvSpPr>
            <p:spPr>
              <a:xfrm>
                <a:off x="2050970" y="905813"/>
                <a:ext cx="214794" cy="191832"/>
              </a:xfrm>
            </p:spPr>
          </p:sp>
        </mc:Fallback>
      </mc:AlternateContent>
      <mc:AlternateContent xmlns:mc="http://schemas.openxmlformats.org/markup-compatibility/2006">
        <mc:Choice xmlns:p14="http://schemas.microsoft.com/office/powerpoint/2010/main" Requires="p14">
          <p:contentPart p14:bwMode="auto" r:id="rId18">
            <p14:nvContentPartPr>
              <p14:cNvPr id="1050211" name=""/>
              <p14:cNvContentPartPr/>
              <p14:nvPr/>
            </p14:nvContentPartPr>
            <p14:xfrm>
              <a:off x="2410543" y="229214"/>
              <a:ext cx="290138" cy="1158478"/>
            </p14:xfrm>
          </p:contentPart>
        </mc:Choice>
        <mc:Fallback>
          <p:sp>
            <p:nvSpPr>
              <p:cNvPr id="1050211" name=""/>
              <p:cNvSpPr/>
              <p:nvPr/>
            </p:nvSpPr>
            <p:spPr>
              <a:xfrm>
                <a:off x="2410543" y="229214"/>
                <a:ext cx="290138" cy="1158478"/>
              </a:xfrm>
            </p:spPr>
          </p:sp>
        </mc:Fallback>
      </mc:AlternateContent>
      <mc:AlternateContent xmlns:mc="http://schemas.openxmlformats.org/markup-compatibility/2006">
        <mc:Choice xmlns:p14="http://schemas.microsoft.com/office/powerpoint/2010/main" Requires="p14">
          <p:contentPart p14:bwMode="auto" r:id="rId19">
            <p14:nvContentPartPr>
              <p14:cNvPr id="1050212" name=""/>
              <p14:cNvContentPartPr/>
              <p14:nvPr/>
            </p14:nvContentPartPr>
            <p14:xfrm>
              <a:off x="2737177" y="480546"/>
              <a:ext cx="160001" cy="369720"/>
            </p14:xfrm>
          </p:contentPart>
        </mc:Choice>
        <mc:Fallback>
          <p:sp>
            <p:nvSpPr>
              <p:cNvPr id="1050212" name=""/>
              <p:cNvSpPr/>
              <p:nvPr/>
            </p:nvSpPr>
            <p:spPr>
              <a:xfrm>
                <a:off x="2737177" y="480546"/>
                <a:ext cx="160001" cy="369720"/>
              </a:xfrm>
            </p:spPr>
          </p:sp>
        </mc:Fallback>
      </mc:AlternateContent>
      <mc:AlternateContent xmlns:mc="http://schemas.openxmlformats.org/markup-compatibility/2006">
        <mc:Choice xmlns:p14="http://schemas.microsoft.com/office/powerpoint/2010/main" Requires="p14">
          <p:contentPart p14:bwMode="auto" r:id="rId20">
            <p14:nvContentPartPr>
              <p14:cNvPr id="1050213" name=""/>
              <p14:cNvContentPartPr/>
              <p14:nvPr/>
            </p14:nvContentPartPr>
            <p14:xfrm>
              <a:off x="3007515" y="742047"/>
              <a:ext cx="260285" cy="41696"/>
            </p14:xfrm>
          </p:contentPart>
        </mc:Choice>
        <mc:Fallback>
          <p:sp>
            <p:nvSpPr>
              <p:cNvPr id="1050213" name=""/>
              <p:cNvSpPr/>
              <p:nvPr/>
            </p:nvSpPr>
            <p:spPr>
              <a:xfrm>
                <a:off x="3007515" y="742047"/>
                <a:ext cx="260285" cy="41696"/>
              </a:xfrm>
            </p:spPr>
          </p:sp>
        </mc:Fallback>
      </mc:AlternateContent>
      <mc:AlternateContent xmlns:mc="http://schemas.openxmlformats.org/markup-compatibility/2006">
        <mc:Choice xmlns:p14="http://schemas.microsoft.com/office/powerpoint/2010/main" Requires="p14">
          <p:contentPart p14:bwMode="auto" r:id="rId21">
            <p14:nvContentPartPr>
              <p14:cNvPr id="1050214" name=""/>
              <p14:cNvContentPartPr/>
              <p14:nvPr/>
            </p14:nvContentPartPr>
            <p14:xfrm>
              <a:off x="3107909" y="687182"/>
              <a:ext cx="9091" cy="168318"/>
            </p14:xfrm>
          </p:contentPart>
        </mc:Choice>
        <mc:Fallback>
          <p:sp>
            <p:nvSpPr>
              <p:cNvPr id="1050214" name=""/>
              <p:cNvSpPr/>
              <p:nvPr/>
            </p:nvSpPr>
            <p:spPr>
              <a:xfrm>
                <a:off x="3107909" y="687182"/>
                <a:ext cx="9091" cy="168318"/>
              </a:xfrm>
            </p:spPr>
          </p:sp>
        </mc:Fallback>
      </mc:AlternateContent>
      <mc:AlternateContent xmlns:mc="http://schemas.openxmlformats.org/markup-compatibility/2006">
        <mc:Choice xmlns:p14="http://schemas.microsoft.com/office/powerpoint/2010/main" Requires="p14">
          <p:contentPart p14:bwMode="auto" r:id="rId22">
            <p14:nvContentPartPr>
              <p14:cNvPr id="1050215" name=""/>
              <p14:cNvContentPartPr/>
              <p14:nvPr/>
            </p14:nvContentPartPr>
            <p14:xfrm>
              <a:off x="3424358" y="480375"/>
              <a:ext cx="348018" cy="285166"/>
            </p14:xfrm>
          </p:contentPart>
        </mc:Choice>
        <mc:Fallback>
          <p:sp>
            <p:nvSpPr>
              <p:cNvPr id="1050215" name=""/>
              <p:cNvSpPr/>
              <p:nvPr/>
            </p:nvSpPr>
            <p:spPr>
              <a:xfrm>
                <a:off x="3424358" y="480375"/>
                <a:ext cx="348018" cy="285166"/>
              </a:xfrm>
            </p:spPr>
          </p:sp>
        </mc:Fallback>
      </mc:AlternateContent>
      <mc:AlternateContent xmlns:mc="http://schemas.openxmlformats.org/markup-compatibility/2006">
        <mc:Choice xmlns:p14="http://schemas.microsoft.com/office/powerpoint/2010/main" Requires="p14">
          <p:contentPart p14:bwMode="auto" r:id="rId23">
            <p14:nvContentPartPr>
              <p14:cNvPr id="1050216" name=""/>
              <p14:cNvContentPartPr/>
              <p14:nvPr/>
            </p14:nvContentPartPr>
            <p14:xfrm>
              <a:off x="3818017" y="533345"/>
              <a:ext cx="346292" cy="202113"/>
            </p14:xfrm>
          </p:contentPart>
        </mc:Choice>
        <mc:Fallback>
          <p:sp>
            <p:nvSpPr>
              <p:cNvPr id="1050216" name=""/>
              <p:cNvSpPr/>
              <p:nvPr/>
            </p:nvSpPr>
            <p:spPr>
              <a:xfrm>
                <a:off x="3818017" y="533345"/>
                <a:ext cx="346292" cy="202113"/>
              </a:xfrm>
            </p:spPr>
          </p:sp>
        </mc:Fallback>
      </mc:AlternateContent>
      <mc:AlternateContent xmlns:mc="http://schemas.openxmlformats.org/markup-compatibility/2006">
        <mc:Choice xmlns:p14="http://schemas.microsoft.com/office/powerpoint/2010/main" Requires="p14">
          <p:contentPart p14:bwMode="auto" r:id="rId24">
            <p14:nvContentPartPr>
              <p14:cNvPr id="1050217" name=""/>
              <p14:cNvContentPartPr/>
              <p14:nvPr/>
            </p14:nvContentPartPr>
            <p14:xfrm>
              <a:off x="4208317" y="445047"/>
              <a:ext cx="219081" cy="306147"/>
            </p14:xfrm>
          </p:contentPart>
        </mc:Choice>
        <mc:Fallback>
          <p:sp>
            <p:nvSpPr>
              <p:cNvPr id="1050217" name=""/>
              <p:cNvSpPr/>
              <p:nvPr/>
            </p:nvSpPr>
            <p:spPr>
              <a:xfrm>
                <a:off x="4208317" y="445047"/>
                <a:ext cx="219081" cy="306147"/>
              </a:xfrm>
            </p:spPr>
          </p:sp>
        </mc:Fallback>
      </mc:AlternateContent>
      <mc:AlternateContent xmlns:mc="http://schemas.openxmlformats.org/markup-compatibility/2006">
        <mc:Choice xmlns:p14="http://schemas.microsoft.com/office/powerpoint/2010/main" Requires="p14">
          <p:contentPart p14:bwMode="auto" r:id="rId25">
            <p14:nvContentPartPr>
              <p14:cNvPr id="1050218" name=""/>
              <p14:cNvContentPartPr/>
              <p14:nvPr/>
            </p14:nvContentPartPr>
            <p14:xfrm>
              <a:off x="4592143" y="699719"/>
              <a:ext cx="209923" cy="17369"/>
            </p14:xfrm>
          </p:contentPart>
        </mc:Choice>
        <mc:Fallback>
          <p:sp>
            <p:nvSpPr>
              <p:cNvPr id="1050218" name=""/>
              <p:cNvSpPr/>
              <p:nvPr/>
            </p:nvSpPr>
            <p:spPr>
              <a:xfrm>
                <a:off x="4592143" y="699719"/>
                <a:ext cx="209923" cy="17369"/>
              </a:xfrm>
            </p:spPr>
          </p:sp>
        </mc:Fallback>
      </mc:AlternateContent>
      <mc:AlternateContent xmlns:mc="http://schemas.openxmlformats.org/markup-compatibility/2006">
        <mc:Choice xmlns:p14="http://schemas.microsoft.com/office/powerpoint/2010/main" Requires="p14">
          <p:contentPart p14:bwMode="auto" r:id="rId26">
            <p14:nvContentPartPr>
              <p14:cNvPr id="1050219" name=""/>
              <p14:cNvContentPartPr/>
              <p14:nvPr/>
            </p14:nvContentPartPr>
            <p14:xfrm>
              <a:off x="4612667" y="591382"/>
              <a:ext cx="30840" cy="232277"/>
            </p14:xfrm>
          </p:contentPart>
        </mc:Choice>
        <mc:Fallback>
          <p:sp>
            <p:nvSpPr>
              <p:cNvPr id="1050219" name=""/>
              <p:cNvSpPr/>
              <p:nvPr/>
            </p:nvSpPr>
            <p:spPr>
              <a:xfrm>
                <a:off x="4612667" y="591382"/>
                <a:ext cx="30840" cy="232277"/>
              </a:xfrm>
            </p:spPr>
          </p:sp>
        </mc:Fallback>
      </mc:AlternateContent>
      <mc:AlternateContent xmlns:mc="http://schemas.openxmlformats.org/markup-compatibility/2006">
        <mc:Choice xmlns:p14="http://schemas.microsoft.com/office/powerpoint/2010/main" Requires="p14">
          <p:contentPart p14:bwMode="auto" r:id="rId27">
            <p14:nvContentPartPr>
              <p14:cNvPr id="1050220" name=""/>
              <p14:cNvContentPartPr/>
              <p14:nvPr/>
            </p14:nvContentPartPr>
            <p14:xfrm>
              <a:off x="4895437" y="508146"/>
              <a:ext cx="204765" cy="228849"/>
            </p14:xfrm>
          </p:contentPart>
        </mc:Choice>
        <mc:Fallback>
          <p:sp>
            <p:nvSpPr>
              <p:cNvPr id="1050220" name=""/>
              <p:cNvSpPr/>
              <p:nvPr/>
            </p:nvSpPr>
            <p:spPr>
              <a:xfrm>
                <a:off x="4895437" y="508146"/>
                <a:ext cx="204765" cy="228849"/>
              </a:xfrm>
            </p:spPr>
          </p:sp>
        </mc:Fallback>
      </mc:AlternateContent>
      <mc:AlternateContent xmlns:mc="http://schemas.openxmlformats.org/markup-compatibility/2006">
        <mc:Choice xmlns:p14="http://schemas.microsoft.com/office/powerpoint/2010/main" Requires="p14">
          <p:contentPart p14:bwMode="auto" r:id="rId28">
            <p14:nvContentPartPr>
              <p14:cNvPr id="1050221" name=""/>
              <p14:cNvContentPartPr/>
              <p14:nvPr/>
            </p14:nvContentPartPr>
            <p14:xfrm>
              <a:off x="5140027" y="324265"/>
              <a:ext cx="191019" cy="181126"/>
            </p14:xfrm>
          </p:contentPart>
        </mc:Choice>
        <mc:Fallback>
          <p:sp>
            <p:nvSpPr>
              <p:cNvPr id="1050221" name=""/>
              <p:cNvSpPr/>
              <p:nvPr/>
            </p:nvSpPr>
            <p:spPr>
              <a:xfrm>
                <a:off x="5140027" y="324265"/>
                <a:ext cx="191019" cy="181126"/>
              </a:xfrm>
            </p:spPr>
          </p:sp>
        </mc:Fallback>
      </mc:AlternateContent>
      <mc:AlternateContent xmlns:mc="http://schemas.openxmlformats.org/markup-compatibility/2006">
        <mc:Choice xmlns:p14="http://schemas.microsoft.com/office/powerpoint/2010/main" Requires="p14">
          <p:contentPart p14:bwMode="auto" r:id="rId29">
            <p14:nvContentPartPr>
              <p14:cNvPr id="1050222" name=""/>
              <p14:cNvContentPartPr/>
              <p14:nvPr/>
            </p14:nvContentPartPr>
            <p14:xfrm>
              <a:off x="5161654" y="180318"/>
              <a:ext cx="346921" cy="865633"/>
            </p14:xfrm>
          </p:contentPart>
        </mc:Choice>
        <mc:Fallback>
          <p:sp>
            <p:nvSpPr>
              <p:cNvPr id="1050222" name=""/>
              <p:cNvSpPr/>
              <p:nvPr/>
            </p:nvSpPr>
            <p:spPr>
              <a:xfrm>
                <a:off x="5161654" y="180318"/>
                <a:ext cx="346921" cy="865633"/>
              </a:xfrm>
            </p:spPr>
          </p:sp>
        </mc:Fallback>
      </mc:AlternateContent>
      <mc:AlternateContent xmlns:mc="http://schemas.openxmlformats.org/markup-compatibility/2006">
        <mc:Choice xmlns:p14="http://schemas.microsoft.com/office/powerpoint/2010/main" Requires="p14">
          <p:contentPart p14:bwMode="auto" r:id="rId30">
            <p14:nvContentPartPr>
              <p14:cNvPr id="1050223" name=""/>
              <p14:cNvContentPartPr/>
              <p14:nvPr/>
            </p14:nvContentPartPr>
            <p14:xfrm>
              <a:off x="4504734" y="694786"/>
              <a:ext cx="175269" cy="22302"/>
            </p14:xfrm>
          </p:contentPart>
        </mc:Choice>
        <mc:Fallback>
          <p:sp>
            <p:nvSpPr>
              <p:cNvPr id="1050223" name=""/>
              <p:cNvSpPr/>
              <p:nvPr/>
            </p:nvSpPr>
            <p:spPr>
              <a:xfrm>
                <a:off x="4504734" y="694786"/>
                <a:ext cx="175269" cy="22302"/>
              </a:xfrm>
            </p:spPr>
          </p:sp>
        </mc:Fallback>
      </mc:AlternateContent>
      <mc:AlternateContent xmlns:mc="http://schemas.openxmlformats.org/markup-compatibility/2006">
        <mc:Choice xmlns:p14="http://schemas.microsoft.com/office/powerpoint/2010/main" Requires="p14">
          <p:contentPart p14:bwMode="auto" r:id="rId31">
            <p14:nvContentPartPr>
              <p14:cNvPr id="1050224" name=""/>
              <p14:cNvContentPartPr/>
              <p14:nvPr/>
            </p14:nvContentPartPr>
            <p14:xfrm>
              <a:off x="5643756" y="702389"/>
              <a:ext cx="175269" cy="7603"/>
            </p14:xfrm>
          </p:contentPart>
        </mc:Choice>
        <mc:Fallback>
          <p:sp>
            <p:nvSpPr>
              <p:cNvPr id="1050224" name=""/>
              <p:cNvSpPr/>
              <p:nvPr/>
            </p:nvSpPr>
            <p:spPr>
              <a:xfrm>
                <a:off x="5643756" y="702389"/>
                <a:ext cx="175269" cy="7603"/>
              </a:xfrm>
            </p:spPr>
          </p:sp>
        </mc:Fallback>
      </mc:AlternateContent>
      <mc:AlternateContent xmlns:mc="http://schemas.openxmlformats.org/markup-compatibility/2006">
        <mc:Choice xmlns:p14="http://schemas.microsoft.com/office/powerpoint/2010/main" Requires="p14">
          <p:contentPart p14:bwMode="auto" r:id="rId32">
            <p14:nvContentPartPr>
              <p14:cNvPr id="1050225" name=""/>
              <p14:cNvContentPartPr/>
              <p14:nvPr/>
            </p14:nvContentPartPr>
            <p14:xfrm>
              <a:off x="6098560" y="428926"/>
              <a:ext cx="185576" cy="220941"/>
            </p14:xfrm>
          </p:contentPart>
        </mc:Choice>
        <mc:Fallback>
          <p:sp>
            <p:nvSpPr>
              <p:cNvPr id="1050225" name=""/>
              <p:cNvSpPr/>
              <p:nvPr/>
            </p:nvSpPr>
            <p:spPr>
              <a:xfrm>
                <a:off x="6098560" y="428926"/>
                <a:ext cx="185576" cy="220941"/>
              </a:xfrm>
            </p:spPr>
          </p:sp>
        </mc:Fallback>
      </mc:AlternateContent>
      <mc:AlternateContent xmlns:mc="http://schemas.openxmlformats.org/markup-compatibility/2006">
        <mc:Choice xmlns:p14="http://schemas.microsoft.com/office/powerpoint/2010/main" Requires="p14">
          <p:contentPart p14:bwMode="auto" r:id="rId33">
            <p14:nvContentPartPr>
              <p14:cNvPr id="1050226" name=""/>
              <p14:cNvContentPartPr/>
              <p14:nvPr/>
            </p14:nvContentPartPr>
            <p14:xfrm>
              <a:off x="6339911" y="369367"/>
              <a:ext cx="195057" cy="294500"/>
            </p14:xfrm>
          </p:contentPart>
        </mc:Choice>
        <mc:Fallback>
          <p:sp>
            <p:nvSpPr>
              <p:cNvPr id="1050226" name=""/>
              <p:cNvSpPr/>
              <p:nvPr/>
            </p:nvSpPr>
            <p:spPr>
              <a:xfrm>
                <a:off x="6339911" y="369367"/>
                <a:ext cx="195057" cy="294500"/>
              </a:xfrm>
            </p:spPr>
          </p:sp>
        </mc:Fallback>
      </mc:AlternateContent>
      <mc:AlternateContent xmlns:mc="http://schemas.openxmlformats.org/markup-compatibility/2006">
        <mc:Choice xmlns:p14="http://schemas.microsoft.com/office/powerpoint/2010/main" Requires="p14">
          <p:contentPart p14:bwMode="auto" r:id="rId34">
            <p14:nvContentPartPr>
              <p14:cNvPr id="1050227" name=""/>
              <p14:cNvContentPartPr/>
              <p14:nvPr/>
            </p14:nvContentPartPr>
            <p14:xfrm>
              <a:off x="6562763" y="200569"/>
              <a:ext cx="161892" cy="221007"/>
            </p14:xfrm>
          </p:contentPart>
        </mc:Choice>
        <mc:Fallback>
          <p:sp>
            <p:nvSpPr>
              <p:cNvPr id="1050227" name=""/>
              <p:cNvSpPr/>
              <p:nvPr/>
            </p:nvSpPr>
            <p:spPr>
              <a:xfrm>
                <a:off x="6562763" y="200569"/>
                <a:ext cx="161892" cy="221007"/>
              </a:xfrm>
            </p:spPr>
          </p:sp>
        </mc:Fallback>
      </mc:AlternateContent>
      <mc:AlternateContent xmlns:mc="http://schemas.openxmlformats.org/markup-compatibility/2006">
        <mc:Choice xmlns:p14="http://schemas.microsoft.com/office/powerpoint/2010/main" Requires="p14">
          <p:contentPart p14:bwMode="auto" r:id="rId35">
            <p14:nvContentPartPr>
              <p14:cNvPr id="1050228" name=""/>
              <p14:cNvContentPartPr/>
              <p14:nvPr/>
            </p14:nvContentPartPr>
            <p14:xfrm>
              <a:off x="6023580" y="721184"/>
              <a:ext cx="569986" cy="32906"/>
            </p14:xfrm>
          </p:contentPart>
        </mc:Choice>
        <mc:Fallback>
          <p:sp>
            <p:nvSpPr>
              <p:cNvPr id="1050228" name=""/>
              <p:cNvSpPr/>
              <p:nvPr/>
            </p:nvSpPr>
            <p:spPr>
              <a:xfrm>
                <a:off x="6023580" y="721184"/>
                <a:ext cx="569986" cy="32906"/>
              </a:xfrm>
            </p:spPr>
          </p:sp>
        </mc:Fallback>
      </mc:AlternateContent>
      <mc:AlternateContent xmlns:mc="http://schemas.openxmlformats.org/markup-compatibility/2006">
        <mc:Choice xmlns:p14="http://schemas.microsoft.com/office/powerpoint/2010/main" Requires="p14">
          <p:contentPart p14:bwMode="auto" r:id="rId36">
            <p14:nvContentPartPr>
              <p14:cNvPr id="1050229" name=""/>
              <p14:cNvContentPartPr/>
              <p14:nvPr/>
            </p14:nvContentPartPr>
            <p14:xfrm>
              <a:off x="6238620" y="931500"/>
              <a:ext cx="55297" cy="374968"/>
            </p14:xfrm>
          </p:contentPart>
        </mc:Choice>
        <mc:Fallback>
          <p:sp>
            <p:nvSpPr>
              <p:cNvPr id="1050229" name=""/>
              <p:cNvSpPr/>
              <p:nvPr/>
            </p:nvSpPr>
            <p:spPr>
              <a:xfrm>
                <a:off x="6238620" y="931500"/>
                <a:ext cx="55297" cy="374968"/>
              </a:xfrm>
            </p:spPr>
          </p:sp>
        </mc:Fallback>
      </mc:AlternateContent>
      <mc:AlternateContent xmlns:mc="http://schemas.openxmlformats.org/markup-compatibility/2006">
        <mc:Choice xmlns:p14="http://schemas.microsoft.com/office/powerpoint/2010/main" Requires="p14">
          <p:contentPart p14:bwMode="auto" r:id="rId37">
            <p14:nvContentPartPr>
              <p14:cNvPr id="1050230" name=""/>
              <p14:cNvContentPartPr/>
              <p14:nvPr/>
            </p14:nvContentPartPr>
            <p14:xfrm>
              <a:off x="6213267" y="890018"/>
              <a:ext cx="163421" cy="121614"/>
            </p14:xfrm>
          </p:contentPart>
        </mc:Choice>
        <mc:Fallback>
          <p:sp>
            <p:nvSpPr>
              <p:cNvPr id="1050230" name=""/>
              <p:cNvSpPr/>
              <p:nvPr/>
            </p:nvSpPr>
            <p:spPr>
              <a:xfrm>
                <a:off x="6213267" y="890018"/>
                <a:ext cx="163421" cy="121614"/>
              </a:xfrm>
            </p:spPr>
          </p:sp>
        </mc:Fallback>
      </mc:AlternateContent>
      <mc:AlternateContent xmlns:mc="http://schemas.openxmlformats.org/markup-compatibility/2006">
        <mc:Choice xmlns:p14="http://schemas.microsoft.com/office/powerpoint/2010/main" Requires="p14">
          <p:contentPart p14:bwMode="auto" r:id="rId38">
            <p14:nvContentPartPr>
              <p14:cNvPr id="1050231" name=""/>
              <p14:cNvContentPartPr/>
              <p14:nvPr/>
            </p14:nvContentPartPr>
            <p14:xfrm>
              <a:off x="6447109" y="819181"/>
              <a:ext cx="137692" cy="170311"/>
            </p14:xfrm>
          </p:contentPart>
        </mc:Choice>
        <mc:Fallback>
          <p:sp>
            <p:nvSpPr>
              <p:cNvPr id="1050231" name=""/>
              <p:cNvSpPr/>
              <p:nvPr/>
            </p:nvSpPr>
            <p:spPr>
              <a:xfrm>
                <a:off x="6447109" y="819181"/>
                <a:ext cx="137692" cy="170311"/>
              </a:xfrm>
            </p:spPr>
          </p:sp>
        </mc:Fallback>
      </mc:AlternateContent>
      <mc:AlternateContent xmlns:mc="http://schemas.openxmlformats.org/markup-compatibility/2006">
        <mc:Choice xmlns:p14="http://schemas.microsoft.com/office/powerpoint/2010/main" Requires="p14">
          <p:contentPart p14:bwMode="auto" r:id="rId39">
            <p14:nvContentPartPr>
              <p14:cNvPr id="1050232" name=""/>
              <p14:cNvContentPartPr/>
              <p14:nvPr/>
            </p14:nvContentPartPr>
            <p14:xfrm>
              <a:off x="6834345" y="376463"/>
              <a:ext cx="152988" cy="672443"/>
            </p14:xfrm>
          </p:contentPart>
        </mc:Choice>
        <mc:Fallback>
          <p:sp>
            <p:nvSpPr>
              <p:cNvPr id="1050232" name=""/>
              <p:cNvSpPr/>
              <p:nvPr/>
            </p:nvSpPr>
            <p:spPr>
              <a:xfrm>
                <a:off x="6834345" y="376463"/>
                <a:ext cx="152988" cy="672443"/>
              </a:xfrm>
            </p:spPr>
          </p:sp>
        </mc:Fallback>
      </mc:AlternateContent>
      <mc:AlternateContent xmlns:mc="http://schemas.openxmlformats.org/markup-compatibility/2006">
        <mc:Choice xmlns:p14="http://schemas.microsoft.com/office/powerpoint/2010/main" Requires="p14">
          <p:contentPart p14:bwMode="auto" r:id="rId40">
            <p14:nvContentPartPr>
              <p14:cNvPr id="1050233" name=""/>
              <p14:cNvContentPartPr/>
              <p14:nvPr/>
            </p14:nvContentPartPr>
            <p14:xfrm>
              <a:off x="7031488" y="576691"/>
              <a:ext cx="121186" cy="281712"/>
            </p14:xfrm>
          </p:contentPart>
        </mc:Choice>
        <mc:Fallback>
          <p:sp>
            <p:nvSpPr>
              <p:cNvPr id="1050233" name=""/>
              <p:cNvSpPr/>
              <p:nvPr/>
            </p:nvSpPr>
            <p:spPr>
              <a:xfrm>
                <a:off x="7031488" y="576691"/>
                <a:ext cx="121186" cy="281712"/>
              </a:xfrm>
            </p:spPr>
          </p:sp>
        </mc:Fallback>
      </mc:AlternateContent>
      <mc:AlternateContent xmlns:mc="http://schemas.openxmlformats.org/markup-compatibility/2006">
        <mc:Choice xmlns:p14="http://schemas.microsoft.com/office/powerpoint/2010/main" Requires="p14">
          <p:contentPart p14:bwMode="auto" r:id="rId41">
            <p14:nvContentPartPr>
              <p14:cNvPr id="1050234" name=""/>
              <p14:cNvContentPartPr/>
              <p14:nvPr/>
            </p14:nvContentPartPr>
            <p14:xfrm>
              <a:off x="7286957" y="739645"/>
              <a:ext cx="204555" cy="21796"/>
            </p14:xfrm>
          </p:contentPart>
        </mc:Choice>
        <mc:Fallback>
          <p:sp>
            <p:nvSpPr>
              <p:cNvPr id="1050234" name=""/>
              <p:cNvSpPr/>
              <p:nvPr/>
            </p:nvSpPr>
            <p:spPr>
              <a:xfrm>
                <a:off x="7286957" y="739645"/>
                <a:ext cx="204555" cy="21796"/>
              </a:xfrm>
            </p:spPr>
          </p:sp>
        </mc:Fallback>
      </mc:AlternateContent>
      <mc:AlternateContent xmlns:mc="http://schemas.openxmlformats.org/markup-compatibility/2006">
        <mc:Choice xmlns:p14="http://schemas.microsoft.com/office/powerpoint/2010/main" Requires="p14">
          <p:contentPart p14:bwMode="auto" r:id="rId42">
            <p14:nvContentPartPr>
              <p14:cNvPr id="1050235" name=""/>
              <p14:cNvContentPartPr/>
              <p14:nvPr/>
            </p14:nvContentPartPr>
            <p14:xfrm>
              <a:off x="7373957" y="665386"/>
              <a:ext cx="36905" cy="186551"/>
            </p14:xfrm>
          </p:contentPart>
        </mc:Choice>
        <mc:Fallback>
          <p:sp>
            <p:nvSpPr>
              <p:cNvPr id="1050235" name=""/>
              <p:cNvSpPr/>
              <p:nvPr/>
            </p:nvSpPr>
            <p:spPr>
              <a:xfrm>
                <a:off x="7373957" y="665386"/>
                <a:ext cx="36905" cy="186551"/>
              </a:xfrm>
            </p:spPr>
          </p:sp>
        </mc:Fallback>
      </mc:AlternateContent>
      <mc:AlternateContent xmlns:mc="http://schemas.openxmlformats.org/markup-compatibility/2006">
        <mc:Choice xmlns:p14="http://schemas.microsoft.com/office/powerpoint/2010/main" Requires="p14">
          <p:contentPart p14:bwMode="auto" r:id="rId43">
            <p14:nvContentPartPr>
              <p14:cNvPr id="1050236" name=""/>
              <p14:cNvContentPartPr/>
              <p14:nvPr/>
            </p14:nvContentPartPr>
            <p14:xfrm>
              <a:off x="7616557" y="579372"/>
              <a:ext cx="143823" cy="220827"/>
            </p14:xfrm>
          </p:contentPart>
        </mc:Choice>
        <mc:Fallback>
          <p:sp>
            <p:nvSpPr>
              <p:cNvPr id="1050236" name=""/>
              <p:cNvSpPr/>
              <p:nvPr/>
            </p:nvSpPr>
            <p:spPr>
              <a:xfrm>
                <a:off x="7616557" y="579372"/>
                <a:ext cx="143823" cy="220827"/>
              </a:xfrm>
            </p:spPr>
          </p:sp>
        </mc:Fallback>
      </mc:AlternateContent>
      <mc:AlternateContent xmlns:mc="http://schemas.openxmlformats.org/markup-compatibility/2006">
        <mc:Choice xmlns:p14="http://schemas.microsoft.com/office/powerpoint/2010/main" Requires="p14">
          <p:contentPart p14:bwMode="auto" r:id="rId44">
            <p14:nvContentPartPr>
              <p14:cNvPr id="1050237" name=""/>
              <p14:cNvContentPartPr/>
              <p14:nvPr/>
            </p14:nvContentPartPr>
            <p14:xfrm>
              <a:off x="7829794" y="568760"/>
              <a:ext cx="332768" cy="189234"/>
            </p14:xfrm>
          </p:contentPart>
        </mc:Choice>
        <mc:Fallback>
          <p:sp>
            <p:nvSpPr>
              <p:cNvPr id="1050237" name=""/>
              <p:cNvSpPr/>
              <p:nvPr/>
            </p:nvSpPr>
            <p:spPr>
              <a:xfrm>
                <a:off x="7829794" y="568760"/>
                <a:ext cx="332768" cy="189234"/>
              </a:xfrm>
            </p:spPr>
          </p:sp>
        </mc:Fallback>
      </mc:AlternateContent>
      <mc:AlternateContent xmlns:mc="http://schemas.openxmlformats.org/markup-compatibility/2006">
        <mc:Choice xmlns:p14="http://schemas.microsoft.com/office/powerpoint/2010/main" Requires="p14">
          <p:contentPart p14:bwMode="auto" r:id="rId45">
            <p14:nvContentPartPr>
              <p14:cNvPr id="1050238" name=""/>
              <p14:cNvContentPartPr/>
              <p14:nvPr/>
            </p14:nvContentPartPr>
            <p14:xfrm>
              <a:off x="8218759" y="508348"/>
              <a:ext cx="161774" cy="226856"/>
            </p14:xfrm>
          </p:contentPart>
        </mc:Choice>
        <mc:Fallback>
          <p:sp>
            <p:nvSpPr>
              <p:cNvPr id="1050238" name=""/>
              <p:cNvSpPr/>
              <p:nvPr/>
            </p:nvSpPr>
            <p:spPr>
              <a:xfrm>
                <a:off x="8218759" y="508348"/>
                <a:ext cx="161774" cy="226856"/>
              </a:xfrm>
            </p:spPr>
          </p:sp>
        </mc:Fallback>
      </mc:AlternateContent>
      <mc:AlternateContent xmlns:mc="http://schemas.openxmlformats.org/markup-compatibility/2006">
        <mc:Choice xmlns:p14="http://schemas.microsoft.com/office/powerpoint/2010/main" Requires="p14">
          <p:contentPart p14:bwMode="auto" r:id="rId46">
            <p14:nvContentPartPr>
              <p14:cNvPr id="1050239" name=""/>
              <p14:cNvContentPartPr/>
              <p14:nvPr/>
            </p14:nvContentPartPr>
            <p14:xfrm>
              <a:off x="8274095" y="295362"/>
              <a:ext cx="264592" cy="773086"/>
            </p14:xfrm>
          </p:contentPart>
        </mc:Choice>
        <mc:Fallback>
          <p:sp>
            <p:nvSpPr>
              <p:cNvPr id="1050239" name=""/>
              <p:cNvSpPr/>
              <p:nvPr/>
            </p:nvSpPr>
            <p:spPr>
              <a:xfrm>
                <a:off x="8274095" y="295362"/>
                <a:ext cx="264592" cy="773086"/>
              </a:xfrm>
            </p:spPr>
          </p:sp>
        </mc:Fallback>
      </mc:AlternateContent>
      <mc:AlternateContent xmlns:mc="http://schemas.openxmlformats.org/markup-compatibility/2006">
        <mc:Choice xmlns:p14="http://schemas.microsoft.com/office/powerpoint/2010/main" Requires="p14">
          <p:contentPart p14:bwMode="auto" r:id="rId47">
            <p14:nvContentPartPr>
              <p14:cNvPr id="1050240" name=""/>
              <p14:cNvContentPartPr/>
              <p14:nvPr/>
            </p14:nvContentPartPr>
            <p14:xfrm>
              <a:off x="992148" y="1994457"/>
              <a:ext cx="146783" cy="9606"/>
            </p14:xfrm>
          </p:contentPart>
        </mc:Choice>
        <mc:Fallback>
          <p:sp>
            <p:nvSpPr>
              <p:cNvPr id="1050240" name=""/>
              <p:cNvSpPr/>
              <p:nvPr/>
            </p:nvSpPr>
            <p:spPr>
              <a:xfrm>
                <a:off x="992148" y="1994457"/>
                <a:ext cx="146783" cy="9606"/>
              </a:xfrm>
            </p:spPr>
          </p:sp>
        </mc:Fallback>
      </mc:AlternateContent>
      <mc:AlternateContent xmlns:mc="http://schemas.openxmlformats.org/markup-compatibility/2006">
        <mc:Choice xmlns:p14="http://schemas.microsoft.com/office/powerpoint/2010/main" Requires="p14">
          <p:contentPart p14:bwMode="auto" r:id="rId48">
            <p14:nvContentPartPr>
              <p14:cNvPr id="1050241" name=""/>
              <p14:cNvContentPartPr/>
              <p14:nvPr/>
            </p14:nvContentPartPr>
            <p14:xfrm>
              <a:off x="1013775" y="2123196"/>
              <a:ext cx="130276" cy="6574"/>
            </p14:xfrm>
          </p:contentPart>
        </mc:Choice>
        <mc:Fallback>
          <p:sp>
            <p:nvSpPr>
              <p:cNvPr id="1050241" name=""/>
              <p:cNvSpPr/>
              <p:nvPr/>
            </p:nvSpPr>
            <p:spPr>
              <a:xfrm>
                <a:off x="1013775" y="2123196"/>
                <a:ext cx="130276" cy="6574"/>
              </a:xfrm>
            </p:spPr>
          </p:sp>
        </mc:Fallback>
      </mc:AlternateContent>
      <mc:AlternateContent xmlns:mc="http://schemas.openxmlformats.org/markup-compatibility/2006">
        <mc:Choice xmlns:p14="http://schemas.microsoft.com/office/powerpoint/2010/main" Requires="p14">
          <p:contentPart p14:bwMode="auto" r:id="rId49">
            <p14:nvContentPartPr>
              <p14:cNvPr id="1050242" name=""/>
              <p14:cNvContentPartPr/>
              <p14:nvPr/>
            </p14:nvContentPartPr>
            <p14:xfrm>
              <a:off x="1313400" y="2041066"/>
              <a:ext cx="138773" cy="14953"/>
            </p14:xfrm>
          </p:contentPart>
        </mc:Choice>
        <mc:Fallback>
          <p:sp>
            <p:nvSpPr>
              <p:cNvPr id="1050242" name=""/>
              <p:cNvSpPr/>
              <p:nvPr/>
            </p:nvSpPr>
            <p:spPr>
              <a:xfrm>
                <a:off x="1313400" y="2041066"/>
                <a:ext cx="138773" cy="14953"/>
              </a:xfrm>
            </p:spPr>
          </p:sp>
        </mc:Fallback>
      </mc:AlternateContent>
      <mc:AlternateContent xmlns:mc="http://schemas.openxmlformats.org/markup-compatibility/2006">
        <mc:Choice xmlns:p14="http://schemas.microsoft.com/office/powerpoint/2010/main" Requires="p14">
          <p:contentPart p14:bwMode="auto" r:id="rId50">
            <p14:nvContentPartPr>
              <p14:cNvPr id="1050243" name=""/>
              <p14:cNvContentPartPr/>
              <p14:nvPr/>
            </p14:nvContentPartPr>
            <p14:xfrm>
              <a:off x="1627442" y="1838965"/>
              <a:ext cx="62177" cy="194751"/>
            </p14:xfrm>
          </p:contentPart>
        </mc:Choice>
        <mc:Fallback>
          <p:sp>
            <p:nvSpPr>
              <p:cNvPr id="1050243" name=""/>
              <p:cNvSpPr/>
              <p:nvPr/>
            </p:nvSpPr>
            <p:spPr>
              <a:xfrm>
                <a:off x="1627442" y="1838965"/>
                <a:ext cx="62177" cy="194751"/>
              </a:xfrm>
            </p:spPr>
          </p:sp>
        </mc:Fallback>
      </mc:AlternateContent>
      <mc:AlternateContent xmlns:mc="http://schemas.openxmlformats.org/markup-compatibility/2006">
        <mc:Choice xmlns:p14="http://schemas.microsoft.com/office/powerpoint/2010/main" Requires="p14">
          <p:contentPart p14:bwMode="auto" r:id="rId51">
            <p14:nvContentPartPr>
              <p14:cNvPr id="1050244" name=""/>
              <p14:cNvContentPartPr/>
              <p14:nvPr/>
            </p14:nvContentPartPr>
            <p14:xfrm>
              <a:off x="1539582" y="2135943"/>
              <a:ext cx="251864" cy="16130"/>
            </p14:xfrm>
          </p:contentPart>
        </mc:Choice>
        <mc:Fallback>
          <p:sp>
            <p:nvSpPr>
              <p:cNvPr id="1050244" name=""/>
              <p:cNvSpPr/>
              <p:nvPr/>
            </p:nvSpPr>
            <p:spPr>
              <a:xfrm>
                <a:off x="1539582" y="2135943"/>
                <a:ext cx="251864" cy="16130"/>
              </a:xfrm>
            </p:spPr>
          </p:sp>
        </mc:Fallback>
      </mc:AlternateContent>
      <mc:AlternateContent xmlns:mc="http://schemas.openxmlformats.org/markup-compatibility/2006">
        <mc:Choice xmlns:p14="http://schemas.microsoft.com/office/powerpoint/2010/main" Requires="p14">
          <p:contentPart p14:bwMode="auto" r:id="rId52">
            <p14:nvContentPartPr>
              <p14:cNvPr id="1050245" name=""/>
              <p14:cNvContentPartPr/>
              <p14:nvPr/>
            </p14:nvContentPartPr>
            <p14:xfrm>
              <a:off x="1568511" y="2285269"/>
              <a:ext cx="168417" cy="245757"/>
            </p14:xfrm>
          </p:contentPart>
        </mc:Choice>
        <mc:Fallback>
          <p:sp>
            <p:nvSpPr>
              <p:cNvPr id="1050245" name=""/>
              <p:cNvSpPr/>
              <p:nvPr/>
            </p:nvSpPr>
            <p:spPr>
              <a:xfrm>
                <a:off x="1568511" y="2285269"/>
                <a:ext cx="168417" cy="245757"/>
              </a:xfrm>
            </p:spPr>
          </p:sp>
        </mc:Fallback>
      </mc:AlternateContent>
      <mc:AlternateContent xmlns:mc="http://schemas.openxmlformats.org/markup-compatibility/2006">
        <mc:Choice xmlns:p14="http://schemas.microsoft.com/office/powerpoint/2010/main" Requires="p14">
          <p:contentPart p14:bwMode="auto" r:id="rId53">
            <p14:nvContentPartPr>
              <p14:cNvPr id="1050246" name=""/>
              <p14:cNvContentPartPr/>
              <p14:nvPr/>
            </p14:nvContentPartPr>
            <p14:xfrm>
              <a:off x="1941484" y="1959712"/>
              <a:ext cx="203709" cy="215281"/>
            </p14:xfrm>
          </p:contentPart>
        </mc:Choice>
        <mc:Fallback>
          <p:sp>
            <p:nvSpPr>
              <p:cNvPr id="1050246" name=""/>
              <p:cNvSpPr/>
              <p:nvPr/>
            </p:nvSpPr>
            <p:spPr>
              <a:xfrm>
                <a:off x="1941484" y="1959712"/>
                <a:ext cx="203709" cy="215281"/>
              </a:xfrm>
            </p:spPr>
          </p:sp>
        </mc:Fallback>
      </mc:AlternateContent>
      <mc:AlternateContent xmlns:mc="http://schemas.openxmlformats.org/markup-compatibility/2006">
        <mc:Choice xmlns:p14="http://schemas.microsoft.com/office/powerpoint/2010/main" Requires="p14">
          <p:contentPart p14:bwMode="auto" r:id="rId54">
            <p14:nvContentPartPr>
              <p14:cNvPr id="1050247" name=""/>
              <p14:cNvContentPartPr/>
              <p14:nvPr/>
            </p14:nvContentPartPr>
            <p14:xfrm>
              <a:off x="2311194" y="1886467"/>
              <a:ext cx="171379" cy="265502"/>
            </p14:xfrm>
          </p:contentPart>
        </mc:Choice>
        <mc:Fallback>
          <p:sp>
            <p:nvSpPr>
              <p:cNvPr id="1050247" name=""/>
              <p:cNvSpPr/>
              <p:nvPr/>
            </p:nvSpPr>
            <p:spPr>
              <a:xfrm>
                <a:off x="2311194" y="1886467"/>
                <a:ext cx="171379" cy="265502"/>
              </a:xfrm>
            </p:spPr>
          </p:sp>
        </mc:Fallback>
      </mc:AlternateContent>
      <mc:AlternateContent xmlns:mc="http://schemas.openxmlformats.org/markup-compatibility/2006">
        <mc:Choice xmlns:p14="http://schemas.microsoft.com/office/powerpoint/2010/main" Requires="p14">
          <p:contentPart p14:bwMode="auto" r:id="rId55">
            <p14:nvContentPartPr>
              <p14:cNvPr id="1050248" name=""/>
              <p14:cNvContentPartPr/>
              <p14:nvPr/>
            </p14:nvContentPartPr>
            <p14:xfrm>
              <a:off x="2510995" y="1703083"/>
              <a:ext cx="197346" cy="219625"/>
            </p14:xfrm>
          </p:contentPart>
        </mc:Choice>
        <mc:Fallback>
          <p:sp>
            <p:nvSpPr>
              <p:cNvPr id="1050248" name=""/>
              <p:cNvSpPr/>
              <p:nvPr/>
            </p:nvSpPr>
            <p:spPr>
              <a:xfrm>
                <a:off x="2510995" y="1703083"/>
                <a:ext cx="197346" cy="219625"/>
              </a:xfrm>
            </p:spPr>
          </p:sp>
        </mc:Fallback>
      </mc:AlternateContent>
      <mc:AlternateContent xmlns:mc="http://schemas.openxmlformats.org/markup-compatibility/2006">
        <mc:Choice xmlns:p14="http://schemas.microsoft.com/office/powerpoint/2010/main" Requires="p14">
          <p:contentPart p14:bwMode="auto" r:id="rId56">
            <p14:nvContentPartPr>
              <p14:cNvPr id="1050249" name=""/>
              <p14:cNvContentPartPr/>
              <p14:nvPr/>
            </p14:nvContentPartPr>
            <p14:xfrm>
              <a:off x="1970770" y="2211559"/>
              <a:ext cx="647551" cy="14519"/>
            </p14:xfrm>
          </p:contentPart>
        </mc:Choice>
        <mc:Fallback>
          <p:sp>
            <p:nvSpPr>
              <p:cNvPr id="1050249" name=""/>
              <p:cNvSpPr/>
              <p:nvPr/>
            </p:nvSpPr>
            <p:spPr>
              <a:xfrm>
                <a:off x="1970770" y="2211559"/>
                <a:ext cx="647551" cy="14519"/>
              </a:xfrm>
            </p:spPr>
          </p:sp>
        </mc:Fallback>
      </mc:AlternateContent>
      <mc:AlternateContent xmlns:mc="http://schemas.openxmlformats.org/markup-compatibility/2006">
        <mc:Choice xmlns:p14="http://schemas.microsoft.com/office/powerpoint/2010/main" Requires="p14">
          <p:contentPart p14:bwMode="auto" r:id="rId57">
            <p14:nvContentPartPr>
              <p14:cNvPr id="1050250" name=""/>
              <p14:cNvContentPartPr/>
              <p14:nvPr/>
            </p14:nvContentPartPr>
            <p14:xfrm>
              <a:off x="2273158" y="2374088"/>
              <a:ext cx="24454" cy="436340"/>
            </p14:xfrm>
          </p:contentPart>
        </mc:Choice>
        <mc:Fallback>
          <p:sp>
            <p:nvSpPr>
              <p:cNvPr id="1050250" name=""/>
              <p:cNvSpPr/>
              <p:nvPr/>
            </p:nvSpPr>
            <p:spPr>
              <a:xfrm>
                <a:off x="2273158" y="2374088"/>
                <a:ext cx="24454" cy="436340"/>
              </a:xfrm>
            </p:spPr>
          </p:sp>
        </mc:Fallback>
      </mc:AlternateContent>
      <mc:AlternateContent xmlns:mc="http://schemas.openxmlformats.org/markup-compatibility/2006">
        <mc:Choice xmlns:p14="http://schemas.microsoft.com/office/powerpoint/2010/main" Requires="p14">
          <p:contentPart p14:bwMode="auto" r:id="rId58">
            <p14:nvContentPartPr>
              <p14:cNvPr id="1050251" name=""/>
              <p14:cNvContentPartPr/>
              <p14:nvPr/>
            </p14:nvContentPartPr>
            <p14:xfrm>
              <a:off x="2240657" y="2423869"/>
              <a:ext cx="169553" cy="120196"/>
            </p14:xfrm>
          </p:contentPart>
        </mc:Choice>
        <mc:Fallback>
          <p:sp>
            <p:nvSpPr>
              <p:cNvPr id="1050251" name=""/>
              <p:cNvSpPr/>
              <p:nvPr/>
            </p:nvSpPr>
            <p:spPr>
              <a:xfrm>
                <a:off x="2240657" y="2423869"/>
                <a:ext cx="169553" cy="120196"/>
              </a:xfrm>
            </p:spPr>
          </p:sp>
        </mc:Fallback>
      </mc:AlternateContent>
      <mc:AlternateContent xmlns:mc="http://schemas.openxmlformats.org/markup-compatibility/2006">
        <mc:Choice xmlns:p14="http://schemas.microsoft.com/office/powerpoint/2010/main" Requires="p14">
          <p:contentPart p14:bwMode="auto" r:id="rId59">
            <p14:nvContentPartPr>
              <p14:cNvPr id="1050252" name=""/>
              <p14:cNvContentPartPr/>
              <p14:nvPr/>
            </p14:nvContentPartPr>
            <p14:xfrm>
              <a:off x="2438004" y="2382327"/>
              <a:ext cx="93898" cy="170843"/>
            </p14:xfrm>
          </p:contentPart>
        </mc:Choice>
        <mc:Fallback>
          <p:sp>
            <p:nvSpPr>
              <p:cNvPr id="1050252" name=""/>
              <p:cNvSpPr/>
              <p:nvPr/>
            </p:nvSpPr>
            <p:spPr>
              <a:xfrm>
                <a:off x="2438004" y="2382327"/>
                <a:ext cx="93898" cy="170843"/>
              </a:xfrm>
            </p:spPr>
          </p:sp>
        </mc:Fallback>
      </mc:AlternateContent>
      <mc:AlternateContent xmlns:mc="http://schemas.openxmlformats.org/markup-compatibility/2006">
        <mc:Choice xmlns:p14="http://schemas.microsoft.com/office/powerpoint/2010/main" Requires="p14">
          <p:contentPart p14:bwMode="auto" r:id="rId60">
            <p14:nvContentPartPr>
              <p14:cNvPr id="1050253" name=""/>
              <p14:cNvContentPartPr/>
              <p14:nvPr/>
            </p14:nvContentPartPr>
            <p14:xfrm>
              <a:off x="2708529" y="1079510"/>
              <a:ext cx="182289" cy="172445"/>
            </p14:xfrm>
          </p:contentPart>
        </mc:Choice>
        <mc:Fallback>
          <p:sp>
            <p:nvSpPr>
              <p:cNvPr id="1050253" name=""/>
              <p:cNvSpPr/>
              <p:nvPr/>
            </p:nvSpPr>
            <p:spPr>
              <a:xfrm>
                <a:off x="2708529" y="1079510"/>
                <a:ext cx="182289" cy="172445"/>
              </a:xfrm>
            </p:spPr>
          </p:sp>
        </mc:Fallback>
      </mc:AlternateContent>
      <mc:AlternateContent xmlns:mc="http://schemas.openxmlformats.org/markup-compatibility/2006">
        <mc:Choice xmlns:p14="http://schemas.microsoft.com/office/powerpoint/2010/main" Requires="p14">
          <p:contentPart p14:bwMode="auto" r:id="rId61">
            <p14:nvContentPartPr>
              <p14:cNvPr id="1050254" name=""/>
              <p14:cNvContentPartPr/>
              <p14:nvPr/>
            </p14:nvContentPartPr>
            <p14:xfrm>
              <a:off x="2766464" y="1102066"/>
              <a:ext cx="128639" cy="158948"/>
            </p14:xfrm>
          </p:contentPart>
        </mc:Choice>
        <mc:Fallback>
          <p:sp>
            <p:nvSpPr>
              <p:cNvPr id="1050254" name=""/>
              <p:cNvSpPr/>
              <p:nvPr/>
            </p:nvSpPr>
            <p:spPr>
              <a:xfrm>
                <a:off x="2766464" y="1102066"/>
                <a:ext cx="128639" cy="158948"/>
              </a:xfrm>
            </p:spPr>
          </p:sp>
        </mc:Fallback>
      </mc:AlternateContent>
      <mc:AlternateContent xmlns:mc="http://schemas.openxmlformats.org/markup-compatibility/2006">
        <mc:Choice xmlns:p14="http://schemas.microsoft.com/office/powerpoint/2010/main" Requires="p14">
          <p:contentPart p14:bwMode="auto" r:id="rId62">
            <p14:nvContentPartPr>
              <p14:cNvPr id="1050255" name=""/>
              <p14:cNvContentPartPr/>
              <p14:nvPr/>
            </p14:nvContentPartPr>
            <p14:xfrm>
              <a:off x="6950837" y="1079510"/>
              <a:ext cx="153642" cy="118610"/>
            </p14:xfrm>
          </p:contentPart>
        </mc:Choice>
        <mc:Fallback>
          <p:sp>
            <p:nvSpPr>
              <p:cNvPr id="1050255" name=""/>
              <p:cNvSpPr/>
              <p:nvPr/>
            </p:nvSpPr>
            <p:spPr>
              <a:xfrm>
                <a:off x="6950837" y="1079510"/>
                <a:ext cx="153642" cy="118610"/>
              </a:xfrm>
            </p:spPr>
          </p:sp>
        </mc:Fallback>
      </mc:AlternateContent>
      <mc:AlternateContent xmlns:mc="http://schemas.openxmlformats.org/markup-compatibility/2006">
        <mc:Choice xmlns:p14="http://schemas.microsoft.com/office/powerpoint/2010/main" Requires="p14">
          <p:contentPart p14:bwMode="auto" r:id="rId63">
            <p14:nvContentPartPr>
              <p14:cNvPr id="1050256" name=""/>
              <p14:cNvContentPartPr/>
              <p14:nvPr/>
            </p14:nvContentPartPr>
            <p14:xfrm>
              <a:off x="7009411" y="1102066"/>
              <a:ext cx="87859" cy="169805"/>
            </p14:xfrm>
          </p:contentPart>
        </mc:Choice>
        <mc:Fallback>
          <p:sp>
            <p:nvSpPr>
              <p:cNvPr id="1050256" name=""/>
              <p:cNvSpPr/>
              <p:nvPr/>
            </p:nvSpPr>
            <p:spPr>
              <a:xfrm>
                <a:off x="7009411" y="1102066"/>
                <a:ext cx="87859" cy="169805"/>
              </a:xfrm>
            </p:spPr>
          </p:sp>
        </mc:Fallback>
      </mc:AlternateContent>
      <mc:AlternateContent xmlns:mc="http://schemas.openxmlformats.org/markup-compatibility/2006">
        <mc:Choice xmlns:p14="http://schemas.microsoft.com/office/powerpoint/2010/main" Requires="p14">
          <p:contentPart p14:bwMode="auto" r:id="rId64">
            <p14:nvContentPartPr>
              <p14:cNvPr id="1050257" name=""/>
              <p14:cNvContentPartPr/>
              <p14:nvPr/>
            </p14:nvContentPartPr>
            <p14:xfrm>
              <a:off x="3535123" y="222148"/>
              <a:ext cx="884965" cy="733935"/>
            </p14:xfrm>
          </p:contentPart>
        </mc:Choice>
        <mc:Fallback>
          <p:sp>
            <p:nvSpPr>
              <p:cNvPr id="1050257" name=""/>
              <p:cNvSpPr/>
              <p:nvPr/>
            </p:nvSpPr>
            <p:spPr>
              <a:xfrm>
                <a:off x="3535123" y="222148"/>
                <a:ext cx="884965" cy="733935"/>
              </a:xfrm>
            </p:spPr>
          </p:sp>
        </mc:Fallback>
      </mc:AlternateContent>
      <mc:AlternateContent xmlns:mc="http://schemas.openxmlformats.org/markup-compatibility/2006">
        <mc:Choice xmlns:p14="http://schemas.microsoft.com/office/powerpoint/2010/main" Requires="p14">
          <p:contentPart p14:bwMode="auto" r:id="rId65">
            <p14:nvContentPartPr>
              <p14:cNvPr id="1050258" name=""/>
              <p14:cNvContentPartPr/>
              <p14:nvPr/>
            </p14:nvContentPartPr>
            <p14:xfrm>
              <a:off x="7578922" y="376119"/>
              <a:ext cx="582553" cy="592382"/>
            </p14:xfrm>
          </p:contentPart>
        </mc:Choice>
        <mc:Fallback>
          <p:sp>
            <p:nvSpPr>
              <p:cNvPr id="1050258" name=""/>
              <p:cNvSpPr/>
              <p:nvPr/>
            </p:nvSpPr>
            <p:spPr>
              <a:xfrm>
                <a:off x="7578922" y="376119"/>
                <a:ext cx="582553" cy="592382"/>
              </a:xfrm>
            </p:spPr>
          </p:sp>
        </mc:Fallback>
      </mc:AlternateContent>
      <mc:AlternateContent xmlns:mc="http://schemas.openxmlformats.org/markup-compatibility/2006">
        <mc:Choice xmlns:p14="http://schemas.microsoft.com/office/powerpoint/2010/main" Requires="p14">
          <p:contentPart p14:bwMode="auto" r:id="rId66">
            <p14:nvContentPartPr>
              <p14:cNvPr id="1050259" name=""/>
              <p14:cNvContentPartPr/>
              <p14:nvPr/>
            </p14:nvContentPartPr>
            <p14:xfrm>
              <a:off x="2920105" y="2152074"/>
              <a:ext cx="235800" cy="2028"/>
            </p14:xfrm>
          </p:contentPart>
        </mc:Choice>
        <mc:Fallback>
          <p:sp>
            <p:nvSpPr>
              <p:cNvPr id="1050259" name=""/>
              <p:cNvSpPr/>
              <p:nvPr/>
            </p:nvSpPr>
            <p:spPr>
              <a:xfrm>
                <a:off x="2920105" y="2152074"/>
                <a:ext cx="235800" cy="2028"/>
              </a:xfrm>
            </p:spPr>
          </p:sp>
        </mc:Fallback>
      </mc:AlternateContent>
      <mc:AlternateContent xmlns:mc="http://schemas.openxmlformats.org/markup-compatibility/2006">
        <mc:Choice xmlns:p14="http://schemas.microsoft.com/office/powerpoint/2010/main" Requires="p14">
          <p:contentPart p14:bwMode="auto" r:id="rId67">
            <p14:nvContentPartPr>
              <p14:cNvPr id="1050260" name=""/>
              <p14:cNvContentPartPr/>
              <p14:nvPr/>
            </p14:nvContentPartPr>
            <p14:xfrm>
              <a:off x="2977951" y="2070719"/>
              <a:ext cx="29563" cy="200147"/>
            </p14:xfrm>
          </p:contentPart>
        </mc:Choice>
        <mc:Fallback>
          <p:sp>
            <p:nvSpPr>
              <p:cNvPr id="1050260" name=""/>
              <p:cNvSpPr/>
              <p:nvPr/>
            </p:nvSpPr>
            <p:spPr>
              <a:xfrm>
                <a:off x="2977951" y="2070719"/>
                <a:ext cx="29563" cy="200147"/>
              </a:xfrm>
            </p:spPr>
          </p:sp>
        </mc:Fallback>
      </mc:AlternateContent>
      <mc:AlternateContent xmlns:mc="http://schemas.openxmlformats.org/markup-compatibility/2006">
        <mc:Choice xmlns:p14="http://schemas.microsoft.com/office/powerpoint/2010/main" Requires="p14">
          <p:contentPart p14:bwMode="auto" r:id="rId68">
            <p14:nvContentPartPr>
              <p14:cNvPr id="1050261" name=""/>
              <p14:cNvContentPartPr/>
              <p14:nvPr/>
            </p14:nvContentPartPr>
            <p14:xfrm>
              <a:off x="3504034" y="1806806"/>
              <a:ext cx="35364" cy="249806"/>
            </p14:xfrm>
          </p:contentPart>
        </mc:Choice>
        <mc:Fallback>
          <p:sp>
            <p:nvSpPr>
              <p:cNvPr id="1050261" name=""/>
              <p:cNvSpPr/>
              <p:nvPr/>
            </p:nvSpPr>
            <p:spPr>
              <a:xfrm>
                <a:off x="3504034" y="1806806"/>
                <a:ext cx="35364" cy="249806"/>
              </a:xfrm>
            </p:spPr>
          </p:sp>
        </mc:Fallback>
      </mc:AlternateContent>
      <mc:AlternateContent xmlns:mc="http://schemas.openxmlformats.org/markup-compatibility/2006">
        <mc:Choice xmlns:p14="http://schemas.microsoft.com/office/powerpoint/2010/main" Requires="p14">
          <p:contentPart p14:bwMode="auto" r:id="rId69">
            <p14:nvContentPartPr>
              <p14:cNvPr id="1050262" name=""/>
              <p14:cNvContentPartPr/>
              <p14:nvPr/>
            </p14:nvContentPartPr>
            <p14:xfrm>
              <a:off x="3387339" y="2173384"/>
              <a:ext cx="251610" cy="26310"/>
            </p14:xfrm>
          </p:contentPart>
        </mc:Choice>
        <mc:Fallback>
          <p:sp>
            <p:nvSpPr>
              <p:cNvPr id="1050262" name=""/>
              <p:cNvSpPr/>
              <p:nvPr/>
            </p:nvSpPr>
            <p:spPr>
              <a:xfrm>
                <a:off x="3387339" y="2173384"/>
                <a:ext cx="251610" cy="26310"/>
              </a:xfrm>
            </p:spPr>
          </p:sp>
        </mc:Fallback>
      </mc:AlternateContent>
      <mc:AlternateContent xmlns:mc="http://schemas.openxmlformats.org/markup-compatibility/2006">
        <mc:Choice xmlns:p14="http://schemas.microsoft.com/office/powerpoint/2010/main" Requires="p14">
          <p:contentPart p14:bwMode="auto" r:id="rId70">
            <p14:nvContentPartPr>
              <p14:cNvPr id="1050263" name=""/>
              <p14:cNvContentPartPr/>
              <p14:nvPr/>
            </p14:nvContentPartPr>
            <p14:xfrm>
              <a:off x="3398527" y="2311150"/>
              <a:ext cx="171288" cy="236456"/>
            </p14:xfrm>
          </p:contentPart>
        </mc:Choice>
        <mc:Fallback>
          <p:sp>
            <p:nvSpPr>
              <p:cNvPr id="1050263" name=""/>
              <p:cNvSpPr/>
              <p:nvPr/>
            </p:nvSpPr>
            <p:spPr>
              <a:xfrm>
                <a:off x="3398527" y="2311150"/>
                <a:ext cx="171288" cy="236456"/>
              </a:xfrm>
            </p:spPr>
          </p:sp>
        </mc:Fallback>
      </mc:AlternateContent>
      <mc:AlternateContent xmlns:mc="http://schemas.openxmlformats.org/markup-compatibility/2006">
        <mc:Choice xmlns:p14="http://schemas.microsoft.com/office/powerpoint/2010/main" Requires="p14">
          <p:contentPart p14:bwMode="auto" r:id="rId71">
            <p14:nvContentPartPr>
              <p14:cNvPr id="1050264" name=""/>
              <p14:cNvContentPartPr/>
              <p14:nvPr/>
            </p14:nvContentPartPr>
            <p14:xfrm>
              <a:off x="3767163" y="1989618"/>
              <a:ext cx="214308" cy="155627"/>
            </p14:xfrm>
          </p:contentPart>
        </mc:Choice>
        <mc:Fallback>
          <p:sp>
            <p:nvSpPr>
              <p:cNvPr id="1050264" name=""/>
              <p:cNvSpPr/>
              <p:nvPr/>
            </p:nvSpPr>
            <p:spPr>
              <a:xfrm>
                <a:off x="3767163" y="1989618"/>
                <a:ext cx="214308" cy="155627"/>
              </a:xfrm>
            </p:spPr>
          </p:sp>
        </mc:Fallback>
      </mc:AlternateContent>
      <mc:AlternateContent xmlns:mc="http://schemas.openxmlformats.org/markup-compatibility/2006">
        <mc:Choice xmlns:p14="http://schemas.microsoft.com/office/powerpoint/2010/main" Requires="p14">
          <p:contentPart p14:bwMode="auto" r:id="rId72">
            <p14:nvContentPartPr>
              <p14:cNvPr id="1050265" name=""/>
              <p14:cNvContentPartPr/>
              <p14:nvPr/>
            </p14:nvContentPartPr>
            <p14:xfrm>
              <a:off x="4100584" y="1900913"/>
              <a:ext cx="215054" cy="240049"/>
            </p14:xfrm>
          </p:contentPart>
        </mc:Choice>
        <mc:Fallback>
          <p:sp>
            <p:nvSpPr>
              <p:cNvPr id="1050265" name=""/>
              <p:cNvSpPr/>
              <p:nvPr/>
            </p:nvSpPr>
            <p:spPr>
              <a:xfrm>
                <a:off x="4100584" y="1900913"/>
                <a:ext cx="215054" cy="240049"/>
              </a:xfrm>
            </p:spPr>
          </p:sp>
        </mc:Fallback>
      </mc:AlternateContent>
      <mc:AlternateContent xmlns:mc="http://schemas.openxmlformats.org/markup-compatibility/2006">
        <mc:Choice xmlns:p14="http://schemas.microsoft.com/office/powerpoint/2010/main" Requires="p14">
          <p:contentPart p14:bwMode="auto" r:id="rId73">
            <p14:nvContentPartPr>
              <p14:cNvPr id="1050266" name=""/>
              <p14:cNvContentPartPr/>
              <p14:nvPr/>
            </p14:nvContentPartPr>
            <p14:xfrm>
              <a:off x="4307387" y="1745303"/>
              <a:ext cx="224235" cy="215539"/>
            </p14:xfrm>
          </p:contentPart>
        </mc:Choice>
        <mc:Fallback>
          <p:sp>
            <p:nvSpPr>
              <p:cNvPr id="1050266" name=""/>
              <p:cNvSpPr/>
              <p:nvPr/>
            </p:nvSpPr>
            <p:spPr>
              <a:xfrm>
                <a:off x="4307387" y="1745303"/>
                <a:ext cx="224235" cy="215539"/>
              </a:xfrm>
            </p:spPr>
          </p:sp>
        </mc:Fallback>
      </mc:AlternateContent>
      <mc:AlternateContent xmlns:mc="http://schemas.openxmlformats.org/markup-compatibility/2006">
        <mc:Choice xmlns:p14="http://schemas.microsoft.com/office/powerpoint/2010/main" Requires="p14">
          <p:contentPart p14:bwMode="auto" r:id="rId74">
            <p14:nvContentPartPr>
              <p14:cNvPr id="1050267" name=""/>
              <p14:cNvContentPartPr/>
              <p14:nvPr/>
            </p14:nvContentPartPr>
            <p14:xfrm>
              <a:off x="3828116" y="2203776"/>
              <a:ext cx="581549" cy="44975"/>
            </p14:xfrm>
          </p:contentPart>
        </mc:Choice>
        <mc:Fallback>
          <p:sp>
            <p:nvSpPr>
              <p:cNvPr id="1050267" name=""/>
              <p:cNvSpPr/>
              <p:nvPr/>
            </p:nvSpPr>
            <p:spPr>
              <a:xfrm>
                <a:off x="3828116" y="2203776"/>
                <a:ext cx="581549" cy="44975"/>
              </a:xfrm>
            </p:spPr>
          </p:sp>
        </mc:Fallback>
      </mc:AlternateContent>
      <mc:AlternateContent xmlns:mc="http://schemas.openxmlformats.org/markup-compatibility/2006">
        <mc:Choice xmlns:p14="http://schemas.microsoft.com/office/powerpoint/2010/main" Requires="p14">
          <p:contentPart p14:bwMode="auto" r:id="rId75">
            <p14:nvContentPartPr>
              <p14:cNvPr id="1050268" name=""/>
              <p14:cNvContentPartPr/>
              <p14:nvPr/>
            </p14:nvContentPartPr>
            <p14:xfrm>
              <a:off x="4013849" y="2360580"/>
              <a:ext cx="142241" cy="366700"/>
            </p14:xfrm>
          </p:contentPart>
        </mc:Choice>
        <mc:Fallback>
          <p:sp>
            <p:nvSpPr>
              <p:cNvPr id="1050268" name=""/>
              <p:cNvSpPr/>
              <p:nvPr/>
            </p:nvSpPr>
            <p:spPr>
              <a:xfrm>
                <a:off x="4013849" y="2360580"/>
                <a:ext cx="142241" cy="366700"/>
              </a:xfrm>
            </p:spPr>
          </p:sp>
        </mc:Fallback>
      </mc:AlternateContent>
      <mc:AlternateContent xmlns:mc="http://schemas.openxmlformats.org/markup-compatibility/2006">
        <mc:Choice xmlns:p14="http://schemas.microsoft.com/office/powerpoint/2010/main" Requires="p14">
          <p:contentPart p14:bwMode="auto" r:id="rId76">
            <p14:nvContentPartPr>
              <p14:cNvPr id="1050269" name=""/>
              <p14:cNvContentPartPr/>
              <p14:nvPr/>
            </p14:nvContentPartPr>
            <p14:xfrm>
              <a:off x="4221273" y="2305272"/>
              <a:ext cx="102101" cy="158417"/>
            </p14:xfrm>
          </p:contentPart>
        </mc:Choice>
        <mc:Fallback>
          <p:sp>
            <p:nvSpPr>
              <p:cNvPr id="1050269" name=""/>
              <p:cNvSpPr/>
              <p:nvPr/>
            </p:nvSpPr>
            <p:spPr>
              <a:xfrm>
                <a:off x="4221273" y="2305272"/>
                <a:ext cx="102101" cy="158417"/>
              </a:xfrm>
            </p:spPr>
          </p:sp>
        </mc:Fallback>
      </mc:AlternateContent>
      <mc:AlternateContent xmlns:mc="http://schemas.openxmlformats.org/markup-compatibility/2006">
        <mc:Choice xmlns:p14="http://schemas.microsoft.com/office/powerpoint/2010/main" Requires="p14">
          <p:contentPart p14:bwMode="auto" r:id="rId77">
            <p14:nvContentPartPr>
              <p14:cNvPr id="1050270" name=""/>
              <p14:cNvContentPartPr/>
              <p14:nvPr/>
            </p14:nvContentPartPr>
            <p14:xfrm>
              <a:off x="4657287" y="2000233"/>
              <a:ext cx="241689" cy="234101"/>
            </p14:xfrm>
          </p:contentPart>
        </mc:Choice>
        <mc:Fallback>
          <p:sp>
            <p:nvSpPr>
              <p:cNvPr id="1050270" name=""/>
              <p:cNvSpPr/>
              <p:nvPr/>
            </p:nvSpPr>
            <p:spPr>
              <a:xfrm>
                <a:off x="4657287" y="2000233"/>
                <a:ext cx="241689" cy="234101"/>
              </a:xfrm>
            </p:spPr>
          </p:sp>
        </mc:Fallback>
      </mc:AlternateContent>
      <mc:AlternateContent xmlns:mc="http://schemas.openxmlformats.org/markup-compatibility/2006">
        <mc:Choice xmlns:p14="http://schemas.microsoft.com/office/powerpoint/2010/main" Requires="p14">
          <p:contentPart p14:bwMode="auto" r:id="rId78">
            <p14:nvContentPartPr>
              <p14:cNvPr id="1050271" name=""/>
              <p14:cNvContentPartPr/>
              <p14:nvPr/>
            </p14:nvContentPartPr>
            <p14:xfrm>
              <a:off x="4884558" y="1792903"/>
              <a:ext cx="235458" cy="190911"/>
            </p14:xfrm>
          </p:contentPart>
        </mc:Choice>
        <mc:Fallback>
          <p:sp>
            <p:nvSpPr>
              <p:cNvPr id="1050271" name=""/>
              <p:cNvSpPr/>
              <p:nvPr/>
            </p:nvSpPr>
            <p:spPr>
              <a:xfrm>
                <a:off x="4884558" y="1792903"/>
                <a:ext cx="235458" cy="190911"/>
              </a:xfrm>
            </p:spPr>
          </p:sp>
        </mc:Fallback>
      </mc:AlternateContent>
      <mc:AlternateContent xmlns:mc="http://schemas.openxmlformats.org/markup-compatibility/2006">
        <mc:Choice xmlns:p14="http://schemas.microsoft.com/office/powerpoint/2010/main" Requires="p14">
          <p:contentPart p14:bwMode="auto" r:id="rId79">
            <p14:nvContentPartPr>
              <p14:cNvPr id="1050272" name=""/>
              <p14:cNvContentPartPr/>
              <p14:nvPr/>
            </p14:nvContentPartPr>
            <p14:xfrm>
              <a:off x="1035853" y="3439049"/>
              <a:ext cx="178601" cy="22252"/>
            </p14:xfrm>
          </p:contentPart>
        </mc:Choice>
        <mc:Fallback>
          <p:sp>
            <p:nvSpPr>
              <p:cNvPr id="1050272" name=""/>
              <p:cNvSpPr/>
              <p:nvPr/>
            </p:nvSpPr>
            <p:spPr>
              <a:xfrm>
                <a:off x="1035853" y="3439049"/>
                <a:ext cx="178601" cy="22252"/>
              </a:xfrm>
            </p:spPr>
          </p:sp>
        </mc:Fallback>
      </mc:AlternateContent>
      <mc:AlternateContent xmlns:mc="http://schemas.openxmlformats.org/markup-compatibility/2006">
        <mc:Choice xmlns:p14="http://schemas.microsoft.com/office/powerpoint/2010/main" Requires="p14">
          <p:contentPart p14:bwMode="auto" r:id="rId80">
            <p14:nvContentPartPr>
              <p14:cNvPr id="1050273" name=""/>
              <p14:cNvContentPartPr/>
              <p14:nvPr/>
            </p14:nvContentPartPr>
            <p14:xfrm>
              <a:off x="999357" y="3594606"/>
              <a:ext cx="233634" cy="22106"/>
            </p14:xfrm>
          </p:contentPart>
        </mc:Choice>
        <mc:Fallback>
          <p:sp>
            <p:nvSpPr>
              <p:cNvPr id="1050273" name=""/>
              <p:cNvSpPr/>
              <p:nvPr/>
            </p:nvSpPr>
            <p:spPr>
              <a:xfrm>
                <a:off x="999357" y="3594606"/>
                <a:ext cx="233634" cy="22106"/>
              </a:xfrm>
            </p:spPr>
          </p:sp>
        </mc:Fallback>
      </mc:AlternateContent>
      <mc:AlternateContent xmlns:mc="http://schemas.openxmlformats.org/markup-compatibility/2006">
        <mc:Choice xmlns:p14="http://schemas.microsoft.com/office/powerpoint/2010/main" Requires="p14">
          <p:contentPart p14:bwMode="auto" r:id="rId81">
            <p14:nvContentPartPr>
              <p14:cNvPr id="1050274" name=""/>
              <p14:cNvContentPartPr/>
              <p14:nvPr/>
            </p14:nvContentPartPr>
            <p14:xfrm>
              <a:off x="1503086" y="3169127"/>
              <a:ext cx="117382" cy="285713"/>
            </p14:xfrm>
          </p:contentPart>
        </mc:Choice>
        <mc:Fallback>
          <p:sp>
            <p:nvSpPr>
              <p:cNvPr id="1050274" name=""/>
              <p:cNvSpPr/>
              <p:nvPr/>
            </p:nvSpPr>
            <p:spPr>
              <a:xfrm>
                <a:off x="1503086" y="3169127"/>
                <a:ext cx="117382" cy="285713"/>
              </a:xfrm>
            </p:spPr>
          </p:sp>
        </mc:Fallback>
      </mc:AlternateContent>
      <mc:AlternateContent xmlns:mc="http://schemas.openxmlformats.org/markup-compatibility/2006">
        <mc:Choice xmlns:p14="http://schemas.microsoft.com/office/powerpoint/2010/main" Requires="p14">
          <p:contentPart p14:bwMode="auto" r:id="rId82">
            <p14:nvContentPartPr>
              <p14:cNvPr id="1050275" name=""/>
              <p14:cNvContentPartPr/>
              <p14:nvPr/>
            </p14:nvContentPartPr>
            <p14:xfrm>
              <a:off x="1459382" y="3565546"/>
              <a:ext cx="265166" cy="7067"/>
            </p14:xfrm>
          </p:contentPart>
        </mc:Choice>
        <mc:Fallback>
          <p:sp>
            <p:nvSpPr>
              <p:cNvPr id="1050275" name=""/>
              <p:cNvSpPr/>
              <p:nvPr/>
            </p:nvSpPr>
            <p:spPr>
              <a:xfrm>
                <a:off x="1459382" y="3565546"/>
                <a:ext cx="265166" cy="7067"/>
              </a:xfrm>
            </p:spPr>
          </p:sp>
        </mc:Fallback>
      </mc:AlternateContent>
      <mc:AlternateContent xmlns:mc="http://schemas.openxmlformats.org/markup-compatibility/2006">
        <mc:Choice xmlns:p14="http://schemas.microsoft.com/office/powerpoint/2010/main" Requires="p14">
          <p:contentPart p14:bwMode="auto" r:id="rId83">
            <p14:nvContentPartPr>
              <p14:cNvPr id="1050276" name=""/>
              <p14:cNvContentPartPr/>
              <p14:nvPr/>
            </p14:nvContentPartPr>
            <p14:xfrm>
              <a:off x="1488668" y="3683114"/>
              <a:ext cx="189687" cy="280274"/>
            </p14:xfrm>
          </p:contentPart>
        </mc:Choice>
        <mc:Fallback>
          <p:sp>
            <p:nvSpPr>
              <p:cNvPr id="1050276" name=""/>
              <p:cNvSpPr/>
              <p:nvPr/>
            </p:nvSpPr>
            <p:spPr>
              <a:xfrm>
                <a:off x="1488668" y="3683114"/>
                <a:ext cx="189687" cy="280274"/>
              </a:xfrm>
            </p:spPr>
          </p:sp>
        </mc:Fallback>
      </mc:AlternateContent>
      <mc:AlternateContent xmlns:mc="http://schemas.openxmlformats.org/markup-compatibility/2006">
        <mc:Choice xmlns:p14="http://schemas.microsoft.com/office/powerpoint/2010/main" Requires="p14">
          <p:contentPart p14:bwMode="auto" r:id="rId84">
            <p14:nvContentPartPr>
              <p14:cNvPr id="1050277" name=""/>
              <p14:cNvContentPartPr/>
              <p14:nvPr/>
            </p14:nvContentPartPr>
            <p14:xfrm>
              <a:off x="1787842" y="3349148"/>
              <a:ext cx="286208" cy="195317"/>
            </p14:xfrm>
          </p:contentPart>
        </mc:Choice>
        <mc:Fallback>
          <p:sp>
            <p:nvSpPr>
              <p:cNvPr id="1050277" name=""/>
              <p:cNvSpPr/>
              <p:nvPr/>
            </p:nvSpPr>
            <p:spPr>
              <a:xfrm>
                <a:off x="1787842" y="3349148"/>
                <a:ext cx="286208" cy="195317"/>
              </a:xfrm>
            </p:spPr>
          </p:sp>
        </mc:Fallback>
      </mc:AlternateContent>
      <mc:AlternateContent xmlns:mc="http://schemas.openxmlformats.org/markup-compatibility/2006">
        <mc:Choice xmlns:p14="http://schemas.microsoft.com/office/powerpoint/2010/main" Requires="p14">
          <p:contentPart p14:bwMode="auto" r:id="rId85">
            <p14:nvContentPartPr>
              <p14:cNvPr id="1050278" name=""/>
              <p14:cNvContentPartPr/>
              <p14:nvPr/>
            </p14:nvContentPartPr>
            <p14:xfrm>
              <a:off x="2198265" y="3320692"/>
              <a:ext cx="210451" cy="207504"/>
            </p14:xfrm>
          </p:contentPart>
        </mc:Choice>
        <mc:Fallback>
          <p:sp>
            <p:nvSpPr>
              <p:cNvPr id="1050278" name=""/>
              <p:cNvSpPr/>
              <p:nvPr/>
            </p:nvSpPr>
            <p:spPr>
              <a:xfrm>
                <a:off x="2198265" y="3320692"/>
                <a:ext cx="210451" cy="207504"/>
              </a:xfrm>
            </p:spPr>
          </p:sp>
        </mc:Fallback>
      </mc:AlternateContent>
      <mc:AlternateContent xmlns:mc="http://schemas.openxmlformats.org/markup-compatibility/2006">
        <mc:Choice xmlns:p14="http://schemas.microsoft.com/office/powerpoint/2010/main" Requires="p14">
          <p:contentPart p14:bwMode="auto" r:id="rId86">
            <p14:nvContentPartPr>
              <p14:cNvPr id="1050279" name=""/>
              <p14:cNvContentPartPr/>
              <p14:nvPr/>
            </p14:nvContentPartPr>
            <p14:xfrm>
              <a:off x="2372221" y="3119071"/>
              <a:ext cx="255469" cy="194271"/>
            </p14:xfrm>
          </p:contentPart>
        </mc:Choice>
        <mc:Fallback>
          <p:sp>
            <p:nvSpPr>
              <p:cNvPr id="1050279" name=""/>
              <p:cNvSpPr/>
              <p:nvPr/>
            </p:nvSpPr>
            <p:spPr>
              <a:xfrm>
                <a:off x="2372221" y="3119071"/>
                <a:ext cx="255469" cy="194271"/>
              </a:xfrm>
            </p:spPr>
          </p:sp>
        </mc:Fallback>
      </mc:AlternateContent>
      <mc:AlternateContent xmlns:mc="http://schemas.openxmlformats.org/markup-compatibility/2006">
        <mc:Choice xmlns:p14="http://schemas.microsoft.com/office/powerpoint/2010/main" Requires="p14">
          <p:contentPart p14:bwMode="auto" r:id="rId87">
            <p14:nvContentPartPr>
              <p14:cNvPr id="1050280" name=""/>
              <p14:cNvContentPartPr/>
              <p14:nvPr/>
            </p14:nvContentPartPr>
            <p14:xfrm>
              <a:off x="1858166" y="3572613"/>
              <a:ext cx="667247" cy="78001"/>
            </p14:xfrm>
          </p:contentPart>
        </mc:Choice>
        <mc:Fallback>
          <p:sp>
            <p:nvSpPr>
              <p:cNvPr id="1050280" name=""/>
              <p:cNvSpPr/>
              <p:nvPr/>
            </p:nvSpPr>
            <p:spPr>
              <a:xfrm>
                <a:off x="1858166" y="3572613"/>
                <a:ext cx="667247" cy="78001"/>
              </a:xfrm>
            </p:spPr>
          </p:sp>
        </mc:Fallback>
      </mc:AlternateContent>
      <mc:AlternateContent xmlns:mc="http://schemas.openxmlformats.org/markup-compatibility/2006">
        <mc:Choice xmlns:p14="http://schemas.microsoft.com/office/powerpoint/2010/main" Requires="p14">
          <p:contentPart p14:bwMode="auto" r:id="rId88">
            <p14:nvContentPartPr>
              <p14:cNvPr id="1050281" name=""/>
              <p14:cNvContentPartPr/>
              <p14:nvPr/>
            </p14:nvContentPartPr>
            <p14:xfrm>
              <a:off x="2101506" y="3818000"/>
              <a:ext cx="155977" cy="417028"/>
            </p14:xfrm>
          </p:contentPart>
        </mc:Choice>
        <mc:Fallback>
          <p:sp>
            <p:nvSpPr>
              <p:cNvPr id="1050281" name=""/>
              <p:cNvSpPr/>
              <p:nvPr/>
            </p:nvSpPr>
            <p:spPr>
              <a:xfrm>
                <a:off x="2101506" y="3818000"/>
                <a:ext cx="155977" cy="417028"/>
              </a:xfrm>
            </p:spPr>
          </p:sp>
        </mc:Fallback>
      </mc:AlternateContent>
      <mc:AlternateContent xmlns:mc="http://schemas.openxmlformats.org/markup-compatibility/2006">
        <mc:Choice xmlns:p14="http://schemas.microsoft.com/office/powerpoint/2010/main" Requires="p14">
          <p:contentPart p14:bwMode="auto" r:id="rId89">
            <p14:nvContentPartPr>
              <p14:cNvPr id="1050282" name=""/>
              <p14:cNvContentPartPr/>
              <p14:nvPr/>
            </p14:nvContentPartPr>
            <p14:xfrm>
              <a:off x="2292021" y="3710473"/>
              <a:ext cx="201147" cy="201879"/>
            </p14:xfrm>
          </p:contentPart>
        </mc:Choice>
        <mc:Fallback>
          <p:sp>
            <p:nvSpPr>
              <p:cNvPr id="1050282" name=""/>
              <p:cNvSpPr/>
              <p:nvPr/>
            </p:nvSpPr>
            <p:spPr>
              <a:xfrm>
                <a:off x="2292021" y="3710473"/>
                <a:ext cx="201147" cy="201879"/>
              </a:xfrm>
            </p:spPr>
          </p:sp>
        </mc:Fallback>
      </mc:AlternateContent>
      <mc:AlternateContent xmlns:mc="http://schemas.openxmlformats.org/markup-compatibility/2006">
        <mc:Choice xmlns:p14="http://schemas.microsoft.com/office/powerpoint/2010/main" Requires="p14">
          <p:contentPart p14:bwMode="auto" r:id="rId90">
            <p14:nvContentPartPr>
              <p14:cNvPr id="1050283" name=""/>
              <p14:cNvContentPartPr/>
              <p14:nvPr/>
            </p14:nvContentPartPr>
            <p14:xfrm>
              <a:off x="2769963" y="3130104"/>
              <a:ext cx="115900" cy="953775"/>
            </p14:xfrm>
          </p:contentPart>
        </mc:Choice>
        <mc:Fallback>
          <p:sp>
            <p:nvSpPr>
              <p:cNvPr id="1050283" name=""/>
              <p:cNvSpPr/>
              <p:nvPr/>
            </p:nvSpPr>
            <p:spPr>
              <a:xfrm>
                <a:off x="2769963" y="3130104"/>
                <a:ext cx="115900" cy="953775"/>
              </a:xfrm>
            </p:spPr>
          </p:sp>
        </mc:Fallback>
      </mc:AlternateContent>
      <mc:AlternateContent xmlns:mc="http://schemas.openxmlformats.org/markup-compatibility/2006">
        <mc:Choice xmlns:p14="http://schemas.microsoft.com/office/powerpoint/2010/main" Requires="p14">
          <p:contentPart p14:bwMode="auto" r:id="rId91">
            <p14:nvContentPartPr>
              <p14:cNvPr id="1050284" name=""/>
              <p14:cNvContentPartPr/>
              <p14:nvPr/>
            </p14:nvContentPartPr>
            <p14:xfrm>
              <a:off x="2978228" y="3437470"/>
              <a:ext cx="146220" cy="304622"/>
            </p14:xfrm>
          </p:contentPart>
        </mc:Choice>
        <mc:Fallback>
          <p:sp>
            <p:nvSpPr>
              <p:cNvPr id="1050284" name=""/>
              <p:cNvSpPr/>
              <p:nvPr/>
            </p:nvSpPr>
            <p:spPr>
              <a:xfrm>
                <a:off x="2978228" y="3437470"/>
                <a:ext cx="146220" cy="304622"/>
              </a:xfrm>
            </p:spPr>
          </p:sp>
        </mc:Fallback>
      </mc:AlternateContent>
      <mc:AlternateContent xmlns:mc="http://schemas.openxmlformats.org/markup-compatibility/2006">
        <mc:Choice xmlns:p14="http://schemas.microsoft.com/office/powerpoint/2010/main" Requires="p14">
          <p:contentPart p14:bwMode="auto" r:id="rId92">
            <p14:nvContentPartPr>
              <p14:cNvPr id="1050285" name=""/>
              <p14:cNvContentPartPr/>
              <p14:nvPr/>
            </p14:nvContentPartPr>
            <p14:xfrm>
              <a:off x="3095374" y="3260800"/>
              <a:ext cx="264594" cy="186645"/>
            </p14:xfrm>
          </p:contentPart>
        </mc:Choice>
        <mc:Fallback>
          <p:sp>
            <p:nvSpPr>
              <p:cNvPr id="1050285" name=""/>
              <p:cNvSpPr/>
              <p:nvPr/>
            </p:nvSpPr>
            <p:spPr>
              <a:xfrm>
                <a:off x="3095374" y="3260800"/>
                <a:ext cx="264594" cy="186645"/>
              </a:xfrm>
            </p:spPr>
          </p:sp>
        </mc:Fallback>
      </mc:AlternateContent>
      <mc:AlternateContent xmlns:mc="http://schemas.openxmlformats.org/markup-compatibility/2006">
        <mc:Choice xmlns:p14="http://schemas.microsoft.com/office/powerpoint/2010/main" Requires="p14">
          <p:contentPart p14:bwMode="auto" r:id="rId93">
            <p14:nvContentPartPr>
              <p14:cNvPr id="1050286" name=""/>
              <p14:cNvContentPartPr/>
              <p14:nvPr/>
            </p14:nvContentPartPr>
            <p14:xfrm>
              <a:off x="3416625" y="3653714"/>
              <a:ext cx="196895" cy="1716"/>
            </p14:xfrm>
          </p:contentPart>
        </mc:Choice>
        <mc:Fallback>
          <p:sp>
            <p:nvSpPr>
              <p:cNvPr id="1050286" name=""/>
              <p:cNvSpPr/>
              <p:nvPr/>
            </p:nvSpPr>
            <p:spPr>
              <a:xfrm>
                <a:off x="3416625" y="3653714"/>
                <a:ext cx="196895" cy="1716"/>
              </a:xfrm>
            </p:spPr>
          </p:sp>
        </mc:Fallback>
      </mc:AlternateContent>
      <mc:AlternateContent xmlns:mc="http://schemas.openxmlformats.org/markup-compatibility/2006">
        <mc:Choice xmlns:p14="http://schemas.microsoft.com/office/powerpoint/2010/main" Requires="p14">
          <p:contentPart p14:bwMode="auto" r:id="rId94">
            <p14:nvContentPartPr>
              <p14:cNvPr id="1050287" name=""/>
              <p14:cNvContentPartPr/>
              <p14:nvPr/>
            </p14:nvContentPartPr>
            <p14:xfrm>
              <a:off x="3745085" y="3457633"/>
              <a:ext cx="124650" cy="257084"/>
            </p14:xfrm>
          </p:contentPart>
        </mc:Choice>
        <mc:Fallback>
          <p:sp>
            <p:nvSpPr>
              <p:cNvPr id="1050287" name=""/>
              <p:cNvSpPr/>
              <p:nvPr/>
            </p:nvSpPr>
            <p:spPr>
              <a:xfrm>
                <a:off x="3745085" y="3457633"/>
                <a:ext cx="124650" cy="257084"/>
              </a:xfrm>
            </p:spPr>
          </p:sp>
        </mc:Fallback>
      </mc:AlternateContent>
      <mc:AlternateContent xmlns:mc="http://schemas.openxmlformats.org/markup-compatibility/2006">
        <mc:Choice xmlns:p14="http://schemas.microsoft.com/office/powerpoint/2010/main" Requires="p14">
          <p:contentPart p14:bwMode="auto" r:id="rId95">
            <p14:nvContentPartPr>
              <p14:cNvPr id="1050288" name=""/>
              <p14:cNvContentPartPr/>
              <p14:nvPr/>
            </p14:nvContentPartPr>
            <p14:xfrm>
              <a:off x="3969015" y="3202335"/>
              <a:ext cx="195089" cy="696823"/>
            </p14:xfrm>
          </p:contentPart>
        </mc:Choice>
        <mc:Fallback>
          <p:sp>
            <p:nvSpPr>
              <p:cNvPr id="1050288" name=""/>
              <p:cNvSpPr/>
              <p:nvPr/>
            </p:nvSpPr>
            <p:spPr>
              <a:xfrm>
                <a:off x="3969015" y="3202335"/>
                <a:ext cx="195089" cy="696823"/>
              </a:xfrm>
            </p:spPr>
          </p:sp>
        </mc:Fallback>
      </mc:AlternateContent>
      <mc:AlternateContent xmlns:mc="http://schemas.openxmlformats.org/markup-compatibility/2006">
        <mc:Choice xmlns:p14="http://schemas.microsoft.com/office/powerpoint/2010/main" Requires="p14">
          <p:contentPart p14:bwMode="auto" r:id="rId96">
            <p14:nvContentPartPr>
              <p14:cNvPr id="1050289" name=""/>
              <p14:cNvContentPartPr/>
              <p14:nvPr/>
            </p14:nvContentPartPr>
            <p14:xfrm>
              <a:off x="525005" y="3223422"/>
              <a:ext cx="166167" cy="455750"/>
            </p14:xfrm>
          </p:contentPart>
        </mc:Choice>
        <mc:Fallback>
          <p:sp>
            <p:nvSpPr>
              <p:cNvPr id="1050289" name=""/>
              <p:cNvSpPr/>
              <p:nvPr/>
            </p:nvSpPr>
            <p:spPr>
              <a:xfrm>
                <a:off x="525005" y="3223422"/>
                <a:ext cx="166167" cy="455750"/>
              </a:xfrm>
            </p:spPr>
          </p:sp>
        </mc:Fallback>
      </mc:AlternateContent>
      <mc:AlternateContent xmlns:mc="http://schemas.openxmlformats.org/markup-compatibility/2006">
        <mc:Choice xmlns:p14="http://schemas.microsoft.com/office/powerpoint/2010/main" Requires="p14">
          <p:contentPart p14:bwMode="auto" r:id="rId97">
            <p14:nvContentPartPr>
              <p14:cNvPr id="1050290" name=""/>
              <p14:cNvContentPartPr/>
              <p14:nvPr/>
            </p14:nvContentPartPr>
            <p14:xfrm>
              <a:off x="517256" y="3468955"/>
              <a:ext cx="182477" cy="29652"/>
            </p14:xfrm>
          </p:contentPart>
        </mc:Choice>
        <mc:Fallback>
          <p:sp>
            <p:nvSpPr>
              <p:cNvPr id="1050290" name=""/>
              <p:cNvSpPr/>
              <p:nvPr/>
            </p:nvSpPr>
            <p:spPr>
              <a:xfrm>
                <a:off x="517256" y="3468955"/>
                <a:ext cx="182477" cy="29652"/>
              </a:xfrm>
            </p:spPr>
          </p:sp>
        </mc:Fallback>
      </mc:AlternateContent>
      <mc:AlternateContent xmlns:mc="http://schemas.openxmlformats.org/markup-compatibility/2006">
        <mc:Choice xmlns:p14="http://schemas.microsoft.com/office/powerpoint/2010/main" Requires="p14">
          <p:contentPart p14:bwMode="auto" r:id="rId98">
            <p14:nvContentPartPr>
              <p14:cNvPr id="1050291" name=""/>
              <p14:cNvContentPartPr/>
              <p14:nvPr/>
            </p14:nvContentPartPr>
            <p14:xfrm>
              <a:off x="723613" y="3634960"/>
              <a:ext cx="185691" cy="211116"/>
            </p14:xfrm>
          </p:contentPart>
        </mc:Choice>
        <mc:Fallback>
          <p:sp>
            <p:nvSpPr>
              <p:cNvPr id="1050291" name=""/>
              <p:cNvSpPr/>
              <p:nvPr/>
            </p:nvSpPr>
            <p:spPr>
              <a:xfrm>
                <a:off x="723613" y="3634960"/>
                <a:ext cx="185691" cy="211116"/>
              </a:xfrm>
            </p:spPr>
          </p:sp>
        </mc:Fallback>
      </mc:AlternateContent>
      <mc:AlternateContent xmlns:mc="http://schemas.openxmlformats.org/markup-compatibility/2006">
        <mc:Choice xmlns:p14="http://schemas.microsoft.com/office/powerpoint/2010/main" Requires="p14">
          <p:contentPart p14:bwMode="auto" r:id="rId99">
            <p14:nvContentPartPr>
              <p14:cNvPr id="1050292" name=""/>
              <p14:cNvContentPartPr/>
              <p14:nvPr/>
            </p14:nvContentPartPr>
            <p14:xfrm>
              <a:off x="3104703" y="3269243"/>
              <a:ext cx="109294" cy="59244"/>
            </p14:xfrm>
          </p:contentPart>
        </mc:Choice>
        <mc:Fallback>
          <p:sp>
            <p:nvSpPr>
              <p:cNvPr id="1050292" name=""/>
              <p:cNvSpPr/>
              <p:nvPr/>
            </p:nvSpPr>
            <p:spPr>
              <a:xfrm>
                <a:off x="3104703" y="3269243"/>
                <a:ext cx="109294" cy="59244"/>
              </a:xfrm>
            </p:spPr>
          </p:sp>
        </mc:Fallback>
      </mc:AlternateContent>
      <mc:AlternateContent xmlns:mc="http://schemas.openxmlformats.org/markup-compatibility/2006">
        <mc:Choice xmlns:p14="http://schemas.microsoft.com/office/powerpoint/2010/main" Requires="p14">
          <p:contentPart p14:bwMode="auto" r:id="rId100">
            <p14:nvContentPartPr>
              <p14:cNvPr id="1050293" name=""/>
              <p14:cNvContentPartPr/>
              <p14:nvPr/>
            </p14:nvContentPartPr>
            <p14:xfrm>
              <a:off x="319211" y="2976954"/>
              <a:ext cx="465464" cy="1339238"/>
            </p14:xfrm>
          </p:contentPart>
        </mc:Choice>
        <mc:Fallback>
          <p:sp>
            <p:nvSpPr>
              <p:cNvPr id="1050293" name=""/>
              <p:cNvSpPr/>
              <p:nvPr/>
            </p:nvSpPr>
            <p:spPr>
              <a:xfrm>
                <a:off x="319211" y="2976954"/>
                <a:ext cx="465464" cy="1339238"/>
              </a:xfrm>
            </p:spPr>
          </p:sp>
        </mc:Fallback>
      </mc:AlternateContent>
      <mc:AlternateContent xmlns:mc="http://schemas.openxmlformats.org/markup-compatibility/2006">
        <mc:Choice xmlns:p14="http://schemas.microsoft.com/office/powerpoint/2010/main" Requires="p14">
          <p:contentPart p14:bwMode="auto" r:id="rId101">
            <p14:nvContentPartPr>
              <p14:cNvPr id="1050294" name=""/>
              <p14:cNvContentPartPr/>
              <p14:nvPr/>
            </p14:nvContentPartPr>
            <p14:xfrm>
              <a:off x="3603126" y="2976279"/>
              <a:ext cx="639968" cy="1538569"/>
            </p14:xfrm>
          </p:contentPart>
        </mc:Choice>
        <mc:Fallback>
          <p:sp>
            <p:nvSpPr>
              <p:cNvPr id="1050294" name=""/>
              <p:cNvSpPr/>
              <p:nvPr/>
            </p:nvSpPr>
            <p:spPr>
              <a:xfrm>
                <a:off x="3603126" y="2976279"/>
                <a:ext cx="639968" cy="1538569"/>
              </a:xfrm>
            </p:spPr>
          </p:sp>
        </mc:Fallback>
      </mc:AlternateContent>
      <mc:AlternateContent xmlns:mc="http://schemas.openxmlformats.org/markup-compatibility/2006">
        <mc:Choice xmlns:p14="http://schemas.microsoft.com/office/powerpoint/2010/main" Requires="p14">
          <p:contentPart p14:bwMode="auto" r:id="rId102">
            <p14:nvContentPartPr>
              <p14:cNvPr id="1050295" name=""/>
              <p14:cNvContentPartPr/>
              <p14:nvPr/>
            </p14:nvContentPartPr>
            <p14:xfrm>
              <a:off x="4519152" y="3025013"/>
              <a:ext cx="1010095" cy="562045"/>
            </p14:xfrm>
          </p:contentPart>
        </mc:Choice>
        <mc:Fallback>
          <p:sp>
            <p:nvSpPr>
              <p:cNvPr id="1050295" name=""/>
              <p:cNvSpPr/>
              <p:nvPr/>
            </p:nvSpPr>
            <p:spPr>
              <a:xfrm>
                <a:off x="4519152" y="3025013"/>
                <a:ext cx="1010095" cy="562045"/>
              </a:xfrm>
            </p:spPr>
          </p:sp>
        </mc:Fallback>
      </mc:AlternateContent>
      <mc:AlternateContent xmlns:mc="http://schemas.openxmlformats.org/markup-compatibility/2006">
        <mc:Choice xmlns:p14="http://schemas.microsoft.com/office/powerpoint/2010/main" Requires="p14">
          <p:contentPart p14:bwMode="auto" r:id="rId103">
            <p14:nvContentPartPr>
              <p14:cNvPr id="1050296" name=""/>
              <p14:cNvContentPartPr/>
              <p14:nvPr/>
            </p14:nvContentPartPr>
            <p14:xfrm>
              <a:off x="5952086" y="2518297"/>
              <a:ext cx="217476" cy="464286"/>
            </p14:xfrm>
          </p:contentPart>
        </mc:Choice>
        <mc:Fallback>
          <p:sp>
            <p:nvSpPr>
              <p:cNvPr id="1050296" name=""/>
              <p:cNvSpPr/>
              <p:nvPr/>
            </p:nvSpPr>
            <p:spPr>
              <a:xfrm>
                <a:off x="5952086" y="2518297"/>
                <a:ext cx="217476" cy="464286"/>
              </a:xfrm>
            </p:spPr>
          </p:sp>
        </mc:Fallback>
      </mc:AlternateContent>
      <mc:AlternateContent xmlns:mc="http://schemas.openxmlformats.org/markup-compatibility/2006">
        <mc:Choice xmlns:p14="http://schemas.microsoft.com/office/powerpoint/2010/main" Requires="p14">
          <p:contentPart p14:bwMode="auto" r:id="rId104">
            <p14:nvContentPartPr>
              <p14:cNvPr id="1050297" name=""/>
              <p14:cNvContentPartPr/>
              <p14:nvPr/>
            </p14:nvContentPartPr>
            <p14:xfrm>
              <a:off x="5957798" y="2810768"/>
              <a:ext cx="211764" cy="21796"/>
            </p14:xfrm>
          </p:contentPart>
        </mc:Choice>
        <mc:Fallback>
          <p:sp>
            <p:nvSpPr>
              <p:cNvPr id="1050297" name=""/>
              <p:cNvSpPr/>
              <p:nvPr/>
            </p:nvSpPr>
            <p:spPr>
              <a:xfrm>
                <a:off x="5957798" y="2810768"/>
                <a:ext cx="211764" cy="21796"/>
              </a:xfrm>
            </p:spPr>
          </p:sp>
        </mc:Fallback>
      </mc:AlternateContent>
      <mc:AlternateContent xmlns:mc="http://schemas.openxmlformats.org/markup-compatibility/2006">
        <mc:Choice xmlns:p14="http://schemas.microsoft.com/office/powerpoint/2010/main" Requires="p14">
          <p:contentPart p14:bwMode="auto" r:id="rId105">
            <p14:nvContentPartPr>
              <p14:cNvPr id="1050298" name=""/>
              <p14:cNvContentPartPr/>
              <p14:nvPr/>
            </p14:nvContentPartPr>
            <p14:xfrm>
              <a:off x="6219872" y="2942951"/>
              <a:ext cx="289005" cy="158600"/>
            </p14:xfrm>
          </p:contentPart>
        </mc:Choice>
        <mc:Fallback>
          <p:sp>
            <p:nvSpPr>
              <p:cNvPr id="1050298" name=""/>
              <p:cNvSpPr/>
              <p:nvPr/>
            </p:nvSpPr>
            <p:spPr>
              <a:xfrm>
                <a:off x="6219872" y="2942951"/>
                <a:ext cx="289005" cy="158600"/>
              </a:xfrm>
            </p:spPr>
          </p:sp>
        </mc:Fallback>
      </mc:AlternateContent>
      <mc:AlternateContent xmlns:mc="http://schemas.openxmlformats.org/markup-compatibility/2006">
        <mc:Choice xmlns:p14="http://schemas.microsoft.com/office/powerpoint/2010/main" Requires="p14">
          <p:contentPart p14:bwMode="auto" r:id="rId106">
            <p14:nvContentPartPr>
              <p14:cNvPr id="1050299" name=""/>
              <p14:cNvContentPartPr/>
              <p14:nvPr/>
            </p14:nvContentPartPr>
            <p14:xfrm>
              <a:off x="6685459" y="2627276"/>
              <a:ext cx="211761" cy="465717"/>
            </p14:xfrm>
          </p:contentPart>
        </mc:Choice>
        <mc:Fallback>
          <p:sp>
            <p:nvSpPr>
              <p:cNvPr id="1050299" name=""/>
              <p:cNvSpPr/>
              <p:nvPr/>
            </p:nvSpPr>
            <p:spPr>
              <a:xfrm>
                <a:off x="6685459" y="2627276"/>
                <a:ext cx="211761" cy="465717"/>
              </a:xfrm>
            </p:spPr>
          </p:sp>
        </mc:Fallback>
      </mc:AlternateContent>
      <mc:AlternateContent xmlns:mc="http://schemas.openxmlformats.org/markup-compatibility/2006">
        <mc:Choice xmlns:p14="http://schemas.microsoft.com/office/powerpoint/2010/main" Requires="p14">
          <p:contentPart p14:bwMode="auto" r:id="rId107">
            <p14:nvContentPartPr>
              <p14:cNvPr id="1050300" name=""/>
              <p14:cNvContentPartPr/>
              <p14:nvPr/>
            </p14:nvContentPartPr>
            <p14:xfrm>
              <a:off x="6994757" y="2750353"/>
              <a:ext cx="181411" cy="217637"/>
            </p14:xfrm>
          </p:contentPart>
        </mc:Choice>
        <mc:Fallback>
          <p:sp>
            <p:nvSpPr>
              <p:cNvPr id="1050300" name=""/>
              <p:cNvSpPr/>
              <p:nvPr/>
            </p:nvSpPr>
            <p:spPr>
              <a:xfrm>
                <a:off x="6994757" y="2750353"/>
                <a:ext cx="181411" cy="217637"/>
              </a:xfrm>
            </p:spPr>
          </p:sp>
        </mc:Fallback>
      </mc:AlternateContent>
      <mc:AlternateContent xmlns:mc="http://schemas.openxmlformats.org/markup-compatibility/2006">
        <mc:Choice xmlns:p14="http://schemas.microsoft.com/office/powerpoint/2010/main" Requires="p14">
          <p:contentPart p14:bwMode="auto" r:id="rId108">
            <p14:nvContentPartPr>
              <p14:cNvPr id="1050301" name=""/>
              <p14:cNvContentPartPr/>
              <p14:nvPr/>
            </p14:nvContentPartPr>
            <p14:xfrm>
              <a:off x="5847601" y="3202334"/>
              <a:ext cx="1286165" cy="35060"/>
            </p14:xfrm>
          </p:contentPart>
        </mc:Choice>
        <mc:Fallback>
          <p:sp>
            <p:nvSpPr>
              <p:cNvPr id="1050301" name=""/>
              <p:cNvSpPr/>
              <p:nvPr/>
            </p:nvSpPr>
            <p:spPr>
              <a:xfrm>
                <a:off x="5847601" y="3202334"/>
                <a:ext cx="1286165" cy="35060"/>
              </a:xfrm>
            </p:spPr>
          </p:sp>
        </mc:Fallback>
      </mc:AlternateContent>
      <mc:AlternateContent xmlns:mc="http://schemas.openxmlformats.org/markup-compatibility/2006">
        <mc:Choice xmlns:p14="http://schemas.microsoft.com/office/powerpoint/2010/main" Requires="p14">
          <p:contentPart p14:bwMode="auto" r:id="rId109">
            <p14:nvContentPartPr>
              <p14:cNvPr id="1050302" name=""/>
              <p14:cNvContentPartPr/>
              <p14:nvPr/>
            </p14:nvContentPartPr>
            <p14:xfrm>
              <a:off x="7812764" y="2818473"/>
              <a:ext cx="211764" cy="146350"/>
            </p14:xfrm>
          </p:contentPart>
        </mc:Choice>
        <mc:Fallback>
          <p:sp>
            <p:nvSpPr>
              <p:cNvPr id="1050302" name=""/>
              <p:cNvSpPr/>
              <p:nvPr/>
            </p:nvSpPr>
            <p:spPr>
              <a:xfrm>
                <a:off x="7812764" y="2818473"/>
                <a:ext cx="211764" cy="146350"/>
              </a:xfrm>
            </p:spPr>
          </p:sp>
        </mc:Fallback>
      </mc:AlternateContent>
      <mc:AlternateContent xmlns:mc="http://schemas.openxmlformats.org/markup-compatibility/2006">
        <mc:Choice xmlns:p14="http://schemas.microsoft.com/office/powerpoint/2010/main" Requires="p14">
          <p:contentPart p14:bwMode="auto" r:id="rId110">
            <p14:nvContentPartPr>
              <p14:cNvPr id="1050303" name=""/>
              <p14:cNvContentPartPr/>
              <p14:nvPr/>
            </p14:nvContentPartPr>
            <p14:xfrm>
              <a:off x="7769059" y="2647298"/>
              <a:ext cx="167609" cy="66908"/>
            </p14:xfrm>
          </p:contentPart>
        </mc:Choice>
        <mc:Fallback>
          <p:sp>
            <p:nvSpPr>
              <p:cNvPr id="1050303" name=""/>
              <p:cNvSpPr/>
              <p:nvPr/>
            </p:nvSpPr>
            <p:spPr>
              <a:xfrm>
                <a:off x="7769059" y="2647298"/>
                <a:ext cx="167609" cy="66908"/>
              </a:xfrm>
            </p:spPr>
          </p:sp>
        </mc:Fallback>
      </mc:AlternateContent>
      <mc:AlternateContent xmlns:mc="http://schemas.openxmlformats.org/markup-compatibility/2006">
        <mc:Choice xmlns:p14="http://schemas.microsoft.com/office/powerpoint/2010/main" Requires="p14">
          <p:contentPart p14:bwMode="auto" r:id="rId111">
            <p14:nvContentPartPr>
              <p14:cNvPr id="1050304" name=""/>
              <p14:cNvContentPartPr/>
              <p14:nvPr/>
            </p14:nvContentPartPr>
            <p14:xfrm>
              <a:off x="8126806" y="2562649"/>
              <a:ext cx="17095" cy="446223"/>
            </p14:xfrm>
          </p:contentPart>
        </mc:Choice>
        <mc:Fallback>
          <p:sp>
            <p:nvSpPr>
              <p:cNvPr id="1050304" name=""/>
              <p:cNvSpPr/>
              <p:nvPr/>
            </p:nvSpPr>
            <p:spPr>
              <a:xfrm>
                <a:off x="8126806" y="2562649"/>
                <a:ext cx="17095" cy="446223"/>
              </a:xfrm>
            </p:spPr>
          </p:sp>
        </mc:Fallback>
      </mc:AlternateContent>
      <mc:AlternateContent xmlns:mc="http://schemas.openxmlformats.org/markup-compatibility/2006">
        <mc:Choice xmlns:p14="http://schemas.microsoft.com/office/powerpoint/2010/main" Requires="p14">
          <p:contentPart p14:bwMode="auto" r:id="rId112">
            <p14:nvContentPartPr>
              <p14:cNvPr id="1050305" name=""/>
              <p14:cNvContentPartPr/>
              <p14:nvPr/>
            </p14:nvContentPartPr>
            <p14:xfrm>
              <a:off x="8111937" y="2789208"/>
              <a:ext cx="156613" cy="29416"/>
            </p14:xfrm>
          </p:contentPart>
        </mc:Choice>
        <mc:Fallback>
          <p:sp>
            <p:nvSpPr>
              <p:cNvPr id="1050305" name=""/>
              <p:cNvSpPr/>
              <p:nvPr/>
            </p:nvSpPr>
            <p:spPr>
              <a:xfrm>
                <a:off x="8111937" y="2789208"/>
                <a:ext cx="156613" cy="29416"/>
              </a:xfrm>
            </p:spPr>
          </p:sp>
        </mc:Fallback>
      </mc:AlternateContent>
      <mc:AlternateContent xmlns:mc="http://schemas.openxmlformats.org/markup-compatibility/2006">
        <mc:Choice xmlns:p14="http://schemas.microsoft.com/office/powerpoint/2010/main" Requires="p14">
          <p:contentPart p14:bwMode="auto" r:id="rId113">
            <p14:nvContentPartPr>
              <p14:cNvPr id="1050306" name=""/>
              <p14:cNvContentPartPr/>
              <p14:nvPr/>
            </p14:nvContentPartPr>
            <p14:xfrm>
              <a:off x="8276080" y="2515348"/>
              <a:ext cx="427446" cy="432381"/>
            </p14:xfrm>
          </p:contentPart>
        </mc:Choice>
        <mc:Fallback>
          <p:sp>
            <p:nvSpPr>
              <p:cNvPr id="1050306" name=""/>
              <p:cNvSpPr/>
              <p:nvPr/>
            </p:nvSpPr>
            <p:spPr>
              <a:xfrm>
                <a:off x="8276080" y="2515348"/>
                <a:ext cx="427446" cy="432381"/>
              </a:xfrm>
            </p:spPr>
          </p:sp>
        </mc:Fallback>
      </mc:AlternateContent>
      <mc:AlternateContent xmlns:mc="http://schemas.openxmlformats.org/markup-compatibility/2006">
        <mc:Choice xmlns:p14="http://schemas.microsoft.com/office/powerpoint/2010/main" Requires="p14">
          <p:contentPart p14:bwMode="auto" r:id="rId114">
            <p14:nvContentPartPr>
              <p14:cNvPr id="1050307" name=""/>
              <p14:cNvContentPartPr/>
              <p14:nvPr/>
            </p14:nvContentPartPr>
            <p14:xfrm>
              <a:off x="8864377" y="2595106"/>
              <a:ext cx="510846" cy="388611"/>
            </p14:xfrm>
          </p:contentPart>
        </mc:Choice>
        <mc:Fallback>
          <p:sp>
            <p:nvSpPr>
              <p:cNvPr id="1050307" name=""/>
              <p:cNvSpPr/>
              <p:nvPr/>
            </p:nvSpPr>
            <p:spPr>
              <a:xfrm>
                <a:off x="8864377" y="2595106"/>
                <a:ext cx="510846" cy="388611"/>
              </a:xfrm>
            </p:spPr>
          </p:sp>
        </mc:Fallback>
      </mc:AlternateContent>
      <mc:AlternateContent xmlns:mc="http://schemas.openxmlformats.org/markup-compatibility/2006">
        <mc:Choice xmlns:p14="http://schemas.microsoft.com/office/powerpoint/2010/main" Requires="p14">
          <p:contentPart p14:bwMode="auto" r:id="rId115">
            <p14:nvContentPartPr>
              <p14:cNvPr id="1050308" name=""/>
              <p14:cNvContentPartPr/>
              <p14:nvPr/>
            </p14:nvContentPartPr>
            <p14:xfrm>
              <a:off x="9319477" y="2573800"/>
              <a:ext cx="92333" cy="112491"/>
            </p14:xfrm>
          </p:contentPart>
        </mc:Choice>
        <mc:Fallback>
          <p:sp>
            <p:nvSpPr>
              <p:cNvPr id="1050308" name=""/>
              <p:cNvSpPr/>
              <p:nvPr/>
            </p:nvSpPr>
            <p:spPr>
              <a:xfrm>
                <a:off x="9319477" y="2573800"/>
                <a:ext cx="92333" cy="112491"/>
              </a:xfrm>
            </p:spPr>
          </p:sp>
        </mc:Fallback>
      </mc:AlternateContent>
      <mc:AlternateContent xmlns:mc="http://schemas.openxmlformats.org/markup-compatibility/2006">
        <mc:Choice xmlns:p14="http://schemas.microsoft.com/office/powerpoint/2010/main" Requires="p14">
          <p:contentPart p14:bwMode="auto" r:id="rId116">
            <p14:nvContentPartPr>
              <p14:cNvPr id="1050309" name=""/>
              <p14:cNvContentPartPr/>
              <p14:nvPr/>
            </p14:nvContentPartPr>
            <p14:xfrm>
              <a:off x="9111142" y="2699761"/>
              <a:ext cx="8704" cy="64442"/>
            </p14:xfrm>
          </p:contentPart>
        </mc:Choice>
        <mc:Fallback>
          <p:sp>
            <p:nvSpPr>
              <p:cNvPr id="1050309" name=""/>
              <p:cNvSpPr/>
              <p:nvPr/>
            </p:nvSpPr>
            <p:spPr>
              <a:xfrm>
                <a:off x="9111142" y="2699761"/>
                <a:ext cx="8704" cy="64442"/>
              </a:xfrm>
            </p:spPr>
          </p:sp>
        </mc:Fallback>
      </mc:AlternateContent>
      <mc:AlternateContent xmlns:mc="http://schemas.openxmlformats.org/markup-compatibility/2006">
        <mc:Choice xmlns:p14="http://schemas.microsoft.com/office/powerpoint/2010/main" Requires="p14">
          <p:contentPart p14:bwMode="auto" r:id="rId117">
            <p14:nvContentPartPr>
              <p14:cNvPr id="1050310" name=""/>
              <p14:cNvContentPartPr/>
              <p14:nvPr/>
            </p14:nvContentPartPr>
            <p14:xfrm>
              <a:off x="9624025" y="2797766"/>
              <a:ext cx="255469" cy="13001"/>
            </p14:xfrm>
          </p:contentPart>
        </mc:Choice>
        <mc:Fallback>
          <p:sp>
            <p:nvSpPr>
              <p:cNvPr id="1050310" name=""/>
              <p:cNvSpPr/>
              <p:nvPr/>
            </p:nvSpPr>
            <p:spPr>
              <a:xfrm>
                <a:off x="9624025" y="2797766"/>
                <a:ext cx="255469" cy="13001"/>
              </a:xfrm>
            </p:spPr>
          </p:sp>
        </mc:Fallback>
      </mc:AlternateContent>
      <mc:AlternateContent xmlns:mc="http://schemas.openxmlformats.org/markup-compatibility/2006">
        <mc:Choice xmlns:p14="http://schemas.microsoft.com/office/powerpoint/2010/main" Requires="p14">
          <p:contentPart p14:bwMode="auto" r:id="rId118">
            <p14:nvContentPartPr>
              <p14:cNvPr id="1050311" name=""/>
              <p14:cNvContentPartPr/>
              <p14:nvPr/>
            </p14:nvContentPartPr>
            <p14:xfrm>
              <a:off x="9609156" y="2884080"/>
              <a:ext cx="314421" cy="15392"/>
            </p14:xfrm>
          </p:contentPart>
        </mc:Choice>
        <mc:Fallback>
          <p:sp>
            <p:nvSpPr>
              <p:cNvPr id="1050311" name=""/>
              <p:cNvSpPr/>
              <p:nvPr/>
            </p:nvSpPr>
            <p:spPr>
              <a:xfrm>
                <a:off x="9609156" y="2884080"/>
                <a:ext cx="314421" cy="15392"/>
              </a:xfrm>
            </p:spPr>
          </p:sp>
        </mc:Fallback>
      </mc:AlternateContent>
      <mc:AlternateContent xmlns:mc="http://schemas.openxmlformats.org/markup-compatibility/2006">
        <mc:Choice xmlns:p14="http://schemas.microsoft.com/office/powerpoint/2010/main" Requires="p14">
          <p:contentPart p14:bwMode="auto" r:id="rId119">
            <p14:nvContentPartPr>
              <p14:cNvPr id="1050312" name=""/>
              <p14:cNvContentPartPr/>
              <p14:nvPr/>
            </p14:nvContentPartPr>
            <p14:xfrm>
              <a:off x="9879494" y="2721557"/>
              <a:ext cx="205315" cy="266398"/>
            </p14:xfrm>
          </p:contentPart>
        </mc:Choice>
        <mc:Fallback>
          <p:sp>
            <p:nvSpPr>
              <p:cNvPr id="1050312" name=""/>
              <p:cNvSpPr/>
              <p:nvPr/>
            </p:nvSpPr>
            <p:spPr>
              <a:xfrm>
                <a:off x="9879494" y="2721557"/>
                <a:ext cx="205315" cy="266398"/>
              </a:xfrm>
            </p:spPr>
          </p:sp>
        </mc:Fallback>
      </mc:AlternateContent>
      <mc:AlternateContent xmlns:mc="http://schemas.openxmlformats.org/markup-compatibility/2006">
        <mc:Choice xmlns:p14="http://schemas.microsoft.com/office/powerpoint/2010/main" Requires="p14">
          <p:contentPart p14:bwMode="auto" r:id="rId120">
            <p14:nvContentPartPr>
              <p14:cNvPr id="1050313" name=""/>
              <p14:cNvContentPartPr/>
              <p14:nvPr/>
            </p14:nvContentPartPr>
            <p14:xfrm>
              <a:off x="9438939" y="2714207"/>
              <a:ext cx="199504" cy="281066"/>
            </p14:xfrm>
          </p:contentPart>
        </mc:Choice>
        <mc:Fallback>
          <p:sp>
            <p:nvSpPr>
              <p:cNvPr id="1050313" name=""/>
              <p:cNvSpPr/>
              <p:nvPr/>
            </p:nvSpPr>
            <p:spPr>
              <a:xfrm>
                <a:off x="9438939" y="2714207"/>
                <a:ext cx="199504" cy="281066"/>
              </a:xfrm>
            </p:spPr>
          </p:sp>
        </mc:Fallback>
      </mc:AlternateContent>
      <mc:AlternateContent xmlns:mc="http://schemas.openxmlformats.org/markup-compatibility/2006">
        <mc:Choice xmlns:p14="http://schemas.microsoft.com/office/powerpoint/2010/main" Requires="p14">
          <p:contentPart p14:bwMode="auto" r:id="rId121">
            <p14:nvContentPartPr>
              <p14:cNvPr id="1050314" name=""/>
              <p14:cNvContentPartPr/>
              <p14:nvPr/>
            </p14:nvContentPartPr>
            <p14:xfrm>
              <a:off x="10186327" y="2477746"/>
              <a:ext cx="36505" cy="500992"/>
            </p14:xfrm>
          </p:contentPart>
        </mc:Choice>
        <mc:Fallback>
          <p:sp>
            <p:nvSpPr>
              <p:cNvPr id="1050314" name=""/>
              <p:cNvSpPr/>
              <p:nvPr/>
            </p:nvSpPr>
            <p:spPr>
              <a:xfrm>
                <a:off x="10186327" y="2477746"/>
                <a:ext cx="36505" cy="500992"/>
              </a:xfrm>
            </p:spPr>
          </p:sp>
        </mc:Fallback>
      </mc:AlternateContent>
      <mc:AlternateContent xmlns:mc="http://schemas.openxmlformats.org/markup-compatibility/2006">
        <mc:Choice xmlns:p14="http://schemas.microsoft.com/office/powerpoint/2010/main" Requires="p14">
          <p:contentPart p14:bwMode="auto" r:id="rId122">
            <p14:nvContentPartPr>
              <p14:cNvPr id="1050315" name=""/>
              <p14:cNvContentPartPr/>
              <p14:nvPr/>
            </p14:nvContentPartPr>
            <p14:xfrm>
              <a:off x="10215163" y="2751209"/>
              <a:ext cx="182928" cy="178492"/>
            </p14:xfrm>
          </p:contentPart>
        </mc:Choice>
        <mc:Fallback>
          <p:sp>
            <p:nvSpPr>
              <p:cNvPr id="1050315" name=""/>
              <p:cNvSpPr/>
              <p:nvPr/>
            </p:nvSpPr>
            <p:spPr>
              <a:xfrm>
                <a:off x="10215163" y="2751209"/>
                <a:ext cx="182928" cy="178492"/>
              </a:xfrm>
            </p:spPr>
          </p:sp>
        </mc:Fallback>
      </mc:AlternateContent>
      <mc:AlternateContent xmlns:mc="http://schemas.openxmlformats.org/markup-compatibility/2006">
        <mc:Choice xmlns:p14="http://schemas.microsoft.com/office/powerpoint/2010/main" Requires="p14">
          <p:contentPart p14:bwMode="auto" r:id="rId123">
            <p14:nvContentPartPr>
              <p14:cNvPr id="1050316" name=""/>
              <p14:cNvContentPartPr/>
              <p14:nvPr/>
            </p14:nvContentPartPr>
            <p14:xfrm>
              <a:off x="10373258" y="2689706"/>
              <a:ext cx="244493" cy="436449"/>
            </p14:xfrm>
          </p:contentPart>
        </mc:Choice>
        <mc:Fallback>
          <p:sp>
            <p:nvSpPr>
              <p:cNvPr id="1050316" name=""/>
              <p:cNvSpPr/>
              <p:nvPr/>
            </p:nvSpPr>
            <p:spPr>
              <a:xfrm>
                <a:off x="10373258" y="2689706"/>
                <a:ext cx="244493" cy="436449"/>
              </a:xfrm>
            </p:spPr>
          </p:sp>
        </mc:Fallback>
      </mc:AlternateContent>
      <mc:AlternateContent xmlns:mc="http://schemas.openxmlformats.org/markup-compatibility/2006">
        <mc:Choice xmlns:p14="http://schemas.microsoft.com/office/powerpoint/2010/main" Requires="p14">
          <p:contentPart p14:bwMode="auto" r:id="rId124">
            <p14:nvContentPartPr>
              <p14:cNvPr id="1050317" name=""/>
              <p14:cNvContentPartPr/>
              <p14:nvPr/>
            </p14:nvContentPartPr>
            <p14:xfrm>
              <a:off x="10551283" y="2551497"/>
              <a:ext cx="7209" cy="95801"/>
            </p14:xfrm>
          </p:contentPart>
        </mc:Choice>
        <mc:Fallback>
          <p:sp>
            <p:nvSpPr>
              <p:cNvPr id="1050317" name=""/>
              <p:cNvSpPr/>
              <p:nvPr/>
            </p:nvSpPr>
            <p:spPr>
              <a:xfrm>
                <a:off x="10551283" y="2551497"/>
                <a:ext cx="7209" cy="95801"/>
              </a:xfrm>
            </p:spPr>
          </p:sp>
        </mc:Fallback>
      </mc:AlternateContent>
      <mc:AlternateContent xmlns:mc="http://schemas.openxmlformats.org/markup-compatibility/2006">
        <mc:Choice xmlns:p14="http://schemas.microsoft.com/office/powerpoint/2010/main" Requires="p14">
          <p:contentPart p14:bwMode="auto" r:id="rId125">
            <p14:nvContentPartPr>
              <p14:cNvPr id="1050318" name=""/>
              <p14:cNvContentPartPr/>
              <p14:nvPr/>
            </p14:nvContentPartPr>
            <p14:xfrm>
              <a:off x="10662414" y="2684738"/>
              <a:ext cx="169307" cy="208855"/>
            </p14:xfrm>
          </p:contentPart>
        </mc:Choice>
        <mc:Fallback>
          <p:sp>
            <p:nvSpPr>
              <p:cNvPr id="1050318" name=""/>
              <p:cNvSpPr/>
              <p:nvPr/>
            </p:nvSpPr>
            <p:spPr>
              <a:xfrm>
                <a:off x="10662414" y="2684738"/>
                <a:ext cx="169307" cy="208855"/>
              </a:xfrm>
            </p:spPr>
          </p:sp>
        </mc:Fallback>
      </mc:AlternateContent>
      <mc:AlternateContent xmlns:mc="http://schemas.openxmlformats.org/markup-compatibility/2006">
        <mc:Choice xmlns:p14="http://schemas.microsoft.com/office/powerpoint/2010/main" Requires="p14">
          <p:contentPart p14:bwMode="auto" r:id="rId126">
            <p14:nvContentPartPr>
              <p14:cNvPr id="1050319" name=""/>
              <p14:cNvContentPartPr/>
              <p14:nvPr/>
            </p14:nvContentPartPr>
            <p14:xfrm>
              <a:off x="10850532" y="2528492"/>
              <a:ext cx="770395" cy="365779"/>
            </p14:xfrm>
          </p:contentPart>
        </mc:Choice>
        <mc:Fallback>
          <p:sp>
            <p:nvSpPr>
              <p:cNvPr id="1050319" name=""/>
              <p:cNvSpPr/>
              <p:nvPr/>
            </p:nvSpPr>
            <p:spPr>
              <a:xfrm>
                <a:off x="10850532" y="2528492"/>
                <a:ext cx="770395" cy="365779"/>
              </a:xfrm>
            </p:spPr>
          </p:sp>
        </mc:Fallback>
      </mc:AlternateContent>
      <mc:AlternateContent xmlns:mc="http://schemas.openxmlformats.org/markup-compatibility/2006">
        <mc:Choice xmlns:p14="http://schemas.microsoft.com/office/powerpoint/2010/main" Requires="p14">
          <p:contentPart p14:bwMode="auto" r:id="rId127">
            <p14:nvContentPartPr>
              <p14:cNvPr id="1050320" name=""/>
              <p14:cNvContentPartPr/>
              <p14:nvPr/>
            </p14:nvContentPartPr>
            <p14:xfrm>
              <a:off x="11307258" y="2603199"/>
              <a:ext cx="32509" cy="32962"/>
            </p14:xfrm>
          </p:contentPart>
        </mc:Choice>
        <mc:Fallback>
          <p:sp>
            <p:nvSpPr>
              <p:cNvPr id="1050320" name=""/>
              <p:cNvSpPr/>
              <p:nvPr/>
            </p:nvSpPr>
            <p:spPr>
              <a:xfrm>
                <a:off x="11307258" y="2603199"/>
                <a:ext cx="32509" cy="32962"/>
              </a:xfrm>
            </p:spPr>
          </p:sp>
        </mc:Fallback>
      </mc:AlternateContent>
      <mc:AlternateContent xmlns:mc="http://schemas.openxmlformats.org/markup-compatibility/2006">
        <mc:Choice xmlns:p14="http://schemas.microsoft.com/office/powerpoint/2010/main" Requires="p14">
          <p:contentPart p14:bwMode="auto" r:id="rId128">
            <p14:nvContentPartPr>
              <p14:cNvPr id="1050321" name=""/>
              <p14:cNvContentPartPr/>
              <p14:nvPr/>
            </p14:nvContentPartPr>
            <p14:xfrm>
              <a:off x="10583290" y="2980827"/>
              <a:ext cx="1017190" cy="434347"/>
            </p14:xfrm>
          </p:contentPart>
        </mc:Choice>
        <mc:Fallback>
          <p:sp>
            <p:nvSpPr>
              <p:cNvPr id="1050321" name=""/>
              <p:cNvSpPr/>
              <p:nvPr/>
            </p:nvSpPr>
            <p:spPr>
              <a:xfrm>
                <a:off x="10583290" y="2980827"/>
                <a:ext cx="1017190" cy="434347"/>
              </a:xfrm>
            </p:spPr>
          </p:sp>
        </mc:Fallback>
      </mc:AlternateContent>
      <mc:AlternateContent xmlns:mc="http://schemas.openxmlformats.org/markup-compatibility/2006">
        <mc:Choice xmlns:p14="http://schemas.microsoft.com/office/powerpoint/2010/main" Requires="p14">
          <p:contentPart p14:bwMode="auto" r:id="rId129">
            <p14:nvContentPartPr>
              <p14:cNvPr id="1050322" name=""/>
              <p14:cNvContentPartPr/>
              <p14:nvPr/>
            </p14:nvContentPartPr>
            <p14:xfrm>
              <a:off x="11335159" y="2978546"/>
              <a:ext cx="70841" cy="63893"/>
            </p14:xfrm>
          </p:contentPart>
        </mc:Choice>
        <mc:Fallback>
          <p:sp>
            <p:nvSpPr>
              <p:cNvPr id="1050322" name=""/>
              <p:cNvSpPr/>
              <p:nvPr/>
            </p:nvSpPr>
            <p:spPr>
              <a:xfrm>
                <a:off x="11335159" y="2978546"/>
                <a:ext cx="70841" cy="63893"/>
              </a:xfrm>
            </p:spPr>
          </p:sp>
        </mc:Fallback>
      </mc:AlternateContent>
      <mc:AlternateContent xmlns:mc="http://schemas.openxmlformats.org/markup-compatibility/2006">
        <mc:Choice xmlns:p14="http://schemas.microsoft.com/office/powerpoint/2010/main" Requires="p14">
          <p:contentPart p14:bwMode="auto" r:id="rId130">
            <p14:nvContentPartPr>
              <p14:cNvPr id="1050323" name=""/>
              <p14:cNvContentPartPr/>
              <p14:nvPr/>
            </p14:nvContentPartPr>
            <p14:xfrm>
              <a:off x="8703526" y="3335165"/>
              <a:ext cx="266452" cy="286694"/>
            </p14:xfrm>
          </p:contentPart>
        </mc:Choice>
        <mc:Fallback>
          <p:sp>
            <p:nvSpPr>
              <p:cNvPr id="1050323" name=""/>
              <p:cNvSpPr/>
              <p:nvPr/>
            </p:nvSpPr>
            <p:spPr>
              <a:xfrm>
                <a:off x="8703526" y="3335165"/>
                <a:ext cx="266452" cy="286694"/>
              </a:xfrm>
            </p:spPr>
          </p:sp>
        </mc:Fallback>
      </mc:AlternateContent>
      <mc:AlternateContent xmlns:mc="http://schemas.openxmlformats.org/markup-compatibility/2006">
        <mc:Choice xmlns:p14="http://schemas.microsoft.com/office/powerpoint/2010/main" Requires="p14">
          <p:contentPart p14:bwMode="auto" r:id="rId131">
            <p14:nvContentPartPr>
              <p14:cNvPr id="1050324" name=""/>
              <p14:cNvContentPartPr/>
              <p14:nvPr/>
            </p14:nvContentPartPr>
            <p14:xfrm>
              <a:off x="8464637" y="3210192"/>
              <a:ext cx="209602" cy="437727"/>
            </p14:xfrm>
          </p:contentPart>
        </mc:Choice>
        <mc:Fallback>
          <p:sp>
            <p:nvSpPr>
              <p:cNvPr id="1050324" name=""/>
              <p:cNvSpPr/>
              <p:nvPr/>
            </p:nvSpPr>
            <p:spPr>
              <a:xfrm>
                <a:off x="8464637" y="3210192"/>
                <a:ext cx="209602" cy="437727"/>
              </a:xfrm>
            </p:spPr>
          </p:sp>
        </mc:Fallback>
      </mc:AlternateContent>
      <mc:AlternateContent xmlns:mc="http://schemas.openxmlformats.org/markup-compatibility/2006">
        <mc:Choice xmlns:p14="http://schemas.microsoft.com/office/powerpoint/2010/main" Requires="p14">
          <p:contentPart p14:bwMode="auto" r:id="rId132">
            <p14:nvContentPartPr>
              <p14:cNvPr id="1050325" name=""/>
              <p14:cNvContentPartPr/>
              <p14:nvPr/>
            </p14:nvContentPartPr>
            <p14:xfrm>
              <a:off x="8389484" y="3601758"/>
              <a:ext cx="185930" cy="159834"/>
            </p14:xfrm>
          </p:contentPart>
        </mc:Choice>
        <mc:Fallback>
          <p:sp>
            <p:nvSpPr>
              <p:cNvPr id="1050325" name=""/>
              <p:cNvSpPr/>
              <p:nvPr/>
            </p:nvSpPr>
            <p:spPr>
              <a:xfrm>
                <a:off x="8389484" y="3601758"/>
                <a:ext cx="185930" cy="159834"/>
              </a:xfrm>
            </p:spPr>
          </p:sp>
        </mc:Fallback>
      </mc:AlternateContent>
      <mc:AlternateContent xmlns:mc="http://schemas.openxmlformats.org/markup-compatibility/2006">
        <mc:Choice xmlns:p14="http://schemas.microsoft.com/office/powerpoint/2010/main" Requires="p14">
          <p:contentPart p14:bwMode="auto" r:id="rId133">
            <p14:nvContentPartPr>
              <p14:cNvPr id="1050326" name=""/>
              <p14:cNvContentPartPr/>
              <p14:nvPr/>
            </p14:nvContentPartPr>
            <p14:xfrm>
              <a:off x="8099041" y="3329546"/>
              <a:ext cx="164098" cy="213785"/>
            </p14:xfrm>
          </p:contentPart>
        </mc:Choice>
        <mc:Fallback>
          <p:sp>
            <p:nvSpPr>
              <p:cNvPr id="1050326" name=""/>
              <p:cNvSpPr/>
              <p:nvPr/>
            </p:nvSpPr>
            <p:spPr>
              <a:xfrm>
                <a:off x="8099041" y="3329546"/>
                <a:ext cx="164098" cy="213785"/>
              </a:xfrm>
            </p:spPr>
          </p:sp>
        </mc:Fallback>
      </mc:AlternateContent>
      <mc:AlternateContent xmlns:mc="http://schemas.openxmlformats.org/markup-compatibility/2006">
        <mc:Choice xmlns:p14="http://schemas.microsoft.com/office/powerpoint/2010/main" Requires="p14">
          <p:contentPart p14:bwMode="auto" r:id="rId134">
            <p14:nvContentPartPr>
              <p14:cNvPr id="1050327" name=""/>
              <p14:cNvContentPartPr/>
              <p14:nvPr/>
            </p14:nvContentPartPr>
            <p14:xfrm>
              <a:off x="9063524" y="3269243"/>
              <a:ext cx="281305" cy="371615"/>
            </p14:xfrm>
          </p:contentPart>
        </mc:Choice>
        <mc:Fallback>
          <p:sp>
            <p:nvSpPr>
              <p:cNvPr id="1050327" name=""/>
              <p:cNvSpPr/>
              <p:nvPr/>
            </p:nvSpPr>
            <p:spPr>
              <a:xfrm>
                <a:off x="9063524" y="3269243"/>
                <a:ext cx="281305" cy="371615"/>
              </a:xfrm>
            </p:spPr>
          </p:sp>
        </mc:Fallback>
      </mc:AlternateContent>
      <mc:AlternateContent xmlns:mc="http://schemas.openxmlformats.org/markup-compatibility/2006">
        <mc:Choice xmlns:p14="http://schemas.microsoft.com/office/powerpoint/2010/main" Requires="p14">
          <p:contentPart p14:bwMode="auto" r:id="rId135">
            <p14:nvContentPartPr>
              <p14:cNvPr id="1050328" name=""/>
              <p14:cNvContentPartPr/>
              <p14:nvPr/>
            </p14:nvContentPartPr>
            <p14:xfrm>
              <a:off x="9368105" y="3349249"/>
              <a:ext cx="138774" cy="245159"/>
            </p14:xfrm>
          </p:contentPart>
        </mc:Choice>
        <mc:Fallback>
          <p:sp>
            <p:nvSpPr>
              <p:cNvPr id="1050328" name=""/>
              <p:cNvSpPr/>
              <p:nvPr/>
            </p:nvSpPr>
            <p:spPr>
              <a:xfrm>
                <a:off x="9368105" y="3349249"/>
                <a:ext cx="138774" cy="245159"/>
              </a:xfrm>
            </p:spPr>
          </p:sp>
        </mc:Fallback>
      </mc:AlternateContent>
      <mc:AlternateContent xmlns:mc="http://schemas.openxmlformats.org/markup-compatibility/2006">
        <mc:Choice xmlns:p14="http://schemas.microsoft.com/office/powerpoint/2010/main" Requires="p14">
          <p:contentPart p14:bwMode="auto" r:id="rId136">
            <p14:nvContentPartPr>
              <p14:cNvPr id="1050329" name=""/>
              <p14:cNvContentPartPr/>
              <p14:nvPr/>
            </p14:nvContentPartPr>
            <p14:xfrm>
              <a:off x="9419470" y="3613656"/>
              <a:ext cx="229612" cy="10405"/>
            </p14:xfrm>
          </p:contentPart>
        </mc:Choice>
        <mc:Fallback>
          <p:sp>
            <p:nvSpPr>
              <p:cNvPr id="1050329" name=""/>
              <p:cNvSpPr/>
              <p:nvPr/>
            </p:nvSpPr>
            <p:spPr>
              <a:xfrm>
                <a:off x="9419470" y="3613656"/>
                <a:ext cx="229612" cy="10405"/>
              </a:xfrm>
            </p:spPr>
          </p:sp>
        </mc:Fallback>
      </mc:AlternateContent>
      <mc:AlternateContent xmlns:mc="http://schemas.openxmlformats.org/markup-compatibility/2006">
        <mc:Choice xmlns:p14="http://schemas.microsoft.com/office/powerpoint/2010/main" Requires="p14">
          <p:contentPart p14:bwMode="auto" r:id="rId137">
            <p14:nvContentPartPr>
              <p14:cNvPr id="1050330" name=""/>
              <p14:cNvContentPartPr/>
              <p14:nvPr/>
            </p14:nvContentPartPr>
            <p14:xfrm>
              <a:off x="4519152" y="3601758"/>
              <a:ext cx="1174621" cy="1058405"/>
            </p14:xfrm>
          </p:contentPart>
        </mc:Choice>
        <mc:Fallback>
          <p:sp>
            <p:nvSpPr>
              <p:cNvPr id="1050330" name=""/>
              <p:cNvSpPr/>
              <p:nvPr/>
            </p:nvSpPr>
            <p:spPr>
              <a:xfrm>
                <a:off x="4519152" y="3601758"/>
                <a:ext cx="1174621" cy="1058405"/>
              </a:xfrm>
            </p:spPr>
          </p:sp>
        </mc:Fallback>
      </mc:AlternateContent>
      <mc:AlternateContent xmlns:mc="http://schemas.openxmlformats.org/markup-compatibility/2006">
        <mc:Choice xmlns:p14="http://schemas.microsoft.com/office/powerpoint/2010/main" Requires="p14">
          <p:contentPart p14:bwMode="auto" r:id="rId138">
            <p14:nvContentPartPr>
              <p14:cNvPr id="1050331" name=""/>
              <p14:cNvContentPartPr/>
              <p14:nvPr/>
            </p14:nvContentPartPr>
            <p14:xfrm>
              <a:off x="5857013" y="4365506"/>
              <a:ext cx="225140" cy="547948"/>
            </p14:xfrm>
          </p:contentPart>
        </mc:Choice>
        <mc:Fallback>
          <p:sp>
            <p:nvSpPr>
              <p:cNvPr id="1050331" name=""/>
              <p:cNvSpPr/>
              <p:nvPr/>
            </p:nvSpPr>
            <p:spPr>
              <a:xfrm>
                <a:off x="5857013" y="4365506"/>
                <a:ext cx="225140" cy="547948"/>
              </a:xfrm>
            </p:spPr>
          </p:sp>
        </mc:Fallback>
      </mc:AlternateContent>
      <mc:AlternateContent xmlns:mc="http://schemas.openxmlformats.org/markup-compatibility/2006">
        <mc:Choice xmlns:p14="http://schemas.microsoft.com/office/powerpoint/2010/main" Requires="p14">
          <p:contentPart p14:bwMode="auto" r:id="rId139">
            <p14:nvContentPartPr>
              <p14:cNvPr id="1050332" name=""/>
              <p14:cNvContentPartPr/>
              <p14:nvPr/>
            </p14:nvContentPartPr>
            <p14:xfrm>
              <a:off x="5855520" y="4674323"/>
              <a:ext cx="190137" cy="15206"/>
            </p14:xfrm>
          </p:contentPart>
        </mc:Choice>
        <mc:Fallback>
          <p:sp>
            <p:nvSpPr>
              <p:cNvPr id="1050332" name=""/>
              <p:cNvSpPr/>
              <p:nvPr/>
            </p:nvSpPr>
            <p:spPr>
              <a:xfrm>
                <a:off x="5855520" y="4674323"/>
                <a:ext cx="190137" cy="15206"/>
              </a:xfrm>
            </p:spPr>
          </p:sp>
        </mc:Fallback>
      </mc:AlternateContent>
      <mc:AlternateContent xmlns:mc="http://schemas.openxmlformats.org/markup-compatibility/2006">
        <mc:Choice xmlns:p14="http://schemas.microsoft.com/office/powerpoint/2010/main" Requires="p14">
          <p:contentPart p14:bwMode="auto" r:id="rId140">
            <p14:nvContentPartPr>
              <p14:cNvPr id="1050333" name=""/>
              <p14:cNvContentPartPr/>
              <p14:nvPr/>
            </p14:nvContentPartPr>
            <p14:xfrm>
              <a:off x="6171364" y="4839530"/>
              <a:ext cx="237796" cy="153895"/>
            </p14:xfrm>
          </p:contentPart>
        </mc:Choice>
        <mc:Fallback>
          <p:sp>
            <p:nvSpPr>
              <p:cNvPr id="1050333" name=""/>
              <p:cNvSpPr/>
              <p:nvPr/>
            </p:nvSpPr>
            <p:spPr>
              <a:xfrm>
                <a:off x="6171364" y="4839530"/>
                <a:ext cx="237796" cy="153895"/>
              </a:xfrm>
            </p:spPr>
          </p:sp>
        </mc:Fallback>
      </mc:AlternateContent>
      <mc:AlternateContent xmlns:mc="http://schemas.openxmlformats.org/markup-compatibility/2006">
        <mc:Choice xmlns:p14="http://schemas.microsoft.com/office/powerpoint/2010/main" Requires="p14">
          <p:contentPart p14:bwMode="auto" r:id="rId141">
            <p14:nvContentPartPr>
              <p14:cNvPr id="1050334" name=""/>
              <p14:cNvContentPartPr/>
              <p14:nvPr/>
            </p14:nvContentPartPr>
            <p14:xfrm>
              <a:off x="6505682" y="4445212"/>
              <a:ext cx="298896" cy="577528"/>
            </p14:xfrm>
          </p:contentPart>
        </mc:Choice>
        <mc:Fallback>
          <p:sp>
            <p:nvSpPr>
              <p:cNvPr id="1050334" name=""/>
              <p:cNvSpPr/>
              <p:nvPr/>
            </p:nvSpPr>
            <p:spPr>
              <a:xfrm>
                <a:off x="6505682" y="4445212"/>
                <a:ext cx="298896" cy="577528"/>
              </a:xfrm>
            </p:spPr>
          </p:sp>
        </mc:Fallback>
      </mc:AlternateContent>
      <mc:AlternateContent xmlns:mc="http://schemas.openxmlformats.org/markup-compatibility/2006">
        <mc:Choice xmlns:p14="http://schemas.microsoft.com/office/powerpoint/2010/main" Requires="p14">
          <p:contentPart p14:bwMode="auto" r:id="rId142">
            <p14:nvContentPartPr>
              <p14:cNvPr id="1050335" name=""/>
              <p14:cNvContentPartPr/>
              <p14:nvPr/>
            </p14:nvContentPartPr>
            <p14:xfrm>
              <a:off x="6672901" y="4918894"/>
              <a:ext cx="190527" cy="187217"/>
            </p14:xfrm>
          </p:contentPart>
        </mc:Choice>
        <mc:Fallback>
          <p:sp>
            <p:nvSpPr>
              <p:cNvPr id="1050335" name=""/>
              <p:cNvSpPr/>
              <p:nvPr/>
            </p:nvSpPr>
            <p:spPr>
              <a:xfrm>
                <a:off x="6672901" y="4918894"/>
                <a:ext cx="190527" cy="187217"/>
              </a:xfrm>
            </p:spPr>
          </p:sp>
        </mc:Fallback>
      </mc:AlternateContent>
      <mc:AlternateContent xmlns:mc="http://schemas.openxmlformats.org/markup-compatibility/2006">
        <mc:Choice xmlns:p14="http://schemas.microsoft.com/office/powerpoint/2010/main" Requires="p14">
          <p:contentPart p14:bwMode="auto" r:id="rId143">
            <p14:nvContentPartPr>
              <p14:cNvPr id="1050336" name=""/>
              <p14:cNvContentPartPr/>
              <p14:nvPr/>
            </p14:nvContentPartPr>
            <p14:xfrm>
              <a:off x="6976950" y="4598141"/>
              <a:ext cx="186660" cy="287300"/>
            </p14:xfrm>
          </p:contentPart>
        </mc:Choice>
        <mc:Fallback>
          <p:sp>
            <p:nvSpPr>
              <p:cNvPr id="1050336" name=""/>
              <p:cNvSpPr/>
              <p:nvPr/>
            </p:nvSpPr>
            <p:spPr>
              <a:xfrm>
                <a:off x="6976950" y="4598141"/>
                <a:ext cx="186660" cy="287300"/>
              </a:xfrm>
            </p:spPr>
          </p:sp>
        </mc:Fallback>
      </mc:AlternateContent>
      <mc:AlternateContent xmlns:mc="http://schemas.openxmlformats.org/markup-compatibility/2006">
        <mc:Choice xmlns:p14="http://schemas.microsoft.com/office/powerpoint/2010/main" Requires="p14">
          <p:contentPart p14:bwMode="auto" r:id="rId144">
            <p14:nvContentPartPr>
              <p14:cNvPr id="1050337" name=""/>
              <p14:cNvContentPartPr/>
              <p14:nvPr/>
            </p14:nvContentPartPr>
            <p14:xfrm>
              <a:off x="7710486" y="4780649"/>
              <a:ext cx="258721" cy="129159"/>
            </p14:xfrm>
          </p:contentPart>
        </mc:Choice>
        <mc:Fallback>
          <p:sp>
            <p:nvSpPr>
              <p:cNvPr id="1050337" name=""/>
              <p:cNvSpPr/>
              <p:nvPr/>
            </p:nvSpPr>
            <p:spPr>
              <a:xfrm>
                <a:off x="7710486" y="4780649"/>
                <a:ext cx="258721" cy="129159"/>
              </a:xfrm>
            </p:spPr>
          </p:sp>
        </mc:Fallback>
      </mc:AlternateContent>
      <mc:AlternateContent xmlns:mc="http://schemas.openxmlformats.org/markup-compatibility/2006">
        <mc:Choice xmlns:p14="http://schemas.microsoft.com/office/powerpoint/2010/main" Requires="p14">
          <p:contentPart p14:bwMode="auto" r:id="rId145">
            <p14:nvContentPartPr>
              <p14:cNvPr id="1050338" name=""/>
              <p14:cNvContentPartPr/>
              <p14:nvPr/>
            </p14:nvContentPartPr>
            <p14:xfrm>
              <a:off x="7637495" y="4555966"/>
              <a:ext cx="168060" cy="7856"/>
            </p14:xfrm>
          </p:contentPart>
        </mc:Choice>
        <mc:Fallback>
          <p:sp>
            <p:nvSpPr>
              <p:cNvPr id="1050338" name=""/>
              <p:cNvSpPr/>
              <p:nvPr/>
            </p:nvSpPr>
            <p:spPr>
              <a:xfrm>
                <a:off x="7637495" y="4555966"/>
                <a:ext cx="168060" cy="7856"/>
              </a:xfrm>
            </p:spPr>
          </p:sp>
        </mc:Fallback>
      </mc:AlternateContent>
      <mc:AlternateContent xmlns:mc="http://schemas.openxmlformats.org/markup-compatibility/2006">
        <mc:Choice xmlns:p14="http://schemas.microsoft.com/office/powerpoint/2010/main" Requires="p14">
          <p:contentPart p14:bwMode="auto" r:id="rId146">
            <p14:nvContentPartPr>
              <p14:cNvPr id="1050339" name=""/>
              <p14:cNvContentPartPr/>
              <p14:nvPr/>
            </p14:nvContentPartPr>
            <p14:xfrm>
              <a:off x="7958746" y="4474611"/>
              <a:ext cx="186068" cy="456725"/>
            </p14:xfrm>
          </p:contentPart>
        </mc:Choice>
        <mc:Fallback>
          <p:sp>
            <p:nvSpPr>
              <p:cNvPr id="1050339" name=""/>
              <p:cNvSpPr/>
              <p:nvPr/>
            </p:nvSpPr>
            <p:spPr>
              <a:xfrm>
                <a:off x="7958746" y="4474611"/>
                <a:ext cx="186068" cy="456725"/>
              </a:xfrm>
            </p:spPr>
          </p:sp>
        </mc:Fallback>
      </mc:AlternateContent>
      <mc:AlternateContent xmlns:mc="http://schemas.openxmlformats.org/markup-compatibility/2006">
        <mc:Choice xmlns:p14="http://schemas.microsoft.com/office/powerpoint/2010/main" Requires="p14">
          <p:contentPart p14:bwMode="auto" r:id="rId147">
            <p14:nvContentPartPr>
              <p14:cNvPr id="1050340" name=""/>
              <p14:cNvContentPartPr/>
              <p14:nvPr/>
            </p14:nvContentPartPr>
            <p14:xfrm>
              <a:off x="8148157" y="4477919"/>
              <a:ext cx="302225" cy="426938"/>
            </p14:xfrm>
          </p:contentPart>
        </mc:Choice>
        <mc:Fallback>
          <p:sp>
            <p:nvSpPr>
              <p:cNvPr id="1050340" name=""/>
              <p:cNvSpPr/>
              <p:nvPr/>
            </p:nvSpPr>
            <p:spPr>
              <a:xfrm>
                <a:off x="8148157" y="4477919"/>
                <a:ext cx="302225" cy="426938"/>
              </a:xfrm>
            </p:spPr>
          </p:sp>
        </mc:Fallback>
      </mc:AlternateContent>
      <mc:AlternateContent xmlns:mc="http://schemas.openxmlformats.org/markup-compatibility/2006">
        <mc:Choice xmlns:p14="http://schemas.microsoft.com/office/powerpoint/2010/main" Requires="p14">
          <p:contentPart p14:bwMode="auto" r:id="rId148">
            <p14:nvContentPartPr>
              <p14:cNvPr id="1050341" name=""/>
              <p14:cNvContentPartPr/>
              <p14:nvPr/>
            </p14:nvContentPartPr>
            <p14:xfrm>
              <a:off x="8667030" y="4493708"/>
              <a:ext cx="455005" cy="443532"/>
            </p14:xfrm>
          </p:contentPart>
        </mc:Choice>
        <mc:Fallback>
          <p:sp>
            <p:nvSpPr>
              <p:cNvPr id="1050341" name=""/>
              <p:cNvSpPr/>
              <p:nvPr/>
            </p:nvSpPr>
            <p:spPr>
              <a:xfrm>
                <a:off x="8667030" y="4493708"/>
                <a:ext cx="455005" cy="443532"/>
              </a:xfrm>
            </p:spPr>
          </p:sp>
        </mc:Fallback>
      </mc:AlternateContent>
      <mc:AlternateContent xmlns:mc="http://schemas.openxmlformats.org/markup-compatibility/2006">
        <mc:Choice xmlns:p14="http://schemas.microsoft.com/office/powerpoint/2010/main" Requires="p14">
          <p:contentPart p14:bwMode="auto" r:id="rId149">
            <p14:nvContentPartPr>
              <p14:cNvPr id="1050342" name=""/>
              <p14:cNvContentPartPr/>
              <p14:nvPr/>
            </p14:nvContentPartPr>
            <p14:xfrm>
              <a:off x="8878277" y="4600825"/>
              <a:ext cx="518" cy="32009"/>
            </p14:xfrm>
          </p:contentPart>
        </mc:Choice>
        <mc:Fallback>
          <p:sp>
            <p:nvSpPr>
              <p:cNvPr id="1050342" name=""/>
              <p:cNvSpPr/>
              <p:nvPr/>
            </p:nvSpPr>
            <p:spPr>
              <a:xfrm>
                <a:off x="8878277" y="4600825"/>
                <a:ext cx="518" cy="32009"/>
              </a:xfrm>
            </p:spPr>
          </p:sp>
        </mc:Fallback>
      </mc:AlternateContent>
      <mc:AlternateContent xmlns:mc="http://schemas.openxmlformats.org/markup-compatibility/2006">
        <mc:Choice xmlns:p14="http://schemas.microsoft.com/office/powerpoint/2010/main" Requires="p14">
          <p:contentPart p14:bwMode="auto" r:id="rId150">
            <p14:nvContentPartPr>
              <p14:cNvPr id="1050343" name=""/>
              <p14:cNvContentPartPr/>
              <p14:nvPr/>
            </p14:nvContentPartPr>
            <p14:xfrm>
              <a:off x="9061272" y="4511613"/>
              <a:ext cx="505793" cy="408603"/>
            </p14:xfrm>
          </p:contentPart>
        </mc:Choice>
        <mc:Fallback>
          <p:sp>
            <p:nvSpPr>
              <p:cNvPr id="1050343" name=""/>
              <p:cNvSpPr/>
              <p:nvPr/>
            </p:nvSpPr>
            <p:spPr>
              <a:xfrm>
                <a:off x="9061272" y="4511613"/>
                <a:ext cx="505793" cy="408603"/>
              </a:xfrm>
            </p:spPr>
          </p:sp>
        </mc:Fallback>
      </mc:AlternateContent>
      <mc:AlternateContent xmlns:mc="http://schemas.openxmlformats.org/markup-compatibility/2006">
        <mc:Choice xmlns:p14="http://schemas.microsoft.com/office/powerpoint/2010/main" Requires="p14">
          <p:contentPart p14:bwMode="auto" r:id="rId151">
            <p14:nvContentPartPr>
              <p14:cNvPr id="1050344" name=""/>
              <p14:cNvContentPartPr/>
              <p14:nvPr/>
            </p14:nvContentPartPr>
            <p14:xfrm>
              <a:off x="9850207" y="4722929"/>
              <a:ext cx="182585" cy="6250"/>
            </p14:xfrm>
          </p:contentPart>
        </mc:Choice>
        <mc:Fallback>
          <p:sp>
            <p:nvSpPr>
              <p:cNvPr id="1050344" name=""/>
              <p:cNvSpPr/>
              <p:nvPr/>
            </p:nvSpPr>
            <p:spPr>
              <a:xfrm>
                <a:off x="9850207" y="4722929"/>
                <a:ext cx="182585" cy="6250"/>
              </a:xfrm>
            </p:spPr>
          </p:sp>
        </mc:Fallback>
      </mc:AlternateContent>
      <mc:AlternateContent xmlns:mc="http://schemas.openxmlformats.org/markup-compatibility/2006">
        <mc:Choice xmlns:p14="http://schemas.microsoft.com/office/powerpoint/2010/main" Requires="p14">
          <p:contentPart p14:bwMode="auto" r:id="rId152">
            <p14:nvContentPartPr>
              <p14:cNvPr id="1050345" name=""/>
              <p14:cNvContentPartPr/>
              <p14:nvPr/>
            </p14:nvContentPartPr>
            <p14:xfrm>
              <a:off x="9908780" y="4783119"/>
              <a:ext cx="192655" cy="35055"/>
            </p14:xfrm>
          </p:contentPart>
        </mc:Choice>
        <mc:Fallback>
          <p:sp>
            <p:nvSpPr>
              <p:cNvPr id="1050345" name=""/>
              <p:cNvSpPr/>
              <p:nvPr/>
            </p:nvSpPr>
            <p:spPr>
              <a:xfrm>
                <a:off x="9908780" y="4783119"/>
                <a:ext cx="192655" cy="35055"/>
              </a:xfrm>
            </p:spPr>
          </p:sp>
        </mc:Fallback>
      </mc:AlternateContent>
      <mc:AlternateContent xmlns:mc="http://schemas.openxmlformats.org/markup-compatibility/2006">
        <mc:Choice xmlns:p14="http://schemas.microsoft.com/office/powerpoint/2010/main" Requires="p14">
          <p:contentPart p14:bwMode="auto" r:id="rId153">
            <p14:nvContentPartPr>
              <p14:cNvPr id="1050346" name=""/>
              <p14:cNvContentPartPr/>
              <p14:nvPr/>
            </p14:nvContentPartPr>
            <p14:xfrm>
              <a:off x="10029244" y="4615271"/>
              <a:ext cx="130978" cy="230843"/>
            </p14:xfrm>
          </p:contentPart>
        </mc:Choice>
        <mc:Fallback>
          <p:sp>
            <p:nvSpPr>
              <p:cNvPr id="1050346" name=""/>
              <p:cNvSpPr/>
              <p:nvPr/>
            </p:nvSpPr>
            <p:spPr>
              <a:xfrm>
                <a:off x="10029244" y="4615271"/>
                <a:ext cx="130978" cy="230843"/>
              </a:xfrm>
            </p:spPr>
          </p:sp>
        </mc:Fallback>
      </mc:AlternateContent>
      <mc:AlternateContent xmlns:mc="http://schemas.openxmlformats.org/markup-compatibility/2006">
        <mc:Choice xmlns:p14="http://schemas.microsoft.com/office/powerpoint/2010/main" Requires="p14">
          <p:contentPart p14:bwMode="auto" r:id="rId154">
            <p14:nvContentPartPr>
              <p14:cNvPr id="1050347" name=""/>
              <p14:cNvContentPartPr/>
              <p14:nvPr/>
            </p14:nvContentPartPr>
            <p14:xfrm>
              <a:off x="9735224" y="4608174"/>
              <a:ext cx="100565" cy="325166"/>
            </p14:xfrm>
          </p:contentPart>
        </mc:Choice>
        <mc:Fallback>
          <p:sp>
            <p:nvSpPr>
              <p:cNvPr id="1050347" name=""/>
              <p:cNvSpPr/>
              <p:nvPr/>
            </p:nvSpPr>
            <p:spPr>
              <a:xfrm>
                <a:off x="9735224" y="4608174"/>
                <a:ext cx="100565" cy="325166"/>
              </a:xfrm>
            </p:spPr>
          </p:sp>
        </mc:Fallback>
      </mc:AlternateContent>
      <mc:AlternateContent xmlns:mc="http://schemas.openxmlformats.org/markup-compatibility/2006">
        <mc:Choice xmlns:p14="http://schemas.microsoft.com/office/powerpoint/2010/main" Requires="p14">
          <p:contentPart p14:bwMode="auto" r:id="rId155">
            <p14:nvContentPartPr>
              <p14:cNvPr id="1050348" name=""/>
              <p14:cNvContentPartPr/>
              <p14:nvPr/>
            </p14:nvContentPartPr>
            <p14:xfrm>
              <a:off x="10324650" y="4393256"/>
              <a:ext cx="57874" cy="458620"/>
            </p14:xfrm>
          </p:contentPart>
        </mc:Choice>
        <mc:Fallback>
          <p:sp>
            <p:nvSpPr>
              <p:cNvPr id="1050348" name=""/>
              <p:cNvSpPr/>
              <p:nvPr/>
            </p:nvSpPr>
            <p:spPr>
              <a:xfrm>
                <a:off x="10324650" y="4393256"/>
                <a:ext cx="57874" cy="458620"/>
              </a:xfrm>
            </p:spPr>
          </p:sp>
        </mc:Fallback>
      </mc:AlternateContent>
      <mc:AlternateContent xmlns:mc="http://schemas.openxmlformats.org/markup-compatibility/2006">
        <mc:Choice xmlns:p14="http://schemas.microsoft.com/office/powerpoint/2010/main" Requires="p14">
          <p:contentPart p14:bwMode="auto" r:id="rId156">
            <p14:nvContentPartPr>
              <p14:cNvPr id="1050349" name=""/>
              <p14:cNvContentPartPr/>
              <p14:nvPr/>
            </p14:nvContentPartPr>
            <p14:xfrm>
              <a:off x="10295814" y="4629970"/>
              <a:ext cx="328460" cy="175556"/>
            </p14:xfrm>
          </p:contentPart>
        </mc:Choice>
        <mc:Fallback>
          <p:sp>
            <p:nvSpPr>
              <p:cNvPr id="1050349" name=""/>
              <p:cNvSpPr/>
              <p:nvPr/>
            </p:nvSpPr>
            <p:spPr>
              <a:xfrm>
                <a:off x="10295814" y="4629970"/>
                <a:ext cx="328460" cy="175556"/>
              </a:xfrm>
            </p:spPr>
          </p:sp>
        </mc:Fallback>
      </mc:AlternateContent>
      <mc:AlternateContent xmlns:mc="http://schemas.openxmlformats.org/markup-compatibility/2006">
        <mc:Choice xmlns:p14="http://schemas.microsoft.com/office/powerpoint/2010/main" Requires="p14">
          <p:contentPart p14:bwMode="auto" r:id="rId157">
            <p14:nvContentPartPr>
              <p14:cNvPr id="1050350" name=""/>
              <p14:cNvContentPartPr/>
              <p14:nvPr/>
            </p14:nvContentPartPr>
            <p14:xfrm>
              <a:off x="10648521" y="4540197"/>
              <a:ext cx="250398" cy="473538"/>
            </p14:xfrm>
          </p:contentPart>
        </mc:Choice>
        <mc:Fallback>
          <p:sp>
            <p:nvSpPr>
              <p:cNvPr id="1050350" name=""/>
              <p:cNvSpPr/>
              <p:nvPr/>
            </p:nvSpPr>
            <p:spPr>
              <a:xfrm>
                <a:off x="10648521" y="4540197"/>
                <a:ext cx="250398" cy="473538"/>
              </a:xfrm>
            </p:spPr>
          </p:sp>
        </mc:Fallback>
      </mc:AlternateContent>
      <mc:AlternateContent xmlns:mc="http://schemas.openxmlformats.org/markup-compatibility/2006">
        <mc:Choice xmlns:p14="http://schemas.microsoft.com/office/powerpoint/2010/main" Requires="p14">
          <p:contentPart p14:bwMode="auto" r:id="rId158">
            <p14:nvContentPartPr>
              <p14:cNvPr id="1050351" name=""/>
              <p14:cNvContentPartPr/>
              <p14:nvPr/>
            </p14:nvContentPartPr>
            <p14:xfrm>
              <a:off x="10839159" y="4378810"/>
              <a:ext cx="33375" cy="112389"/>
            </p14:xfrm>
          </p:contentPart>
        </mc:Choice>
        <mc:Fallback>
          <p:sp>
            <p:nvSpPr>
              <p:cNvPr id="1050351" name=""/>
              <p:cNvSpPr/>
              <p:nvPr/>
            </p:nvSpPr>
            <p:spPr>
              <a:xfrm>
                <a:off x="10839159" y="4378810"/>
                <a:ext cx="33375" cy="112389"/>
              </a:xfrm>
            </p:spPr>
          </p:sp>
        </mc:Fallback>
      </mc:AlternateContent>
      <mc:AlternateContent xmlns:mc="http://schemas.openxmlformats.org/markup-compatibility/2006">
        <mc:Choice xmlns:p14="http://schemas.microsoft.com/office/powerpoint/2010/main" Requires="p14">
          <p:contentPart p14:bwMode="auto" r:id="rId159">
            <p14:nvContentPartPr>
              <p14:cNvPr id="1050352" name=""/>
              <p14:cNvContentPartPr/>
              <p14:nvPr/>
            </p14:nvContentPartPr>
            <p14:xfrm>
              <a:off x="10967602" y="4589959"/>
              <a:ext cx="120538" cy="180778"/>
            </p14:xfrm>
          </p:contentPart>
        </mc:Choice>
        <mc:Fallback>
          <p:sp>
            <p:nvSpPr>
              <p:cNvPr id="1050352" name=""/>
              <p:cNvSpPr/>
              <p:nvPr/>
            </p:nvSpPr>
            <p:spPr>
              <a:xfrm>
                <a:off x="10967602" y="4589959"/>
                <a:ext cx="120538" cy="180778"/>
              </a:xfrm>
            </p:spPr>
          </p:sp>
        </mc:Fallback>
      </mc:AlternateContent>
      <mc:AlternateContent xmlns:mc="http://schemas.openxmlformats.org/markup-compatibility/2006">
        <mc:Choice xmlns:p14="http://schemas.microsoft.com/office/powerpoint/2010/main" Requires="p14">
          <p:contentPart p14:bwMode="auto" r:id="rId160">
            <p14:nvContentPartPr>
              <p14:cNvPr id="1050353" name=""/>
              <p14:cNvContentPartPr/>
              <p14:nvPr/>
            </p14:nvContentPartPr>
            <p14:xfrm>
              <a:off x="11118289" y="4377975"/>
              <a:ext cx="359490" cy="384072"/>
            </p14:xfrm>
          </p:contentPart>
        </mc:Choice>
        <mc:Fallback>
          <p:sp>
            <p:nvSpPr>
              <p:cNvPr id="1050353" name=""/>
              <p:cNvSpPr/>
              <p:nvPr/>
            </p:nvSpPr>
            <p:spPr>
              <a:xfrm>
                <a:off x="11118289" y="4377975"/>
                <a:ext cx="359490" cy="384072"/>
              </a:xfrm>
            </p:spPr>
          </p:sp>
        </mc:Fallback>
      </mc:AlternateContent>
      <mc:AlternateContent xmlns:mc="http://schemas.openxmlformats.org/markup-compatibility/2006">
        <mc:Choice xmlns:p14="http://schemas.microsoft.com/office/powerpoint/2010/main" Requires="p14">
          <p:contentPart p14:bwMode="auto" r:id="rId161">
            <p14:nvContentPartPr>
              <p14:cNvPr id="1050354" name=""/>
              <p14:cNvContentPartPr/>
              <p14:nvPr/>
            </p14:nvContentPartPr>
            <p14:xfrm>
              <a:off x="11535792" y="4527129"/>
              <a:ext cx="281390" cy="258280"/>
            </p14:xfrm>
          </p:contentPart>
        </mc:Choice>
        <mc:Fallback>
          <p:sp>
            <p:nvSpPr>
              <p:cNvPr id="1050354" name=""/>
              <p:cNvSpPr/>
              <p:nvPr/>
            </p:nvSpPr>
            <p:spPr>
              <a:xfrm>
                <a:off x="11535792" y="4527129"/>
                <a:ext cx="281390" cy="258280"/>
              </a:xfrm>
            </p:spPr>
          </p:sp>
        </mc:Fallback>
      </mc:AlternateContent>
      <mc:AlternateContent xmlns:mc="http://schemas.openxmlformats.org/markup-compatibility/2006">
        <mc:Choice xmlns:p14="http://schemas.microsoft.com/office/powerpoint/2010/main" Requires="p14">
          <p:contentPart p14:bwMode="auto" r:id="rId162">
            <p14:nvContentPartPr>
              <p14:cNvPr id="1050355" name=""/>
              <p14:cNvContentPartPr/>
              <p14:nvPr/>
            </p14:nvContentPartPr>
            <p14:xfrm>
              <a:off x="11478540" y="4349157"/>
              <a:ext cx="29287" cy="88451"/>
            </p14:xfrm>
          </p:contentPart>
        </mc:Choice>
        <mc:Fallback>
          <p:sp>
            <p:nvSpPr>
              <p:cNvPr id="1050355" name=""/>
              <p:cNvSpPr/>
              <p:nvPr/>
            </p:nvSpPr>
            <p:spPr>
              <a:xfrm>
                <a:off x="11478540" y="4349157"/>
                <a:ext cx="29287" cy="88451"/>
              </a:xfrm>
            </p:spPr>
          </p:sp>
        </mc:Fallback>
      </mc:AlternateContent>
      <mc:AlternateContent xmlns:mc="http://schemas.openxmlformats.org/markup-compatibility/2006">
        <mc:Choice xmlns:p14="http://schemas.microsoft.com/office/powerpoint/2010/main" Requires="p14">
          <p:contentPart p14:bwMode="auto" r:id="rId163">
            <p14:nvContentPartPr>
              <p14:cNvPr id="1050356" name=""/>
              <p14:cNvContentPartPr/>
              <p14:nvPr/>
            </p14:nvContentPartPr>
            <p14:xfrm>
              <a:off x="10050426" y="4864661"/>
              <a:ext cx="1340705" cy="413235"/>
            </p14:xfrm>
          </p:contentPart>
        </mc:Choice>
        <mc:Fallback>
          <p:sp>
            <p:nvSpPr>
              <p:cNvPr id="1050356" name=""/>
              <p:cNvSpPr/>
              <p:nvPr/>
            </p:nvSpPr>
            <p:spPr>
              <a:xfrm>
                <a:off x="10050426" y="4864661"/>
                <a:ext cx="1340705" cy="413235"/>
              </a:xfrm>
            </p:spPr>
          </p:sp>
        </mc:Fallback>
      </mc:AlternateContent>
      <mc:AlternateContent xmlns:mc="http://schemas.openxmlformats.org/markup-compatibility/2006">
        <mc:Choice xmlns:p14="http://schemas.microsoft.com/office/powerpoint/2010/main" Requires="p14">
          <p:contentPart p14:bwMode="auto" r:id="rId164">
            <p14:nvContentPartPr>
              <p14:cNvPr id="1050357" name=""/>
              <p14:cNvContentPartPr/>
              <p14:nvPr/>
            </p14:nvContentPartPr>
            <p14:xfrm>
              <a:off x="11039079" y="4965020"/>
              <a:ext cx="115507" cy="18317"/>
            </p14:xfrm>
          </p:contentPart>
        </mc:Choice>
        <mc:Fallback>
          <p:sp>
            <p:nvSpPr>
              <p:cNvPr id="1050357" name=""/>
              <p:cNvSpPr/>
              <p:nvPr/>
            </p:nvSpPr>
            <p:spPr>
              <a:xfrm>
                <a:off x="11039079" y="4965020"/>
                <a:ext cx="115507" cy="18317"/>
              </a:xfrm>
            </p:spPr>
          </p:sp>
        </mc:Fallback>
      </mc:AlternateContent>
      <mc:AlternateContent xmlns:mc="http://schemas.openxmlformats.org/markup-compatibility/2006">
        <mc:Choice xmlns:p14="http://schemas.microsoft.com/office/powerpoint/2010/main" Requires="p14">
          <p:contentPart p14:bwMode="auto" r:id="rId165">
            <p14:nvContentPartPr>
              <p14:cNvPr id="1050358" name=""/>
              <p14:cNvContentPartPr/>
              <p14:nvPr/>
            </p14:nvContentPartPr>
            <p14:xfrm>
              <a:off x="8517215" y="5287057"/>
              <a:ext cx="197307" cy="357508"/>
            </p14:xfrm>
          </p:contentPart>
        </mc:Choice>
        <mc:Fallback>
          <p:sp>
            <p:nvSpPr>
              <p:cNvPr id="1050358" name=""/>
              <p:cNvSpPr/>
              <p:nvPr/>
            </p:nvSpPr>
            <p:spPr>
              <a:xfrm>
                <a:off x="8517215" y="5287057"/>
                <a:ext cx="197307" cy="357508"/>
              </a:xfrm>
            </p:spPr>
          </p:sp>
        </mc:Fallback>
      </mc:AlternateContent>
      <mc:AlternateContent xmlns:mc="http://schemas.openxmlformats.org/markup-compatibility/2006">
        <mc:Choice xmlns:p14="http://schemas.microsoft.com/office/powerpoint/2010/main" Requires="p14">
          <p:contentPart p14:bwMode="auto" r:id="rId166">
            <p14:nvContentPartPr>
              <p14:cNvPr id="1050359" name=""/>
              <p14:cNvContentPartPr/>
              <p14:nvPr/>
            </p14:nvContentPartPr>
            <p14:xfrm>
              <a:off x="8740021" y="5244312"/>
              <a:ext cx="303537" cy="448092"/>
            </p14:xfrm>
          </p:contentPart>
        </mc:Choice>
        <mc:Fallback>
          <p:sp>
            <p:nvSpPr>
              <p:cNvPr id="1050359" name=""/>
              <p:cNvSpPr/>
              <p:nvPr/>
            </p:nvSpPr>
            <p:spPr>
              <a:xfrm>
                <a:off x="8740021" y="5244312"/>
                <a:ext cx="303537" cy="448092"/>
              </a:xfrm>
            </p:spPr>
          </p:sp>
        </mc:Fallback>
      </mc:AlternateContent>
      <mc:AlternateContent xmlns:mc="http://schemas.openxmlformats.org/markup-compatibility/2006">
        <mc:Choice xmlns:p14="http://schemas.microsoft.com/office/powerpoint/2010/main" Requires="p14">
          <p:contentPart p14:bwMode="auto" r:id="rId167">
            <p14:nvContentPartPr>
              <p14:cNvPr id="1050360" name=""/>
              <p14:cNvContentPartPr/>
              <p14:nvPr/>
            </p14:nvContentPartPr>
            <p14:xfrm>
              <a:off x="8903392" y="5643736"/>
              <a:ext cx="202036" cy="147926"/>
            </p14:xfrm>
          </p:contentPart>
        </mc:Choice>
        <mc:Fallback>
          <p:sp>
            <p:nvSpPr>
              <p:cNvPr id="1050360" name=""/>
              <p:cNvSpPr/>
              <p:nvPr/>
            </p:nvSpPr>
            <p:spPr>
              <a:xfrm>
                <a:off x="8903392" y="5643736"/>
                <a:ext cx="202036" cy="147926"/>
              </a:xfrm>
            </p:spPr>
          </p:sp>
        </mc:Fallback>
      </mc:AlternateContent>
      <mc:AlternateContent xmlns:mc="http://schemas.openxmlformats.org/markup-compatibility/2006">
        <mc:Choice xmlns:p14="http://schemas.microsoft.com/office/powerpoint/2010/main" Requires="p14">
          <p:contentPart p14:bwMode="auto" r:id="rId168">
            <p14:nvContentPartPr>
              <p14:cNvPr id="1050361" name=""/>
              <p14:cNvContentPartPr/>
              <p14:nvPr/>
            </p14:nvContentPartPr>
            <p14:xfrm>
              <a:off x="9182023" y="5354782"/>
              <a:ext cx="94255" cy="309899"/>
            </p14:xfrm>
          </p:contentPart>
        </mc:Choice>
        <mc:Fallback>
          <p:sp>
            <p:nvSpPr>
              <p:cNvPr id="1050361" name=""/>
              <p:cNvSpPr/>
              <p:nvPr/>
            </p:nvSpPr>
            <p:spPr>
              <a:xfrm>
                <a:off x="9182023" y="5354782"/>
                <a:ext cx="94255" cy="309899"/>
              </a:xfrm>
            </p:spPr>
          </p:sp>
        </mc:Fallback>
      </mc:AlternateContent>
      <mc:AlternateContent xmlns:mc="http://schemas.openxmlformats.org/markup-compatibility/2006">
        <mc:Choice xmlns:p14="http://schemas.microsoft.com/office/powerpoint/2010/main" Requires="p14">
          <p:contentPart p14:bwMode="auto" r:id="rId169">
            <p14:nvContentPartPr>
              <p14:cNvPr id="1050362" name=""/>
              <p14:cNvContentPartPr/>
              <p14:nvPr/>
            </p14:nvContentPartPr>
            <p14:xfrm>
              <a:off x="9223344" y="5658436"/>
              <a:ext cx="166839" cy="35019"/>
            </p14:xfrm>
          </p:contentPart>
        </mc:Choice>
        <mc:Fallback>
          <p:sp>
            <p:nvSpPr>
              <p:cNvPr id="1050362" name=""/>
              <p:cNvSpPr/>
              <p:nvPr/>
            </p:nvSpPr>
            <p:spPr>
              <a:xfrm>
                <a:off x="9223344" y="5658436"/>
                <a:ext cx="166839" cy="35019"/>
              </a:xfrm>
            </p:spPr>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771" name="Rectangle 3"/>
          <p:cNvSpPr>
            <a:spLocks noChangeAspect="1" noMove="1" noResize="1" noRot="1" noAdjustHandles="1" noEditPoints="1" noChangeArrowheads="1" noChangeShapeType="1" noTextEdit="1"/>
          </p:cNvSpPr>
          <p:nvPr/>
        </p:nvSpPr>
        <p:spPr>
          <a:xfrm>
            <a:off x="665408" y="1389570"/>
            <a:ext cx="8633138" cy="2246769"/>
          </a:xfrm>
          <a:prstGeom prst="rect"/>
          <a:blipFill rotWithShape="0">
            <a:blip xmlns:r="http://schemas.openxmlformats.org/officeDocument/2006/relationships" r:embed="rId1"/>
            <a:stretch>
              <a:fillRect l="-706" t="-1355" b="-3523"/>
            </a:stretch>
          </a:blipFill>
        </p:spPr>
        <p:txBody>
          <a:bodyPr/>
          <a:p>
            <a:r>
              <a:rPr lang="fr-MA">
                <a:noFill/>
              </a:rPr>
              <a:t> </a:t>
            </a:r>
          </a:p>
        </p:txBody>
      </p:sp>
      <p:sp>
        <p:nvSpPr>
          <p:cNvPr id="1048772" name="ZoneTexte 4"/>
          <p:cNvSpPr txBox="1">
            <a:spLocks noChangeAspect="1" noMove="1" noResize="1" noRot="1" noAdjustHandles="1" noEditPoints="1" noChangeArrowheads="1" noChangeShapeType="1" noTextEdit="1"/>
          </p:cNvSpPr>
          <p:nvPr/>
        </p:nvSpPr>
        <p:spPr>
          <a:xfrm>
            <a:off x="3867955" y="371994"/>
            <a:ext cx="3276410" cy="864596"/>
          </a:xfrm>
          <a:prstGeom prst="rect"/>
          <a:blipFill rotWithShape="0">
            <a:blip xmlns:r="http://schemas.openxmlformats.org/officeDocument/2006/relationships" r:embed="rId2"/>
            <a:stretch>
              <a:fillRect/>
            </a:stretch>
          </a:blipFill>
        </p:spPr>
        <p:txBody>
          <a:bodyPr/>
          <a:p>
            <a:r>
              <a:rPr lang="fr-MA">
                <a:noFill/>
              </a:rPr>
              <a:t> </a:t>
            </a:r>
          </a:p>
        </p:txBody>
      </p:sp>
      <p:sp>
        <p:nvSpPr>
          <p:cNvPr id="1048773" name="Rectangle 5"/>
          <p:cNvSpPr/>
          <p:nvPr/>
        </p:nvSpPr>
        <p:spPr>
          <a:xfrm>
            <a:off x="468319" y="3789319"/>
            <a:ext cx="7193279" cy="510540"/>
          </a:xfrm>
          <a:prstGeom prst="rect"/>
          <a:solidFill>
            <a:srgbClr val="FFFF00"/>
          </a:solidFill>
        </p:spPr>
        <p:txBody>
          <a:bodyPr wrap="none">
            <a:spAutoFit/>
          </a:bodyPr>
          <a:p>
            <a:r>
              <a:rPr dirty="0" sz="2800" lang="fr-FR">
                <a:effectLst>
                  <a:outerShdw algn="tl" blurRad="38100" dir="2700000" dist="38100">
                    <a:srgbClr val="000000">
                      <a:alpha val="43137"/>
                    </a:srgbClr>
                  </a:outerShdw>
                </a:effectLst>
                <a:latin typeface="AR BLANCA" panose="02000000000000000000" pitchFamily="2" charset="0"/>
              </a:rPr>
              <a:t>5</a:t>
            </a:r>
            <a:r>
              <a:rPr baseline="0" dirty="0" sz="2800" i="0" lang="fr-FR" strike="noStrike" u="none">
                <a:effectLst>
                  <a:outerShdw algn="tl" blurRad="38100" dir="2700000" dist="38100">
                    <a:srgbClr val="000000">
                      <a:alpha val="43137"/>
                    </a:srgbClr>
                  </a:outerShdw>
                </a:effectLst>
                <a:latin typeface="AR BLANCA" panose="02000000000000000000" pitchFamily="2" charset="0"/>
              </a:rPr>
              <a:t>. Mouvement des planètes – Lois de Kepler</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74" name="Rectangle 6"/>
          <p:cNvSpPr/>
          <p:nvPr/>
        </p:nvSpPr>
        <p:spPr>
          <a:xfrm>
            <a:off x="663083" y="4462069"/>
            <a:ext cx="6050281" cy="396240"/>
          </a:xfrm>
          <a:prstGeom prst="rect"/>
        </p:spPr>
        <p:txBody>
          <a:bodyPr wrap="none">
            <a:spAutoFit/>
          </a:bodyPr>
          <a:p>
            <a:r>
              <a:rPr dirty="0" sz="2000" lang="fr-FR">
                <a:latin typeface="Bembo"/>
              </a:rPr>
              <a:t>on se place dans le cadre de la force de gravitation :</a:t>
            </a:r>
            <a:endParaRPr dirty="0" sz="2000" lang="fr-MA"/>
          </a:p>
        </p:txBody>
      </p:sp>
      <p:sp>
        <p:nvSpPr>
          <p:cNvPr id="1048775" name="ZoneTexte 7"/>
          <p:cNvSpPr txBox="1">
            <a:spLocks noChangeAspect="1" noMove="1" noResize="1" noRot="1" noAdjustHandles="1" noEditPoints="1" noChangeArrowheads="1" noChangeShapeType="1" noTextEdit="1"/>
          </p:cNvSpPr>
          <p:nvPr/>
        </p:nvSpPr>
        <p:spPr>
          <a:xfrm>
            <a:off x="6683824" y="4353417"/>
            <a:ext cx="2121799" cy="617413"/>
          </a:xfrm>
          <a:prstGeom prst="rect"/>
          <a:blipFill rotWithShape="0">
            <a:blip xmlns:r="http://schemas.openxmlformats.org/officeDocument/2006/relationships" r:embed="rId3"/>
            <a:stretch>
              <a:fillRect/>
            </a:stretch>
          </a:blipFill>
        </p:spPr>
        <p:txBody>
          <a:bodyPr/>
          <a:p>
            <a:r>
              <a:rPr lang="fr-MA">
                <a:noFill/>
              </a:rPr>
              <a:t> </a:t>
            </a:r>
          </a:p>
        </p:txBody>
      </p:sp>
      <p:sp>
        <p:nvSpPr>
          <p:cNvPr id="1048776" name="Rectangle 8"/>
          <p:cNvSpPr>
            <a:spLocks noChangeAspect="1" noMove="1" noResize="1" noRot="1" noAdjustHandles="1" noEditPoints="1" noChangeArrowheads="1" noChangeShapeType="1" noTextEdit="1"/>
          </p:cNvSpPr>
          <p:nvPr/>
        </p:nvSpPr>
        <p:spPr>
          <a:xfrm>
            <a:off x="9393347" y="4462068"/>
            <a:ext cx="2535631" cy="400110"/>
          </a:xfrm>
          <a:prstGeom prst="rect"/>
          <a:blipFill rotWithShape="0">
            <a:blip xmlns:r="http://schemas.openxmlformats.org/officeDocument/2006/relationships" r:embed="rId4"/>
            <a:stretch>
              <a:fillRect/>
            </a:stretch>
          </a:blipFill>
        </p:spPr>
        <p:txBody>
          <a:bodyPr/>
          <a:p>
            <a:r>
              <a:rPr lang="fr-MA">
                <a:noFill/>
              </a:rPr>
              <a:t> </a:t>
            </a:r>
          </a:p>
        </p:txBody>
      </p:sp>
      <p:sp>
        <p:nvSpPr>
          <p:cNvPr id="1048777" name="ZoneTexte 9"/>
          <p:cNvSpPr txBox="1"/>
          <p:nvPr/>
        </p:nvSpPr>
        <p:spPr>
          <a:xfrm>
            <a:off x="8900424" y="4462069"/>
            <a:ext cx="398122" cy="400110"/>
          </a:xfrm>
          <a:prstGeom prst="rect"/>
          <a:noFill/>
        </p:spPr>
        <p:txBody>
          <a:bodyPr rtlCol="0" wrap="none">
            <a:spAutoFit/>
          </a:bodyPr>
          <a:p>
            <a:r>
              <a:rPr dirty="0" sz="2000" lang="fr-MA"/>
              <a:t>et</a:t>
            </a:r>
          </a:p>
        </p:txBody>
      </p:sp>
      <p:sp>
        <p:nvSpPr>
          <p:cNvPr id="1048778" name="Rectangle 10"/>
          <p:cNvSpPr/>
          <p:nvPr/>
        </p:nvSpPr>
        <p:spPr>
          <a:xfrm>
            <a:off x="663082" y="5070767"/>
            <a:ext cx="10502901" cy="400110"/>
          </a:xfrm>
          <a:prstGeom prst="rect"/>
        </p:spPr>
        <p:txBody>
          <a:bodyPr wrap="square">
            <a:spAutoFit/>
          </a:bodyPr>
          <a:p>
            <a:pPr algn="just"/>
            <a:r>
              <a:rPr dirty="0" sz="2000" lang="fr-FR">
                <a:latin typeface="Bembo"/>
              </a:rPr>
              <a:t>On a donc une force attractive et la possibilité d’observer des états libres et des états </a:t>
            </a:r>
            <a:r>
              <a:rPr dirty="0" sz="2000" lang="fr-MA">
                <a:latin typeface="Bembo"/>
              </a:rPr>
              <a:t>liés.</a:t>
            </a:r>
            <a:endParaRPr dirty="0" sz="2000" lang="fr-MA"/>
          </a:p>
        </p:txBody>
      </p:sp>
      <mc:AlternateContent xmlns:mc="http://schemas.openxmlformats.org/markup-compatibility/2006">
        <mc:Choice xmlns:p14="http://schemas.microsoft.com/office/powerpoint/2010/main" Requires="p14">
          <p:contentPart p14:bwMode="auto" r:id="rId5">
            <p14:nvContentPartPr>
              <p14:cNvPr id="1050363" name=""/>
              <p14:cNvContentPartPr/>
              <p14:nvPr/>
            </p14:nvContentPartPr>
            <p14:xfrm>
              <a:off x="328918" y="865098"/>
              <a:ext cx="6826474" cy="2863619"/>
            </p14:xfrm>
          </p:contentPart>
        </mc:Choice>
        <mc:Fallback>
          <p:sp>
            <p:nvSpPr>
              <p:cNvPr id="1050363" name=""/>
              <p:cNvSpPr/>
              <p:nvPr/>
            </p:nvSpPr>
            <p:spPr>
              <a:xfrm>
                <a:off x="328918" y="865098"/>
                <a:ext cx="6826474" cy="2863619"/>
              </a:xfrm>
            </p:spPr>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779" name="Rectangle 3"/>
          <p:cNvSpPr/>
          <p:nvPr/>
        </p:nvSpPr>
        <p:spPr>
          <a:xfrm>
            <a:off x="614385" y="295072"/>
            <a:ext cx="4831080" cy="510540"/>
          </a:xfrm>
          <a:prstGeom prst="rect"/>
          <a:solidFill>
            <a:srgbClr val="92D050"/>
          </a:solidFill>
        </p:spPr>
        <p:txBody>
          <a:bodyPr wrap="none">
            <a:spAutoFit/>
          </a:bodyPr>
          <a:p>
            <a:r>
              <a:rPr dirty="0" sz="2800" lang="fr-FR">
                <a:effectLst>
                  <a:outerShdw algn="tl" blurRad="38100" dir="2700000" dist="38100">
                    <a:srgbClr val="000000">
                      <a:alpha val="43137"/>
                    </a:srgbClr>
                  </a:outerShdw>
                </a:effectLst>
                <a:latin typeface="AR BLANCA" panose="02000000000000000000" pitchFamily="2" charset="0"/>
              </a:rPr>
              <a:t>5.1 Énoncé des lois de Kepler</a:t>
            </a:r>
            <a:endParaRPr dirty="0" sz="2800" lang="fr-MA">
              <a:effectLst>
                <a:outerShdw algn="tl" blurRad="38100" dir="2700000" dist="38100">
                  <a:srgbClr val="000000">
                    <a:alpha val="43137"/>
                  </a:srgbClr>
                </a:outerShdw>
              </a:effectLst>
              <a:latin typeface="AR BLANCA" panose="02000000000000000000" pitchFamily="2" charset="0"/>
            </a:endParaRPr>
          </a:p>
        </p:txBody>
      </p:sp>
      <p:sp>
        <p:nvSpPr>
          <p:cNvPr id="1048780" name="Rectangle 4"/>
          <p:cNvSpPr/>
          <p:nvPr/>
        </p:nvSpPr>
        <p:spPr>
          <a:xfrm>
            <a:off x="334850" y="1385989"/>
            <a:ext cx="11526591" cy="4358640"/>
          </a:xfrm>
          <a:prstGeom prst="rect"/>
        </p:spPr>
        <p:txBody>
          <a:bodyPr wrap="square">
            <a:spAutoFit/>
          </a:bodyPr>
          <a:p>
            <a:pPr algn="just" indent="-285750" marL="285750">
              <a:buFont typeface="Wingdings" panose="05000000000000000000" pitchFamily="2" charset="2"/>
              <a:buChar char="q"/>
            </a:pPr>
            <a:r>
              <a:rPr dirty="0" sz="2000" lang="fr-FR">
                <a:latin typeface="Bembo"/>
              </a:rPr>
              <a:t>Les lois de Kepler ont été énoncées expérimentalement à partir de l’observation du mouvement des planètes. Elles sont au nombre de trois :</a:t>
            </a:r>
          </a:p>
          <a:p>
            <a:pPr algn="just" indent="-285750" marL="285750">
              <a:buFont typeface="Wingdings" panose="05000000000000000000" pitchFamily="2" charset="2"/>
              <a:buChar char="q"/>
            </a:pPr>
            <a:endParaRPr dirty="0" sz="2000" lang="fr-FR">
              <a:latin typeface="Bembo"/>
            </a:endParaRPr>
          </a:p>
          <a:p>
            <a:pPr algn="just" indent="-285750" marL="285750">
              <a:buFont typeface="Wingdings" panose="05000000000000000000" pitchFamily="2" charset="2"/>
              <a:buChar char="q"/>
            </a:pPr>
            <a:endParaRPr dirty="0" sz="2000" lang="fr-FR">
              <a:latin typeface="Bembo"/>
            </a:endParaRPr>
          </a:p>
          <a:p>
            <a:pPr algn="just" indent="-457200" marL="457200">
              <a:buAutoNum type="arabicPeriod"/>
            </a:pPr>
            <a:r>
              <a:rPr dirty="0" sz="2000" lang="fr-FR">
                <a:latin typeface="Bembo"/>
              </a:rPr>
              <a:t>Le centre des planètes décrit une ellipse dont l’un des foyers est le Soleil.</a:t>
            </a:r>
          </a:p>
          <a:p>
            <a:pPr algn="just" indent="-457200" marL="457200">
              <a:buAutoNum type="arabicPeriod"/>
            </a:pPr>
            <a:endParaRPr dirty="0" sz="2000" lang="fr-FR">
              <a:latin typeface="Bembo"/>
            </a:endParaRPr>
          </a:p>
          <a:p>
            <a:pPr algn="just" indent="-457200" marL="457200">
              <a:buAutoNum type="arabicPeriod"/>
            </a:pPr>
            <a:endParaRPr dirty="0" sz="2000" lang="fr-FR">
              <a:latin typeface="Bembo"/>
            </a:endParaRPr>
          </a:p>
          <a:p>
            <a:pPr algn="just" indent="-457200" marL="457200">
              <a:buAutoNum type="arabicPeriod"/>
            </a:pPr>
            <a:endParaRPr dirty="0" sz="2000" lang="fr-FR">
              <a:latin typeface="Bembo"/>
            </a:endParaRPr>
          </a:p>
          <a:p>
            <a:pPr algn="just"/>
            <a:r>
              <a:rPr dirty="0" sz="2000" lang="fr-FR">
                <a:latin typeface="Bembo"/>
              </a:rPr>
              <a:t>2. Les rayons vecteurs balaient des aires égales pour des intervalles de temps égaux.</a:t>
            </a:r>
          </a:p>
          <a:p>
            <a:pPr algn="just"/>
            <a:endParaRPr dirty="0" sz="2000" lang="fr-FR">
              <a:latin typeface="Bembo"/>
            </a:endParaRPr>
          </a:p>
          <a:p>
            <a:pPr algn="just"/>
            <a:endParaRPr dirty="0" sz="2000" lang="fr-FR">
              <a:latin typeface="Bembo"/>
            </a:endParaRPr>
          </a:p>
          <a:p>
            <a:pPr algn="just"/>
            <a:endParaRPr dirty="0" sz="2000" lang="fr-FR">
              <a:latin typeface="Bembo"/>
            </a:endParaRPr>
          </a:p>
          <a:p>
            <a:pPr algn="just"/>
            <a:r>
              <a:rPr dirty="0" sz="2000" lang="fr-FR">
                <a:latin typeface="Bembo"/>
              </a:rPr>
              <a:t>3. Le rapport entre le carré de la période </a:t>
            </a:r>
            <a:r>
              <a:rPr dirty="0" sz="2000" i="1" lang="fr-FR">
                <a:latin typeface="Bembo-Italic"/>
              </a:rPr>
              <a:t>T </a:t>
            </a:r>
            <a:r>
              <a:rPr dirty="0" sz="2000" lang="fr-FR">
                <a:latin typeface="Bembo"/>
              </a:rPr>
              <a:t>de révolution de la planète autour du Soleil et le cube du demi-grand axe </a:t>
            </a:r>
            <a:r>
              <a:rPr dirty="0" sz="2000" i="1" lang="fr-FR">
                <a:latin typeface="Bembo-Italic"/>
              </a:rPr>
              <a:t>a </a:t>
            </a:r>
            <a:r>
              <a:rPr dirty="0" sz="2000" lang="fr-FR">
                <a:latin typeface="Bembo"/>
              </a:rPr>
              <a:t>de la trajectoire est indépendant de la planète</a:t>
            </a:r>
            <a:r>
              <a:rPr dirty="0" sz="2000" lang="fr-MA">
                <a:latin typeface="Bembo"/>
              </a:rPr>
              <a:t>:</a:t>
            </a:r>
            <a:endParaRPr dirty="0" sz="2000" lang="fr-MA"/>
          </a:p>
        </p:txBody>
      </p:sp>
      <p:sp>
        <p:nvSpPr>
          <p:cNvPr id="1048781" name="Rectangle 5"/>
          <p:cNvSpPr>
            <a:spLocks noChangeAspect="1" noMove="1" noResize="1" noRot="1" noAdjustHandles="1" noEditPoints="1" noChangeArrowheads="1" noChangeShapeType="1" noTextEdit="1"/>
          </p:cNvSpPr>
          <p:nvPr/>
        </p:nvSpPr>
        <p:spPr>
          <a:xfrm>
            <a:off x="8165206" y="5523831"/>
            <a:ext cx="1565124" cy="831061"/>
          </a:xfrm>
          <a:prstGeom prst="rect"/>
          <a:blipFill rotWithShape="0">
            <a:blip xmlns:r="http://schemas.openxmlformats.org/officeDocument/2006/relationships" r:embed="rId1"/>
            <a:stretch>
              <a:fillRect/>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2">
            <p14:nvContentPartPr>
              <p14:cNvPr id="1050365" name=""/>
              <p14:cNvContentPartPr/>
              <p14:nvPr/>
            </p14:nvContentPartPr>
            <p14:xfrm>
              <a:off x="8052449" y="5442524"/>
              <a:ext cx="1731499" cy="997454"/>
            </p14:xfrm>
          </p:contentPart>
        </mc:Choice>
        <mc:Fallback>
          <p:sp>
            <p:nvSpPr>
              <p:cNvPr id="1050365" name=""/>
              <p:cNvSpPr/>
              <p:nvPr/>
            </p:nvSpPr>
            <p:spPr>
              <a:xfrm>
                <a:off x="8052449" y="5442524"/>
                <a:ext cx="1731499" cy="997454"/>
              </a:xfrm>
            </p:spPr>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782" name="Arc 6"/>
          <p:cNvSpPr/>
          <p:nvPr/>
        </p:nvSpPr>
        <p:spPr>
          <a:xfrm>
            <a:off x="485557" y="4334465"/>
            <a:ext cx="5286779" cy="1249252"/>
          </a:xfrm>
          <a:prstGeom prst="arc">
            <a:avLst>
              <a:gd name="adj1" fmla="val 5065660"/>
              <a:gd name="adj2" fmla="val 4983938"/>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anchor="ctr" rtlCol="0"/>
          <a:p>
            <a:pPr algn="ctr"/>
            <a:endParaRPr lang="fr-MA"/>
          </a:p>
        </p:txBody>
      </p:sp>
      <p:sp>
        <p:nvSpPr>
          <p:cNvPr id="1048783" name="Rectangle 3"/>
          <p:cNvSpPr/>
          <p:nvPr/>
        </p:nvSpPr>
        <p:spPr>
          <a:xfrm>
            <a:off x="652529" y="355474"/>
            <a:ext cx="10783909" cy="3291840"/>
          </a:xfrm>
          <a:prstGeom prst="rect"/>
        </p:spPr>
        <p:txBody>
          <a:bodyPr wrap="square">
            <a:spAutoFit/>
          </a:bodyPr>
          <a:p>
            <a:pPr algn="just"/>
            <a:r>
              <a:rPr dirty="0" lang="fr-FR">
                <a:solidFill>
                  <a:srgbClr val="000000"/>
                </a:solidFill>
                <a:latin typeface="Bembo"/>
              </a:rPr>
              <a:t>Ces propriétés s’interprètent aisément en postulant les hypothèses suivantes :</a:t>
            </a:r>
          </a:p>
          <a:p>
            <a:pPr algn="just"/>
            <a:endParaRPr dirty="0" lang="fr-FR">
              <a:solidFill>
                <a:srgbClr val="000000"/>
              </a:solidFill>
              <a:latin typeface="Bembo"/>
            </a:endParaRPr>
          </a:p>
          <a:p>
            <a:pPr algn="just"/>
            <a:r>
              <a:rPr dirty="0" i="1" lang="fr-FR">
                <a:latin typeface="CMSY10"/>
              </a:rPr>
              <a:t>•</a:t>
            </a:r>
            <a:r>
              <a:rPr dirty="0" i="1" lang="fr-FR">
                <a:solidFill>
                  <a:srgbClr val="C4007A"/>
                </a:solidFill>
                <a:latin typeface="CMSY10"/>
              </a:rPr>
              <a:t> </a:t>
            </a:r>
            <a:r>
              <a:rPr dirty="0" lang="fr-FR">
                <a:solidFill>
                  <a:srgbClr val="000000"/>
                </a:solidFill>
                <a:latin typeface="Bembo"/>
              </a:rPr>
              <a:t>Les planètes et le Soleil présentent une symétrie sphérique permettant de les assimiler à des points matériels. En première approximation, cette hypothèse est justifiée même si l’on sait que les planètes ne sont pas rigoureusement des sphères. Cette approximation pourra éventuellement expliquer des écarts aux lois de Kepler.</a:t>
            </a:r>
          </a:p>
          <a:p>
            <a:pPr algn="just"/>
            <a:endParaRPr dirty="0" lang="fr-FR">
              <a:solidFill>
                <a:srgbClr val="000000"/>
              </a:solidFill>
              <a:latin typeface="Bembo"/>
            </a:endParaRPr>
          </a:p>
          <a:p>
            <a:r>
              <a:rPr dirty="0" i="1" lang="fr-FR">
                <a:latin typeface="CMSY10"/>
              </a:rPr>
              <a:t>• </a:t>
            </a:r>
            <a:r>
              <a:rPr dirty="0" lang="fr-FR">
                <a:solidFill>
                  <a:srgbClr val="000000"/>
                </a:solidFill>
                <a:latin typeface="Bembo"/>
              </a:rPr>
              <a:t>Le mouvement d’une planète est uniquement lié à l’interaction entre cette planète et le Soleil, on exclut toute influence des autres planètes ou objets célestes. </a:t>
            </a:r>
          </a:p>
          <a:p>
            <a:endParaRPr dirty="0" lang="fr-FR">
              <a:latin typeface="Bembo"/>
            </a:endParaRPr>
          </a:p>
          <a:p>
            <a:r>
              <a:rPr dirty="0" i="1" lang="fr-FR">
                <a:latin typeface="Bembo"/>
              </a:rPr>
              <a:t>• </a:t>
            </a:r>
            <a:r>
              <a:rPr dirty="0" lang="fr-FR">
                <a:latin typeface="Bembo"/>
              </a:rPr>
              <a:t>La masse de la planète est négligeable devant celle du Soleil. L’intérêt de cette dernière hypothèse est de pouvoir assimiler le barycentre du système constitué du Soleil et d’une planète au centre du Soleil.</a:t>
            </a:r>
            <a:endParaRPr dirty="0" lang="fr-MA">
              <a:latin typeface="Bembo"/>
            </a:endParaRPr>
          </a:p>
        </p:txBody>
      </p:sp>
      <p:sp>
        <p:nvSpPr>
          <p:cNvPr id="1048784" name="Ellipse 4"/>
          <p:cNvSpPr/>
          <p:nvPr/>
        </p:nvSpPr>
        <p:spPr>
          <a:xfrm>
            <a:off x="2451734" y="4109086"/>
            <a:ext cx="1352281" cy="1390918"/>
          </a:xfrm>
          <a:prstGeom prst="ellipse"/>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785" name="Ellipse 5"/>
          <p:cNvSpPr/>
          <p:nvPr/>
        </p:nvSpPr>
        <p:spPr>
          <a:xfrm>
            <a:off x="5611351" y="4649998"/>
            <a:ext cx="321971" cy="309093"/>
          </a:xfrm>
          <a:prstGeom prst="ellipse"/>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74" name="Connecteur droit 8"/>
          <p:cNvCxnSpPr>
            <a:cxnSpLocks/>
          </p:cNvCxnSpPr>
          <p:nvPr/>
        </p:nvCxnSpPr>
        <p:spPr>
          <a:xfrm>
            <a:off x="3127874" y="4804544"/>
            <a:ext cx="2644462" cy="0"/>
          </a:xfrm>
          <a:prstGeom prst="line"/>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786" name="ZoneTexte 9"/>
          <p:cNvSpPr txBox="1"/>
          <p:nvPr/>
        </p:nvSpPr>
        <p:spPr>
          <a:xfrm>
            <a:off x="2950582" y="4281324"/>
            <a:ext cx="398779" cy="510540"/>
          </a:xfrm>
          <a:prstGeom prst="rect"/>
          <a:noFill/>
        </p:spPr>
        <p:txBody>
          <a:bodyPr rtlCol="0" wrap="none">
            <a:spAutoFit/>
          </a:bodyPr>
          <a:p>
            <a:r>
              <a:rPr b="1" dirty="0" sz="2800" lang="fr-MA">
                <a:effectLst>
                  <a:outerShdw algn="tl" blurRad="38100" dir="2700000" dist="38100">
                    <a:srgbClr val="000000">
                      <a:alpha val="43137"/>
                    </a:srgbClr>
                  </a:outerShdw>
                </a:effectLst>
              </a:rPr>
              <a:t>S</a:t>
            </a:r>
          </a:p>
        </p:txBody>
      </p:sp>
      <p:sp>
        <p:nvSpPr>
          <p:cNvPr id="1048787" name="ZoneTexte 10"/>
          <p:cNvSpPr txBox="1"/>
          <p:nvPr/>
        </p:nvSpPr>
        <p:spPr>
          <a:xfrm>
            <a:off x="5808827" y="4435871"/>
            <a:ext cx="411480" cy="510540"/>
          </a:xfrm>
          <a:prstGeom prst="rect"/>
          <a:noFill/>
        </p:spPr>
        <p:txBody>
          <a:bodyPr rtlCol="0" wrap="none">
            <a:spAutoFit/>
          </a:bodyPr>
          <a:p>
            <a:r>
              <a:rPr b="1" dirty="0" sz="2800" lang="fr-MA">
                <a:effectLst>
                  <a:outerShdw algn="tl" blurRad="38100" dir="2700000" dist="38100">
                    <a:srgbClr val="000000">
                      <a:alpha val="43137"/>
                    </a:srgbClr>
                  </a:outerShdw>
                </a:effectLst>
              </a:rPr>
              <a:t>P</a:t>
            </a:r>
          </a:p>
        </p:txBody>
      </p:sp>
      <p:sp>
        <p:nvSpPr>
          <p:cNvPr id="1048788" name="Ellipse 11"/>
          <p:cNvSpPr/>
          <p:nvPr/>
        </p:nvSpPr>
        <p:spPr>
          <a:xfrm>
            <a:off x="9327326" y="5001814"/>
            <a:ext cx="51515" cy="107064"/>
          </a:xfrm>
          <a:prstGeom prst="ellipse"/>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789" name="Ellipse 12"/>
          <p:cNvSpPr/>
          <p:nvPr/>
        </p:nvSpPr>
        <p:spPr>
          <a:xfrm>
            <a:off x="11669134" y="4959144"/>
            <a:ext cx="51515" cy="107064"/>
          </a:xfrm>
          <a:prstGeom prst="ellipse"/>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790" name="Arc 13"/>
          <p:cNvSpPr/>
          <p:nvPr/>
        </p:nvSpPr>
        <p:spPr>
          <a:xfrm>
            <a:off x="6446227" y="4475407"/>
            <a:ext cx="5286779" cy="1249252"/>
          </a:xfrm>
          <a:prstGeom prst="arc">
            <a:avLst>
              <a:gd name="adj1" fmla="val 6594564"/>
              <a:gd name="adj2" fmla="val 5775982"/>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anchor="ctr" rtlCol="0"/>
          <a:p>
            <a:pPr algn="ctr"/>
            <a:endParaRPr lang="fr-MA"/>
          </a:p>
        </p:txBody>
      </p:sp>
      <p:sp>
        <p:nvSpPr>
          <p:cNvPr id="1048791" name="ZoneTexte 14"/>
          <p:cNvSpPr txBox="1"/>
          <p:nvPr/>
        </p:nvSpPr>
        <p:spPr>
          <a:xfrm>
            <a:off x="8769693" y="4624296"/>
            <a:ext cx="398779" cy="510540"/>
          </a:xfrm>
          <a:prstGeom prst="rect"/>
          <a:noFill/>
        </p:spPr>
        <p:txBody>
          <a:bodyPr rtlCol="0" wrap="none">
            <a:spAutoFit/>
          </a:bodyPr>
          <a:p>
            <a:r>
              <a:rPr b="1" dirty="0" sz="2800" lang="fr-MA">
                <a:effectLst>
                  <a:outerShdw algn="tl" blurRad="38100" dir="2700000" dist="38100">
                    <a:srgbClr val="000000">
                      <a:alpha val="43137"/>
                    </a:srgbClr>
                  </a:outerShdw>
                </a:effectLst>
              </a:rPr>
              <a:t>S</a:t>
            </a:r>
          </a:p>
        </p:txBody>
      </p:sp>
      <p:sp>
        <p:nvSpPr>
          <p:cNvPr id="1048792" name="ZoneTexte 15"/>
          <p:cNvSpPr txBox="1"/>
          <p:nvPr/>
        </p:nvSpPr>
        <p:spPr>
          <a:xfrm>
            <a:off x="11532937" y="4394068"/>
            <a:ext cx="411480" cy="510540"/>
          </a:xfrm>
          <a:prstGeom prst="rect"/>
          <a:noFill/>
        </p:spPr>
        <p:txBody>
          <a:bodyPr rtlCol="0" wrap="none">
            <a:spAutoFit/>
          </a:bodyPr>
          <a:p>
            <a:r>
              <a:rPr b="1" dirty="0" sz="2800" lang="fr-MA">
                <a:effectLst>
                  <a:outerShdw algn="tl" blurRad="38100" dir="2700000" dist="38100">
                    <a:srgbClr val="000000">
                      <a:alpha val="43137"/>
                    </a:srgbClr>
                  </a:outerShdw>
                </a:effectLst>
              </a:rPr>
              <a:t>P</a:t>
            </a:r>
          </a:p>
        </p:txBody>
      </p:sp>
      <p:cxnSp>
        <p:nvCxnSpPr>
          <p:cNvPr id="3145775" name="Connecteur droit 16"/>
          <p:cNvCxnSpPr>
            <a:cxnSpLocks/>
          </p:cNvCxnSpPr>
          <p:nvPr/>
        </p:nvCxnSpPr>
        <p:spPr>
          <a:xfrm>
            <a:off x="9378841" y="5046110"/>
            <a:ext cx="2290293" cy="0"/>
          </a:xfrm>
          <a:prstGeom prst="line"/>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793" name="ZoneTexte 18"/>
          <p:cNvSpPr txBox="1">
            <a:spLocks noChangeAspect="1" noMove="1" noResize="1" noRot="1" noAdjustHandles="1" noEditPoints="1" noChangeArrowheads="1" noChangeShapeType="1" noTextEdit="1"/>
          </p:cNvSpPr>
          <p:nvPr/>
        </p:nvSpPr>
        <p:spPr>
          <a:xfrm>
            <a:off x="2451734" y="5915555"/>
            <a:ext cx="7716151" cy="461665"/>
          </a:xfrm>
          <a:prstGeom prst="rect"/>
          <a:blipFill rotWithShape="0">
            <a:blip xmlns:r="http://schemas.openxmlformats.org/officeDocument/2006/relationships" r:embed="rId1"/>
            <a:stretch>
              <a:fillRect l="-158" t="-10526" r="-1106" b="-28947"/>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2">
            <p14:nvContentPartPr>
              <p14:cNvPr id="1050366" name=""/>
              <p14:cNvContentPartPr/>
              <p14:nvPr/>
            </p14:nvContentPartPr>
            <p14:xfrm>
              <a:off x="3046070" y="4748581"/>
              <a:ext cx="143922" cy="97159"/>
            </p14:xfrm>
          </p:contentPart>
        </mc:Choice>
        <mc:Fallback>
          <p:sp>
            <p:nvSpPr>
              <p:cNvPr id="1050366" name=""/>
              <p:cNvSpPr/>
              <p:nvPr/>
            </p:nvSpPr>
            <p:spPr>
              <a:xfrm>
                <a:off x="3046070" y="4748581"/>
                <a:ext cx="143922" cy="97159"/>
              </a:xfrm>
            </p:spPr>
          </p:sp>
        </mc:Fallback>
      </mc:AlternateContent>
      <mc:AlternateContent xmlns:mc="http://schemas.openxmlformats.org/markup-compatibility/2006">
        <mc:Choice xmlns:p14="http://schemas.microsoft.com/office/powerpoint/2010/main" Requires="p14">
          <p:contentPart p14:bwMode="auto" r:id="rId3">
            <p14:nvContentPartPr>
              <p14:cNvPr id="1050367" name=""/>
              <p14:cNvContentPartPr/>
              <p14:nvPr/>
            </p14:nvContentPartPr>
            <p14:xfrm>
              <a:off x="3014724" y="4703975"/>
              <a:ext cx="201520" cy="226426"/>
            </p14:xfrm>
          </p:contentPart>
        </mc:Choice>
        <mc:Fallback>
          <p:sp>
            <p:nvSpPr>
              <p:cNvPr id="1050367" name=""/>
              <p:cNvSpPr/>
              <p:nvPr/>
            </p:nvSpPr>
            <p:spPr>
              <a:xfrm>
                <a:off x="3014724" y="4703975"/>
                <a:ext cx="201520" cy="226426"/>
              </a:xfrm>
            </p:spPr>
          </p:sp>
        </mc:Fallback>
      </mc:AlternateContent>
      <mc:AlternateContent xmlns:mc="http://schemas.openxmlformats.org/markup-compatibility/2006">
        <mc:Choice xmlns:p14="http://schemas.microsoft.com/office/powerpoint/2010/main" Requires="p14">
          <p:contentPart p14:bwMode="auto" r:id="rId4">
            <p14:nvContentPartPr>
              <p14:cNvPr id="1050368" name=""/>
              <p14:cNvContentPartPr/>
              <p14:nvPr/>
            </p14:nvContentPartPr>
            <p14:xfrm>
              <a:off x="2312179" y="5764885"/>
              <a:ext cx="680917" cy="712942"/>
            </p14:xfrm>
          </p:contentPart>
        </mc:Choice>
        <mc:Fallback>
          <p:sp>
            <p:nvSpPr>
              <p:cNvPr id="1050368" name=""/>
              <p:cNvSpPr/>
              <p:nvPr/>
            </p:nvSpPr>
            <p:spPr>
              <a:xfrm>
                <a:off x="2312179" y="5764885"/>
                <a:ext cx="680917" cy="712942"/>
              </a:xfrm>
            </p:spPr>
          </p:sp>
        </mc:Fallback>
      </mc:AlternateContent>
      <mc:AlternateContent xmlns:mc="http://schemas.openxmlformats.org/markup-compatibility/2006">
        <mc:Choice xmlns:p14="http://schemas.microsoft.com/office/powerpoint/2010/main" Requires="p14">
          <p:contentPart p14:bwMode="auto" r:id="rId5">
            <p14:nvContentPartPr>
              <p14:cNvPr id="1050369" name=""/>
              <p14:cNvContentPartPr/>
              <p14:nvPr/>
            </p14:nvContentPartPr>
            <p14:xfrm>
              <a:off x="3271824" y="5764223"/>
              <a:ext cx="586089" cy="755690"/>
            </p14:xfrm>
          </p:contentPart>
        </mc:Choice>
        <mc:Fallback>
          <p:sp>
            <p:nvSpPr>
              <p:cNvPr id="1050369" name=""/>
              <p:cNvSpPr/>
              <p:nvPr/>
            </p:nvSpPr>
            <p:spPr>
              <a:xfrm>
                <a:off x="3271824" y="5764223"/>
                <a:ext cx="586089" cy="755690"/>
              </a:xfrm>
            </p:spPr>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pic>
        <p:nvPicPr>
          <p:cNvPr id="2097154" name="Image 3"/>
          <p:cNvPicPr>
            <a:picLocks noChangeAspect="1"/>
          </p:cNvPicPr>
          <p:nvPr/>
        </p:nvPicPr>
        <p:blipFill>
          <a:blip xmlns:r="http://schemas.openxmlformats.org/officeDocument/2006/relationships" r:embed="rId1">
            <a:lum bright="-40000" contrast="40000"/>
          </a:blip>
          <a:stretch>
            <a:fillRect/>
          </a:stretch>
        </p:blipFill>
        <p:spPr>
          <a:xfrm>
            <a:off x="2514325" y="734070"/>
            <a:ext cx="6122106" cy="3655445"/>
          </a:xfrm>
          <a:prstGeom prst="rect"/>
        </p:spPr>
      </p:pic>
      <mc:AlternateContent xmlns:mc="http://schemas.openxmlformats.org/markup-compatibility/2006">
        <mc:Choice xmlns:p14="http://schemas.microsoft.com/office/powerpoint/2010/main" Requires="p14">
          <p:contentPart p14:bwMode="auto" r:id="rId2">
            <p14:nvContentPartPr>
              <p14:cNvPr id="1050370" name=""/>
              <p14:cNvContentPartPr/>
              <p14:nvPr/>
            </p14:nvContentPartPr>
            <p14:xfrm>
              <a:off x="2219030" y="2033717"/>
              <a:ext cx="669272" cy="19760"/>
            </p14:xfrm>
          </p:contentPart>
        </mc:Choice>
        <mc:Fallback>
          <p:sp>
            <p:nvSpPr>
              <p:cNvPr id="1050370" name=""/>
              <p:cNvSpPr/>
              <p:nvPr/>
            </p:nvSpPr>
            <p:spPr>
              <a:xfrm>
                <a:off x="2219030" y="2033717"/>
                <a:ext cx="669272" cy="19760"/>
              </a:xfrm>
            </p:spPr>
          </p:sp>
        </mc:Fallback>
      </mc:AlternateContent>
      <mc:AlternateContent xmlns:mc="http://schemas.openxmlformats.org/markup-compatibility/2006">
        <mc:Choice xmlns:p14="http://schemas.microsoft.com/office/powerpoint/2010/main" Requires="p14">
          <p:contentPart p14:bwMode="auto" r:id="rId3">
            <p14:nvContentPartPr>
              <p14:cNvPr id="1050371" name=""/>
              <p14:cNvContentPartPr/>
              <p14:nvPr/>
            </p14:nvContentPartPr>
            <p14:xfrm>
              <a:off x="1795501" y="1880281"/>
              <a:ext cx="141315" cy="288022"/>
            </p14:xfrm>
          </p:contentPart>
        </mc:Choice>
        <mc:Fallback>
          <p:sp>
            <p:nvSpPr>
              <p:cNvPr id="1050371" name=""/>
              <p:cNvSpPr/>
              <p:nvPr/>
            </p:nvSpPr>
            <p:spPr>
              <a:xfrm>
                <a:off x="1795501" y="1880281"/>
                <a:ext cx="141315" cy="288022"/>
              </a:xfrm>
            </p:spPr>
          </p:sp>
        </mc:Fallback>
      </mc:AlternateContent>
      <mc:AlternateContent xmlns:mc="http://schemas.openxmlformats.org/markup-compatibility/2006">
        <mc:Choice xmlns:p14="http://schemas.microsoft.com/office/powerpoint/2010/main" Requires="p14">
          <p:contentPart p14:bwMode="auto" r:id="rId4">
            <p14:nvContentPartPr>
              <p14:cNvPr id="1050372" name=""/>
              <p14:cNvContentPartPr/>
              <p14:nvPr/>
            </p14:nvContentPartPr>
            <p14:xfrm>
              <a:off x="1948693" y="1822753"/>
              <a:ext cx="347457" cy="123783"/>
            </p14:xfrm>
          </p:contentPart>
        </mc:Choice>
        <mc:Fallback>
          <p:sp>
            <p:nvSpPr>
              <p:cNvPr id="1050372" name=""/>
              <p:cNvSpPr/>
              <p:nvPr/>
            </p:nvSpPr>
            <p:spPr>
              <a:xfrm>
                <a:off x="1948693" y="1822753"/>
                <a:ext cx="347457" cy="123783"/>
              </a:xfrm>
            </p:spPr>
          </p:sp>
        </mc:Fallback>
      </mc:AlternateContent>
      <mc:AlternateContent xmlns:mc="http://schemas.openxmlformats.org/markup-compatibility/2006">
        <mc:Choice xmlns:p14="http://schemas.microsoft.com/office/powerpoint/2010/main" Requires="p14">
          <p:contentPart p14:bwMode="auto" r:id="rId5">
            <p14:nvContentPartPr>
              <p14:cNvPr id="1050373" name=""/>
              <p14:cNvContentPartPr/>
              <p14:nvPr/>
            </p14:nvContentPartPr>
            <p14:xfrm>
              <a:off x="1919406" y="1715648"/>
              <a:ext cx="134588" cy="9735"/>
            </p14:xfrm>
          </p:contentPart>
        </mc:Choice>
        <mc:Fallback>
          <p:sp>
            <p:nvSpPr>
              <p:cNvPr id="1050373" name=""/>
              <p:cNvSpPr/>
              <p:nvPr/>
            </p:nvSpPr>
            <p:spPr>
              <a:xfrm>
                <a:off x="1919406" y="1715648"/>
                <a:ext cx="134588" cy="9735"/>
              </a:xfrm>
            </p:spPr>
          </p:sp>
        </mc:Fallback>
      </mc:AlternateContent>
      <mc:AlternateContent xmlns:mc="http://schemas.openxmlformats.org/markup-compatibility/2006">
        <mc:Choice xmlns:p14="http://schemas.microsoft.com/office/powerpoint/2010/main" Requires="p14">
          <p:contentPart p14:bwMode="auto" r:id="rId6">
            <p14:nvContentPartPr>
              <p14:cNvPr id="1050374" name=""/>
              <p14:cNvContentPartPr/>
              <p14:nvPr/>
            </p14:nvContentPartPr>
            <p14:xfrm>
              <a:off x="1671146" y="2122421"/>
              <a:ext cx="364955" cy="43807"/>
            </p14:xfrm>
          </p:contentPart>
        </mc:Choice>
        <mc:Fallback>
          <p:sp>
            <p:nvSpPr>
              <p:cNvPr id="1050374" name=""/>
              <p:cNvSpPr/>
              <p:nvPr/>
            </p:nvSpPr>
            <p:spPr>
              <a:xfrm>
                <a:off x="1671146" y="2122421"/>
                <a:ext cx="364955" cy="43807"/>
              </a:xfrm>
            </p:spPr>
          </p:sp>
        </mc:Fallback>
      </mc:AlternateContent>
      <mc:AlternateContent xmlns:mc="http://schemas.openxmlformats.org/markup-compatibility/2006">
        <mc:Choice xmlns:p14="http://schemas.microsoft.com/office/powerpoint/2010/main" Requires="p14">
          <p:contentPart p14:bwMode="auto" r:id="rId7">
            <p14:nvContentPartPr>
              <p14:cNvPr id="1050375" name=""/>
              <p14:cNvContentPartPr/>
              <p14:nvPr/>
            </p14:nvContentPartPr>
            <p14:xfrm>
              <a:off x="2776547" y="2517720"/>
              <a:ext cx="976505" cy="394271"/>
            </p14:xfrm>
          </p:contentPart>
        </mc:Choice>
        <mc:Fallback>
          <p:sp>
            <p:nvSpPr>
              <p:cNvPr id="1050375" name=""/>
              <p:cNvSpPr/>
              <p:nvPr/>
            </p:nvSpPr>
            <p:spPr>
              <a:xfrm>
                <a:off x="2776547" y="2517720"/>
                <a:ext cx="976505" cy="394271"/>
              </a:xfrm>
            </p:spPr>
          </p:sp>
        </mc:Fallback>
      </mc:AlternateContent>
      <mc:AlternateContent xmlns:mc="http://schemas.openxmlformats.org/markup-compatibility/2006">
        <mc:Choice xmlns:p14="http://schemas.microsoft.com/office/powerpoint/2010/main" Requires="p14">
          <p:contentPart p14:bwMode="auto" r:id="rId8">
            <p14:nvContentPartPr>
              <p14:cNvPr id="1050376" name=""/>
              <p14:cNvContentPartPr/>
              <p14:nvPr/>
            </p14:nvContentPartPr>
            <p14:xfrm>
              <a:off x="7788293" y="2576873"/>
              <a:ext cx="133853" cy="171728"/>
            </p14:xfrm>
          </p:contentPart>
        </mc:Choice>
        <mc:Fallback>
          <p:sp>
            <p:nvSpPr>
              <p:cNvPr id="1050376" name=""/>
              <p:cNvSpPr/>
              <p:nvPr/>
            </p:nvSpPr>
            <p:spPr>
              <a:xfrm>
                <a:off x="7788293" y="2576873"/>
                <a:ext cx="133853" cy="171728"/>
              </a:xfrm>
            </p:spPr>
          </p:sp>
        </mc:Fallback>
      </mc:AlternateContent>
      <mc:AlternateContent xmlns:mc="http://schemas.openxmlformats.org/markup-compatibility/2006">
        <mc:Choice xmlns:p14="http://schemas.microsoft.com/office/powerpoint/2010/main" Requires="p14">
          <p:contentPart p14:bwMode="auto" r:id="rId9">
            <p14:nvContentPartPr>
              <p14:cNvPr id="1050377" name=""/>
              <p14:cNvContentPartPr/>
              <p14:nvPr/>
            </p14:nvContentPartPr>
            <p14:xfrm>
              <a:off x="7944328" y="2684554"/>
              <a:ext cx="94617" cy="155359"/>
            </p14:xfrm>
          </p:contentPart>
        </mc:Choice>
        <mc:Fallback>
          <p:sp>
            <p:nvSpPr>
              <p:cNvPr id="1050377" name=""/>
              <p:cNvSpPr/>
              <p:nvPr/>
            </p:nvSpPr>
            <p:spPr>
              <a:xfrm>
                <a:off x="7944328" y="2684554"/>
                <a:ext cx="94617" cy="155359"/>
              </a:xfrm>
            </p:spPr>
          </p:sp>
        </mc:Fallback>
      </mc:AlternateContent>
      <mc:AlternateContent xmlns:mc="http://schemas.openxmlformats.org/markup-compatibility/2006">
        <mc:Choice xmlns:p14="http://schemas.microsoft.com/office/powerpoint/2010/main" Requires="p14">
          <p:contentPart p14:bwMode="auto" r:id="rId10">
            <p14:nvContentPartPr>
              <p14:cNvPr id="1050378" name=""/>
              <p14:cNvContentPartPr/>
              <p14:nvPr/>
            </p14:nvContentPartPr>
            <p14:xfrm>
              <a:off x="8148512" y="2576374"/>
              <a:ext cx="175191" cy="157268"/>
            </p14:xfrm>
          </p:contentPart>
        </mc:Choice>
        <mc:Fallback>
          <p:sp>
            <p:nvSpPr>
              <p:cNvPr id="1050378" name=""/>
              <p:cNvSpPr/>
              <p:nvPr/>
            </p:nvSpPr>
            <p:spPr>
              <a:xfrm>
                <a:off x="8148512" y="2576374"/>
                <a:ext cx="175191" cy="157268"/>
              </a:xfrm>
            </p:spPr>
          </p:sp>
        </mc:Fallback>
      </mc:AlternateContent>
      <mc:AlternateContent xmlns:mc="http://schemas.openxmlformats.org/markup-compatibility/2006">
        <mc:Choice xmlns:p14="http://schemas.microsoft.com/office/powerpoint/2010/main" Requires="p14">
          <p:contentPart p14:bwMode="auto" r:id="rId11">
            <p14:nvContentPartPr>
              <p14:cNvPr id="1050379" name=""/>
              <p14:cNvContentPartPr/>
              <p14:nvPr/>
            </p14:nvContentPartPr>
            <p14:xfrm>
              <a:off x="8425979" y="2527677"/>
              <a:ext cx="218265" cy="263860"/>
            </p14:xfrm>
          </p:contentPart>
        </mc:Choice>
        <mc:Fallback>
          <p:sp>
            <p:nvSpPr>
              <p:cNvPr id="1050379" name=""/>
              <p:cNvSpPr/>
              <p:nvPr/>
            </p:nvSpPr>
            <p:spPr>
              <a:xfrm>
                <a:off x="8425979" y="2527677"/>
                <a:ext cx="218265" cy="263860"/>
              </a:xfrm>
            </p:spPr>
          </p:sp>
        </mc:Fallback>
      </mc:AlternateContent>
      <mc:AlternateContent xmlns:mc="http://schemas.openxmlformats.org/markup-compatibility/2006">
        <mc:Choice xmlns:p14="http://schemas.microsoft.com/office/powerpoint/2010/main" Requires="p14">
          <p:contentPart p14:bwMode="auto" r:id="rId12">
            <p14:nvContentPartPr>
              <p14:cNvPr id="1050380" name=""/>
              <p14:cNvContentPartPr/>
              <p14:nvPr/>
            </p14:nvContentPartPr>
            <p14:xfrm>
              <a:off x="8716856" y="2507145"/>
              <a:ext cx="158839" cy="256134"/>
            </p14:xfrm>
          </p:contentPart>
        </mc:Choice>
        <mc:Fallback>
          <p:sp>
            <p:nvSpPr>
              <p:cNvPr id="1050380" name=""/>
              <p:cNvSpPr/>
              <p:nvPr/>
            </p:nvSpPr>
            <p:spPr>
              <a:xfrm>
                <a:off x="8716856" y="2507145"/>
                <a:ext cx="158839" cy="256134"/>
              </a:xfrm>
            </p:spPr>
          </p:sp>
        </mc:Fallback>
      </mc:AlternateContent>
      <mc:AlternateContent xmlns:mc="http://schemas.openxmlformats.org/markup-compatibility/2006">
        <mc:Choice xmlns:p14="http://schemas.microsoft.com/office/powerpoint/2010/main" Requires="p14">
          <p:contentPart p14:bwMode="auto" r:id="rId13">
            <p14:nvContentPartPr>
              <p14:cNvPr id="1050381" name=""/>
              <p14:cNvContentPartPr/>
              <p14:nvPr/>
            </p14:nvContentPartPr>
            <p14:xfrm>
              <a:off x="7724903" y="2595850"/>
              <a:ext cx="160851" cy="44352"/>
            </p14:xfrm>
          </p:contentPart>
        </mc:Choice>
        <mc:Fallback>
          <p:sp>
            <p:nvSpPr>
              <p:cNvPr id="1050381" name=""/>
              <p:cNvSpPr/>
              <p:nvPr/>
            </p:nvSpPr>
            <p:spPr>
              <a:xfrm>
                <a:off x="7724903" y="2595850"/>
                <a:ext cx="160851" cy="44352"/>
              </a:xfrm>
            </p:spPr>
          </p:sp>
        </mc:Fallback>
      </mc:AlternateContent>
      <mc:AlternateContent xmlns:mc="http://schemas.openxmlformats.org/markup-compatibility/2006">
        <mc:Choice xmlns:p14="http://schemas.microsoft.com/office/powerpoint/2010/main" Requires="p14">
          <p:contentPart p14:bwMode="auto" r:id="rId14">
            <p14:nvContentPartPr>
              <p14:cNvPr id="1050382" name=""/>
              <p14:cNvContentPartPr/>
              <p14:nvPr/>
            </p14:nvContentPartPr>
            <p14:xfrm>
              <a:off x="9015328" y="2460154"/>
              <a:ext cx="246150" cy="309128"/>
            </p14:xfrm>
          </p:contentPart>
        </mc:Choice>
        <mc:Fallback>
          <p:sp>
            <p:nvSpPr>
              <p:cNvPr id="1050382" name=""/>
              <p:cNvSpPr/>
              <p:nvPr/>
            </p:nvSpPr>
            <p:spPr>
              <a:xfrm>
                <a:off x="9015328" y="2460154"/>
                <a:ext cx="246150" cy="309128"/>
              </a:xfrm>
            </p:spPr>
          </p:sp>
        </mc:Fallback>
      </mc:AlternateContent>
      <mc:AlternateContent xmlns:mc="http://schemas.openxmlformats.org/markup-compatibility/2006">
        <mc:Choice xmlns:p14="http://schemas.microsoft.com/office/powerpoint/2010/main" Requires="p14">
          <p:contentPart p14:bwMode="auto" r:id="rId15">
            <p14:nvContentPartPr>
              <p14:cNvPr id="1050383" name=""/>
              <p14:cNvContentPartPr/>
              <p14:nvPr/>
            </p14:nvContentPartPr>
            <p14:xfrm>
              <a:off x="9198315" y="2729413"/>
              <a:ext cx="213495" cy="141716"/>
            </p14:xfrm>
          </p:contentPart>
        </mc:Choice>
        <mc:Fallback>
          <p:sp>
            <p:nvSpPr>
              <p:cNvPr id="1050383" name=""/>
              <p:cNvSpPr/>
              <p:nvPr/>
            </p:nvSpPr>
            <p:spPr>
              <a:xfrm>
                <a:off x="9198315" y="2729413"/>
                <a:ext cx="213495" cy="141716"/>
              </a:xfrm>
            </p:spPr>
          </p:sp>
        </mc:Fallback>
      </mc:AlternateContent>
      <mc:AlternateContent xmlns:mc="http://schemas.openxmlformats.org/markup-compatibility/2006">
        <mc:Choice xmlns:p14="http://schemas.microsoft.com/office/powerpoint/2010/main" Requires="p14">
          <p:contentPart p14:bwMode="auto" r:id="rId16">
            <p14:nvContentPartPr>
              <p14:cNvPr id="1050384" name=""/>
              <p14:cNvContentPartPr/>
              <p14:nvPr/>
            </p14:nvContentPartPr>
            <p14:xfrm>
              <a:off x="7790685" y="2899472"/>
              <a:ext cx="1661736" cy="85707"/>
            </p14:xfrm>
          </p:contentPart>
        </mc:Choice>
        <mc:Fallback>
          <p:sp>
            <p:nvSpPr>
              <p:cNvPr id="1050384" name=""/>
              <p:cNvSpPr/>
              <p:nvPr/>
            </p:nvSpPr>
            <p:spPr>
              <a:xfrm>
                <a:off x="7790685" y="2899472"/>
                <a:ext cx="1661736" cy="85707"/>
              </a:xfrm>
            </p:spPr>
          </p:sp>
        </mc:Fallback>
      </mc:AlternateContent>
      <mc:AlternateContent xmlns:mc="http://schemas.openxmlformats.org/markup-compatibility/2006">
        <mc:Choice xmlns:p14="http://schemas.microsoft.com/office/powerpoint/2010/main" Requires="p14">
          <p:contentPart p14:bwMode="auto" r:id="rId17">
            <p14:nvContentPartPr>
              <p14:cNvPr id="1050385" name=""/>
              <p14:cNvContentPartPr/>
              <p14:nvPr/>
            </p14:nvContentPartPr>
            <p14:xfrm>
              <a:off x="8442804" y="842795"/>
              <a:ext cx="39496" cy="1301928"/>
            </p14:xfrm>
          </p:contentPart>
        </mc:Choice>
        <mc:Fallback>
          <p:sp>
            <p:nvSpPr>
              <p:cNvPr id="1050385" name=""/>
              <p:cNvSpPr/>
              <p:nvPr/>
            </p:nvSpPr>
            <p:spPr>
              <a:xfrm>
                <a:off x="8442804" y="842795"/>
                <a:ext cx="39496" cy="1301928"/>
              </a:xfrm>
            </p:spPr>
          </p:sp>
        </mc:Fallback>
      </mc:AlternateContent>
      <mc:AlternateContent xmlns:mc="http://schemas.openxmlformats.org/markup-compatibility/2006">
        <mc:Choice xmlns:p14="http://schemas.microsoft.com/office/powerpoint/2010/main" Requires="p14">
          <p:contentPart p14:bwMode="auto" r:id="rId18">
            <p14:nvContentPartPr>
              <p14:cNvPr id="1050386" name=""/>
              <p14:cNvContentPartPr/>
              <p14:nvPr/>
            </p14:nvContentPartPr>
            <p14:xfrm>
              <a:off x="8490819" y="3076628"/>
              <a:ext cx="53029" cy="971172"/>
            </p14:xfrm>
          </p:contentPart>
        </mc:Choice>
        <mc:Fallback>
          <p:sp>
            <p:nvSpPr>
              <p:cNvPr id="1050386" name=""/>
              <p:cNvSpPr/>
              <p:nvPr/>
            </p:nvSpPr>
            <p:spPr>
              <a:xfrm>
                <a:off x="8490819" y="3076628"/>
                <a:ext cx="53029" cy="971172"/>
              </a:xfrm>
            </p:spPr>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794" name="Rectangle 4"/>
          <p:cNvSpPr/>
          <p:nvPr/>
        </p:nvSpPr>
        <p:spPr>
          <a:xfrm>
            <a:off x="990276" y="951895"/>
            <a:ext cx="5437707" cy="461665"/>
          </a:xfrm>
          <a:prstGeom prst="rect"/>
          <a:solidFill>
            <a:srgbClr val="FFFF00"/>
          </a:solidFill>
        </p:spPr>
        <p:txBody>
          <a:bodyPr wrap="none">
            <a:spAutoFit/>
          </a:bodyPr>
          <a:p>
            <a:pPr indent="-342900" marL="342900">
              <a:buFont typeface="Calibri" panose="020F0502020204030204" pitchFamily="34" charset="0"/>
              <a:buChar char="❶"/>
            </a:pPr>
            <a:r>
              <a:rPr dirty="0" sz="2400" i="1" lang="fr-MA" u="sng">
                <a:effectLst>
                  <a:outerShdw algn="tl" blurRad="38100" dir="2700000" dist="38100">
                    <a:srgbClr val="000000">
                      <a:alpha val="43137"/>
                    </a:srgbClr>
                  </a:outerShdw>
                </a:effectLst>
                <a:latin typeface="OfficinaSans-Bold"/>
              </a:rPr>
              <a:t> Caractère uniforme du mouvement</a:t>
            </a:r>
            <a:endParaRPr dirty="0" sz="2400" i="1" lang="fr-MA" u="sng">
              <a:effectLst>
                <a:outerShdw algn="tl" blurRad="38100" dir="2700000" dist="38100">
                  <a:srgbClr val="000000">
                    <a:alpha val="43137"/>
                  </a:srgbClr>
                </a:outerShdw>
              </a:effectLst>
            </a:endParaRPr>
          </a:p>
        </p:txBody>
      </p:sp>
      <p:sp>
        <p:nvSpPr>
          <p:cNvPr id="1048795" name="Rectangle 5"/>
          <p:cNvSpPr/>
          <p:nvPr/>
        </p:nvSpPr>
        <p:spPr>
          <a:xfrm>
            <a:off x="673683" y="320828"/>
            <a:ext cx="4996180" cy="447040"/>
          </a:xfrm>
          <a:prstGeom prst="rect"/>
          <a:solidFill>
            <a:srgbClr val="92D050"/>
          </a:solidFill>
        </p:spPr>
        <p:txBody>
          <a:bodyPr wrap="none">
            <a:spAutoFit/>
          </a:bodyPr>
          <a:p>
            <a:r>
              <a:rPr dirty="0" sz="2400" lang="fr-FR">
                <a:effectLst>
                  <a:outerShdw algn="tl" blurRad="38100" dir="2700000" dist="38100">
                    <a:srgbClr val="000000">
                      <a:alpha val="43137"/>
                    </a:srgbClr>
                  </a:outerShdw>
                </a:effectLst>
                <a:latin typeface="AR BLANCA" panose="02000000000000000000" pitchFamily="2" charset="0"/>
              </a:rPr>
              <a:t>5.2 Étude de la trajectoire circulaire</a:t>
            </a:r>
            <a:endParaRPr dirty="0" sz="2400" lang="fr-MA">
              <a:effectLst>
                <a:outerShdw algn="tl" blurRad="38100" dir="2700000" dist="38100">
                  <a:srgbClr val="000000">
                    <a:alpha val="43137"/>
                  </a:srgbClr>
                </a:outerShdw>
              </a:effectLst>
              <a:latin typeface="AR BLANCA" panose="02000000000000000000" pitchFamily="2" charset="0"/>
            </a:endParaRPr>
          </a:p>
        </p:txBody>
      </p:sp>
      <p:sp>
        <p:nvSpPr>
          <p:cNvPr id="1048796" name="Rectangle 6"/>
          <p:cNvSpPr/>
          <p:nvPr/>
        </p:nvSpPr>
        <p:spPr>
          <a:xfrm>
            <a:off x="990274" y="1727869"/>
            <a:ext cx="10394649" cy="707886"/>
          </a:xfrm>
          <a:prstGeom prst="rect"/>
        </p:spPr>
        <p:txBody>
          <a:bodyPr wrap="square">
            <a:spAutoFit/>
          </a:bodyPr>
          <a:p>
            <a:pPr algn="just" indent="-285750" marL="285750">
              <a:buFont typeface="Wingdings" panose="05000000000000000000" pitchFamily="2" charset="2"/>
              <a:buChar char="q"/>
            </a:pPr>
            <a:r>
              <a:rPr dirty="0" sz="2000" lang="fr-FR">
                <a:latin typeface="Bembo"/>
              </a:rPr>
              <a:t>Pour une trajectoire circulaire, la distance </a:t>
            </a:r>
            <a:r>
              <a:rPr dirty="0" sz="2000" i="1" lang="fr-FR">
                <a:latin typeface="Bembo-Italic"/>
              </a:rPr>
              <a:t>r </a:t>
            </a:r>
            <a:r>
              <a:rPr dirty="0" sz="2000" lang="fr-FR">
                <a:latin typeface="Bembo"/>
              </a:rPr>
              <a:t>au centre du Soleil est constante : </a:t>
            </a:r>
            <a:r>
              <a:rPr dirty="0" sz="2000" i="1" lang="fr-FR">
                <a:latin typeface="Bembo-Italic"/>
              </a:rPr>
              <a:t>r </a:t>
            </a:r>
            <a:r>
              <a:rPr dirty="0" sz="2000" lang="fr-FR">
                <a:latin typeface="CMR10"/>
              </a:rPr>
              <a:t>= </a:t>
            </a:r>
            <a:r>
              <a:rPr dirty="0" sz="2000" i="1" lang="fr-FR">
                <a:latin typeface="Bembo-Italic"/>
              </a:rPr>
              <a:t>R</a:t>
            </a:r>
            <a:r>
              <a:rPr dirty="0" sz="2000" lang="fr-FR">
                <a:latin typeface="Bembo"/>
              </a:rPr>
              <a:t>.</a:t>
            </a:r>
          </a:p>
          <a:p>
            <a:pPr algn="just"/>
            <a:r>
              <a:rPr dirty="0" sz="2000" lang="fr-MA">
                <a:latin typeface="Bembo"/>
              </a:rPr>
              <a:t>L’accélération s’écrit donc :</a:t>
            </a:r>
            <a:endParaRPr dirty="0" sz="2000" lang="fr-MA"/>
          </a:p>
        </p:txBody>
      </p:sp>
      <p:sp>
        <p:nvSpPr>
          <p:cNvPr id="1048797" name="ZoneTexte 7"/>
          <p:cNvSpPr txBox="1">
            <a:spLocks noChangeAspect="1" noMove="1" noResize="1" noRot="1" noAdjustHandles="1" noEditPoints="1" noChangeArrowheads="1" noChangeShapeType="1" noTextEdit="1"/>
          </p:cNvSpPr>
          <p:nvPr/>
        </p:nvSpPr>
        <p:spPr>
          <a:xfrm>
            <a:off x="4778205" y="2122686"/>
            <a:ext cx="2899640" cy="386452"/>
          </a:xfrm>
          <a:prstGeom prst="rect"/>
          <a:blipFill rotWithShape="0">
            <a:blip xmlns:r="http://schemas.openxmlformats.org/officeDocument/2006/relationships" r:embed="rId1"/>
            <a:stretch>
              <a:fillRect l="-1053" t="-14063" r="-842" b="-14063"/>
            </a:stretch>
          </a:blipFill>
        </p:spPr>
        <p:txBody>
          <a:bodyPr/>
          <a:p>
            <a:r>
              <a:rPr lang="fr-MA">
                <a:noFill/>
              </a:rPr>
              <a:t> </a:t>
            </a:r>
          </a:p>
        </p:txBody>
      </p:sp>
      <p:sp>
        <p:nvSpPr>
          <p:cNvPr id="1048798" name="Rectangle 8"/>
          <p:cNvSpPr/>
          <p:nvPr/>
        </p:nvSpPr>
        <p:spPr>
          <a:xfrm>
            <a:off x="957376" y="3281486"/>
            <a:ext cx="6621780" cy="396241"/>
          </a:xfrm>
          <a:prstGeom prst="rect"/>
        </p:spPr>
        <p:txBody>
          <a:bodyPr wrap="none">
            <a:spAutoFit/>
          </a:bodyPr>
          <a:p>
            <a:pPr indent="-285750" marL="285750">
              <a:buFont typeface="Wingdings" panose="05000000000000000000" pitchFamily="2" charset="2"/>
              <a:buChar char="q"/>
            </a:pPr>
            <a:r>
              <a:rPr dirty="0" sz="2000" lang="fr-FR">
                <a:latin typeface="Bembo"/>
              </a:rPr>
              <a:t>Le principe fondamental de la dynamique s’écrit alors :</a:t>
            </a:r>
            <a:endParaRPr dirty="0" sz="2000" lang="fr-MA"/>
          </a:p>
        </p:txBody>
      </p:sp>
      <p:sp>
        <p:nvSpPr>
          <p:cNvPr id="1048799" name="ZoneTexte 9"/>
          <p:cNvSpPr txBox="1">
            <a:spLocks noChangeAspect="1" noMove="1" noResize="1" noRot="1" noAdjustHandles="1" noEditPoints="1" noChangeArrowheads="1" noChangeShapeType="1" noTextEdit="1"/>
          </p:cNvSpPr>
          <p:nvPr/>
        </p:nvSpPr>
        <p:spPr>
          <a:xfrm>
            <a:off x="7725084" y="3217477"/>
            <a:ext cx="2846100" cy="689035"/>
          </a:xfrm>
          <a:prstGeom prst="rect"/>
          <a:blipFill rotWithShape="0">
            <a:blip xmlns:r="http://schemas.openxmlformats.org/officeDocument/2006/relationships" r:embed="rId2"/>
            <a:stretch>
              <a:fillRect/>
            </a:stretch>
          </a:blipFill>
        </p:spPr>
        <p:txBody>
          <a:bodyPr/>
          <a:p>
            <a:r>
              <a:rPr lang="fr-MA">
                <a:noFill/>
              </a:rPr>
              <a:t> </a:t>
            </a:r>
          </a:p>
        </p:txBody>
      </p:sp>
      <p:sp>
        <p:nvSpPr>
          <p:cNvPr id="1048800" name="Rectangle 10"/>
          <p:cNvSpPr/>
          <p:nvPr/>
        </p:nvSpPr>
        <p:spPr>
          <a:xfrm>
            <a:off x="990274" y="4337100"/>
            <a:ext cx="4627881" cy="396240"/>
          </a:xfrm>
          <a:prstGeom prst="rect"/>
        </p:spPr>
        <p:txBody>
          <a:bodyPr wrap="none">
            <a:spAutoFit/>
          </a:bodyPr>
          <a:p>
            <a:pPr indent="-285750" marL="285750">
              <a:buFont typeface="Wingdings" panose="05000000000000000000" pitchFamily="2" charset="2"/>
              <a:buChar char="q"/>
            </a:pPr>
            <a:r>
              <a:rPr dirty="0" sz="2000" lang="fr-FR">
                <a:latin typeface="Bembo"/>
              </a:rPr>
              <a:t>On en déduit les relations suivantes :</a:t>
            </a:r>
            <a:endParaRPr dirty="0" sz="2000" lang="fr-MA"/>
          </a:p>
        </p:txBody>
      </p:sp>
      <p:sp>
        <p:nvSpPr>
          <p:cNvPr id="1048801" name="ZoneTexte 11"/>
          <p:cNvSpPr txBox="1">
            <a:spLocks noChangeAspect="1" noMove="1" noResize="1" noRot="1" noAdjustHandles="1" noEditPoints="1" noChangeArrowheads="1" noChangeShapeType="1" noTextEdit="1"/>
          </p:cNvSpPr>
          <p:nvPr/>
        </p:nvSpPr>
        <p:spPr>
          <a:xfrm>
            <a:off x="5720410" y="4537155"/>
            <a:ext cx="1955664" cy="982577"/>
          </a:xfrm>
          <a:prstGeom prst="rect"/>
          <a:blipFill rotWithShape="0">
            <a:blip xmlns:r="http://schemas.openxmlformats.org/officeDocument/2006/relationships" r:embed="rId3"/>
            <a:stretch>
              <a:fillRect/>
            </a:stretch>
          </a:blipFill>
        </p:spPr>
        <p:txBody>
          <a:bodyPr/>
          <a:p>
            <a:r>
              <a:rPr lang="fr-MA">
                <a:noFill/>
              </a:rPr>
              <a:t> </a:t>
            </a:r>
          </a:p>
        </p:txBody>
      </p:sp>
      <p:sp>
        <p:nvSpPr>
          <p:cNvPr id="1048802" name="Rectangle 12"/>
          <p:cNvSpPr>
            <a:spLocks noChangeAspect="1" noMove="1" noResize="1" noRot="1" noAdjustHandles="1" noEditPoints="1" noChangeArrowheads="1" noChangeShapeType="1" noTextEdit="1"/>
          </p:cNvSpPr>
          <p:nvPr/>
        </p:nvSpPr>
        <p:spPr>
          <a:xfrm>
            <a:off x="990274" y="5872752"/>
            <a:ext cx="10600712" cy="446661"/>
          </a:xfrm>
          <a:prstGeom prst="rect"/>
          <a:blipFill rotWithShape="0">
            <a:blip xmlns:r="http://schemas.openxmlformats.org/officeDocument/2006/relationships" r:embed="rId4"/>
            <a:stretch>
              <a:fillRect l="-633" t="-5405" r="-575" b="-25676"/>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5">
            <p14:nvContentPartPr>
              <p14:cNvPr id="1050387" name=""/>
              <p14:cNvContentPartPr/>
              <p14:nvPr/>
            </p14:nvContentPartPr>
            <p14:xfrm>
              <a:off x="6020456" y="308288"/>
              <a:ext cx="112267" cy="473798"/>
            </p14:xfrm>
          </p:contentPart>
        </mc:Choice>
        <mc:Fallback>
          <p:sp>
            <p:nvSpPr>
              <p:cNvPr id="1050387" name=""/>
              <p:cNvSpPr/>
              <p:nvPr/>
            </p:nvSpPr>
            <p:spPr>
              <a:xfrm>
                <a:off x="6020456" y="308288"/>
                <a:ext cx="112267" cy="473798"/>
              </a:xfrm>
            </p:spPr>
          </p:sp>
        </mc:Fallback>
      </mc:AlternateContent>
      <mc:AlternateContent xmlns:mc="http://schemas.openxmlformats.org/markup-compatibility/2006">
        <mc:Choice xmlns:p14="http://schemas.microsoft.com/office/powerpoint/2010/main" Requires="p14">
          <p:contentPart p14:bwMode="auto" r:id="rId6">
            <p14:nvContentPartPr>
              <p14:cNvPr id="1050388" name=""/>
              <p14:cNvContentPartPr/>
              <p14:nvPr/>
            </p14:nvContentPartPr>
            <p14:xfrm>
              <a:off x="6439900" y="304450"/>
              <a:ext cx="146776" cy="532294"/>
            </p14:xfrm>
          </p:contentPart>
        </mc:Choice>
        <mc:Fallback>
          <p:sp>
            <p:nvSpPr>
              <p:cNvPr id="1050388" name=""/>
              <p:cNvSpPr/>
              <p:nvPr/>
            </p:nvSpPr>
            <p:spPr>
              <a:xfrm>
                <a:off x="6439900" y="304450"/>
                <a:ext cx="146776" cy="532294"/>
              </a:xfrm>
            </p:spPr>
          </p:sp>
        </mc:Fallback>
      </mc:AlternateContent>
      <mc:AlternateContent xmlns:mc="http://schemas.openxmlformats.org/markup-compatibility/2006">
        <mc:Choice xmlns:p14="http://schemas.microsoft.com/office/powerpoint/2010/main" Requires="p14">
          <p:contentPart p14:bwMode="auto" r:id="rId7">
            <p14:nvContentPartPr>
              <p14:cNvPr id="1050389" name=""/>
              <p14:cNvContentPartPr/>
              <p14:nvPr/>
            </p14:nvContentPartPr>
            <p14:xfrm>
              <a:off x="6388536" y="429014"/>
              <a:ext cx="615561" cy="299459"/>
            </p14:xfrm>
          </p:contentPart>
        </mc:Choice>
        <mc:Fallback>
          <p:sp>
            <p:nvSpPr>
              <p:cNvPr id="1050389" name=""/>
              <p:cNvSpPr/>
              <p:nvPr/>
            </p:nvSpPr>
            <p:spPr>
              <a:xfrm>
                <a:off x="6388536" y="429014"/>
                <a:ext cx="615561" cy="299459"/>
              </a:xfrm>
            </p:spPr>
          </p:sp>
        </mc:Fallback>
      </mc:AlternateContent>
      <mc:AlternateContent xmlns:mc="http://schemas.openxmlformats.org/markup-compatibility/2006">
        <mc:Choice xmlns:p14="http://schemas.microsoft.com/office/powerpoint/2010/main" Requires="p14">
          <p:contentPart p14:bwMode="auto" r:id="rId8">
            <p14:nvContentPartPr>
              <p14:cNvPr id="1050390" name=""/>
              <p14:cNvContentPartPr/>
              <p14:nvPr/>
            </p14:nvContentPartPr>
            <p14:xfrm>
              <a:off x="7024134" y="428926"/>
              <a:ext cx="270032" cy="245647"/>
            </p14:xfrm>
          </p:contentPart>
        </mc:Choice>
        <mc:Fallback>
          <p:sp>
            <p:nvSpPr>
              <p:cNvPr id="1050390" name=""/>
              <p:cNvSpPr/>
              <p:nvPr/>
            </p:nvSpPr>
            <p:spPr>
              <a:xfrm>
                <a:off x="7024134" y="428926"/>
                <a:ext cx="270032" cy="245647"/>
              </a:xfrm>
            </p:spPr>
          </p:sp>
        </mc:Fallback>
      </mc:AlternateContent>
      <mc:AlternateContent xmlns:mc="http://schemas.openxmlformats.org/markup-compatibility/2006">
        <mc:Choice xmlns:p14="http://schemas.microsoft.com/office/powerpoint/2010/main" Requires="p14">
          <p:contentPart p14:bwMode="auto" r:id="rId9">
            <p14:nvContentPartPr>
              <p14:cNvPr id="1050391" name=""/>
              <p14:cNvContentPartPr/>
              <p14:nvPr/>
            </p14:nvContentPartPr>
            <p14:xfrm>
              <a:off x="7557335" y="439824"/>
              <a:ext cx="235511" cy="174965"/>
            </p14:xfrm>
          </p:contentPart>
        </mc:Choice>
        <mc:Fallback>
          <p:sp>
            <p:nvSpPr>
              <p:cNvPr id="1050391" name=""/>
              <p:cNvSpPr/>
              <p:nvPr/>
            </p:nvSpPr>
            <p:spPr>
              <a:xfrm>
                <a:off x="7557335" y="439824"/>
                <a:ext cx="235511" cy="174965"/>
              </a:xfrm>
            </p:spPr>
          </p:sp>
        </mc:Fallback>
      </mc:AlternateContent>
      <mc:AlternateContent xmlns:mc="http://schemas.openxmlformats.org/markup-compatibility/2006">
        <mc:Choice xmlns:p14="http://schemas.microsoft.com/office/powerpoint/2010/main" Requires="p14">
          <p:contentPart p14:bwMode="auto" r:id="rId10">
            <p14:nvContentPartPr>
              <p14:cNvPr id="1050392" name=""/>
              <p14:cNvContentPartPr/>
              <p14:nvPr/>
            </p14:nvContentPartPr>
            <p14:xfrm>
              <a:off x="7818850" y="263175"/>
              <a:ext cx="27201" cy="369058"/>
            </p14:xfrm>
          </p:contentPart>
        </mc:Choice>
        <mc:Fallback>
          <p:sp>
            <p:nvSpPr>
              <p:cNvPr id="1050392" name=""/>
              <p:cNvSpPr/>
              <p:nvPr/>
            </p:nvSpPr>
            <p:spPr>
              <a:xfrm>
                <a:off x="7818850" y="263175"/>
                <a:ext cx="27201" cy="369058"/>
              </a:xfrm>
            </p:spPr>
          </p:sp>
        </mc:Fallback>
      </mc:AlternateContent>
      <mc:AlternateContent xmlns:mc="http://schemas.openxmlformats.org/markup-compatibility/2006">
        <mc:Choice xmlns:p14="http://schemas.microsoft.com/office/powerpoint/2010/main" Requires="p14">
          <p:contentPart p14:bwMode="auto" r:id="rId11">
            <p14:nvContentPartPr>
              <p14:cNvPr id="1050393" name=""/>
              <p14:cNvContentPartPr/>
              <p14:nvPr/>
            </p14:nvContentPartPr>
            <p14:xfrm>
              <a:off x="7931797" y="248729"/>
              <a:ext cx="9493" cy="354095"/>
            </p14:xfrm>
          </p:contentPart>
        </mc:Choice>
        <mc:Fallback>
          <p:sp>
            <p:nvSpPr>
              <p:cNvPr id="1050393" name=""/>
              <p:cNvSpPr/>
              <p:nvPr/>
            </p:nvSpPr>
            <p:spPr>
              <a:xfrm>
                <a:off x="7931797" y="248729"/>
                <a:ext cx="9493" cy="354095"/>
              </a:xfrm>
            </p:spPr>
          </p:sp>
        </mc:Fallback>
      </mc:AlternateContent>
      <mc:AlternateContent xmlns:mc="http://schemas.openxmlformats.org/markup-compatibility/2006">
        <mc:Choice xmlns:p14="http://schemas.microsoft.com/office/powerpoint/2010/main" Requires="p14">
          <p:contentPart p14:bwMode="auto" r:id="rId12">
            <p14:nvContentPartPr>
              <p14:cNvPr id="1050394" name=""/>
              <p14:cNvContentPartPr/>
              <p14:nvPr/>
            </p14:nvContentPartPr>
            <p14:xfrm>
              <a:off x="7827182" y="399020"/>
              <a:ext cx="343328" cy="225758"/>
            </p14:xfrm>
          </p:contentPart>
        </mc:Choice>
        <mc:Fallback>
          <p:sp>
            <p:nvSpPr>
              <p:cNvPr id="1050394" name=""/>
              <p:cNvSpPr/>
              <p:nvPr/>
            </p:nvSpPr>
            <p:spPr>
              <a:xfrm>
                <a:off x="7827182" y="399020"/>
                <a:ext cx="343328" cy="225758"/>
              </a:xfrm>
            </p:spPr>
          </p:sp>
        </mc:Fallback>
      </mc:AlternateContent>
      <mc:AlternateContent xmlns:mc="http://schemas.openxmlformats.org/markup-compatibility/2006">
        <mc:Choice xmlns:p14="http://schemas.microsoft.com/office/powerpoint/2010/main" Requires="p14">
          <p:contentPart p14:bwMode="auto" r:id="rId13">
            <p14:nvContentPartPr>
              <p14:cNvPr id="1050395" name=""/>
              <p14:cNvContentPartPr/>
              <p14:nvPr/>
            </p14:nvContentPartPr>
            <p14:xfrm>
              <a:off x="8143896" y="406369"/>
              <a:ext cx="124106" cy="171983"/>
            </p14:xfrm>
          </p:contentPart>
        </mc:Choice>
        <mc:Fallback>
          <p:sp>
            <p:nvSpPr>
              <p:cNvPr id="1050395" name=""/>
              <p:cNvSpPr/>
              <p:nvPr/>
            </p:nvSpPr>
            <p:spPr>
              <a:xfrm>
                <a:off x="8143896" y="406369"/>
                <a:ext cx="124106" cy="171983"/>
              </a:xfrm>
            </p:spPr>
          </p:sp>
        </mc:Fallback>
      </mc:AlternateContent>
      <mc:AlternateContent xmlns:mc="http://schemas.openxmlformats.org/markup-compatibility/2006">
        <mc:Choice xmlns:p14="http://schemas.microsoft.com/office/powerpoint/2010/main" Requires="p14">
          <p:contentPart p14:bwMode="auto" r:id="rId14">
            <p14:nvContentPartPr>
              <p14:cNvPr id="1050396" name=""/>
              <p14:cNvContentPartPr/>
              <p14:nvPr/>
            </p14:nvContentPartPr>
            <p14:xfrm>
              <a:off x="8342164" y="430700"/>
              <a:ext cx="81920" cy="151104"/>
            </p14:xfrm>
          </p:contentPart>
        </mc:Choice>
        <mc:Fallback>
          <p:sp>
            <p:nvSpPr>
              <p:cNvPr id="1050396" name=""/>
              <p:cNvSpPr/>
              <p:nvPr/>
            </p:nvSpPr>
            <p:spPr>
              <a:xfrm>
                <a:off x="8342164" y="430700"/>
                <a:ext cx="81920" cy="151104"/>
              </a:xfrm>
            </p:spPr>
          </p:sp>
        </mc:Fallback>
      </mc:AlternateContent>
      <mc:AlternateContent xmlns:mc="http://schemas.openxmlformats.org/markup-compatibility/2006">
        <mc:Choice xmlns:p14="http://schemas.microsoft.com/office/powerpoint/2010/main" Requires="p14">
          <p:contentPart p14:bwMode="auto" r:id="rId15">
            <p14:nvContentPartPr>
              <p14:cNvPr id="1050397" name=""/>
              <p14:cNvContentPartPr/>
              <p14:nvPr/>
            </p14:nvContentPartPr>
            <p14:xfrm>
              <a:off x="8475185" y="243660"/>
              <a:ext cx="20260" cy="401173"/>
            </p14:xfrm>
          </p:contentPart>
        </mc:Choice>
        <mc:Fallback>
          <p:sp>
            <p:nvSpPr>
              <p:cNvPr id="1050397" name=""/>
              <p:cNvSpPr/>
              <p:nvPr/>
            </p:nvSpPr>
            <p:spPr>
              <a:xfrm>
                <a:off x="8475185" y="243660"/>
                <a:ext cx="20260" cy="401173"/>
              </a:xfrm>
            </p:spPr>
          </p:sp>
        </mc:Fallback>
      </mc:AlternateContent>
      <mc:AlternateContent xmlns:mc="http://schemas.openxmlformats.org/markup-compatibility/2006">
        <mc:Choice xmlns:p14="http://schemas.microsoft.com/office/powerpoint/2010/main" Requires="p14">
          <p:contentPart p14:bwMode="auto" r:id="rId16">
            <p14:nvContentPartPr>
              <p14:cNvPr id="1050398" name=""/>
              <p14:cNvContentPartPr/>
              <p14:nvPr/>
            </p14:nvContentPartPr>
            <p14:xfrm>
              <a:off x="8455266" y="437881"/>
              <a:ext cx="162390" cy="164652"/>
            </p14:xfrm>
          </p:contentPart>
        </mc:Choice>
        <mc:Fallback>
          <p:sp>
            <p:nvSpPr>
              <p:cNvPr id="1050398" name=""/>
              <p:cNvSpPr/>
              <p:nvPr/>
            </p:nvSpPr>
            <p:spPr>
              <a:xfrm>
                <a:off x="8455266" y="437881"/>
                <a:ext cx="162390" cy="164652"/>
              </a:xfrm>
            </p:spPr>
          </p:sp>
        </mc:Fallback>
      </mc:AlternateContent>
      <mc:AlternateContent xmlns:mc="http://schemas.openxmlformats.org/markup-compatibility/2006">
        <mc:Choice xmlns:p14="http://schemas.microsoft.com/office/powerpoint/2010/main" Requires="p14">
          <p:contentPart p14:bwMode="auto" r:id="rId17">
            <p14:nvContentPartPr>
              <p14:cNvPr id="1050399" name=""/>
              <p14:cNvContentPartPr/>
              <p14:nvPr/>
            </p14:nvContentPartPr>
            <p14:xfrm>
              <a:off x="8678294" y="397313"/>
              <a:ext cx="344357" cy="214667"/>
            </p14:xfrm>
          </p:contentPart>
        </mc:Choice>
        <mc:Fallback>
          <p:sp>
            <p:nvSpPr>
              <p:cNvPr id="1050399" name=""/>
              <p:cNvSpPr/>
              <p:nvPr/>
            </p:nvSpPr>
            <p:spPr>
              <a:xfrm>
                <a:off x="8678294" y="397313"/>
                <a:ext cx="344357" cy="214667"/>
              </a:xfrm>
            </p:spPr>
          </p:sp>
        </mc:Fallback>
      </mc:AlternateContent>
      <mc:AlternateContent xmlns:mc="http://schemas.openxmlformats.org/markup-compatibility/2006">
        <mc:Choice xmlns:p14="http://schemas.microsoft.com/office/powerpoint/2010/main" Requires="p14">
          <p:contentPart p14:bwMode="auto" r:id="rId18">
            <p14:nvContentPartPr>
              <p14:cNvPr id="1050400" name=""/>
              <p14:cNvContentPartPr/>
              <p14:nvPr/>
            </p14:nvContentPartPr>
            <p14:xfrm>
              <a:off x="8605919" y="313103"/>
              <a:ext cx="16055" cy="117662"/>
            </p14:xfrm>
          </p:contentPart>
        </mc:Choice>
        <mc:Fallback>
          <p:sp>
            <p:nvSpPr>
              <p:cNvPr id="1050400" name=""/>
              <p:cNvSpPr/>
              <p:nvPr/>
            </p:nvSpPr>
            <p:spPr>
              <a:xfrm>
                <a:off x="8605919" y="313103"/>
                <a:ext cx="16055" cy="117662"/>
              </a:xfrm>
            </p:spPr>
          </p:sp>
        </mc:Fallback>
      </mc:AlternateContent>
      <mc:AlternateContent xmlns:mc="http://schemas.openxmlformats.org/markup-compatibility/2006">
        <mc:Choice xmlns:p14="http://schemas.microsoft.com/office/powerpoint/2010/main" Requires="p14">
          <p:contentPart p14:bwMode="auto" r:id="rId19">
            <p14:nvContentPartPr>
              <p14:cNvPr id="1050401" name=""/>
              <p14:cNvContentPartPr/>
              <p14:nvPr/>
            </p14:nvContentPartPr>
            <p14:xfrm>
              <a:off x="9148281" y="169655"/>
              <a:ext cx="114722" cy="503156"/>
            </p14:xfrm>
          </p:contentPart>
        </mc:Choice>
        <mc:Fallback>
          <p:sp>
            <p:nvSpPr>
              <p:cNvPr id="1050401" name=""/>
              <p:cNvSpPr/>
              <p:nvPr/>
            </p:nvSpPr>
            <p:spPr>
              <a:xfrm>
                <a:off x="9148281" y="169655"/>
                <a:ext cx="114722" cy="503156"/>
              </a:xfrm>
            </p:spPr>
          </p:sp>
        </mc:Fallback>
      </mc:AlternateContent>
      <mc:AlternateContent xmlns:mc="http://schemas.openxmlformats.org/markup-compatibility/2006">
        <mc:Choice xmlns:p14="http://schemas.microsoft.com/office/powerpoint/2010/main" Requires="p14">
          <p:contentPart p14:bwMode="auto" r:id="rId20">
            <p14:nvContentPartPr>
              <p14:cNvPr id="1050402" name=""/>
              <p14:cNvContentPartPr/>
              <p14:nvPr/>
            </p14:nvContentPartPr>
            <p14:xfrm>
              <a:off x="195901" y="868568"/>
              <a:ext cx="195710" cy="281334"/>
            </p14:xfrm>
          </p:contentPart>
        </mc:Choice>
        <mc:Fallback>
          <p:sp>
            <p:nvSpPr>
              <p:cNvPr id="1050402" name=""/>
              <p:cNvSpPr/>
              <p:nvPr/>
            </p:nvSpPr>
            <p:spPr>
              <a:xfrm>
                <a:off x="195901" y="868568"/>
                <a:ext cx="195710" cy="281334"/>
              </a:xfrm>
            </p:spPr>
          </p:sp>
        </mc:Fallback>
      </mc:AlternateContent>
      <mc:AlternateContent xmlns:mc="http://schemas.openxmlformats.org/markup-compatibility/2006">
        <mc:Choice xmlns:p14="http://schemas.microsoft.com/office/powerpoint/2010/main" Requires="p14">
          <p:contentPart p14:bwMode="auto" r:id="rId21">
            <p14:nvContentPartPr>
              <p14:cNvPr id="1050403" name=""/>
              <p14:cNvContentPartPr/>
              <p14:nvPr/>
            </p14:nvContentPartPr>
            <p14:xfrm>
              <a:off x="385691" y="969019"/>
              <a:ext cx="124675" cy="14436"/>
            </p14:xfrm>
          </p:contentPart>
        </mc:Choice>
        <mc:Fallback>
          <p:sp>
            <p:nvSpPr>
              <p:cNvPr id="1050403" name=""/>
              <p:cNvSpPr/>
              <p:nvPr/>
            </p:nvSpPr>
            <p:spPr>
              <a:xfrm>
                <a:off x="385691" y="969019"/>
                <a:ext cx="124675" cy="14436"/>
              </a:xfrm>
            </p:spPr>
          </p:sp>
        </mc:Fallback>
      </mc:AlternateContent>
      <mc:AlternateContent xmlns:mc="http://schemas.openxmlformats.org/markup-compatibility/2006">
        <mc:Choice xmlns:p14="http://schemas.microsoft.com/office/powerpoint/2010/main" Requires="p14">
          <p:contentPart p14:bwMode="auto" r:id="rId22">
            <p14:nvContentPartPr>
              <p14:cNvPr id="1050404" name=""/>
              <p14:cNvContentPartPr/>
              <p14:nvPr/>
            </p14:nvContentPartPr>
            <p14:xfrm>
              <a:off x="429846" y="1075725"/>
              <a:ext cx="113892" cy="26341"/>
            </p14:xfrm>
          </p:contentPart>
        </mc:Choice>
        <mc:Fallback>
          <p:sp>
            <p:nvSpPr>
              <p:cNvPr id="1050404" name=""/>
              <p:cNvSpPr/>
              <p:nvPr/>
            </p:nvSpPr>
            <p:spPr>
              <a:xfrm>
                <a:off x="429846" y="1075725"/>
                <a:ext cx="113892" cy="26341"/>
              </a:xfrm>
            </p:spPr>
          </p:sp>
        </mc:Fallback>
      </mc:AlternateContent>
      <mc:AlternateContent xmlns:mc="http://schemas.openxmlformats.org/markup-compatibility/2006">
        <mc:Choice xmlns:p14="http://schemas.microsoft.com/office/powerpoint/2010/main" Requires="p14">
          <p:contentPart p14:bwMode="auto" r:id="rId23">
            <p14:nvContentPartPr>
              <p14:cNvPr id="1050405" name=""/>
              <p14:cNvContentPartPr/>
              <p14:nvPr/>
            </p14:nvContentPartPr>
            <p14:xfrm>
              <a:off x="633839" y="924150"/>
              <a:ext cx="144970" cy="189040"/>
            </p14:xfrm>
          </p:contentPart>
        </mc:Choice>
        <mc:Fallback>
          <p:sp>
            <p:nvSpPr>
              <p:cNvPr id="1050405" name=""/>
              <p:cNvSpPr/>
              <p:nvPr/>
            </p:nvSpPr>
            <p:spPr>
              <a:xfrm>
                <a:off x="633839" y="924150"/>
                <a:ext cx="144970" cy="189040"/>
              </a:xfrm>
            </p:spPr>
          </p:sp>
        </mc:Fallback>
      </mc:AlternateContent>
      <mc:AlternateContent xmlns:mc="http://schemas.openxmlformats.org/markup-compatibility/2006">
        <mc:Choice xmlns:p14="http://schemas.microsoft.com/office/powerpoint/2010/main" Requires="p14">
          <p:contentPart p14:bwMode="auto" r:id="rId24">
            <p14:nvContentPartPr>
              <p14:cNvPr id="1050406" name=""/>
              <p14:cNvContentPartPr/>
              <p14:nvPr/>
            </p14:nvContentPartPr>
            <p14:xfrm>
              <a:off x="79968" y="791270"/>
              <a:ext cx="824320" cy="527586"/>
            </p14:xfrm>
          </p:contentPart>
        </mc:Choice>
        <mc:Fallback>
          <p:sp>
            <p:nvSpPr>
              <p:cNvPr id="1050406" name=""/>
              <p:cNvSpPr/>
              <p:nvPr/>
            </p:nvSpPr>
            <p:spPr>
              <a:xfrm>
                <a:off x="79968" y="791270"/>
                <a:ext cx="824320" cy="527586"/>
              </a:xfrm>
            </p:spPr>
          </p:sp>
        </mc:Fallback>
      </mc:AlternateContent>
      <mc:AlternateContent xmlns:mc="http://schemas.openxmlformats.org/markup-compatibility/2006">
        <mc:Choice xmlns:p14="http://schemas.microsoft.com/office/powerpoint/2010/main" Requires="p14">
          <p:contentPart p14:bwMode="auto" r:id="rId25">
            <p14:nvContentPartPr>
              <p14:cNvPr id="1050407" name=""/>
              <p14:cNvContentPartPr/>
              <p14:nvPr/>
            </p14:nvContentPartPr>
            <p14:xfrm>
              <a:off x="727203" y="805793"/>
              <a:ext cx="111303" cy="523375"/>
            </p14:xfrm>
          </p:contentPart>
        </mc:Choice>
        <mc:Fallback>
          <p:sp>
            <p:nvSpPr>
              <p:cNvPr id="1050407" name=""/>
              <p:cNvSpPr/>
              <p:nvPr/>
            </p:nvSpPr>
            <p:spPr>
              <a:xfrm>
                <a:off x="727203" y="805793"/>
                <a:ext cx="111303" cy="523375"/>
              </a:xfrm>
            </p:spPr>
          </p:sp>
        </mc:Fallback>
      </mc:AlternateContent>
      <mc:AlternateContent xmlns:mc="http://schemas.openxmlformats.org/markup-compatibility/2006">
        <mc:Choice xmlns:p14="http://schemas.microsoft.com/office/powerpoint/2010/main" Requires="p14">
          <p:contentPart p14:bwMode="auto" r:id="rId26">
            <p14:nvContentPartPr>
              <p14:cNvPr id="1050408" name=""/>
              <p14:cNvContentPartPr/>
              <p14:nvPr/>
            </p14:nvContentPartPr>
            <p14:xfrm>
              <a:off x="10157040" y="2129771"/>
              <a:ext cx="709133" cy="14567"/>
            </p14:xfrm>
          </p:contentPart>
        </mc:Choice>
        <mc:Fallback>
          <p:sp>
            <p:nvSpPr>
              <p:cNvPr id="1050408" name=""/>
              <p:cNvSpPr/>
              <p:nvPr/>
            </p:nvSpPr>
            <p:spPr>
              <a:xfrm>
                <a:off x="10157040" y="2129771"/>
                <a:ext cx="709133" cy="14567"/>
              </a:xfrm>
            </p:spPr>
          </p:sp>
        </mc:Fallback>
      </mc:AlternateContent>
      <mc:AlternateContent xmlns:mc="http://schemas.openxmlformats.org/markup-compatibility/2006">
        <mc:Choice xmlns:p14="http://schemas.microsoft.com/office/powerpoint/2010/main" Requires="p14">
          <p:contentPart p14:bwMode="auto" r:id="rId27">
            <p14:nvContentPartPr>
              <p14:cNvPr id="1050409" name=""/>
              <p14:cNvContentPartPr/>
              <p14:nvPr/>
            </p14:nvContentPartPr>
            <p14:xfrm>
              <a:off x="10901820" y="1818724"/>
              <a:ext cx="105530" cy="202264"/>
            </p14:xfrm>
          </p:contentPart>
        </mc:Choice>
        <mc:Fallback>
          <p:sp>
            <p:nvSpPr>
              <p:cNvPr id="1050409" name=""/>
              <p:cNvSpPr/>
              <p:nvPr/>
            </p:nvSpPr>
            <p:spPr>
              <a:xfrm>
                <a:off x="10901820" y="1818724"/>
                <a:ext cx="105530" cy="202264"/>
              </a:xfrm>
            </p:spPr>
          </p:sp>
        </mc:Fallback>
      </mc:AlternateContent>
      <mc:AlternateContent xmlns:mc="http://schemas.openxmlformats.org/markup-compatibility/2006">
        <mc:Choice xmlns:p14="http://schemas.microsoft.com/office/powerpoint/2010/main" Requires="p14">
          <p:contentPart p14:bwMode="auto" r:id="rId28">
            <p14:nvContentPartPr>
              <p14:cNvPr id="1050410" name=""/>
              <p14:cNvContentPartPr/>
              <p14:nvPr/>
            </p14:nvContentPartPr>
            <p14:xfrm>
              <a:off x="11069880" y="1841355"/>
              <a:ext cx="134287" cy="175150"/>
            </p14:xfrm>
          </p:contentPart>
        </mc:Choice>
        <mc:Fallback>
          <p:sp>
            <p:nvSpPr>
              <p:cNvPr id="1050410" name=""/>
              <p:cNvSpPr/>
              <p:nvPr/>
            </p:nvSpPr>
            <p:spPr>
              <a:xfrm>
                <a:off x="11069880" y="1841355"/>
                <a:ext cx="134287" cy="175150"/>
              </a:xfrm>
            </p:spPr>
          </p:sp>
        </mc:Fallback>
      </mc:AlternateContent>
      <mc:AlternateContent xmlns:mc="http://schemas.openxmlformats.org/markup-compatibility/2006">
        <mc:Choice xmlns:p14="http://schemas.microsoft.com/office/powerpoint/2010/main" Requires="p14">
          <p:contentPart p14:bwMode="auto" r:id="rId29">
            <p14:nvContentPartPr>
              <p14:cNvPr id="1050411" name=""/>
              <p14:cNvContentPartPr/>
              <p14:nvPr/>
            </p14:nvContentPartPr>
            <p14:xfrm>
              <a:off x="11062220" y="1693598"/>
              <a:ext cx="8292" cy="64130"/>
            </p14:xfrm>
          </p:contentPart>
        </mc:Choice>
        <mc:Fallback>
          <p:sp>
            <p:nvSpPr>
              <p:cNvPr id="1050411" name=""/>
              <p:cNvSpPr/>
              <p:nvPr/>
            </p:nvSpPr>
            <p:spPr>
              <a:xfrm>
                <a:off x="11062220" y="1693598"/>
                <a:ext cx="8292" cy="64130"/>
              </a:xfrm>
            </p:spPr>
          </p:sp>
        </mc:Fallback>
      </mc:AlternateContent>
      <mc:AlternateContent xmlns:mc="http://schemas.openxmlformats.org/markup-compatibility/2006">
        <mc:Choice xmlns:p14="http://schemas.microsoft.com/office/powerpoint/2010/main" Requires="p14">
          <p:contentPart p14:bwMode="auto" r:id="rId30">
            <p14:nvContentPartPr>
              <p14:cNvPr id="1050412" name=""/>
              <p14:cNvContentPartPr/>
              <p14:nvPr/>
            </p14:nvContentPartPr>
            <p14:xfrm>
              <a:off x="11280942" y="1708024"/>
              <a:ext cx="520312" cy="509048"/>
            </p14:xfrm>
          </p:contentPart>
        </mc:Choice>
        <mc:Fallback>
          <p:sp>
            <p:nvSpPr>
              <p:cNvPr id="1050412" name=""/>
              <p:cNvSpPr/>
              <p:nvPr/>
            </p:nvSpPr>
            <p:spPr>
              <a:xfrm>
                <a:off x="11280942" y="1708024"/>
                <a:ext cx="520312" cy="509048"/>
              </a:xfrm>
            </p:spPr>
          </p:sp>
        </mc:Fallback>
      </mc:AlternateContent>
      <mc:AlternateContent xmlns:mc="http://schemas.openxmlformats.org/markup-compatibility/2006">
        <mc:Choice xmlns:p14="http://schemas.microsoft.com/office/powerpoint/2010/main" Requires="p14">
          <p:contentPart p14:bwMode="auto" r:id="rId31">
            <p14:nvContentPartPr>
              <p14:cNvPr id="1050413" name=""/>
              <p14:cNvContentPartPr/>
              <p14:nvPr/>
            </p14:nvContentPartPr>
            <p14:xfrm>
              <a:off x="11545542" y="1615538"/>
              <a:ext cx="61408" cy="114679"/>
            </p14:xfrm>
          </p:contentPart>
        </mc:Choice>
        <mc:Fallback>
          <p:sp>
            <p:nvSpPr>
              <p:cNvPr id="1050413" name=""/>
              <p:cNvSpPr/>
              <p:nvPr/>
            </p:nvSpPr>
            <p:spPr>
              <a:xfrm>
                <a:off x="11545542" y="1615538"/>
                <a:ext cx="61408" cy="114679"/>
              </a:xfrm>
            </p:spPr>
          </p:sp>
        </mc:Fallback>
      </mc:AlternateContent>
      <mc:AlternateContent xmlns:mc="http://schemas.openxmlformats.org/markup-compatibility/2006">
        <mc:Choice xmlns:p14="http://schemas.microsoft.com/office/powerpoint/2010/main" Requires="p14">
          <p:contentPart p14:bwMode="auto" r:id="rId32">
            <p14:nvContentPartPr>
              <p14:cNvPr id="1050414" name=""/>
              <p14:cNvContentPartPr/>
              <p14:nvPr/>
            </p14:nvContentPartPr>
            <p14:xfrm>
              <a:off x="11816709" y="1693598"/>
              <a:ext cx="253714" cy="322967"/>
            </p14:xfrm>
          </p:contentPart>
        </mc:Choice>
        <mc:Fallback>
          <p:sp>
            <p:nvSpPr>
              <p:cNvPr id="1050414" name=""/>
              <p:cNvSpPr/>
              <p:nvPr/>
            </p:nvSpPr>
            <p:spPr>
              <a:xfrm>
                <a:off x="11816709" y="1693598"/>
                <a:ext cx="253714" cy="322967"/>
              </a:xfrm>
            </p:spPr>
          </p:sp>
        </mc:Fallback>
      </mc:AlternateContent>
      <mc:AlternateContent xmlns:mc="http://schemas.openxmlformats.org/markup-compatibility/2006">
        <mc:Choice xmlns:p14="http://schemas.microsoft.com/office/powerpoint/2010/main" Requires="p14">
          <p:contentPart p14:bwMode="auto" r:id="rId33">
            <p14:nvContentPartPr>
              <p14:cNvPr id="1050415" name=""/>
              <p14:cNvContentPartPr/>
              <p14:nvPr/>
            </p14:nvContentPartPr>
            <p14:xfrm>
              <a:off x="11368720" y="2187260"/>
              <a:ext cx="197680" cy="239500"/>
            </p14:xfrm>
          </p:contentPart>
        </mc:Choice>
        <mc:Fallback>
          <p:sp>
            <p:nvSpPr>
              <p:cNvPr id="1050415" name=""/>
              <p:cNvSpPr/>
              <p:nvPr/>
            </p:nvSpPr>
            <p:spPr>
              <a:xfrm>
                <a:off x="11368720" y="2187260"/>
                <a:ext cx="197680" cy="239500"/>
              </a:xfrm>
            </p:spPr>
          </p:sp>
        </mc:Fallback>
      </mc:AlternateContent>
      <mc:AlternateContent xmlns:mc="http://schemas.openxmlformats.org/markup-compatibility/2006">
        <mc:Choice xmlns:p14="http://schemas.microsoft.com/office/powerpoint/2010/main" Requires="p14">
          <p:contentPart p14:bwMode="auto" r:id="rId34">
            <p14:nvContentPartPr>
              <p14:cNvPr id="1050416" name=""/>
              <p14:cNvContentPartPr/>
              <p14:nvPr/>
            </p14:nvContentPartPr>
            <p14:xfrm>
              <a:off x="9660521" y="2410552"/>
              <a:ext cx="176804" cy="219982"/>
            </p14:xfrm>
          </p:contentPart>
        </mc:Choice>
        <mc:Fallback>
          <p:sp>
            <p:nvSpPr>
              <p:cNvPr id="1050416" name=""/>
              <p:cNvSpPr/>
              <p:nvPr/>
            </p:nvSpPr>
            <p:spPr>
              <a:xfrm>
                <a:off x="9660521" y="2410552"/>
                <a:ext cx="176804" cy="219982"/>
              </a:xfrm>
            </p:spPr>
          </p:sp>
        </mc:Fallback>
      </mc:AlternateContent>
      <mc:AlternateContent xmlns:mc="http://schemas.openxmlformats.org/markup-compatibility/2006">
        <mc:Choice xmlns:p14="http://schemas.microsoft.com/office/powerpoint/2010/main" Requires="p14">
          <p:contentPart p14:bwMode="auto" r:id="rId35">
            <p14:nvContentPartPr>
              <p14:cNvPr id="1050417" name=""/>
              <p14:cNvContentPartPr/>
              <p14:nvPr/>
            </p14:nvContentPartPr>
            <p14:xfrm>
              <a:off x="9865527" y="2322133"/>
              <a:ext cx="94167" cy="310719"/>
            </p14:xfrm>
          </p:contentPart>
        </mc:Choice>
        <mc:Fallback>
          <p:sp>
            <p:nvSpPr>
              <p:cNvPr id="1050417" name=""/>
              <p:cNvSpPr/>
              <p:nvPr/>
            </p:nvSpPr>
            <p:spPr>
              <a:xfrm>
                <a:off x="9865527" y="2322133"/>
                <a:ext cx="94167" cy="310719"/>
              </a:xfrm>
            </p:spPr>
          </p:sp>
        </mc:Fallback>
      </mc:AlternateContent>
      <mc:AlternateContent xmlns:mc="http://schemas.openxmlformats.org/markup-compatibility/2006">
        <mc:Choice xmlns:p14="http://schemas.microsoft.com/office/powerpoint/2010/main" Requires="p14">
          <p:contentPart p14:bwMode="auto" r:id="rId36">
            <p14:nvContentPartPr>
              <p14:cNvPr id="1050418" name=""/>
              <p14:cNvContentPartPr/>
              <p14:nvPr/>
            </p14:nvContentPartPr>
            <p14:xfrm>
              <a:off x="9976660" y="2381327"/>
              <a:ext cx="151094" cy="204147"/>
            </p14:xfrm>
          </p:contentPart>
        </mc:Choice>
        <mc:Fallback>
          <p:sp>
            <p:nvSpPr>
              <p:cNvPr id="1050418" name=""/>
              <p:cNvSpPr/>
              <p:nvPr/>
            </p:nvSpPr>
            <p:spPr>
              <a:xfrm>
                <a:off x="9976660" y="2381327"/>
                <a:ext cx="151094" cy="204147"/>
              </a:xfrm>
            </p:spPr>
          </p:sp>
        </mc:Fallback>
      </mc:AlternateContent>
      <mc:AlternateContent xmlns:mc="http://schemas.openxmlformats.org/markup-compatibility/2006">
        <mc:Choice xmlns:p14="http://schemas.microsoft.com/office/powerpoint/2010/main" Requires="p14">
          <p:contentPart p14:bwMode="auto" r:id="rId37">
            <p14:nvContentPartPr>
              <p14:cNvPr id="1050419" name=""/>
              <p14:cNvContentPartPr/>
              <p14:nvPr/>
            </p14:nvContentPartPr>
            <p14:xfrm>
              <a:off x="10100854" y="2329990"/>
              <a:ext cx="103022" cy="324043"/>
            </p14:xfrm>
          </p:contentPart>
        </mc:Choice>
        <mc:Fallback>
          <p:sp>
            <p:nvSpPr>
              <p:cNvPr id="1050419" name=""/>
              <p:cNvSpPr/>
              <p:nvPr/>
            </p:nvSpPr>
            <p:spPr>
              <a:xfrm>
                <a:off x="10100854" y="2329990"/>
                <a:ext cx="103022" cy="324043"/>
              </a:xfrm>
            </p:spPr>
          </p:sp>
        </mc:Fallback>
      </mc:AlternateContent>
      <mc:AlternateContent xmlns:mc="http://schemas.openxmlformats.org/markup-compatibility/2006">
        <mc:Choice xmlns:p14="http://schemas.microsoft.com/office/powerpoint/2010/main" Requires="p14">
          <p:contentPart p14:bwMode="auto" r:id="rId38">
            <p14:nvContentPartPr>
              <p14:cNvPr id="1050420" name=""/>
              <p14:cNvContentPartPr/>
              <p14:nvPr/>
            </p14:nvContentPartPr>
            <p14:xfrm>
              <a:off x="10288154" y="2484842"/>
              <a:ext cx="131815" cy="10474"/>
            </p14:xfrm>
          </p:contentPart>
        </mc:Choice>
        <mc:Fallback>
          <p:sp>
            <p:nvSpPr>
              <p:cNvPr id="1050420" name=""/>
              <p:cNvSpPr/>
              <p:nvPr/>
            </p:nvSpPr>
            <p:spPr>
              <a:xfrm>
                <a:off x="10288154" y="2484842"/>
                <a:ext cx="131815" cy="10474"/>
              </a:xfrm>
            </p:spPr>
          </p:sp>
        </mc:Fallback>
      </mc:AlternateContent>
      <mc:AlternateContent xmlns:mc="http://schemas.openxmlformats.org/markup-compatibility/2006">
        <mc:Choice xmlns:p14="http://schemas.microsoft.com/office/powerpoint/2010/main" Requires="p14">
          <p:contentPart p14:bwMode="auto" r:id="rId39">
            <p14:nvContentPartPr>
              <p14:cNvPr id="1050421" name=""/>
              <p14:cNvContentPartPr/>
              <p14:nvPr/>
            </p14:nvContentPartPr>
            <p14:xfrm>
              <a:off x="10280945" y="2589027"/>
              <a:ext cx="160905" cy="6822"/>
            </p14:xfrm>
          </p:contentPart>
        </mc:Choice>
        <mc:Fallback>
          <p:sp>
            <p:nvSpPr>
              <p:cNvPr id="1050421" name=""/>
              <p:cNvSpPr/>
              <p:nvPr/>
            </p:nvSpPr>
            <p:spPr>
              <a:xfrm>
                <a:off x="10280945" y="2589027"/>
                <a:ext cx="160905" cy="6822"/>
              </a:xfrm>
            </p:spPr>
          </p:sp>
        </mc:Fallback>
      </mc:AlternateContent>
      <mc:AlternateContent xmlns:mc="http://schemas.openxmlformats.org/markup-compatibility/2006">
        <mc:Choice xmlns:p14="http://schemas.microsoft.com/office/powerpoint/2010/main" Requires="p14">
          <p:contentPart p14:bwMode="auto" r:id="rId40">
            <p14:nvContentPartPr>
              <p14:cNvPr id="1050422" name=""/>
              <p14:cNvContentPartPr/>
              <p14:nvPr/>
            </p14:nvContentPartPr>
            <p14:xfrm>
              <a:off x="10537784" y="2433140"/>
              <a:ext cx="20708" cy="225151"/>
            </p14:xfrm>
          </p:contentPart>
        </mc:Choice>
        <mc:Fallback>
          <p:sp>
            <p:nvSpPr>
              <p:cNvPr id="1050422" name=""/>
              <p:cNvSpPr/>
              <p:nvPr/>
            </p:nvSpPr>
            <p:spPr>
              <a:xfrm>
                <a:off x="10537784" y="2433140"/>
                <a:ext cx="20708" cy="225151"/>
              </a:xfrm>
            </p:spPr>
          </p:sp>
        </mc:Fallback>
      </mc:AlternateContent>
      <mc:AlternateContent xmlns:mc="http://schemas.openxmlformats.org/markup-compatibility/2006">
        <mc:Choice xmlns:p14="http://schemas.microsoft.com/office/powerpoint/2010/main" Requires="p14">
          <p:contentPart p14:bwMode="auto" r:id="rId41">
            <p14:nvContentPartPr>
              <p14:cNvPr id="1050423" name=""/>
              <p14:cNvContentPartPr/>
              <p14:nvPr/>
            </p14:nvContentPartPr>
            <p14:xfrm>
              <a:off x="10507578" y="2310458"/>
              <a:ext cx="245410" cy="330556"/>
            </p14:xfrm>
          </p:contentPart>
        </mc:Choice>
        <mc:Fallback>
          <p:sp>
            <p:nvSpPr>
              <p:cNvPr id="1050423" name=""/>
              <p:cNvSpPr/>
              <p:nvPr/>
            </p:nvSpPr>
            <p:spPr>
              <a:xfrm>
                <a:off x="10507578" y="2310458"/>
                <a:ext cx="245410" cy="330556"/>
              </a:xfrm>
            </p:spPr>
          </p:sp>
        </mc:Fallback>
      </mc:AlternateContent>
      <mc:AlternateContent xmlns:mc="http://schemas.openxmlformats.org/markup-compatibility/2006">
        <mc:Choice xmlns:p14="http://schemas.microsoft.com/office/powerpoint/2010/main" Requires="p14">
          <p:contentPart p14:bwMode="auto" r:id="rId42">
            <p14:nvContentPartPr>
              <p14:cNvPr id="1050424" name=""/>
              <p14:cNvContentPartPr/>
              <p14:nvPr/>
            </p14:nvContentPartPr>
            <p14:xfrm>
              <a:off x="9514088" y="2698471"/>
              <a:ext cx="1318186" cy="66957"/>
            </p14:xfrm>
          </p:contentPart>
        </mc:Choice>
        <mc:Fallback>
          <p:sp>
            <p:nvSpPr>
              <p:cNvPr id="1050424" name=""/>
              <p:cNvSpPr/>
              <p:nvPr/>
            </p:nvSpPr>
            <p:spPr>
              <a:xfrm>
                <a:off x="9514088" y="2698471"/>
                <a:ext cx="1318186" cy="66957"/>
              </a:xfrm>
            </p:spPr>
          </p:sp>
        </mc:Fallback>
      </mc:AlternateContent>
      <mc:AlternateContent xmlns:mc="http://schemas.openxmlformats.org/markup-compatibility/2006">
        <mc:Choice xmlns:p14="http://schemas.microsoft.com/office/powerpoint/2010/main" Requires="p14">
          <p:contentPart p14:bwMode="auto" r:id="rId43">
            <p14:nvContentPartPr>
              <p14:cNvPr id="1050425" name=""/>
              <p14:cNvContentPartPr/>
              <p14:nvPr/>
            </p14:nvContentPartPr>
            <p14:xfrm>
              <a:off x="6001566" y="2568221"/>
              <a:ext cx="416256" cy="22422"/>
            </p14:xfrm>
          </p:contentPart>
        </mc:Choice>
        <mc:Fallback>
          <p:sp>
            <p:nvSpPr>
              <p:cNvPr id="1050425" name=""/>
              <p:cNvSpPr/>
              <p:nvPr/>
            </p:nvSpPr>
            <p:spPr>
              <a:xfrm>
                <a:off x="6001566" y="2568221"/>
                <a:ext cx="416256" cy="22422"/>
              </a:xfrm>
            </p:spPr>
          </p:sp>
        </mc:Fallback>
      </mc:AlternateContent>
      <mc:AlternateContent xmlns:mc="http://schemas.openxmlformats.org/markup-compatibility/2006">
        <mc:Choice xmlns:p14="http://schemas.microsoft.com/office/powerpoint/2010/main" Requires="p14">
          <p:contentPart p14:bwMode="auto" r:id="rId44">
            <p14:nvContentPartPr>
              <p14:cNvPr id="1050426" name=""/>
              <p14:cNvContentPartPr/>
              <p14:nvPr/>
            </p14:nvContentPartPr>
            <p14:xfrm>
              <a:off x="7279748" y="5382001"/>
              <a:ext cx="775577" cy="25846"/>
            </p14:xfrm>
          </p:contentPart>
        </mc:Choice>
        <mc:Fallback>
          <p:sp>
            <p:nvSpPr>
              <p:cNvPr id="1050426" name=""/>
              <p:cNvSpPr/>
              <p:nvPr/>
            </p:nvSpPr>
            <p:spPr>
              <a:xfrm>
                <a:off x="7279748" y="5382001"/>
                <a:ext cx="775577" cy="25846"/>
              </a:xfrm>
            </p:spPr>
          </p:sp>
        </mc:Fallback>
      </mc:AlternateContent>
      <mc:AlternateContent xmlns:mc="http://schemas.openxmlformats.org/markup-compatibility/2006">
        <mc:Choice xmlns:p14="http://schemas.microsoft.com/office/powerpoint/2010/main" Requires="p14">
          <p:contentPart p14:bwMode="auto" r:id="rId45">
            <p14:nvContentPartPr>
              <p14:cNvPr id="1050427" name=""/>
              <p14:cNvContentPartPr/>
              <p14:nvPr/>
            </p14:nvContentPartPr>
            <p14:xfrm>
              <a:off x="7973163" y="5303111"/>
              <a:ext cx="153305" cy="199712"/>
            </p14:xfrm>
          </p:contentPart>
        </mc:Choice>
        <mc:Fallback>
          <p:sp>
            <p:nvSpPr>
              <p:cNvPr id="1050427" name=""/>
              <p:cNvSpPr/>
              <p:nvPr/>
            </p:nvSpPr>
            <p:spPr>
              <a:xfrm>
                <a:off x="7973163" y="5303111"/>
                <a:ext cx="153305" cy="199712"/>
              </a:xfrm>
            </p:spPr>
          </p:sp>
        </mc:Fallback>
      </mc:AlternateContent>
      <mc:AlternateContent xmlns:mc="http://schemas.openxmlformats.org/markup-compatibility/2006">
        <mc:Choice xmlns:p14="http://schemas.microsoft.com/office/powerpoint/2010/main" Requires="p14">
          <p:contentPart p14:bwMode="auto" r:id="rId46">
            <p14:nvContentPartPr>
              <p14:cNvPr id="1050428" name=""/>
              <p14:cNvContentPartPr/>
              <p14:nvPr/>
            </p14:nvContentPartPr>
            <p14:xfrm>
              <a:off x="8335246" y="5233658"/>
              <a:ext cx="216466" cy="327409"/>
            </p14:xfrm>
          </p:contentPart>
        </mc:Choice>
        <mc:Fallback>
          <p:sp>
            <p:nvSpPr>
              <p:cNvPr id="1050428" name=""/>
              <p:cNvSpPr/>
              <p:nvPr/>
            </p:nvSpPr>
            <p:spPr>
              <a:xfrm>
                <a:off x="8335246" y="5233658"/>
                <a:ext cx="216466" cy="327409"/>
              </a:xfrm>
            </p:spPr>
          </p:sp>
        </mc:Fallback>
      </mc:AlternateContent>
      <mc:AlternateContent xmlns:mc="http://schemas.openxmlformats.org/markup-compatibility/2006">
        <mc:Choice xmlns:p14="http://schemas.microsoft.com/office/powerpoint/2010/main" Requires="p14">
          <p:contentPart p14:bwMode="auto" r:id="rId47">
            <p14:nvContentPartPr>
              <p14:cNvPr id="1050429" name=""/>
              <p14:cNvContentPartPr/>
              <p14:nvPr/>
            </p14:nvContentPartPr>
            <p14:xfrm>
              <a:off x="8476556" y="5051950"/>
              <a:ext cx="787" cy="32015"/>
            </p14:xfrm>
          </p:contentPart>
        </mc:Choice>
        <mc:Fallback>
          <p:sp>
            <p:nvSpPr>
              <p:cNvPr id="1050429" name=""/>
              <p:cNvSpPr/>
              <p:nvPr/>
            </p:nvSpPr>
            <p:spPr>
              <a:xfrm>
                <a:off x="8476556" y="5051950"/>
                <a:ext cx="787" cy="32015"/>
              </a:xfrm>
            </p:spPr>
          </p:sp>
        </mc:Fallback>
      </mc:AlternateContent>
      <mc:AlternateContent xmlns:mc="http://schemas.openxmlformats.org/markup-compatibility/2006">
        <mc:Choice xmlns:p14="http://schemas.microsoft.com/office/powerpoint/2010/main" Requires="p14">
          <p:contentPart p14:bwMode="auto" r:id="rId48">
            <p14:nvContentPartPr>
              <p14:cNvPr id="1050430" name=""/>
              <p14:cNvContentPartPr/>
              <p14:nvPr/>
            </p14:nvContentPartPr>
            <p14:xfrm>
              <a:off x="8637744" y="5354813"/>
              <a:ext cx="144128" cy="17006"/>
            </p14:xfrm>
          </p:contentPart>
        </mc:Choice>
        <mc:Fallback>
          <p:sp>
            <p:nvSpPr>
              <p:cNvPr id="1050430" name=""/>
              <p:cNvSpPr/>
              <p:nvPr/>
            </p:nvSpPr>
            <p:spPr>
              <a:xfrm>
                <a:off x="8637744" y="5354813"/>
                <a:ext cx="144128" cy="17006"/>
              </a:xfrm>
            </p:spPr>
          </p:sp>
        </mc:Fallback>
      </mc:AlternateContent>
      <mc:AlternateContent xmlns:mc="http://schemas.openxmlformats.org/markup-compatibility/2006">
        <mc:Choice xmlns:p14="http://schemas.microsoft.com/office/powerpoint/2010/main" Requires="p14">
          <p:contentPart p14:bwMode="auto" r:id="rId49">
            <p14:nvContentPartPr>
              <p14:cNvPr id="1050431" name=""/>
              <p14:cNvContentPartPr/>
              <p14:nvPr/>
            </p14:nvContentPartPr>
            <p14:xfrm>
              <a:off x="8667030" y="5459308"/>
              <a:ext cx="175897" cy="6512"/>
            </p14:xfrm>
          </p:contentPart>
        </mc:Choice>
        <mc:Fallback>
          <p:sp>
            <p:nvSpPr>
              <p:cNvPr id="1050431" name=""/>
              <p:cNvSpPr/>
              <p:nvPr/>
            </p:nvSpPr>
            <p:spPr>
              <a:xfrm>
                <a:off x="8667030" y="5459308"/>
                <a:ext cx="175897" cy="6512"/>
              </a:xfrm>
            </p:spPr>
          </p:sp>
        </mc:Fallback>
      </mc:AlternateContent>
      <mc:AlternateContent xmlns:mc="http://schemas.openxmlformats.org/markup-compatibility/2006">
        <mc:Choice xmlns:p14="http://schemas.microsoft.com/office/powerpoint/2010/main" Requires="p14">
          <p:contentPart p14:bwMode="auto" r:id="rId50">
            <p14:nvContentPartPr>
              <p14:cNvPr id="1050432" name=""/>
              <p14:cNvContentPartPr/>
              <p14:nvPr/>
            </p14:nvContentPartPr>
            <p14:xfrm>
              <a:off x="8878108" y="5080357"/>
              <a:ext cx="367591" cy="510938"/>
            </p14:xfrm>
          </p:contentPart>
        </mc:Choice>
        <mc:Fallback>
          <p:sp>
            <p:nvSpPr>
              <p:cNvPr id="1050432" name=""/>
              <p:cNvSpPr/>
              <p:nvPr/>
            </p:nvSpPr>
            <p:spPr>
              <a:xfrm>
                <a:off x="8878108" y="5080357"/>
                <a:ext cx="367591" cy="510938"/>
              </a:xfrm>
            </p:spPr>
          </p:sp>
        </mc:Fallback>
      </mc:AlternateContent>
      <mc:AlternateContent xmlns:mc="http://schemas.openxmlformats.org/markup-compatibility/2006">
        <mc:Choice xmlns:p14="http://schemas.microsoft.com/office/powerpoint/2010/main" Requires="p14">
          <p:contentPart p14:bwMode="auto" r:id="rId51">
            <p14:nvContentPartPr>
              <p14:cNvPr id="1050433" name=""/>
              <p14:cNvContentPartPr/>
              <p14:nvPr/>
            </p14:nvContentPartPr>
            <p14:xfrm>
              <a:off x="8959445" y="5214406"/>
              <a:ext cx="182478" cy="7350"/>
            </p14:xfrm>
          </p:contentPart>
        </mc:Choice>
        <mc:Fallback>
          <p:sp>
            <p:nvSpPr>
              <p:cNvPr id="1050433" name=""/>
              <p:cNvSpPr/>
              <p:nvPr/>
            </p:nvSpPr>
            <p:spPr>
              <a:xfrm>
                <a:off x="8959445" y="5214406"/>
                <a:ext cx="182478" cy="7350"/>
              </a:xfrm>
            </p:spPr>
          </p:sp>
        </mc:Fallback>
      </mc:AlternateContent>
      <mc:AlternateContent xmlns:mc="http://schemas.openxmlformats.org/markup-compatibility/2006">
        <mc:Choice xmlns:p14="http://schemas.microsoft.com/office/powerpoint/2010/main" Requires="p14">
          <p:contentPart p14:bwMode="auto" r:id="rId52">
            <p14:nvContentPartPr>
              <p14:cNvPr id="1050434" name=""/>
              <p14:cNvContentPartPr/>
              <p14:nvPr/>
            </p14:nvContentPartPr>
            <p14:xfrm>
              <a:off x="9287905" y="5391815"/>
              <a:ext cx="182478" cy="11652"/>
            </p14:xfrm>
          </p:contentPart>
        </mc:Choice>
        <mc:Fallback>
          <p:sp>
            <p:nvSpPr>
              <p:cNvPr id="1050434" name=""/>
              <p:cNvSpPr/>
              <p:nvPr/>
            </p:nvSpPr>
            <p:spPr>
              <a:xfrm>
                <a:off x="9287905" y="5391815"/>
                <a:ext cx="182478" cy="11652"/>
              </a:xfrm>
            </p:spPr>
          </p:sp>
        </mc:Fallback>
      </mc:AlternateContent>
      <mc:AlternateContent xmlns:mc="http://schemas.openxmlformats.org/markup-compatibility/2006">
        <mc:Choice xmlns:p14="http://schemas.microsoft.com/office/powerpoint/2010/main" Requires="p14">
          <p:contentPart p14:bwMode="auto" r:id="rId53">
            <p14:nvContentPartPr>
              <p14:cNvPr id="1050435" name=""/>
              <p14:cNvContentPartPr/>
              <p14:nvPr/>
            </p14:nvContentPartPr>
            <p14:xfrm>
              <a:off x="9291568" y="5472152"/>
              <a:ext cx="193684" cy="38020"/>
            </p14:xfrm>
          </p:contentPart>
        </mc:Choice>
        <mc:Fallback>
          <p:sp>
            <p:nvSpPr>
              <p:cNvPr id="1050435" name=""/>
              <p:cNvSpPr/>
              <p:nvPr/>
            </p:nvSpPr>
            <p:spPr>
              <a:xfrm>
                <a:off x="9291568" y="5472152"/>
                <a:ext cx="193684" cy="38020"/>
              </a:xfrm>
            </p:spPr>
          </p:sp>
        </mc:Fallback>
      </mc:AlternateContent>
      <mc:AlternateContent xmlns:mc="http://schemas.openxmlformats.org/markup-compatibility/2006">
        <mc:Choice xmlns:p14="http://schemas.microsoft.com/office/powerpoint/2010/main" Requires="p14">
          <p:contentPart p14:bwMode="auto" r:id="rId54">
            <p14:nvContentPartPr>
              <p14:cNvPr id="1050436" name=""/>
              <p14:cNvContentPartPr/>
              <p14:nvPr/>
            </p14:nvContentPartPr>
            <p14:xfrm>
              <a:off x="9536775" y="5281315"/>
              <a:ext cx="225176" cy="276667"/>
            </p14:xfrm>
          </p:contentPart>
        </mc:Choice>
        <mc:Fallback>
          <p:sp>
            <p:nvSpPr>
              <p:cNvPr id="1050436" name=""/>
              <p:cNvSpPr/>
              <p:nvPr/>
            </p:nvSpPr>
            <p:spPr>
              <a:xfrm>
                <a:off x="9536775" y="5281315"/>
                <a:ext cx="225176" cy="276667"/>
              </a:xfrm>
            </p:spPr>
          </p:sp>
        </mc:Fallback>
      </mc:AlternateContent>
      <mc:AlternateContent xmlns:mc="http://schemas.openxmlformats.org/markup-compatibility/2006">
        <mc:Choice xmlns:p14="http://schemas.microsoft.com/office/powerpoint/2010/main" Requires="p14">
          <p:contentPart p14:bwMode="auto" r:id="rId55">
            <p14:nvContentPartPr>
              <p14:cNvPr id="1050437" name=""/>
              <p14:cNvContentPartPr/>
              <p14:nvPr/>
            </p14:nvContentPartPr>
            <p14:xfrm>
              <a:off x="8125062" y="4972141"/>
              <a:ext cx="1710727" cy="747489"/>
            </p14:xfrm>
          </p:contentPart>
        </mc:Choice>
        <mc:Fallback>
          <p:sp>
            <p:nvSpPr>
              <p:cNvPr id="1050437" name=""/>
              <p:cNvSpPr/>
              <p:nvPr/>
            </p:nvSpPr>
            <p:spPr>
              <a:xfrm>
                <a:off x="8125062" y="4972141"/>
                <a:ext cx="1710727" cy="747489"/>
              </a:xfrm>
            </p:spPr>
          </p:sp>
        </mc:Fallback>
      </mc:AlternateContent>
      <mc:AlternateContent xmlns:mc="http://schemas.openxmlformats.org/markup-compatibility/2006">
        <mc:Choice xmlns:p14="http://schemas.microsoft.com/office/powerpoint/2010/main" Requires="p14">
          <p:contentPart p14:bwMode="auto" r:id="rId56">
            <p14:nvContentPartPr>
              <p14:cNvPr id="1050438" name=""/>
              <p14:cNvContentPartPr/>
              <p14:nvPr/>
            </p14:nvContentPartPr>
            <p14:xfrm>
              <a:off x="9813712" y="5073746"/>
              <a:ext cx="87680" cy="762351"/>
            </p14:xfrm>
          </p:contentPart>
        </mc:Choice>
        <mc:Fallback>
          <p:sp>
            <p:nvSpPr>
              <p:cNvPr id="1050438" name=""/>
              <p:cNvSpPr/>
              <p:nvPr/>
            </p:nvSpPr>
            <p:spPr>
              <a:xfrm>
                <a:off x="9813712" y="5073746"/>
                <a:ext cx="87680" cy="762351"/>
              </a:xfrm>
            </p:spPr>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803" name="Rectangle 3"/>
          <p:cNvSpPr/>
          <p:nvPr/>
        </p:nvSpPr>
        <p:spPr>
          <a:xfrm>
            <a:off x="758457" y="268891"/>
            <a:ext cx="5489003" cy="461665"/>
          </a:xfrm>
          <a:prstGeom prst="rect"/>
          <a:solidFill>
            <a:srgbClr val="FFFF00"/>
          </a:solidFill>
        </p:spPr>
        <p:txBody>
          <a:bodyPr wrap="none">
            <a:spAutoFit/>
          </a:bodyPr>
          <a:p>
            <a:pPr indent="-342900" marL="342900">
              <a:buFont typeface="Calibri" panose="020F0502020204030204" pitchFamily="34" charset="0"/>
              <a:buChar char="❷"/>
            </a:pPr>
            <a:r>
              <a:rPr dirty="0" sz="2400" i="1" lang="fr-MA">
                <a:effectLst>
                  <a:outerShdw algn="tl" blurRad="38100" dir="2700000" dist="38100">
                    <a:srgbClr val="000000">
                      <a:alpha val="43137"/>
                    </a:srgbClr>
                  </a:outerShdw>
                </a:effectLst>
                <a:latin typeface="OfficinaSans-Bold"/>
              </a:rPr>
              <a:t> </a:t>
            </a:r>
            <a:r>
              <a:rPr dirty="0" sz="2400" i="1" lang="fr-MA" u="sng">
                <a:effectLst>
                  <a:outerShdw algn="tl" blurRad="38100" dir="2700000" dist="38100">
                    <a:srgbClr val="000000">
                      <a:alpha val="43137"/>
                    </a:srgbClr>
                  </a:outerShdw>
                </a:effectLst>
                <a:latin typeface="OfficinaSans-Bold"/>
              </a:rPr>
              <a:t>Relation entre le rayon et la vitesse</a:t>
            </a:r>
            <a:endParaRPr dirty="0" sz="2400" i="1" lang="fr-MA" u="sng">
              <a:effectLst>
                <a:outerShdw algn="tl" blurRad="38100" dir="2700000" dist="38100">
                  <a:srgbClr val="000000">
                    <a:alpha val="43137"/>
                  </a:srgbClr>
                </a:outerShdw>
              </a:effectLst>
            </a:endParaRPr>
          </a:p>
        </p:txBody>
      </p:sp>
      <p:sp>
        <p:nvSpPr>
          <p:cNvPr id="1048804" name="Rectangle 4"/>
          <p:cNvSpPr>
            <a:spLocks noChangeAspect="1" noMove="1" noResize="1" noRot="1" noAdjustHandles="1" noEditPoints="1" noChangeArrowheads="1" noChangeShapeType="1" noTextEdit="1"/>
          </p:cNvSpPr>
          <p:nvPr/>
        </p:nvSpPr>
        <p:spPr>
          <a:xfrm>
            <a:off x="758457" y="996867"/>
            <a:ext cx="10884044" cy="707886"/>
          </a:xfrm>
          <a:prstGeom prst="rect"/>
          <a:blipFill rotWithShape="0">
            <a:blip xmlns:r="http://schemas.openxmlformats.org/officeDocument/2006/relationships" r:embed="rId1"/>
            <a:stretch>
              <a:fillRect l="-560" t="-4310" b="-13793"/>
            </a:stretch>
          </a:blipFill>
        </p:spPr>
        <p:txBody>
          <a:bodyPr/>
          <a:p>
            <a:r>
              <a:rPr lang="fr-MA">
                <a:noFill/>
              </a:rPr>
              <a:t> </a:t>
            </a:r>
          </a:p>
        </p:txBody>
      </p:sp>
      <p:sp>
        <p:nvSpPr>
          <p:cNvPr id="1048805" name="ZoneTexte 5"/>
          <p:cNvSpPr txBox="1">
            <a:spLocks noChangeAspect="1" noMove="1" noResize="1" noRot="1" noAdjustHandles="1" noEditPoints="1" noChangeArrowheads="1" noChangeShapeType="1" noTextEdit="1"/>
          </p:cNvSpPr>
          <p:nvPr/>
        </p:nvSpPr>
        <p:spPr>
          <a:xfrm>
            <a:off x="2756079" y="1427754"/>
            <a:ext cx="1427122" cy="615553"/>
          </a:xfrm>
          <a:prstGeom prst="rect"/>
          <a:blipFill rotWithShape="0">
            <a:blip xmlns:r="http://schemas.openxmlformats.org/officeDocument/2006/relationships" r:embed="rId2"/>
            <a:stretch>
              <a:fillRect/>
            </a:stretch>
          </a:blipFill>
        </p:spPr>
        <p:txBody>
          <a:bodyPr/>
          <a:p>
            <a:r>
              <a:rPr lang="fr-MA">
                <a:noFill/>
              </a:rPr>
              <a:t> </a:t>
            </a:r>
          </a:p>
        </p:txBody>
      </p:sp>
      <p:sp>
        <p:nvSpPr>
          <p:cNvPr id="1048806" name="ZoneTexte 6"/>
          <p:cNvSpPr txBox="1">
            <a:spLocks noChangeAspect="1" noMove="1" noResize="1" noRot="1" noAdjustHandles="1" noEditPoints="1" noChangeArrowheads="1" noChangeShapeType="1" noTextEdit="1"/>
          </p:cNvSpPr>
          <p:nvPr/>
        </p:nvSpPr>
        <p:spPr>
          <a:xfrm>
            <a:off x="4533362" y="1540177"/>
            <a:ext cx="504945" cy="430887"/>
          </a:xfrm>
          <a:prstGeom prst="rect"/>
          <a:blipFill rotWithShape="0">
            <a:blip xmlns:r="http://schemas.openxmlformats.org/officeDocument/2006/relationships" r:embed="rId3"/>
            <a:stretch>
              <a:fillRect/>
            </a:stretch>
          </a:blipFill>
        </p:spPr>
        <p:txBody>
          <a:bodyPr/>
          <a:p>
            <a:r>
              <a:rPr lang="fr-MA">
                <a:noFill/>
              </a:rPr>
              <a:t> </a:t>
            </a:r>
          </a:p>
        </p:txBody>
      </p:sp>
      <p:sp>
        <p:nvSpPr>
          <p:cNvPr id="1048807" name="ZoneTexte 7"/>
          <p:cNvSpPr txBox="1">
            <a:spLocks noChangeAspect="1" noMove="1" noResize="1" noRot="1" noAdjustHandles="1" noEditPoints="1" noChangeArrowheads="1" noChangeShapeType="1" noTextEdit="1"/>
          </p:cNvSpPr>
          <p:nvPr/>
        </p:nvSpPr>
        <p:spPr>
          <a:xfrm>
            <a:off x="5388468" y="1329917"/>
            <a:ext cx="1264577" cy="909352"/>
          </a:xfrm>
          <a:prstGeom prst="rect"/>
          <a:blipFill rotWithShape="0">
            <a:blip xmlns:r="http://schemas.openxmlformats.org/officeDocument/2006/relationships" r:embed="rId4"/>
            <a:stretch>
              <a:fillRect/>
            </a:stretch>
          </a:blipFill>
        </p:spPr>
        <p:txBody>
          <a:bodyPr/>
          <a:p>
            <a:r>
              <a:rPr lang="fr-MA">
                <a:noFill/>
              </a:rPr>
              <a:t> </a:t>
            </a:r>
          </a:p>
        </p:txBody>
      </p:sp>
      <p:sp>
        <p:nvSpPr>
          <p:cNvPr id="1048808" name="Ellipse 8"/>
          <p:cNvSpPr/>
          <p:nvPr/>
        </p:nvSpPr>
        <p:spPr>
          <a:xfrm>
            <a:off x="8340286" y="1540176"/>
            <a:ext cx="2318197" cy="2323485"/>
          </a:xfrm>
          <a:prstGeom prst="ellipse"/>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809" name="Ellipse 9"/>
          <p:cNvSpPr/>
          <p:nvPr/>
        </p:nvSpPr>
        <p:spPr>
          <a:xfrm>
            <a:off x="9473626" y="2648386"/>
            <a:ext cx="51515" cy="107064"/>
          </a:xfrm>
          <a:prstGeom prst="ellipse"/>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810" name="Ellipse 10"/>
          <p:cNvSpPr/>
          <p:nvPr/>
        </p:nvSpPr>
        <p:spPr>
          <a:xfrm>
            <a:off x="10398758" y="1971064"/>
            <a:ext cx="51515" cy="107064"/>
          </a:xfrm>
          <a:prstGeom prst="ellipse"/>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76" name="Connecteur droit avec flèche 12"/>
          <p:cNvCxnSpPr>
            <a:cxnSpLocks/>
          </p:cNvCxnSpPr>
          <p:nvPr/>
        </p:nvCxnSpPr>
        <p:spPr>
          <a:xfrm flipH="1">
            <a:off x="9878096" y="2036691"/>
            <a:ext cx="541085" cy="423174"/>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77" name="Connecteur droit avec flèche 13"/>
          <p:cNvCxnSpPr>
            <a:cxnSpLocks/>
          </p:cNvCxnSpPr>
          <p:nvPr/>
        </p:nvCxnSpPr>
        <p:spPr>
          <a:xfrm flipH="1" flipV="1">
            <a:off x="9994006" y="1427754"/>
            <a:ext cx="466480" cy="583963"/>
          </a:xfrm>
          <a:prstGeom prst="straightConnector1"/>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8811" name="Rectangle 15"/>
          <p:cNvSpPr>
            <a:spLocks noChangeAspect="1" noMove="1" noResize="1" noRot="1" noAdjustHandles="1" noEditPoints="1" noChangeArrowheads="1" noChangeShapeType="1" noTextEdit="1"/>
          </p:cNvSpPr>
          <p:nvPr/>
        </p:nvSpPr>
        <p:spPr>
          <a:xfrm>
            <a:off x="9990661" y="2271850"/>
            <a:ext cx="453201" cy="506421"/>
          </a:xfrm>
          <a:prstGeom prst="rect"/>
          <a:blipFill rotWithShape="0">
            <a:blip xmlns:r="http://schemas.openxmlformats.org/officeDocument/2006/relationships" r:embed="rId5"/>
            <a:stretch>
              <a:fillRect/>
            </a:stretch>
          </a:blipFill>
        </p:spPr>
        <p:txBody>
          <a:bodyPr/>
          <a:p>
            <a:r>
              <a:rPr lang="fr-MA">
                <a:noFill/>
              </a:rPr>
              <a:t> </a:t>
            </a:r>
          </a:p>
        </p:txBody>
      </p:sp>
      <p:sp>
        <p:nvSpPr>
          <p:cNvPr id="1048812" name="Rectangle 16"/>
          <p:cNvSpPr>
            <a:spLocks noChangeAspect="1" noMove="1" noResize="1" noRot="1" noAdjustHandles="1" noEditPoints="1" noChangeArrowheads="1" noChangeShapeType="1" noTextEdit="1"/>
          </p:cNvSpPr>
          <p:nvPr/>
        </p:nvSpPr>
        <p:spPr>
          <a:xfrm>
            <a:off x="10283060" y="1520087"/>
            <a:ext cx="437940" cy="461665"/>
          </a:xfrm>
          <a:prstGeom prst="rect"/>
          <a:blipFill rotWithShape="0">
            <a:blip xmlns:r="http://schemas.openxmlformats.org/officeDocument/2006/relationships" r:embed="rId6"/>
            <a:stretch>
              <a:fillRect/>
            </a:stretch>
          </a:blipFill>
        </p:spPr>
        <p:txBody>
          <a:bodyPr/>
          <a:p>
            <a:r>
              <a:rPr lang="fr-MA">
                <a:noFill/>
              </a:rPr>
              <a:t> </a:t>
            </a:r>
          </a:p>
        </p:txBody>
      </p:sp>
      <p:cxnSp>
        <p:nvCxnSpPr>
          <p:cNvPr id="3145778" name="Connecteur droit 18"/>
          <p:cNvCxnSpPr>
            <a:cxnSpLocks/>
            <a:stCxn id="1048809" idx="2"/>
            <a:endCxn id="1048808" idx="2"/>
          </p:cNvCxnSpPr>
          <p:nvPr/>
        </p:nvCxnSpPr>
        <p:spPr>
          <a:xfrm flipH="1">
            <a:off x="8340286" y="2701918"/>
            <a:ext cx="1133340" cy="1"/>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813" name="Rectangle 19"/>
          <p:cNvSpPr>
            <a:spLocks noChangeAspect="1" noMove="1" noResize="1" noRot="1" noAdjustHandles="1" noEditPoints="1" noChangeArrowheads="1" noChangeShapeType="1" noTextEdit="1"/>
          </p:cNvSpPr>
          <p:nvPr/>
        </p:nvSpPr>
        <p:spPr>
          <a:xfrm>
            <a:off x="8687049" y="2279054"/>
            <a:ext cx="468397" cy="461665"/>
          </a:xfrm>
          <a:prstGeom prst="rect"/>
          <a:blipFill rotWithShape="0">
            <a:blip xmlns:r="http://schemas.openxmlformats.org/officeDocument/2006/relationships" r:embed="rId7"/>
            <a:stretch>
              <a:fillRect/>
            </a:stretch>
          </a:blipFill>
        </p:spPr>
        <p:txBody>
          <a:bodyPr/>
          <a:p>
            <a:r>
              <a:rPr lang="fr-MA">
                <a:noFill/>
              </a:rPr>
              <a:t> </a:t>
            </a:r>
          </a:p>
        </p:txBody>
      </p:sp>
      <p:sp>
        <p:nvSpPr>
          <p:cNvPr id="1048814" name="Rectangle 20"/>
          <p:cNvSpPr/>
          <p:nvPr/>
        </p:nvSpPr>
        <p:spPr>
          <a:xfrm>
            <a:off x="758457" y="2648386"/>
            <a:ext cx="3649981" cy="447040"/>
          </a:xfrm>
          <a:prstGeom prst="rect"/>
          <a:solidFill>
            <a:srgbClr val="FFFF00"/>
          </a:solidFill>
        </p:spPr>
        <p:txBody>
          <a:bodyPr wrap="none">
            <a:spAutoFit/>
          </a:bodyPr>
          <a:p>
            <a:pPr indent="-285750" marL="285750">
              <a:buFontTx/>
              <a:buChar char="❸"/>
            </a:pPr>
            <a:r>
              <a:rPr dirty="0" sz="2400" i="1" lang="fr-MA" u="sng">
                <a:effectLst>
                  <a:outerShdw algn="tl" blurRad="38100" dir="2700000" dist="38100">
                    <a:srgbClr val="000000">
                      <a:alpha val="43137"/>
                    </a:srgbClr>
                  </a:outerShdw>
                </a:effectLst>
                <a:latin typeface="OfficinaSans-Bold"/>
              </a:rPr>
              <a:t>Troisième loi de Kepler</a:t>
            </a:r>
            <a:endParaRPr dirty="0" sz="2400" i="1" lang="fr-MA" u="sng">
              <a:effectLst>
                <a:outerShdw algn="tl" blurRad="38100" dir="2700000" dist="38100">
                  <a:srgbClr val="000000">
                    <a:alpha val="43137"/>
                  </a:srgbClr>
                </a:outerShdw>
              </a:effectLst>
            </a:endParaRPr>
          </a:p>
        </p:txBody>
      </p:sp>
      <p:sp>
        <p:nvSpPr>
          <p:cNvPr id="1048815" name="ZoneTexte 21"/>
          <p:cNvSpPr txBox="1"/>
          <p:nvPr/>
        </p:nvSpPr>
        <p:spPr>
          <a:xfrm>
            <a:off x="758457" y="3238841"/>
            <a:ext cx="4373881" cy="396240"/>
          </a:xfrm>
          <a:prstGeom prst="rect"/>
          <a:noFill/>
        </p:spPr>
        <p:txBody>
          <a:bodyPr rtlCol="0" wrap="none">
            <a:spAutoFit/>
          </a:bodyPr>
          <a:p>
            <a:pPr indent="-285750" marL="285750">
              <a:buFont typeface="Wingdings" panose="05000000000000000000" pitchFamily="2" charset="2"/>
              <a:buChar char="q"/>
            </a:pPr>
            <a:r>
              <a:rPr dirty="0" sz="2000" lang="fr-MA">
                <a:latin typeface="Bembo"/>
              </a:rPr>
              <a:t> On retrouve la 3 </a:t>
            </a:r>
            <a:r>
              <a:rPr dirty="0" sz="2000" lang="fr-MA" err="1">
                <a:latin typeface="Bembo"/>
              </a:rPr>
              <a:t>ème</a:t>
            </a:r>
            <a:r>
              <a:rPr dirty="0" sz="2000" lang="fr-MA">
                <a:latin typeface="Bembo"/>
              </a:rPr>
              <a:t> loi de Kepler</a:t>
            </a:r>
          </a:p>
        </p:txBody>
      </p:sp>
      <p:sp>
        <p:nvSpPr>
          <p:cNvPr id="1048816" name="Rectangle 22"/>
          <p:cNvSpPr>
            <a:spLocks noChangeAspect="1" noMove="1" noResize="1" noRot="1" noAdjustHandles="1" noEditPoints="1" noChangeArrowheads="1" noChangeShapeType="1" noTextEdit="1"/>
          </p:cNvSpPr>
          <p:nvPr/>
        </p:nvSpPr>
        <p:spPr>
          <a:xfrm>
            <a:off x="5447690" y="3110051"/>
            <a:ext cx="1599540" cy="896271"/>
          </a:xfrm>
          <a:prstGeom prst="rect"/>
          <a:blipFill rotWithShape="0">
            <a:blip xmlns:r="http://schemas.openxmlformats.org/officeDocument/2006/relationships" r:embed="rId8"/>
            <a:stretch>
              <a:fillRect/>
            </a:stretch>
          </a:blipFill>
        </p:spPr>
        <p:txBody>
          <a:bodyPr/>
          <a:p>
            <a:r>
              <a:rPr lang="fr-MA">
                <a:noFill/>
              </a:rPr>
              <a:t> </a:t>
            </a:r>
          </a:p>
        </p:txBody>
      </p:sp>
      <p:sp>
        <p:nvSpPr>
          <p:cNvPr id="1048817" name="Rectangle 23"/>
          <p:cNvSpPr/>
          <p:nvPr/>
        </p:nvSpPr>
        <p:spPr>
          <a:xfrm>
            <a:off x="787239" y="4182474"/>
            <a:ext cx="5428089" cy="461665"/>
          </a:xfrm>
          <a:prstGeom prst="rect"/>
          <a:solidFill>
            <a:srgbClr val="FFFF00"/>
          </a:solidFill>
        </p:spPr>
        <p:txBody>
          <a:bodyPr wrap="none">
            <a:spAutoFit/>
          </a:bodyPr>
          <a:p>
            <a:pPr indent="-342900" marL="342900">
              <a:buFont typeface="Yu Gothic" panose="020B0400000000000000" pitchFamily="34" charset="-128"/>
              <a:buChar char="❹"/>
            </a:pPr>
            <a:r>
              <a:rPr dirty="0" sz="2400" i="1" lang="fr-MA" u="sng">
                <a:effectLst>
                  <a:outerShdw algn="tl" blurRad="38100" dir="2700000" dist="38100">
                    <a:srgbClr val="000000">
                      <a:alpha val="43137"/>
                    </a:srgbClr>
                  </a:outerShdw>
                </a:effectLst>
                <a:latin typeface="OfficinaSans-Bold"/>
              </a:rPr>
              <a:t>Expression des différentes énergies</a:t>
            </a:r>
            <a:endParaRPr dirty="0" sz="2400" i="1" lang="fr-MA" u="sng">
              <a:effectLst>
                <a:outerShdw algn="tl" blurRad="38100" dir="2700000" dist="38100">
                  <a:srgbClr val="000000">
                    <a:alpha val="43137"/>
                  </a:srgbClr>
                </a:outerShdw>
              </a:effectLst>
            </a:endParaRPr>
          </a:p>
        </p:txBody>
      </p:sp>
      <p:sp>
        <p:nvSpPr>
          <p:cNvPr id="1048818" name="ZoneTexte 24"/>
          <p:cNvSpPr txBox="1">
            <a:spLocks noChangeAspect="1" noMove="1" noResize="1" noRot="1" noAdjustHandles="1" noEditPoints="1" noChangeArrowheads="1" noChangeShapeType="1" noTextEdit="1"/>
          </p:cNvSpPr>
          <p:nvPr/>
        </p:nvSpPr>
        <p:spPr>
          <a:xfrm>
            <a:off x="1275449" y="4820291"/>
            <a:ext cx="2961260" cy="576183"/>
          </a:xfrm>
          <a:prstGeom prst="rect"/>
          <a:blipFill rotWithShape="0">
            <a:blip xmlns:r="http://schemas.openxmlformats.org/officeDocument/2006/relationships" r:embed="rId9"/>
            <a:stretch>
              <a:fillRect/>
            </a:stretch>
          </a:blipFill>
        </p:spPr>
        <p:txBody>
          <a:bodyPr/>
          <a:p>
            <a:r>
              <a:rPr lang="fr-MA">
                <a:noFill/>
              </a:rPr>
              <a:t> </a:t>
            </a:r>
          </a:p>
        </p:txBody>
      </p:sp>
      <p:sp>
        <p:nvSpPr>
          <p:cNvPr id="1048819" name="Rectangle 25"/>
          <p:cNvSpPr>
            <a:spLocks noChangeAspect="1" noMove="1" noResize="1" noRot="1" noAdjustHandles="1" noEditPoints="1" noChangeArrowheads="1" noChangeShapeType="1" noTextEdit="1"/>
          </p:cNvSpPr>
          <p:nvPr/>
        </p:nvSpPr>
        <p:spPr>
          <a:xfrm>
            <a:off x="6348565" y="4759575"/>
            <a:ext cx="2991525" cy="668516"/>
          </a:xfrm>
          <a:prstGeom prst="rect"/>
          <a:blipFill rotWithShape="0">
            <a:blip xmlns:r="http://schemas.openxmlformats.org/officeDocument/2006/relationships" r:embed="rId10"/>
            <a:stretch>
              <a:fillRect/>
            </a:stretch>
          </a:blipFill>
        </p:spPr>
        <p:txBody>
          <a:bodyPr/>
          <a:p>
            <a:r>
              <a:rPr lang="fr-MA">
                <a:noFill/>
              </a:rPr>
              <a:t> </a:t>
            </a:r>
          </a:p>
        </p:txBody>
      </p:sp>
      <p:sp>
        <p:nvSpPr>
          <p:cNvPr id="1048820" name="Rectangle 26"/>
          <p:cNvSpPr>
            <a:spLocks noChangeAspect="1" noMove="1" noResize="1" noRot="1" noAdjustHandles="1" noEditPoints="1" noChangeArrowheads="1" noChangeShapeType="1" noTextEdit="1"/>
          </p:cNvSpPr>
          <p:nvPr/>
        </p:nvSpPr>
        <p:spPr>
          <a:xfrm>
            <a:off x="1465600" y="5782414"/>
            <a:ext cx="4377545" cy="668516"/>
          </a:xfrm>
          <a:prstGeom prst="rect"/>
          <a:blipFill rotWithShape="0">
            <a:blip xmlns:r="http://schemas.openxmlformats.org/officeDocument/2006/relationships" r:embed="rId11"/>
            <a:stretch>
              <a:fillRect/>
            </a:stretch>
          </a:blipFill>
        </p:spPr>
        <p:txBody>
          <a:bodyPr/>
          <a:p>
            <a:r>
              <a:rPr lang="fr-MA">
                <a:noFill/>
              </a:rPr>
              <a:t> </a:t>
            </a:r>
          </a:p>
        </p:txBody>
      </p:sp>
      <p:sp>
        <p:nvSpPr>
          <p:cNvPr id="1048821" name="ZoneTexte 27"/>
          <p:cNvSpPr txBox="1"/>
          <p:nvPr/>
        </p:nvSpPr>
        <p:spPr>
          <a:xfrm>
            <a:off x="6200479" y="5879312"/>
            <a:ext cx="627380" cy="396240"/>
          </a:xfrm>
          <a:prstGeom prst="rect"/>
          <a:noFill/>
        </p:spPr>
        <p:txBody>
          <a:bodyPr rtlCol="0" wrap="none">
            <a:spAutoFit/>
          </a:bodyPr>
          <a:p>
            <a:r>
              <a:rPr dirty="0" sz="2000" lang="fr-MA">
                <a:effectLst>
                  <a:outerShdw algn="tl" blurRad="38100" dir="2700000" dist="38100">
                    <a:srgbClr val="000000">
                      <a:alpha val="43137"/>
                    </a:srgbClr>
                  </a:outerShdw>
                </a:effectLst>
              </a:rPr>
              <a:t>Soit</a:t>
            </a:r>
          </a:p>
        </p:txBody>
      </p:sp>
      <p:sp>
        <p:nvSpPr>
          <p:cNvPr id="1048822" name="Rectangle 29"/>
          <p:cNvSpPr>
            <a:spLocks noChangeAspect="1" noMove="1" noResize="1" noRot="1" noAdjustHandles="1" noEditPoints="1" noChangeArrowheads="1" noChangeShapeType="1" noTextEdit="1"/>
          </p:cNvSpPr>
          <p:nvPr/>
        </p:nvSpPr>
        <p:spPr>
          <a:xfrm>
            <a:off x="7047230" y="5676108"/>
            <a:ext cx="2711255" cy="781368"/>
          </a:xfrm>
          <a:prstGeom prst="rect"/>
          <a:blipFill rotWithShape="0">
            <a:blip xmlns:r="http://schemas.openxmlformats.org/officeDocument/2006/relationships" r:embed="rId12"/>
            <a:stretch>
              <a:fillRect/>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13">
            <p14:nvContentPartPr>
              <p14:cNvPr id="1050439" name=""/>
              <p14:cNvContentPartPr/>
              <p14:nvPr/>
            </p14:nvContentPartPr>
            <p14:xfrm>
              <a:off x="9306487" y="2825214"/>
              <a:ext cx="32332" cy="248749"/>
            </p14:xfrm>
          </p:contentPart>
        </mc:Choice>
        <mc:Fallback>
          <p:sp>
            <p:nvSpPr>
              <p:cNvPr id="1050439" name=""/>
              <p:cNvSpPr/>
              <p:nvPr/>
            </p:nvSpPr>
            <p:spPr>
              <a:xfrm>
                <a:off x="9306487" y="2825214"/>
                <a:ext cx="32332" cy="248749"/>
              </a:xfrm>
            </p:spPr>
          </p:sp>
        </mc:Fallback>
      </mc:AlternateContent>
      <mc:AlternateContent xmlns:mc="http://schemas.openxmlformats.org/markup-compatibility/2006">
        <mc:Choice xmlns:p14="http://schemas.microsoft.com/office/powerpoint/2010/main" Requires="p14">
          <p:contentPart p14:bwMode="auto" r:id="rId14">
            <p14:nvContentPartPr>
              <p14:cNvPr id="1050440" name=""/>
              <p14:cNvContentPartPr/>
              <p14:nvPr/>
            </p14:nvContentPartPr>
            <p14:xfrm>
              <a:off x="9317192" y="2806612"/>
              <a:ext cx="174534" cy="92826"/>
            </p14:xfrm>
          </p:contentPart>
        </mc:Choice>
        <mc:Fallback>
          <p:sp>
            <p:nvSpPr>
              <p:cNvPr id="1050440" name=""/>
              <p:cNvSpPr/>
              <p:nvPr/>
            </p:nvSpPr>
            <p:spPr>
              <a:xfrm>
                <a:off x="9317192" y="2806612"/>
                <a:ext cx="174534" cy="92826"/>
              </a:xfrm>
            </p:spPr>
          </p:sp>
        </mc:Fallback>
      </mc:AlternateContent>
      <mc:AlternateContent xmlns:mc="http://schemas.openxmlformats.org/markup-compatibility/2006">
        <mc:Choice xmlns:p14="http://schemas.microsoft.com/office/powerpoint/2010/main" Requires="p14">
          <p:contentPart p14:bwMode="auto" r:id="rId15">
            <p14:nvContentPartPr>
              <p14:cNvPr id="1050441" name=""/>
              <p14:cNvContentPartPr/>
              <p14:nvPr/>
            </p14:nvContentPartPr>
            <p14:xfrm>
              <a:off x="9470663" y="2854867"/>
              <a:ext cx="14589" cy="213074"/>
            </p14:xfrm>
          </p:contentPart>
        </mc:Choice>
        <mc:Fallback>
          <p:sp>
            <p:nvSpPr>
              <p:cNvPr id="1050441" name=""/>
              <p:cNvSpPr/>
              <p:nvPr/>
            </p:nvSpPr>
            <p:spPr>
              <a:xfrm>
                <a:off x="9470663" y="2854867"/>
                <a:ext cx="14589" cy="213074"/>
              </a:xfrm>
            </p:spPr>
          </p:sp>
        </mc:Fallback>
      </mc:AlternateContent>
      <mc:AlternateContent xmlns:mc="http://schemas.openxmlformats.org/markup-compatibility/2006">
        <mc:Choice xmlns:p14="http://schemas.microsoft.com/office/powerpoint/2010/main" Requires="p14">
          <p:contentPart p14:bwMode="auto" r:id="rId16">
            <p14:nvContentPartPr>
              <p14:cNvPr id="1050442" name=""/>
              <p14:cNvContentPartPr/>
              <p14:nvPr/>
            </p14:nvContentPartPr>
            <p14:xfrm>
              <a:off x="9431332" y="3000849"/>
              <a:ext cx="224232" cy="233647"/>
            </p14:xfrm>
          </p:contentPart>
        </mc:Choice>
        <mc:Fallback>
          <p:sp>
            <p:nvSpPr>
              <p:cNvPr id="1050442" name=""/>
              <p:cNvSpPr/>
              <p:nvPr/>
            </p:nvSpPr>
            <p:spPr>
              <a:xfrm>
                <a:off x="9431332" y="3000849"/>
                <a:ext cx="224232" cy="233647"/>
              </a:xfrm>
            </p:spPr>
          </p:sp>
        </mc:Fallback>
      </mc:AlternateContent>
      <mc:AlternateContent xmlns:mc="http://schemas.openxmlformats.org/markup-compatibility/2006">
        <mc:Choice xmlns:p14="http://schemas.microsoft.com/office/powerpoint/2010/main" Requires="p14">
          <p:contentPart p14:bwMode="auto" r:id="rId17">
            <p14:nvContentPartPr>
              <p14:cNvPr id="1050443" name=""/>
              <p14:cNvContentPartPr/>
              <p14:nvPr/>
            </p14:nvContentPartPr>
            <p14:xfrm>
              <a:off x="10357319" y="1987955"/>
              <a:ext cx="130995" cy="95613"/>
            </p14:xfrm>
          </p:contentPart>
        </mc:Choice>
        <mc:Fallback>
          <p:sp>
            <p:nvSpPr>
              <p:cNvPr id="1050443" name=""/>
              <p:cNvSpPr/>
              <p:nvPr/>
            </p:nvSpPr>
            <p:spPr>
              <a:xfrm>
                <a:off x="10357319" y="1987955"/>
                <a:ext cx="130995" cy="95613"/>
              </a:xfrm>
            </p:spPr>
          </p:sp>
        </mc:Fallback>
      </mc:AlternateContent>
      <mc:AlternateContent xmlns:mc="http://schemas.openxmlformats.org/markup-compatibility/2006">
        <mc:Choice xmlns:p14="http://schemas.microsoft.com/office/powerpoint/2010/main" Requires="p14">
          <p:contentPart p14:bwMode="auto" r:id="rId18">
            <p14:nvContentPartPr>
              <p14:cNvPr id="1050444" name=""/>
              <p14:cNvContentPartPr/>
              <p14:nvPr/>
            </p14:nvContentPartPr>
            <p14:xfrm>
              <a:off x="10697265" y="1931976"/>
              <a:ext cx="308236" cy="195835"/>
            </p14:xfrm>
          </p:contentPart>
        </mc:Choice>
        <mc:Fallback>
          <p:sp>
            <p:nvSpPr>
              <p:cNvPr id="1050444" name=""/>
              <p:cNvSpPr/>
              <p:nvPr/>
            </p:nvSpPr>
            <p:spPr>
              <a:xfrm>
                <a:off x="10697265" y="1931976"/>
                <a:ext cx="308236" cy="195835"/>
              </a:xfrm>
            </p:spPr>
          </p:sp>
        </mc:Fallback>
      </mc:AlternateContent>
      <mc:AlternateContent xmlns:mc="http://schemas.openxmlformats.org/markup-compatibility/2006">
        <mc:Choice xmlns:p14="http://schemas.microsoft.com/office/powerpoint/2010/main" Requires="p14">
          <p:contentPart p14:bwMode="auto" r:id="rId19">
            <p14:nvContentPartPr>
              <p14:cNvPr id="1050445" name=""/>
              <p14:cNvContentPartPr/>
              <p14:nvPr/>
            </p14:nvContentPartPr>
            <p14:xfrm>
              <a:off x="10538984" y="2618406"/>
              <a:ext cx="78081" cy="237680"/>
            </p14:xfrm>
          </p:contentPart>
        </mc:Choice>
        <mc:Fallback>
          <p:sp>
            <p:nvSpPr>
              <p:cNvPr id="1050445" name=""/>
              <p:cNvSpPr/>
              <p:nvPr/>
            </p:nvSpPr>
            <p:spPr>
              <a:xfrm>
                <a:off x="10538984" y="2618406"/>
                <a:ext cx="78081" cy="237680"/>
              </a:xfrm>
            </p:spPr>
          </p:sp>
        </mc:Fallback>
      </mc:AlternateContent>
      <mc:AlternateContent xmlns:mc="http://schemas.openxmlformats.org/markup-compatibility/2006">
        <mc:Choice xmlns:p14="http://schemas.microsoft.com/office/powerpoint/2010/main" Requires="p14">
          <p:contentPart p14:bwMode="auto" r:id="rId20">
            <p14:nvContentPartPr>
              <p14:cNvPr id="1050446" name=""/>
              <p14:cNvContentPartPr/>
              <p14:nvPr/>
            </p14:nvContentPartPr>
            <p14:xfrm>
              <a:off x="10617065" y="2655155"/>
              <a:ext cx="159506" cy="173640"/>
            </p14:xfrm>
          </p:contentPart>
        </mc:Choice>
        <mc:Fallback>
          <p:sp>
            <p:nvSpPr>
              <p:cNvPr id="1050446" name=""/>
              <p:cNvSpPr/>
              <p:nvPr/>
            </p:nvSpPr>
            <p:spPr>
              <a:xfrm>
                <a:off x="10617065" y="2655155"/>
                <a:ext cx="159506" cy="173640"/>
              </a:xfrm>
            </p:spPr>
          </p:sp>
        </mc:Fallback>
      </mc:AlternateContent>
      <mc:AlternateContent xmlns:mc="http://schemas.openxmlformats.org/markup-compatibility/2006">
        <mc:Choice xmlns:p14="http://schemas.microsoft.com/office/powerpoint/2010/main" Requires="p14">
          <p:contentPart p14:bwMode="auto" r:id="rId21">
            <p14:nvContentPartPr>
              <p14:cNvPr id="1050447" name=""/>
              <p14:cNvContentPartPr/>
              <p14:nvPr/>
            </p14:nvContentPartPr>
            <p14:xfrm>
              <a:off x="9360669" y="2566273"/>
              <a:ext cx="352099" cy="258411"/>
            </p14:xfrm>
          </p:contentPart>
        </mc:Choice>
        <mc:Fallback>
          <p:sp>
            <p:nvSpPr>
              <p:cNvPr id="1050447" name=""/>
              <p:cNvSpPr/>
              <p:nvPr/>
            </p:nvSpPr>
            <p:spPr>
              <a:xfrm>
                <a:off x="9360669" y="2566273"/>
                <a:ext cx="352099" cy="258411"/>
              </a:xfrm>
            </p:spPr>
          </p:sp>
        </mc:Fallback>
      </mc:AlternateContent>
      <mc:AlternateContent xmlns:mc="http://schemas.openxmlformats.org/markup-compatibility/2006">
        <mc:Choice xmlns:p14="http://schemas.microsoft.com/office/powerpoint/2010/main" Requires="p14">
          <p:contentPart p14:bwMode="auto" r:id="rId22">
            <p14:nvContentPartPr>
              <p14:cNvPr id="1050448" name=""/>
              <p14:cNvContentPartPr/>
              <p14:nvPr/>
            </p14:nvContentPartPr>
            <p14:xfrm>
              <a:off x="9444864" y="2653995"/>
              <a:ext cx="107800" cy="105060"/>
            </p14:xfrm>
          </p:contentPart>
        </mc:Choice>
        <mc:Fallback>
          <p:sp>
            <p:nvSpPr>
              <p:cNvPr id="1050448" name=""/>
              <p:cNvSpPr/>
              <p:nvPr/>
            </p:nvSpPr>
            <p:spPr>
              <a:xfrm>
                <a:off x="9444864" y="2653995"/>
                <a:ext cx="107800" cy="105060"/>
              </a:xfrm>
            </p:spPr>
          </p:sp>
        </mc:Fallback>
      </mc:AlternateContent>
      <mc:AlternateContent xmlns:mc="http://schemas.openxmlformats.org/markup-compatibility/2006">
        <mc:Choice xmlns:p14="http://schemas.microsoft.com/office/powerpoint/2010/main" Requires="p14">
          <p:contentPart p14:bwMode="auto" r:id="rId23">
            <p14:nvContentPartPr>
              <p14:cNvPr id="1050449" name=""/>
              <p14:cNvContentPartPr/>
              <p14:nvPr/>
            </p14:nvContentPartPr>
            <p14:xfrm>
              <a:off x="9350084" y="2172141"/>
              <a:ext cx="171995" cy="294877"/>
            </p14:xfrm>
          </p:contentPart>
        </mc:Choice>
        <mc:Fallback>
          <p:sp>
            <p:nvSpPr>
              <p:cNvPr id="1050449" name=""/>
              <p:cNvSpPr/>
              <p:nvPr/>
            </p:nvSpPr>
            <p:spPr>
              <a:xfrm>
                <a:off x="9350084" y="2172141"/>
                <a:ext cx="171995" cy="294877"/>
              </a:xfrm>
            </p:spPr>
          </p:sp>
        </mc:Fallback>
      </mc:AlternateContent>
      <mc:AlternateContent xmlns:mc="http://schemas.openxmlformats.org/markup-compatibility/2006">
        <mc:Choice xmlns:p14="http://schemas.microsoft.com/office/powerpoint/2010/main" Requires="p14">
          <p:contentPart p14:bwMode="auto" r:id="rId24">
            <p14:nvContentPartPr>
              <p14:cNvPr id="1050450" name=""/>
              <p14:cNvContentPartPr/>
              <p14:nvPr/>
            </p14:nvContentPartPr>
            <p14:xfrm>
              <a:off x="9545544" y="2429592"/>
              <a:ext cx="98490" cy="97841"/>
            </p14:xfrm>
          </p:contentPart>
        </mc:Choice>
        <mc:Fallback>
          <p:sp>
            <p:nvSpPr>
              <p:cNvPr id="1050450" name=""/>
              <p:cNvSpPr/>
              <p:nvPr/>
            </p:nvSpPr>
            <p:spPr>
              <a:xfrm>
                <a:off x="9545544" y="2429592"/>
                <a:ext cx="98490" cy="97841"/>
              </a:xfrm>
            </p:spPr>
          </p:sp>
        </mc:Fallback>
      </mc:AlternateContent>
      <mc:AlternateContent xmlns:mc="http://schemas.openxmlformats.org/markup-compatibility/2006">
        <mc:Choice xmlns:p14="http://schemas.microsoft.com/office/powerpoint/2010/main" Requires="p14">
          <p:contentPart p14:bwMode="auto" r:id="rId25">
            <p14:nvContentPartPr>
              <p14:cNvPr id="1050451" name=""/>
              <p14:cNvContentPartPr/>
              <p14:nvPr/>
            </p14:nvContentPartPr>
            <p14:xfrm>
              <a:off x="9258619" y="2246575"/>
              <a:ext cx="403195" cy="14544"/>
            </p14:xfrm>
          </p:contentPart>
        </mc:Choice>
        <mc:Fallback>
          <p:sp>
            <p:nvSpPr>
              <p:cNvPr id="1050451" name=""/>
              <p:cNvSpPr/>
              <p:nvPr/>
            </p:nvSpPr>
            <p:spPr>
              <a:xfrm>
                <a:off x="9258619" y="2246575"/>
                <a:ext cx="403195" cy="14544"/>
              </a:xfrm>
            </p:spPr>
          </p:sp>
        </mc:Fallback>
      </mc:AlternateContent>
      <mc:AlternateContent xmlns:mc="http://schemas.openxmlformats.org/markup-compatibility/2006">
        <mc:Choice xmlns:p14="http://schemas.microsoft.com/office/powerpoint/2010/main" Requires="p14">
          <p:contentPart p14:bwMode="auto" r:id="rId26">
            <p14:nvContentPartPr>
              <p14:cNvPr id="1050452" name=""/>
              <p14:cNvContentPartPr/>
              <p14:nvPr/>
            </p14:nvContentPartPr>
            <p14:xfrm>
              <a:off x="9514088" y="2196426"/>
              <a:ext cx="117868" cy="128004"/>
            </p14:xfrm>
          </p:contentPart>
        </mc:Choice>
        <mc:Fallback>
          <p:sp>
            <p:nvSpPr>
              <p:cNvPr id="1050452" name=""/>
              <p:cNvSpPr/>
              <p:nvPr/>
            </p:nvSpPr>
            <p:spPr>
              <a:xfrm>
                <a:off x="9514088" y="2196426"/>
                <a:ext cx="117868" cy="128004"/>
              </a:xfrm>
            </p:spPr>
          </p:sp>
        </mc:Fallback>
      </mc:AlternateContent>
      <mc:AlternateContent xmlns:mc="http://schemas.openxmlformats.org/markup-compatibility/2006">
        <mc:Choice xmlns:p14="http://schemas.microsoft.com/office/powerpoint/2010/main" Requires="p14">
          <p:contentPart p14:bwMode="auto" r:id="rId27">
            <p14:nvContentPartPr>
              <p14:cNvPr id="1050453" name=""/>
              <p14:cNvContentPartPr/>
              <p14:nvPr/>
            </p14:nvContentPartPr>
            <p14:xfrm>
              <a:off x="9644199" y="2278034"/>
              <a:ext cx="103731" cy="314161"/>
            </p14:xfrm>
          </p:contentPart>
        </mc:Choice>
        <mc:Fallback>
          <p:sp>
            <p:nvSpPr>
              <p:cNvPr id="1050453" name=""/>
              <p:cNvSpPr/>
              <p:nvPr/>
            </p:nvSpPr>
            <p:spPr>
              <a:xfrm>
                <a:off x="9644199" y="2278034"/>
                <a:ext cx="103731" cy="314161"/>
              </a:xfrm>
            </p:spPr>
          </p:sp>
        </mc:Fallback>
      </mc:AlternateContent>
      <mc:AlternateContent xmlns:mc="http://schemas.openxmlformats.org/markup-compatibility/2006">
        <mc:Choice xmlns:p14="http://schemas.microsoft.com/office/powerpoint/2010/main" Requires="p14">
          <p:contentPart p14:bwMode="auto" r:id="rId28">
            <p14:nvContentPartPr>
              <p14:cNvPr id="1050454" name=""/>
              <p14:cNvContentPartPr/>
              <p14:nvPr/>
            </p14:nvContentPartPr>
            <p14:xfrm>
              <a:off x="9679363" y="2378769"/>
              <a:ext cx="104258" cy="135253"/>
            </p14:xfrm>
          </p:contentPart>
        </mc:Choice>
        <mc:Fallback>
          <p:sp>
            <p:nvSpPr>
              <p:cNvPr id="1050454" name=""/>
              <p:cNvSpPr/>
              <p:nvPr/>
            </p:nvSpPr>
            <p:spPr>
              <a:xfrm>
                <a:off x="9679363" y="2378769"/>
                <a:ext cx="104258" cy="135253"/>
              </a:xfrm>
            </p:spPr>
          </p:sp>
        </mc:Fallback>
      </mc:AlternateContent>
      <mc:AlternateContent xmlns:mc="http://schemas.openxmlformats.org/markup-compatibility/2006">
        <mc:Choice xmlns:p14="http://schemas.microsoft.com/office/powerpoint/2010/main" Requires="p14">
          <p:contentPart p14:bwMode="auto" r:id="rId29">
            <p14:nvContentPartPr>
              <p14:cNvPr id="1050455" name=""/>
              <p14:cNvContentPartPr/>
              <p14:nvPr/>
            </p14:nvContentPartPr>
            <p14:xfrm>
              <a:off x="9701218" y="2344436"/>
              <a:ext cx="105285" cy="233035"/>
            </p14:xfrm>
          </p:contentPart>
        </mc:Choice>
        <mc:Fallback>
          <p:sp>
            <p:nvSpPr>
              <p:cNvPr id="1050455" name=""/>
              <p:cNvSpPr/>
              <p:nvPr/>
            </p:nvSpPr>
            <p:spPr>
              <a:xfrm>
                <a:off x="9701218" y="2344436"/>
                <a:ext cx="105285" cy="233035"/>
              </a:xfrm>
            </p:spPr>
          </p:sp>
        </mc:Fallback>
      </mc:AlternateContent>
      <mc:AlternateContent xmlns:mc="http://schemas.openxmlformats.org/markup-compatibility/2006">
        <mc:Choice xmlns:p14="http://schemas.microsoft.com/office/powerpoint/2010/main" Requires="p14">
          <p:contentPart p14:bwMode="auto" r:id="rId30">
            <p14:nvContentPartPr>
              <p14:cNvPr id="1050456" name=""/>
              <p14:cNvContentPartPr/>
              <p14:nvPr/>
            </p14:nvContentPartPr>
            <p14:xfrm>
              <a:off x="9766958" y="2484842"/>
              <a:ext cx="95774" cy="124353"/>
            </p14:xfrm>
          </p:contentPart>
        </mc:Choice>
        <mc:Fallback>
          <p:sp>
            <p:nvSpPr>
              <p:cNvPr id="1050456" name=""/>
              <p:cNvSpPr/>
              <p:nvPr/>
            </p:nvSpPr>
            <p:spPr>
              <a:xfrm>
                <a:off x="9766958" y="2484842"/>
                <a:ext cx="95774" cy="124353"/>
              </a:xfrm>
            </p:spPr>
          </p:sp>
        </mc:Fallback>
      </mc:AlternateContent>
      <mc:AlternateContent xmlns:mc="http://schemas.openxmlformats.org/markup-compatibility/2006">
        <mc:Choice xmlns:p14="http://schemas.microsoft.com/office/powerpoint/2010/main" Requires="p14">
          <p:contentPart p14:bwMode="auto" r:id="rId31">
            <p14:nvContentPartPr>
              <p14:cNvPr id="1050457" name=""/>
              <p14:cNvContentPartPr/>
              <p14:nvPr/>
            </p14:nvContentPartPr>
            <p14:xfrm>
              <a:off x="9814126" y="2374088"/>
              <a:ext cx="52669" cy="341323"/>
            </p14:xfrm>
          </p:contentPart>
        </mc:Choice>
        <mc:Fallback>
          <p:sp>
            <p:nvSpPr>
              <p:cNvPr id="1050457" name=""/>
              <p:cNvSpPr/>
              <p:nvPr/>
            </p:nvSpPr>
            <p:spPr>
              <a:xfrm>
                <a:off x="9814126" y="2374088"/>
                <a:ext cx="52669" cy="341323"/>
              </a:xfrm>
            </p:spPr>
          </p:sp>
        </mc:Fallback>
      </mc:AlternateContent>
      <mc:AlternateContent xmlns:mc="http://schemas.openxmlformats.org/markup-compatibility/2006">
        <mc:Choice xmlns:p14="http://schemas.microsoft.com/office/powerpoint/2010/main" Requires="p14">
          <p:contentPart p14:bwMode="auto" r:id="rId32">
            <p14:nvContentPartPr>
              <p14:cNvPr id="1050458" name=""/>
              <p14:cNvContentPartPr/>
              <p14:nvPr/>
            </p14:nvContentPartPr>
            <p14:xfrm>
              <a:off x="5320977" y="1304545"/>
              <a:ext cx="1379075" cy="970108"/>
            </p14:xfrm>
          </p:contentPart>
        </mc:Choice>
        <mc:Fallback>
          <p:sp>
            <p:nvSpPr>
              <p:cNvPr id="1050458" name=""/>
              <p:cNvSpPr/>
              <p:nvPr/>
            </p:nvSpPr>
            <p:spPr>
              <a:xfrm>
                <a:off x="5320977" y="1304545"/>
                <a:ext cx="1379075" cy="970108"/>
              </a:xfrm>
            </p:spPr>
          </p:sp>
        </mc:Fallback>
      </mc:AlternateContent>
      <mc:AlternateContent xmlns:mc="http://schemas.openxmlformats.org/markup-compatibility/2006">
        <mc:Choice xmlns:p14="http://schemas.microsoft.com/office/powerpoint/2010/main" Requires="p14">
          <p:contentPart p14:bwMode="auto" r:id="rId33">
            <p14:nvContentPartPr>
              <p14:cNvPr id="1050667" name=""/>
              <p14:cNvContentPartPr/>
              <p14:nvPr/>
            </p14:nvContentPartPr>
            <p14:xfrm>
              <a:off x="8588462" y="4922566"/>
              <a:ext cx="783703" cy="496625"/>
            </p14:xfrm>
          </p:contentPart>
        </mc:Choice>
        <mc:Fallback>
          <p:sp>
            <p:nvSpPr>
              <p:cNvPr id="1050667" name=""/>
              <p:cNvSpPr/>
              <p:nvPr/>
            </p:nvSpPr>
            <p:spPr>
              <a:xfrm>
                <a:off x="8588462" y="4922566"/>
                <a:ext cx="783703" cy="496625"/>
              </a:xfrm>
            </p:spPr>
          </p:sp>
        </mc:Fallback>
      </mc:AlternateContent>
      <mc:AlternateContent xmlns:mc="http://schemas.openxmlformats.org/markup-compatibility/2006">
        <mc:Choice xmlns:p14="http://schemas.microsoft.com/office/powerpoint/2010/main" Requires="p14">
          <p:contentPart p14:bwMode="auto" r:id="rId34">
            <p14:nvContentPartPr>
              <p14:cNvPr id="1050668" name=""/>
              <p14:cNvContentPartPr/>
              <p14:nvPr/>
            </p14:nvContentPartPr>
            <p14:xfrm>
              <a:off x="6284817" y="4842066"/>
              <a:ext cx="507698" cy="532979"/>
            </p14:xfrm>
          </p:contentPart>
        </mc:Choice>
        <mc:Fallback>
          <p:sp>
            <p:nvSpPr>
              <p:cNvPr id="1050668" name=""/>
              <p:cNvSpPr/>
              <p:nvPr/>
            </p:nvSpPr>
            <p:spPr>
              <a:xfrm>
                <a:off x="6284817" y="4842066"/>
                <a:ext cx="507698" cy="532979"/>
              </a:xfrm>
            </p:spPr>
          </p:sp>
        </mc:Fallback>
      </mc:AlternateContent>
      <mc:AlternateContent xmlns:mc="http://schemas.openxmlformats.org/markup-compatibility/2006">
        <mc:Choice xmlns:p14="http://schemas.microsoft.com/office/powerpoint/2010/main" Requires="p14">
          <p:contentPart p14:bwMode="auto" r:id="rId35">
            <p14:nvContentPartPr>
              <p14:cNvPr id="1050669" name=""/>
              <p14:cNvContentPartPr/>
              <p14:nvPr/>
            </p14:nvContentPartPr>
            <p14:xfrm>
              <a:off x="7804549" y="6803650"/>
              <a:ext cx="15424" cy="31006"/>
            </p14:xfrm>
          </p:contentPart>
        </mc:Choice>
        <mc:Fallback>
          <p:sp>
            <p:nvSpPr>
              <p:cNvPr id="1050669" name=""/>
              <p:cNvSpPr/>
              <p:nvPr/>
            </p:nvSpPr>
            <p:spPr>
              <a:xfrm>
                <a:off x="7804549" y="6803650"/>
                <a:ext cx="15424" cy="31006"/>
              </a:xfrm>
            </p:spPr>
          </p:sp>
        </mc:Fallback>
      </mc:AlternateContent>
      <mc:AlternateContent xmlns:mc="http://schemas.openxmlformats.org/markup-compatibility/2006">
        <mc:Choice xmlns:p14="http://schemas.microsoft.com/office/powerpoint/2010/main" Requires="p14">
          <p:contentPart p14:bwMode="auto" r:id="rId36">
            <p14:nvContentPartPr>
              <p14:cNvPr id="1050791" name=""/>
              <p14:cNvContentPartPr/>
              <p14:nvPr/>
            </p14:nvContentPartPr>
            <p14:xfrm>
              <a:off x="5021750" y="6113452"/>
              <a:ext cx="411159" cy="501815"/>
            </p14:xfrm>
          </p:contentPart>
        </mc:Choice>
        <mc:Fallback>
          <p:sp>
            <p:nvSpPr>
              <p:cNvPr id="1050791" name=""/>
              <p:cNvSpPr/>
              <p:nvPr/>
            </p:nvSpPr>
            <p:spPr>
              <a:xfrm>
                <a:off x="5021750" y="6113452"/>
                <a:ext cx="411159" cy="501815"/>
              </a:xfrm>
            </p:spPr>
          </p:sp>
        </mc:Fallback>
      </mc:AlternateContent>
      <mc:AlternateContent xmlns:mc="http://schemas.openxmlformats.org/markup-compatibility/2006">
        <mc:Choice xmlns:p14="http://schemas.microsoft.com/office/powerpoint/2010/main" Requires="p14">
          <p:contentPart p14:bwMode="auto" r:id="rId37">
            <p14:nvContentPartPr>
              <p14:cNvPr id="1050792" name=""/>
              <p14:cNvContentPartPr/>
              <p14:nvPr/>
            </p14:nvContentPartPr>
            <p14:xfrm>
              <a:off x="5125158" y="6516335"/>
              <a:ext cx="22077" cy="62853"/>
            </p14:xfrm>
          </p:contentPart>
        </mc:Choice>
        <mc:Fallback>
          <p:sp>
            <p:nvSpPr>
              <p:cNvPr id="1050792" name=""/>
              <p:cNvSpPr/>
              <p:nvPr/>
            </p:nvSpPr>
            <p:spPr>
              <a:xfrm>
                <a:off x="5125158" y="6516335"/>
                <a:ext cx="22077" cy="62853"/>
              </a:xfrm>
            </p:spPr>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459" name=""/>
              <p14:cNvContentPartPr/>
              <p14:nvPr/>
            </p14:nvContentPartPr>
            <p14:xfrm>
              <a:off x="1284113" y="2086816"/>
              <a:ext cx="3769537" cy="79957"/>
            </p14:xfrm>
          </p:contentPart>
        </mc:Choice>
        <mc:Fallback>
          <p:sp>
            <p:nvSpPr>
              <p:cNvPr id="1050459" name=""/>
              <p:cNvSpPr/>
              <p:nvPr/>
            </p:nvSpPr>
            <p:spPr>
              <a:xfrm>
                <a:off x="1284113" y="2086816"/>
                <a:ext cx="3769537" cy="79957"/>
              </a:xfrm>
            </p:spPr>
          </p:sp>
        </mc:Fallback>
      </mc:AlternateContent>
      <mc:AlternateContent xmlns:mc="http://schemas.openxmlformats.org/markup-compatibility/2006">
        <mc:Choice xmlns:p14="http://schemas.microsoft.com/office/powerpoint/2010/main" Requires="p14">
          <p:contentPart p14:bwMode="auto" r:id="rId2">
            <p14:nvContentPartPr>
              <p14:cNvPr id="1050460" name=""/>
              <p14:cNvContentPartPr/>
              <p14:nvPr/>
            </p14:nvContentPartPr>
            <p14:xfrm>
              <a:off x="4840403" y="2011921"/>
              <a:ext cx="207770" cy="228857"/>
            </p14:xfrm>
          </p:contentPart>
        </mc:Choice>
        <mc:Fallback>
          <p:sp>
            <p:nvSpPr>
              <p:cNvPr id="1050460" name=""/>
              <p:cNvSpPr/>
              <p:nvPr/>
            </p:nvSpPr>
            <p:spPr>
              <a:xfrm>
                <a:off x="4840403" y="2011921"/>
                <a:ext cx="207770" cy="228857"/>
              </a:xfrm>
            </p:spPr>
          </p:sp>
        </mc:Fallback>
      </mc:AlternateContent>
      <mc:AlternateContent xmlns:mc="http://schemas.openxmlformats.org/markup-compatibility/2006">
        <mc:Choice xmlns:p14="http://schemas.microsoft.com/office/powerpoint/2010/main" Requires="p14">
          <p:contentPart p14:bwMode="auto" r:id="rId3">
            <p14:nvContentPartPr>
              <p14:cNvPr id="1050461" name=""/>
              <p14:cNvContentPartPr/>
              <p14:nvPr/>
            </p14:nvContentPartPr>
            <p14:xfrm>
              <a:off x="4683878" y="2409343"/>
              <a:ext cx="180364" cy="185460"/>
            </p14:xfrm>
          </p:contentPart>
        </mc:Choice>
        <mc:Fallback>
          <p:sp>
            <p:nvSpPr>
              <p:cNvPr id="1050461" name=""/>
              <p:cNvSpPr/>
              <p:nvPr/>
            </p:nvSpPr>
            <p:spPr>
              <a:xfrm>
                <a:off x="4683878" y="2409343"/>
                <a:ext cx="180364" cy="185460"/>
              </a:xfrm>
            </p:spPr>
          </p:sp>
        </mc:Fallback>
      </mc:AlternateContent>
      <mc:AlternateContent xmlns:mc="http://schemas.openxmlformats.org/markup-compatibility/2006">
        <mc:Choice xmlns:p14="http://schemas.microsoft.com/office/powerpoint/2010/main" Requires="p14">
          <p:contentPart p14:bwMode="auto" r:id="rId4">
            <p14:nvContentPartPr>
              <p14:cNvPr id="1050462" name=""/>
              <p14:cNvContentPartPr/>
              <p14:nvPr/>
            </p14:nvContentPartPr>
            <p14:xfrm>
              <a:off x="4811864" y="2411344"/>
              <a:ext cx="233094" cy="221041"/>
            </p14:xfrm>
          </p:contentPart>
        </mc:Choice>
        <mc:Fallback>
          <p:sp>
            <p:nvSpPr>
              <p:cNvPr id="1050462" name=""/>
              <p:cNvSpPr/>
              <p:nvPr/>
            </p:nvSpPr>
            <p:spPr>
              <a:xfrm>
                <a:off x="4811864" y="2411344"/>
                <a:ext cx="233094" cy="221041"/>
              </a:xfrm>
            </p:spPr>
          </p:sp>
        </mc:Fallback>
      </mc:AlternateContent>
      <mc:AlternateContent xmlns:mc="http://schemas.openxmlformats.org/markup-compatibility/2006">
        <mc:Choice xmlns:p14="http://schemas.microsoft.com/office/powerpoint/2010/main" Requires="p14">
          <p:contentPart p14:bwMode="auto" r:id="rId5">
            <p14:nvContentPartPr>
              <p14:cNvPr id="1050463" name=""/>
              <p14:cNvContentPartPr/>
              <p14:nvPr/>
            </p14:nvContentPartPr>
            <p14:xfrm>
              <a:off x="2781114" y="184608"/>
              <a:ext cx="32577" cy="3156199"/>
            </p14:xfrm>
          </p:contentPart>
        </mc:Choice>
        <mc:Fallback>
          <p:sp>
            <p:nvSpPr>
              <p:cNvPr id="1050463" name=""/>
              <p:cNvSpPr/>
              <p:nvPr/>
            </p:nvSpPr>
            <p:spPr>
              <a:xfrm>
                <a:off x="2781114" y="184608"/>
                <a:ext cx="32577" cy="3156199"/>
              </a:xfrm>
            </p:spPr>
          </p:sp>
        </mc:Fallback>
      </mc:AlternateContent>
      <mc:AlternateContent xmlns:mc="http://schemas.openxmlformats.org/markup-compatibility/2006">
        <mc:Choice xmlns:p14="http://schemas.microsoft.com/office/powerpoint/2010/main" Requires="p14">
          <p:contentPart p14:bwMode="auto" r:id="rId6">
            <p14:nvContentPartPr>
              <p14:cNvPr id="1050464" name=""/>
              <p14:cNvContentPartPr/>
              <p14:nvPr/>
            </p14:nvContentPartPr>
            <p14:xfrm>
              <a:off x="2715550" y="147406"/>
              <a:ext cx="182477" cy="170512"/>
            </p14:xfrm>
          </p:contentPart>
        </mc:Choice>
        <mc:Fallback>
          <p:sp>
            <p:nvSpPr>
              <p:cNvPr id="1050464" name=""/>
              <p:cNvSpPr/>
              <p:nvPr/>
            </p:nvSpPr>
            <p:spPr>
              <a:xfrm>
                <a:off x="2715550" y="147406"/>
                <a:ext cx="182477" cy="170512"/>
              </a:xfrm>
            </p:spPr>
          </p:sp>
        </mc:Fallback>
      </mc:AlternateContent>
      <mc:AlternateContent xmlns:mc="http://schemas.openxmlformats.org/markup-compatibility/2006">
        <mc:Choice xmlns:p14="http://schemas.microsoft.com/office/powerpoint/2010/main" Requires="p14">
          <p:contentPart p14:bwMode="auto" r:id="rId7">
            <p14:nvContentPartPr>
              <p14:cNvPr id="1050465" name=""/>
              <p14:cNvContentPartPr/>
              <p14:nvPr/>
            </p14:nvContentPartPr>
            <p14:xfrm>
              <a:off x="2934523" y="81668"/>
              <a:ext cx="219746" cy="358803"/>
            </p14:xfrm>
          </p:contentPart>
        </mc:Choice>
        <mc:Fallback>
          <p:sp>
            <p:nvSpPr>
              <p:cNvPr id="1050465" name=""/>
              <p:cNvSpPr/>
              <p:nvPr/>
            </p:nvSpPr>
            <p:spPr>
              <a:xfrm>
                <a:off x="2934523" y="81668"/>
                <a:ext cx="219746" cy="358803"/>
              </a:xfrm>
            </p:spPr>
          </p:sp>
        </mc:Fallback>
      </mc:AlternateContent>
      <mc:AlternateContent xmlns:mc="http://schemas.openxmlformats.org/markup-compatibility/2006">
        <mc:Choice xmlns:p14="http://schemas.microsoft.com/office/powerpoint/2010/main" Requires="p14">
          <p:contentPart p14:bwMode="auto" r:id="rId8">
            <p14:nvContentPartPr>
              <p14:cNvPr id="1050466" name=""/>
              <p14:cNvContentPartPr/>
              <p14:nvPr/>
            </p14:nvContentPartPr>
            <p14:xfrm>
              <a:off x="4117779" y="2031761"/>
              <a:ext cx="113497" cy="104133"/>
            </p14:xfrm>
          </p:contentPart>
        </mc:Choice>
        <mc:Fallback>
          <p:sp>
            <p:nvSpPr>
              <p:cNvPr id="1050466" name=""/>
              <p:cNvSpPr/>
              <p:nvPr/>
            </p:nvSpPr>
            <p:spPr>
              <a:xfrm>
                <a:off x="4117779" y="2031761"/>
                <a:ext cx="113497" cy="104133"/>
              </a:xfrm>
            </p:spPr>
          </p:sp>
        </mc:Fallback>
      </mc:AlternateContent>
      <mc:AlternateContent xmlns:mc="http://schemas.openxmlformats.org/markup-compatibility/2006">
        <mc:Choice xmlns:p14="http://schemas.microsoft.com/office/powerpoint/2010/main" Requires="p14">
          <p:contentPart p14:bwMode="auto" r:id="rId9">
            <p14:nvContentPartPr>
              <p14:cNvPr id="1050467" name=""/>
              <p14:cNvContentPartPr/>
              <p14:nvPr/>
            </p14:nvContentPartPr>
            <p14:xfrm>
              <a:off x="2752903" y="2056019"/>
              <a:ext cx="57265" cy="107785"/>
            </p14:xfrm>
          </p:contentPart>
        </mc:Choice>
        <mc:Fallback>
          <p:sp>
            <p:nvSpPr>
              <p:cNvPr id="1050467" name=""/>
              <p:cNvSpPr/>
              <p:nvPr/>
            </p:nvSpPr>
            <p:spPr>
              <a:xfrm>
                <a:off x="2752903" y="2056019"/>
                <a:ext cx="57265" cy="107785"/>
              </a:xfrm>
            </p:spPr>
          </p:sp>
        </mc:Fallback>
      </mc:AlternateContent>
      <mc:AlternateContent xmlns:mc="http://schemas.openxmlformats.org/markup-compatibility/2006">
        <mc:Choice xmlns:p14="http://schemas.microsoft.com/office/powerpoint/2010/main" Requires="p14">
          <p:contentPart p14:bwMode="auto" r:id="rId10">
            <p14:nvContentPartPr>
              <p14:cNvPr id="1050468" name=""/>
              <p14:cNvContentPartPr/>
              <p14:nvPr/>
            </p14:nvContentPartPr>
            <p14:xfrm>
              <a:off x="2744837" y="2056019"/>
              <a:ext cx="93148" cy="108027"/>
            </p14:xfrm>
          </p:contentPart>
        </mc:Choice>
        <mc:Fallback>
          <p:sp>
            <p:nvSpPr>
              <p:cNvPr id="1050468" name=""/>
              <p:cNvSpPr/>
              <p:nvPr/>
            </p:nvSpPr>
            <p:spPr>
              <a:xfrm>
                <a:off x="2744837" y="2056019"/>
                <a:ext cx="93148" cy="108027"/>
              </a:xfrm>
            </p:spPr>
          </p:sp>
        </mc:Fallback>
      </mc:AlternateContent>
      <mc:AlternateContent xmlns:mc="http://schemas.openxmlformats.org/markup-compatibility/2006">
        <mc:Choice xmlns:p14="http://schemas.microsoft.com/office/powerpoint/2010/main" Requires="p14">
          <p:contentPart p14:bwMode="auto" r:id="rId11">
            <p14:nvContentPartPr>
              <p14:cNvPr id="1050469" name=""/>
              <p14:cNvContentPartPr/>
              <p14:nvPr/>
            </p14:nvContentPartPr>
            <p14:xfrm>
              <a:off x="2458809" y="2212649"/>
              <a:ext cx="198636" cy="216875"/>
            </p14:xfrm>
          </p:contentPart>
        </mc:Choice>
        <mc:Fallback>
          <p:sp>
            <p:nvSpPr>
              <p:cNvPr id="1050469" name=""/>
              <p:cNvSpPr/>
              <p:nvPr/>
            </p:nvSpPr>
            <p:spPr>
              <a:xfrm>
                <a:off x="2458809" y="2212649"/>
                <a:ext cx="198636" cy="216875"/>
              </a:xfrm>
            </p:spPr>
          </p:sp>
        </mc:Fallback>
      </mc:AlternateContent>
      <mc:AlternateContent xmlns:mc="http://schemas.openxmlformats.org/markup-compatibility/2006">
        <mc:Choice xmlns:p14="http://schemas.microsoft.com/office/powerpoint/2010/main" Requires="p14">
          <p:contentPart p14:bwMode="auto" r:id="rId12">
            <p14:nvContentPartPr>
              <p14:cNvPr id="1050470" name=""/>
              <p14:cNvContentPartPr/>
              <p14:nvPr/>
            </p14:nvContentPartPr>
            <p14:xfrm>
              <a:off x="3281661" y="2170735"/>
              <a:ext cx="257791" cy="345405"/>
            </p14:xfrm>
          </p:contentPart>
        </mc:Choice>
        <mc:Fallback>
          <p:sp>
            <p:nvSpPr>
              <p:cNvPr id="1050470" name=""/>
              <p:cNvSpPr/>
              <p:nvPr/>
            </p:nvSpPr>
            <p:spPr>
              <a:xfrm>
                <a:off x="3281661" y="2170735"/>
                <a:ext cx="257791" cy="345405"/>
              </a:xfrm>
            </p:spPr>
          </p:sp>
        </mc:Fallback>
      </mc:AlternateContent>
      <mc:AlternateContent xmlns:mc="http://schemas.openxmlformats.org/markup-compatibility/2006">
        <mc:Choice xmlns:p14="http://schemas.microsoft.com/office/powerpoint/2010/main" Requires="p14">
          <p:contentPart p14:bwMode="auto" r:id="rId13">
            <p14:nvContentPartPr>
              <p14:cNvPr id="1050471" name=""/>
              <p14:cNvContentPartPr/>
              <p14:nvPr/>
            </p14:nvContentPartPr>
            <p14:xfrm>
              <a:off x="4093335" y="1279904"/>
              <a:ext cx="176359" cy="805514"/>
            </p14:xfrm>
          </p:contentPart>
        </mc:Choice>
        <mc:Fallback>
          <p:sp>
            <p:nvSpPr>
              <p:cNvPr id="1050471" name=""/>
              <p:cNvSpPr/>
              <p:nvPr/>
            </p:nvSpPr>
            <p:spPr>
              <a:xfrm>
                <a:off x="4093335" y="1279904"/>
                <a:ext cx="176359" cy="805514"/>
              </a:xfrm>
            </p:spPr>
          </p:sp>
        </mc:Fallback>
      </mc:AlternateContent>
      <mc:AlternateContent xmlns:mc="http://schemas.openxmlformats.org/markup-compatibility/2006">
        <mc:Choice xmlns:p14="http://schemas.microsoft.com/office/powerpoint/2010/main" Requires="p14">
          <p:contentPart p14:bwMode="auto" r:id="rId14">
            <p14:nvContentPartPr>
              <p14:cNvPr id="1050472" name=""/>
              <p14:cNvContentPartPr/>
              <p14:nvPr/>
            </p14:nvContentPartPr>
            <p14:xfrm>
              <a:off x="4380379" y="1386078"/>
              <a:ext cx="206392" cy="218248"/>
            </p14:xfrm>
          </p:contentPart>
        </mc:Choice>
        <mc:Fallback>
          <p:sp>
            <p:nvSpPr>
              <p:cNvPr id="1050472" name=""/>
              <p:cNvSpPr/>
              <p:nvPr/>
            </p:nvSpPr>
            <p:spPr>
              <a:xfrm>
                <a:off x="4380379" y="1386078"/>
                <a:ext cx="206392" cy="218248"/>
              </a:xfrm>
            </p:spPr>
          </p:sp>
        </mc:Fallback>
      </mc:AlternateContent>
      <mc:AlternateContent xmlns:mc="http://schemas.openxmlformats.org/markup-compatibility/2006">
        <mc:Choice xmlns:p14="http://schemas.microsoft.com/office/powerpoint/2010/main" Requires="p14">
          <p:contentPart p14:bwMode="auto" r:id="rId15">
            <p14:nvContentPartPr>
              <p14:cNvPr id="1050473" name=""/>
              <p14:cNvContentPartPr/>
              <p14:nvPr/>
            </p14:nvContentPartPr>
            <p14:xfrm>
              <a:off x="4358752" y="1249569"/>
              <a:ext cx="277379" cy="4573"/>
            </p14:xfrm>
          </p:contentPart>
        </mc:Choice>
        <mc:Fallback>
          <p:sp>
            <p:nvSpPr>
              <p:cNvPr id="1050473" name=""/>
              <p:cNvSpPr/>
              <p:nvPr/>
            </p:nvSpPr>
            <p:spPr>
              <a:xfrm>
                <a:off x="4358752" y="1249569"/>
                <a:ext cx="277379" cy="4573"/>
              </a:xfrm>
            </p:spPr>
          </p:sp>
        </mc:Fallback>
      </mc:AlternateContent>
      <mc:AlternateContent xmlns:mc="http://schemas.openxmlformats.org/markup-compatibility/2006">
        <mc:Choice xmlns:p14="http://schemas.microsoft.com/office/powerpoint/2010/main" Requires="p14">
          <p:contentPart p14:bwMode="auto" r:id="rId16">
            <p14:nvContentPartPr>
              <p14:cNvPr id="1050474" name=""/>
              <p14:cNvContentPartPr/>
              <p14:nvPr/>
            </p14:nvContentPartPr>
            <p14:xfrm>
              <a:off x="4590955" y="1190517"/>
              <a:ext cx="59566" cy="121921"/>
            </p14:xfrm>
          </p:contentPart>
        </mc:Choice>
        <mc:Fallback>
          <p:sp>
            <p:nvSpPr>
              <p:cNvPr id="1050474" name=""/>
              <p:cNvSpPr/>
              <p:nvPr/>
            </p:nvSpPr>
            <p:spPr>
              <a:xfrm>
                <a:off x="4590955" y="1190517"/>
                <a:ext cx="59566" cy="121921"/>
              </a:xfrm>
            </p:spPr>
          </p:sp>
        </mc:Fallback>
      </mc:AlternateContent>
      <mc:AlternateContent xmlns:mc="http://schemas.openxmlformats.org/markup-compatibility/2006">
        <mc:Choice xmlns:p14="http://schemas.microsoft.com/office/powerpoint/2010/main" Requires="p14">
          <p:contentPart p14:bwMode="auto" r:id="rId17">
            <p14:nvContentPartPr>
              <p14:cNvPr id="1050475" name=""/>
              <p14:cNvContentPartPr/>
              <p14:nvPr/>
            </p14:nvContentPartPr>
            <p14:xfrm>
              <a:off x="4452099" y="1635143"/>
              <a:ext cx="122377" cy="140650"/>
            </p14:xfrm>
          </p:contentPart>
        </mc:Choice>
        <mc:Fallback>
          <p:sp>
            <p:nvSpPr>
              <p:cNvPr id="1050475" name=""/>
              <p:cNvSpPr/>
              <p:nvPr/>
            </p:nvSpPr>
            <p:spPr>
              <a:xfrm>
                <a:off x="4452099" y="1635143"/>
                <a:ext cx="122377" cy="140650"/>
              </a:xfrm>
            </p:spPr>
          </p:sp>
        </mc:Fallback>
      </mc:AlternateContent>
      <mc:AlternateContent xmlns:mc="http://schemas.openxmlformats.org/markup-compatibility/2006">
        <mc:Choice xmlns:p14="http://schemas.microsoft.com/office/powerpoint/2010/main" Requires="p14">
          <p:contentPart p14:bwMode="auto" r:id="rId18">
            <p14:nvContentPartPr>
              <p14:cNvPr id="1050476" name=""/>
              <p14:cNvContentPartPr/>
              <p14:nvPr/>
            </p14:nvContentPartPr>
            <p14:xfrm>
              <a:off x="5154445" y="1373737"/>
              <a:ext cx="269787" cy="240896"/>
            </p14:xfrm>
          </p:contentPart>
        </mc:Choice>
        <mc:Fallback>
          <p:sp>
            <p:nvSpPr>
              <p:cNvPr id="1050476" name=""/>
              <p:cNvSpPr/>
              <p:nvPr/>
            </p:nvSpPr>
            <p:spPr>
              <a:xfrm>
                <a:off x="5154445" y="1373737"/>
                <a:ext cx="269787" cy="240896"/>
              </a:xfrm>
            </p:spPr>
          </p:sp>
        </mc:Fallback>
      </mc:AlternateContent>
      <mc:AlternateContent xmlns:mc="http://schemas.openxmlformats.org/markup-compatibility/2006">
        <mc:Choice xmlns:p14="http://schemas.microsoft.com/office/powerpoint/2010/main" Requires="p14">
          <p:contentPart p14:bwMode="auto" r:id="rId19">
            <p14:nvContentPartPr>
              <p14:cNvPr id="1050477" name=""/>
              <p14:cNvContentPartPr/>
              <p14:nvPr/>
            </p14:nvContentPartPr>
            <p14:xfrm>
              <a:off x="5299924" y="1626571"/>
              <a:ext cx="128405" cy="76339"/>
            </p14:xfrm>
          </p:contentPart>
        </mc:Choice>
        <mc:Fallback>
          <p:sp>
            <p:nvSpPr>
              <p:cNvPr id="1050477" name=""/>
              <p:cNvSpPr/>
              <p:nvPr/>
            </p:nvSpPr>
            <p:spPr>
              <a:xfrm>
                <a:off x="5299924" y="1626571"/>
                <a:ext cx="128405" cy="76339"/>
              </a:xfrm>
            </p:spPr>
          </p:sp>
        </mc:Fallback>
      </mc:AlternateContent>
      <mc:AlternateContent xmlns:mc="http://schemas.openxmlformats.org/markup-compatibility/2006">
        <mc:Choice xmlns:p14="http://schemas.microsoft.com/office/powerpoint/2010/main" Requires="p14">
          <p:contentPart p14:bwMode="auto" r:id="rId20">
            <p14:nvContentPartPr>
              <p14:cNvPr id="1050478" name=""/>
              <p14:cNvContentPartPr/>
              <p14:nvPr/>
            </p14:nvContentPartPr>
            <p14:xfrm>
              <a:off x="5534269" y="1493886"/>
              <a:ext cx="124164" cy="515"/>
            </p14:xfrm>
          </p:contentPart>
        </mc:Choice>
        <mc:Fallback>
          <p:sp>
            <p:nvSpPr>
              <p:cNvPr id="1050478" name=""/>
              <p:cNvSpPr/>
              <p:nvPr/>
            </p:nvSpPr>
            <p:spPr>
              <a:xfrm>
                <a:off x="5534269" y="1493886"/>
                <a:ext cx="124164" cy="515"/>
              </a:xfrm>
            </p:spPr>
          </p:sp>
        </mc:Fallback>
      </mc:AlternateContent>
      <mc:AlternateContent xmlns:mc="http://schemas.openxmlformats.org/markup-compatibility/2006">
        <mc:Choice xmlns:p14="http://schemas.microsoft.com/office/powerpoint/2010/main" Requires="p14">
          <p:contentPart p14:bwMode="auto" r:id="rId21">
            <p14:nvContentPartPr>
              <p14:cNvPr id="1050479" name=""/>
              <p14:cNvContentPartPr/>
              <p14:nvPr/>
            </p14:nvContentPartPr>
            <p14:xfrm>
              <a:off x="5534269" y="1567213"/>
              <a:ext cx="128157" cy="22980"/>
            </p14:xfrm>
          </p:contentPart>
        </mc:Choice>
        <mc:Fallback>
          <p:sp>
            <p:nvSpPr>
              <p:cNvPr id="1050479" name=""/>
              <p:cNvSpPr/>
              <p:nvPr/>
            </p:nvSpPr>
            <p:spPr>
              <a:xfrm>
                <a:off x="5534269" y="1567213"/>
                <a:ext cx="128157" cy="22980"/>
              </a:xfrm>
            </p:spPr>
          </p:sp>
        </mc:Fallback>
      </mc:AlternateContent>
      <mc:AlternateContent xmlns:mc="http://schemas.openxmlformats.org/markup-compatibility/2006">
        <mc:Choice xmlns:p14="http://schemas.microsoft.com/office/powerpoint/2010/main" Requires="p14">
          <p:contentPart p14:bwMode="auto" r:id="rId22">
            <p14:nvContentPartPr>
              <p14:cNvPr id="1050480" name=""/>
              <p14:cNvContentPartPr/>
              <p14:nvPr/>
            </p14:nvContentPartPr>
            <p14:xfrm>
              <a:off x="5678271" y="1161172"/>
              <a:ext cx="733338" cy="914829"/>
            </p14:xfrm>
          </p:contentPart>
        </mc:Choice>
        <mc:Fallback>
          <p:sp>
            <p:nvSpPr>
              <p:cNvPr id="1050480" name=""/>
              <p:cNvSpPr/>
              <p:nvPr/>
            </p:nvSpPr>
            <p:spPr>
              <a:xfrm>
                <a:off x="5678271" y="1161172"/>
                <a:ext cx="733338" cy="914829"/>
              </a:xfrm>
            </p:spPr>
          </p:sp>
        </mc:Fallback>
      </mc:AlternateContent>
      <mc:AlternateContent xmlns:mc="http://schemas.openxmlformats.org/markup-compatibility/2006">
        <mc:Choice xmlns:p14="http://schemas.microsoft.com/office/powerpoint/2010/main" Requires="p14">
          <p:contentPart p14:bwMode="auto" r:id="rId23">
            <p14:nvContentPartPr>
              <p14:cNvPr id="1050481" name=""/>
              <p14:cNvContentPartPr/>
              <p14:nvPr/>
            </p14:nvContentPartPr>
            <p14:xfrm>
              <a:off x="5840955" y="1345877"/>
              <a:ext cx="237892" cy="271266"/>
            </p14:xfrm>
          </p:contentPart>
        </mc:Choice>
        <mc:Fallback>
          <p:sp>
            <p:nvSpPr>
              <p:cNvPr id="1050481" name=""/>
              <p:cNvSpPr/>
              <p:nvPr/>
            </p:nvSpPr>
            <p:spPr>
              <a:xfrm>
                <a:off x="5840955" y="1345877"/>
                <a:ext cx="237892" cy="271266"/>
              </a:xfrm>
            </p:spPr>
          </p:sp>
        </mc:Fallback>
      </mc:AlternateContent>
      <mc:AlternateContent xmlns:mc="http://schemas.openxmlformats.org/markup-compatibility/2006">
        <mc:Choice xmlns:p14="http://schemas.microsoft.com/office/powerpoint/2010/main" Requires="p14">
          <p:contentPart p14:bwMode="auto" r:id="rId24">
            <p14:nvContentPartPr>
              <p14:cNvPr id="1050482" name=""/>
              <p14:cNvContentPartPr/>
              <p14:nvPr/>
            </p14:nvContentPartPr>
            <p14:xfrm>
              <a:off x="6117022" y="1341959"/>
              <a:ext cx="199316" cy="226607"/>
            </p14:xfrm>
          </p:contentPart>
        </mc:Choice>
        <mc:Fallback>
          <p:sp>
            <p:nvSpPr>
              <p:cNvPr id="1050482" name=""/>
              <p:cNvSpPr/>
              <p:nvPr/>
            </p:nvSpPr>
            <p:spPr>
              <a:xfrm>
                <a:off x="6117022" y="1341959"/>
                <a:ext cx="199316" cy="226607"/>
              </a:xfrm>
            </p:spPr>
          </p:sp>
        </mc:Fallback>
      </mc:AlternateContent>
      <mc:AlternateContent xmlns:mc="http://schemas.openxmlformats.org/markup-compatibility/2006">
        <mc:Choice xmlns:p14="http://schemas.microsoft.com/office/powerpoint/2010/main" Requires="p14">
          <p:contentPart p14:bwMode="auto" r:id="rId25">
            <p14:nvContentPartPr>
              <p14:cNvPr id="1050483" name=""/>
              <p14:cNvContentPartPr/>
              <p14:nvPr/>
            </p14:nvContentPartPr>
            <p14:xfrm>
              <a:off x="6333775" y="1493886"/>
              <a:ext cx="106124" cy="127200"/>
            </p14:xfrm>
          </p:contentPart>
        </mc:Choice>
        <mc:Fallback>
          <p:sp>
            <p:nvSpPr>
              <p:cNvPr id="1050483" name=""/>
              <p:cNvSpPr/>
              <p:nvPr/>
            </p:nvSpPr>
            <p:spPr>
              <a:xfrm>
                <a:off x="6333775" y="1493886"/>
                <a:ext cx="106124" cy="127200"/>
              </a:xfrm>
            </p:spPr>
          </p:sp>
        </mc:Fallback>
      </mc:AlternateContent>
      <mc:AlternateContent xmlns:mc="http://schemas.openxmlformats.org/markup-compatibility/2006">
        <mc:Choice xmlns:p14="http://schemas.microsoft.com/office/powerpoint/2010/main" Requires="p14">
          <p:contentPart p14:bwMode="auto" r:id="rId26">
            <p14:nvContentPartPr>
              <p14:cNvPr id="1050484" name=""/>
              <p14:cNvContentPartPr/>
              <p14:nvPr/>
            </p14:nvContentPartPr>
            <p14:xfrm>
              <a:off x="5942798" y="1701837"/>
              <a:ext cx="445737" cy="14944"/>
            </p14:xfrm>
          </p:contentPart>
        </mc:Choice>
        <mc:Fallback>
          <p:sp>
            <p:nvSpPr>
              <p:cNvPr id="1050484" name=""/>
              <p:cNvSpPr/>
              <p:nvPr/>
            </p:nvSpPr>
            <p:spPr>
              <a:xfrm>
                <a:off x="5942798" y="1701837"/>
                <a:ext cx="445737" cy="14944"/>
              </a:xfrm>
            </p:spPr>
          </p:sp>
        </mc:Fallback>
      </mc:AlternateContent>
      <mc:AlternateContent xmlns:mc="http://schemas.openxmlformats.org/markup-compatibility/2006">
        <mc:Choice xmlns:p14="http://schemas.microsoft.com/office/powerpoint/2010/main" Requires="p14">
          <p:contentPart p14:bwMode="auto" r:id="rId27">
            <p14:nvContentPartPr>
              <p14:cNvPr id="1050485" name=""/>
              <p14:cNvContentPartPr/>
              <p14:nvPr/>
            </p14:nvContentPartPr>
            <p14:xfrm>
              <a:off x="6031630" y="1782303"/>
              <a:ext cx="57732" cy="251973"/>
            </p14:xfrm>
          </p:contentPart>
        </mc:Choice>
        <mc:Fallback>
          <p:sp>
            <p:nvSpPr>
              <p:cNvPr id="1050485" name=""/>
              <p:cNvSpPr/>
              <p:nvPr/>
            </p:nvSpPr>
            <p:spPr>
              <a:xfrm>
                <a:off x="6031630" y="1782303"/>
                <a:ext cx="57732" cy="251973"/>
              </a:xfrm>
            </p:spPr>
          </p:sp>
        </mc:Fallback>
      </mc:AlternateContent>
      <mc:AlternateContent xmlns:mc="http://schemas.openxmlformats.org/markup-compatibility/2006">
        <mc:Choice xmlns:p14="http://schemas.microsoft.com/office/powerpoint/2010/main" Requires="p14">
          <p:contentPart p14:bwMode="auto" r:id="rId28">
            <p14:nvContentPartPr>
              <p14:cNvPr id="1050486" name=""/>
              <p14:cNvContentPartPr/>
              <p14:nvPr/>
            </p14:nvContentPartPr>
            <p14:xfrm>
              <a:off x="6046391" y="1803250"/>
              <a:ext cx="178069" cy="185942"/>
            </p14:xfrm>
          </p:contentPart>
        </mc:Choice>
        <mc:Fallback>
          <p:sp>
            <p:nvSpPr>
              <p:cNvPr id="1050486" name=""/>
              <p:cNvSpPr/>
              <p:nvPr/>
            </p:nvSpPr>
            <p:spPr>
              <a:xfrm>
                <a:off x="6046391" y="1803250"/>
                <a:ext cx="178069" cy="185942"/>
              </a:xfrm>
            </p:spPr>
          </p:sp>
        </mc:Fallback>
      </mc:AlternateContent>
      <mc:AlternateContent xmlns:mc="http://schemas.openxmlformats.org/markup-compatibility/2006">
        <mc:Choice xmlns:p14="http://schemas.microsoft.com/office/powerpoint/2010/main" Requires="p14">
          <p:contentPart p14:bwMode="auto" r:id="rId29">
            <p14:nvContentPartPr>
              <p14:cNvPr id="1050487" name=""/>
              <p14:cNvContentPartPr/>
              <p14:nvPr/>
            </p14:nvContentPartPr>
            <p14:xfrm>
              <a:off x="2744837" y="2070842"/>
              <a:ext cx="85239" cy="70699"/>
            </p14:xfrm>
          </p:contentPart>
        </mc:Choice>
        <mc:Fallback>
          <p:sp>
            <p:nvSpPr>
              <p:cNvPr id="1050487" name=""/>
              <p:cNvSpPr/>
              <p:nvPr/>
            </p:nvSpPr>
            <p:spPr>
              <a:xfrm>
                <a:off x="2744837" y="2070842"/>
                <a:ext cx="85239" cy="70699"/>
              </a:xfrm>
            </p:spPr>
          </p:sp>
        </mc:Fallback>
      </mc:AlternateContent>
      <mc:AlternateContent xmlns:mc="http://schemas.openxmlformats.org/markup-compatibility/2006">
        <mc:Choice xmlns:p14="http://schemas.microsoft.com/office/powerpoint/2010/main" Requires="p14">
          <p:contentPart p14:bwMode="auto" r:id="rId30">
            <p14:nvContentPartPr>
              <p14:cNvPr id="1050488" name=""/>
              <p14:cNvContentPartPr/>
              <p14:nvPr/>
            </p14:nvContentPartPr>
            <p14:xfrm>
              <a:off x="2499028" y="1800581"/>
              <a:ext cx="125281" cy="228941"/>
            </p14:xfrm>
          </p:contentPart>
        </mc:Choice>
        <mc:Fallback>
          <p:sp>
            <p:nvSpPr>
              <p:cNvPr id="1050488" name=""/>
              <p:cNvSpPr/>
              <p:nvPr/>
            </p:nvSpPr>
            <p:spPr>
              <a:xfrm>
                <a:off x="2499028" y="1800581"/>
                <a:ext cx="125281" cy="228941"/>
              </a:xfrm>
            </p:spPr>
          </p:sp>
        </mc:Fallback>
      </mc:AlternateContent>
      <mc:AlternateContent xmlns:mc="http://schemas.openxmlformats.org/markup-compatibility/2006">
        <mc:Choice xmlns:p14="http://schemas.microsoft.com/office/powerpoint/2010/main" Requires="p14">
          <p:contentPart p14:bwMode="auto" r:id="rId31">
            <p14:nvContentPartPr>
              <p14:cNvPr id="1050489" name=""/>
              <p14:cNvContentPartPr/>
              <p14:nvPr/>
            </p14:nvContentPartPr>
            <p14:xfrm>
              <a:off x="2597078" y="1952362"/>
              <a:ext cx="96394" cy="132543"/>
            </p14:xfrm>
          </p:contentPart>
        </mc:Choice>
        <mc:Fallback>
          <p:sp>
            <p:nvSpPr>
              <p:cNvPr id="1050489" name=""/>
              <p:cNvSpPr/>
              <p:nvPr/>
            </p:nvSpPr>
            <p:spPr>
              <a:xfrm>
                <a:off x="2597078" y="1952362"/>
                <a:ext cx="96394" cy="132543"/>
              </a:xfrm>
            </p:spPr>
          </p:sp>
        </mc:Fallback>
      </mc:AlternateContent>
      <mc:AlternateContent xmlns:mc="http://schemas.openxmlformats.org/markup-compatibility/2006">
        <mc:Choice xmlns:p14="http://schemas.microsoft.com/office/powerpoint/2010/main" Requires="p14">
          <p:contentPart p14:bwMode="auto" r:id="rId32">
            <p14:nvContentPartPr>
              <p14:cNvPr id="1050490" name=""/>
              <p14:cNvContentPartPr/>
              <p14:nvPr/>
            </p14:nvContentPartPr>
            <p14:xfrm>
              <a:off x="3977158" y="1937218"/>
              <a:ext cx="177038" cy="151592"/>
            </p14:xfrm>
          </p:contentPart>
        </mc:Choice>
        <mc:Fallback>
          <p:sp>
            <p:nvSpPr>
              <p:cNvPr id="1050490" name=""/>
              <p:cNvSpPr/>
              <p:nvPr/>
            </p:nvSpPr>
            <p:spPr>
              <a:xfrm>
                <a:off x="3977158" y="1937218"/>
                <a:ext cx="177038" cy="151592"/>
              </a:xfrm>
            </p:spPr>
          </p:sp>
        </mc:Fallback>
      </mc:AlternateContent>
      <mc:AlternateContent xmlns:mc="http://schemas.openxmlformats.org/markup-compatibility/2006">
        <mc:Choice xmlns:p14="http://schemas.microsoft.com/office/powerpoint/2010/main" Requires="p14">
          <p:contentPart p14:bwMode="auto" r:id="rId33">
            <p14:nvContentPartPr>
              <p14:cNvPr id="1050491" name=""/>
              <p14:cNvContentPartPr/>
              <p14:nvPr/>
            </p14:nvContentPartPr>
            <p14:xfrm>
              <a:off x="1551039" y="607185"/>
              <a:ext cx="2614837" cy="2683364"/>
            </p14:xfrm>
          </p:contentPart>
        </mc:Choice>
        <mc:Fallback>
          <p:sp>
            <p:nvSpPr>
              <p:cNvPr id="1050491" name=""/>
              <p:cNvSpPr/>
              <p:nvPr/>
            </p:nvSpPr>
            <p:spPr>
              <a:xfrm>
                <a:off x="1551039" y="607185"/>
                <a:ext cx="2614837" cy="2683364"/>
              </a:xfrm>
            </p:spPr>
          </p:sp>
        </mc:Fallback>
      </mc:AlternateContent>
      <mc:AlternateContent xmlns:mc="http://schemas.openxmlformats.org/markup-compatibility/2006">
        <mc:Choice xmlns:p14="http://schemas.microsoft.com/office/powerpoint/2010/main" Requires="p14">
          <p:contentPart p14:bwMode="auto" r:id="rId34">
            <p14:nvContentPartPr>
              <p14:cNvPr id="1050492" name=""/>
              <p14:cNvContentPartPr/>
              <p14:nvPr/>
            </p14:nvContentPartPr>
            <p14:xfrm>
              <a:off x="3175691" y="3352119"/>
              <a:ext cx="379438" cy="293914"/>
            </p14:xfrm>
          </p:contentPart>
        </mc:Choice>
        <mc:Fallback>
          <p:sp>
            <p:nvSpPr>
              <p:cNvPr id="1050492" name=""/>
              <p:cNvSpPr/>
              <p:nvPr/>
            </p:nvSpPr>
            <p:spPr>
              <a:xfrm>
                <a:off x="3175691" y="3352119"/>
                <a:ext cx="379438" cy="293914"/>
              </a:xfrm>
            </p:spPr>
          </p:sp>
        </mc:Fallback>
      </mc:AlternateContent>
      <mc:AlternateContent xmlns:mc="http://schemas.openxmlformats.org/markup-compatibility/2006">
        <mc:Choice xmlns:p14="http://schemas.microsoft.com/office/powerpoint/2010/main" Requires="p14">
          <p:contentPart p14:bwMode="auto" r:id="rId35">
            <p14:nvContentPartPr>
              <p14:cNvPr id="1050493" name=""/>
              <p14:cNvContentPartPr/>
              <p14:nvPr/>
            </p14:nvContentPartPr>
            <p14:xfrm>
              <a:off x="3616710" y="3156348"/>
              <a:ext cx="325721" cy="438680"/>
            </p14:xfrm>
          </p:contentPart>
        </mc:Choice>
        <mc:Fallback>
          <p:sp>
            <p:nvSpPr>
              <p:cNvPr id="1050493" name=""/>
              <p:cNvSpPr/>
              <p:nvPr/>
            </p:nvSpPr>
            <p:spPr>
              <a:xfrm>
                <a:off x="3616710" y="3156348"/>
                <a:ext cx="325721" cy="438680"/>
              </a:xfrm>
            </p:spPr>
          </p:sp>
        </mc:Fallback>
      </mc:AlternateContent>
      <mc:AlternateContent xmlns:mc="http://schemas.openxmlformats.org/markup-compatibility/2006">
        <mc:Choice xmlns:p14="http://schemas.microsoft.com/office/powerpoint/2010/main" Requires="p14">
          <p:contentPart p14:bwMode="auto" r:id="rId36">
            <p14:nvContentPartPr>
              <p14:cNvPr id="1050494" name=""/>
              <p14:cNvContentPartPr/>
              <p14:nvPr/>
            </p14:nvContentPartPr>
            <p14:xfrm>
              <a:off x="3297682" y="3705416"/>
              <a:ext cx="615463" cy="9203"/>
            </p14:xfrm>
          </p:contentPart>
        </mc:Choice>
        <mc:Fallback>
          <p:sp>
            <p:nvSpPr>
              <p:cNvPr id="1050494" name=""/>
              <p:cNvSpPr/>
              <p:nvPr/>
            </p:nvSpPr>
            <p:spPr>
              <a:xfrm>
                <a:off x="3297682" y="3705416"/>
                <a:ext cx="615463" cy="9203"/>
              </a:xfrm>
            </p:spPr>
          </p:sp>
        </mc:Fallback>
      </mc:AlternateContent>
      <mc:AlternateContent xmlns:mc="http://schemas.openxmlformats.org/markup-compatibility/2006">
        <mc:Choice xmlns:p14="http://schemas.microsoft.com/office/powerpoint/2010/main" Requires="p14">
          <p:contentPart p14:bwMode="auto" r:id="rId37">
            <p14:nvContentPartPr>
              <p14:cNvPr id="1050495" name=""/>
              <p14:cNvContentPartPr/>
              <p14:nvPr/>
            </p14:nvContentPartPr>
            <p14:xfrm>
              <a:off x="3272096" y="3810414"/>
              <a:ext cx="590586" cy="17667"/>
            </p14:xfrm>
          </p:contentPart>
        </mc:Choice>
        <mc:Fallback>
          <p:sp>
            <p:nvSpPr>
              <p:cNvPr id="1050495" name=""/>
              <p:cNvSpPr/>
              <p:nvPr/>
            </p:nvSpPr>
            <p:spPr>
              <a:xfrm>
                <a:off x="3272096" y="3810414"/>
                <a:ext cx="590586" cy="17667"/>
              </a:xfrm>
            </p:spPr>
          </p:sp>
        </mc:Fallback>
      </mc:AlternateContent>
      <mc:AlternateContent xmlns:mc="http://schemas.openxmlformats.org/markup-compatibility/2006">
        <mc:Choice xmlns:p14="http://schemas.microsoft.com/office/powerpoint/2010/main" Requires="p14">
          <p:contentPart p14:bwMode="auto" r:id="rId38">
            <p14:nvContentPartPr>
              <p14:cNvPr id="1050496" name=""/>
              <p14:cNvContentPartPr/>
              <p14:nvPr/>
            </p14:nvContentPartPr>
            <p14:xfrm>
              <a:off x="9003150" y="332364"/>
              <a:ext cx="168060" cy="2973627"/>
            </p14:xfrm>
          </p:contentPart>
        </mc:Choice>
        <mc:Fallback>
          <p:sp>
            <p:nvSpPr>
              <p:cNvPr id="1050496" name=""/>
              <p:cNvSpPr/>
              <p:nvPr/>
            </p:nvSpPr>
            <p:spPr>
              <a:xfrm>
                <a:off x="9003150" y="332364"/>
                <a:ext cx="168060" cy="2973627"/>
              </a:xfrm>
            </p:spPr>
          </p:sp>
        </mc:Fallback>
      </mc:AlternateContent>
      <mc:AlternateContent xmlns:mc="http://schemas.openxmlformats.org/markup-compatibility/2006">
        <mc:Choice xmlns:p14="http://schemas.microsoft.com/office/powerpoint/2010/main" Requires="p14">
          <p:contentPart p14:bwMode="auto" r:id="rId39">
            <p14:nvContentPartPr>
              <p14:cNvPr id="1050497" name=""/>
              <p14:cNvContentPartPr/>
              <p14:nvPr/>
            </p14:nvContentPartPr>
            <p14:xfrm>
              <a:off x="7053115" y="2344437"/>
              <a:ext cx="4591850" cy="35270"/>
            </p14:xfrm>
          </p:contentPart>
        </mc:Choice>
        <mc:Fallback>
          <p:sp>
            <p:nvSpPr>
              <p:cNvPr id="1050497" name=""/>
              <p:cNvSpPr/>
              <p:nvPr/>
            </p:nvSpPr>
            <p:spPr>
              <a:xfrm>
                <a:off x="7053115" y="2344437"/>
                <a:ext cx="4591850" cy="35270"/>
              </a:xfrm>
            </p:spPr>
          </p:sp>
        </mc:Fallback>
      </mc:AlternateContent>
      <mc:AlternateContent xmlns:mc="http://schemas.openxmlformats.org/markup-compatibility/2006">
        <mc:Choice xmlns:p14="http://schemas.microsoft.com/office/powerpoint/2010/main" Requires="p14">
          <p:contentPart p14:bwMode="auto" r:id="rId40">
            <p14:nvContentPartPr>
              <p14:cNvPr id="1050498" name=""/>
              <p14:cNvContentPartPr/>
              <p14:nvPr/>
            </p14:nvContentPartPr>
            <p14:xfrm>
              <a:off x="11447143" y="2285131"/>
              <a:ext cx="160361" cy="253333"/>
            </p14:xfrm>
          </p:contentPart>
        </mc:Choice>
        <mc:Fallback>
          <p:sp>
            <p:nvSpPr>
              <p:cNvPr id="1050498" name=""/>
              <p:cNvSpPr/>
              <p:nvPr/>
            </p:nvSpPr>
            <p:spPr>
              <a:xfrm>
                <a:off x="11447143" y="2285131"/>
                <a:ext cx="160361" cy="253333"/>
              </a:xfrm>
            </p:spPr>
          </p:sp>
        </mc:Fallback>
      </mc:AlternateContent>
      <mc:AlternateContent xmlns:mc="http://schemas.openxmlformats.org/markup-compatibility/2006">
        <mc:Choice xmlns:p14="http://schemas.microsoft.com/office/powerpoint/2010/main" Requires="p14">
          <p:contentPart p14:bwMode="auto" r:id="rId41">
            <p14:nvContentPartPr>
              <p14:cNvPr id="1050499" name=""/>
              <p14:cNvContentPartPr/>
              <p14:nvPr/>
            </p14:nvContentPartPr>
            <p14:xfrm>
              <a:off x="11412758" y="2613196"/>
              <a:ext cx="139450" cy="197571"/>
            </p14:xfrm>
          </p:contentPart>
        </mc:Choice>
        <mc:Fallback>
          <p:sp>
            <p:nvSpPr>
              <p:cNvPr id="1050499" name=""/>
              <p:cNvSpPr/>
              <p:nvPr/>
            </p:nvSpPr>
            <p:spPr>
              <a:xfrm>
                <a:off x="11412758" y="2613196"/>
                <a:ext cx="139450" cy="197571"/>
              </a:xfrm>
            </p:spPr>
          </p:sp>
        </mc:Fallback>
      </mc:AlternateContent>
      <mc:AlternateContent xmlns:mc="http://schemas.openxmlformats.org/markup-compatibility/2006">
        <mc:Choice xmlns:p14="http://schemas.microsoft.com/office/powerpoint/2010/main" Requires="p14">
          <p:contentPart p14:bwMode="auto" r:id="rId42">
            <p14:nvContentPartPr>
              <p14:cNvPr id="1050500" name=""/>
              <p14:cNvContentPartPr/>
              <p14:nvPr/>
            </p14:nvContentPartPr>
            <p14:xfrm>
              <a:off x="11506980" y="2647298"/>
              <a:ext cx="132411" cy="155613"/>
            </p14:xfrm>
          </p:contentPart>
        </mc:Choice>
        <mc:Fallback>
          <p:sp>
            <p:nvSpPr>
              <p:cNvPr id="1050500" name=""/>
              <p:cNvSpPr/>
              <p:nvPr/>
            </p:nvSpPr>
            <p:spPr>
              <a:xfrm>
                <a:off x="11506980" y="2647298"/>
                <a:ext cx="132411" cy="155613"/>
              </a:xfrm>
            </p:spPr>
          </p:sp>
        </mc:Fallback>
      </mc:AlternateContent>
      <mc:AlternateContent xmlns:mc="http://schemas.openxmlformats.org/markup-compatibility/2006">
        <mc:Choice xmlns:p14="http://schemas.microsoft.com/office/powerpoint/2010/main" Requires="p14">
          <p:contentPart p14:bwMode="auto" r:id="rId43">
            <p14:nvContentPartPr>
              <p14:cNvPr id="1050501" name=""/>
              <p14:cNvContentPartPr/>
              <p14:nvPr/>
            </p14:nvContentPartPr>
            <p14:xfrm>
              <a:off x="9083350" y="258923"/>
              <a:ext cx="169725" cy="182163"/>
            </p14:xfrm>
          </p:contentPart>
        </mc:Choice>
        <mc:Fallback>
          <p:sp>
            <p:nvSpPr>
              <p:cNvPr id="1050501" name=""/>
              <p:cNvSpPr/>
              <p:nvPr/>
            </p:nvSpPr>
            <p:spPr>
              <a:xfrm>
                <a:off x="9083350" y="258923"/>
                <a:ext cx="169725" cy="182163"/>
              </a:xfrm>
            </p:spPr>
          </p:sp>
        </mc:Fallback>
      </mc:AlternateContent>
      <mc:AlternateContent xmlns:mc="http://schemas.openxmlformats.org/markup-compatibility/2006">
        <mc:Choice xmlns:p14="http://schemas.microsoft.com/office/powerpoint/2010/main" Requires="p14">
          <p:contentPart p14:bwMode="auto" r:id="rId44">
            <p14:nvContentPartPr>
              <p14:cNvPr id="1050502" name=""/>
              <p14:cNvContentPartPr/>
              <p14:nvPr/>
            </p14:nvContentPartPr>
            <p14:xfrm>
              <a:off x="9280696" y="125811"/>
              <a:ext cx="125786" cy="360567"/>
            </p14:xfrm>
          </p:contentPart>
        </mc:Choice>
        <mc:Fallback>
          <p:sp>
            <p:nvSpPr>
              <p:cNvPr id="1050502" name=""/>
              <p:cNvSpPr/>
              <p:nvPr/>
            </p:nvSpPr>
            <p:spPr>
              <a:xfrm>
                <a:off x="9280696" y="125811"/>
                <a:ext cx="125786" cy="360567"/>
              </a:xfrm>
            </p:spPr>
          </p:sp>
        </mc:Fallback>
      </mc:AlternateContent>
      <mc:AlternateContent xmlns:mc="http://schemas.openxmlformats.org/markup-compatibility/2006">
        <mc:Choice xmlns:p14="http://schemas.microsoft.com/office/powerpoint/2010/main" Requires="p14">
          <p:contentPart p14:bwMode="auto" r:id="rId45">
            <p14:nvContentPartPr>
              <p14:cNvPr id="1050503" name=""/>
              <p14:cNvContentPartPr/>
              <p14:nvPr/>
            </p14:nvContentPartPr>
            <p14:xfrm>
              <a:off x="10004381" y="2322133"/>
              <a:ext cx="13886" cy="105972"/>
            </p14:xfrm>
          </p:contentPart>
        </mc:Choice>
        <mc:Fallback>
          <p:sp>
            <p:nvSpPr>
              <p:cNvPr id="1050503" name=""/>
              <p:cNvSpPr/>
              <p:nvPr/>
            </p:nvSpPr>
            <p:spPr>
              <a:xfrm>
                <a:off x="10004381" y="2322133"/>
                <a:ext cx="13886" cy="105972"/>
              </a:xfrm>
            </p:spPr>
          </p:sp>
        </mc:Fallback>
      </mc:AlternateContent>
      <mc:AlternateContent xmlns:mc="http://schemas.openxmlformats.org/markup-compatibility/2006">
        <mc:Choice xmlns:p14="http://schemas.microsoft.com/office/powerpoint/2010/main" Requires="p14">
          <p:contentPart p14:bwMode="auto" r:id="rId46">
            <p14:nvContentPartPr>
              <p14:cNvPr id="1050504" name=""/>
              <p14:cNvContentPartPr/>
              <p14:nvPr/>
            </p14:nvContentPartPr>
            <p14:xfrm>
              <a:off x="9361923" y="2462793"/>
              <a:ext cx="21051" cy="261831"/>
            </p14:xfrm>
          </p:contentPart>
        </mc:Choice>
        <mc:Fallback>
          <p:sp>
            <p:nvSpPr>
              <p:cNvPr id="1050504" name=""/>
              <p:cNvSpPr/>
              <p:nvPr/>
            </p:nvSpPr>
            <p:spPr>
              <a:xfrm>
                <a:off x="9361923" y="2462793"/>
                <a:ext cx="21051" cy="261831"/>
              </a:xfrm>
            </p:spPr>
          </p:sp>
        </mc:Fallback>
      </mc:AlternateContent>
      <mc:AlternateContent xmlns:mc="http://schemas.openxmlformats.org/markup-compatibility/2006">
        <mc:Choice xmlns:p14="http://schemas.microsoft.com/office/powerpoint/2010/main" Requires="p14">
          <p:contentPart p14:bwMode="auto" r:id="rId47">
            <p14:nvContentPartPr>
              <p14:cNvPr id="1050505" name=""/>
              <p14:cNvContentPartPr/>
              <p14:nvPr/>
            </p14:nvContentPartPr>
            <p14:xfrm>
              <a:off x="9346478" y="2477536"/>
              <a:ext cx="167671" cy="242249"/>
            </p14:xfrm>
          </p:contentPart>
        </mc:Choice>
        <mc:Fallback>
          <p:sp>
            <p:nvSpPr>
              <p:cNvPr id="1050505" name=""/>
              <p:cNvSpPr/>
              <p:nvPr/>
            </p:nvSpPr>
            <p:spPr>
              <a:xfrm>
                <a:off x="9346478" y="2477536"/>
                <a:ext cx="167671" cy="242249"/>
              </a:xfrm>
            </p:spPr>
          </p:sp>
        </mc:Fallback>
      </mc:AlternateContent>
      <mc:AlternateContent xmlns:mc="http://schemas.openxmlformats.org/markup-compatibility/2006">
        <mc:Choice xmlns:p14="http://schemas.microsoft.com/office/powerpoint/2010/main" Requires="p14">
          <p:contentPart p14:bwMode="auto" r:id="rId48">
            <p14:nvContentPartPr>
              <p14:cNvPr id="1050506" name=""/>
              <p14:cNvContentPartPr/>
              <p14:nvPr/>
            </p14:nvContentPartPr>
            <p14:xfrm>
              <a:off x="9977324" y="1360388"/>
              <a:ext cx="121857" cy="1043099"/>
            </p14:xfrm>
          </p:contentPart>
        </mc:Choice>
        <mc:Fallback>
          <p:sp>
            <p:nvSpPr>
              <p:cNvPr id="1050506" name=""/>
              <p:cNvSpPr/>
              <p:nvPr/>
            </p:nvSpPr>
            <p:spPr>
              <a:xfrm>
                <a:off x="9977324" y="1360388"/>
                <a:ext cx="121857" cy="1043099"/>
              </a:xfrm>
            </p:spPr>
          </p:sp>
        </mc:Fallback>
      </mc:AlternateContent>
      <mc:AlternateContent xmlns:mc="http://schemas.openxmlformats.org/markup-compatibility/2006">
        <mc:Choice xmlns:p14="http://schemas.microsoft.com/office/powerpoint/2010/main" Requires="p14">
          <p:contentPart p14:bwMode="auto" r:id="rId49">
            <p14:nvContentPartPr>
              <p14:cNvPr id="1050507" name=""/>
              <p14:cNvContentPartPr/>
              <p14:nvPr/>
            </p14:nvContentPartPr>
            <p14:xfrm>
              <a:off x="10193536" y="1696168"/>
              <a:ext cx="177481" cy="240479"/>
            </p14:xfrm>
          </p:contentPart>
        </mc:Choice>
        <mc:Fallback>
          <p:sp>
            <p:nvSpPr>
              <p:cNvPr id="1050507" name=""/>
              <p:cNvSpPr/>
              <p:nvPr/>
            </p:nvSpPr>
            <p:spPr>
              <a:xfrm>
                <a:off x="10193536" y="1696168"/>
                <a:ext cx="177481" cy="240479"/>
              </a:xfrm>
            </p:spPr>
          </p:sp>
        </mc:Fallback>
      </mc:AlternateContent>
      <mc:AlternateContent xmlns:mc="http://schemas.openxmlformats.org/markup-compatibility/2006">
        <mc:Choice xmlns:p14="http://schemas.microsoft.com/office/powerpoint/2010/main" Requires="p14">
          <p:contentPart p14:bwMode="auto" r:id="rId50">
            <p14:nvContentPartPr>
              <p14:cNvPr id="1050508" name=""/>
              <p14:cNvContentPartPr/>
              <p14:nvPr/>
            </p14:nvContentPartPr>
            <p14:xfrm>
              <a:off x="10375821" y="1832920"/>
              <a:ext cx="81003" cy="103004"/>
            </p14:xfrm>
          </p:contentPart>
        </mc:Choice>
        <mc:Fallback>
          <p:sp>
            <p:nvSpPr>
              <p:cNvPr id="1050508" name=""/>
              <p:cNvSpPr/>
              <p:nvPr/>
            </p:nvSpPr>
            <p:spPr>
              <a:xfrm>
                <a:off x="10375821" y="1832920"/>
                <a:ext cx="81003" cy="103004"/>
              </a:xfrm>
            </p:spPr>
          </p:sp>
        </mc:Fallback>
      </mc:AlternateContent>
      <mc:AlternateContent xmlns:mc="http://schemas.openxmlformats.org/markup-compatibility/2006">
        <mc:Choice xmlns:p14="http://schemas.microsoft.com/office/powerpoint/2010/main" Requires="p14">
          <p:contentPart p14:bwMode="auto" r:id="rId51">
            <p14:nvContentPartPr>
              <p14:cNvPr id="1050509" name=""/>
              <p14:cNvContentPartPr/>
              <p14:nvPr/>
            </p14:nvContentPartPr>
            <p14:xfrm>
              <a:off x="10194159" y="1545588"/>
              <a:ext cx="218350" cy="29531"/>
            </p14:xfrm>
          </p:contentPart>
        </mc:Choice>
        <mc:Fallback>
          <p:sp>
            <p:nvSpPr>
              <p:cNvPr id="1050509" name=""/>
              <p:cNvSpPr/>
              <p:nvPr/>
            </p:nvSpPr>
            <p:spPr>
              <a:xfrm>
                <a:off x="10194159" y="1545588"/>
                <a:ext cx="218350" cy="29531"/>
              </a:xfrm>
            </p:spPr>
          </p:sp>
        </mc:Fallback>
      </mc:AlternateContent>
      <mc:AlternateContent xmlns:mc="http://schemas.openxmlformats.org/markup-compatibility/2006">
        <mc:Choice xmlns:p14="http://schemas.microsoft.com/office/powerpoint/2010/main" Requires="p14">
          <p:contentPart p14:bwMode="auto" r:id="rId52">
            <p14:nvContentPartPr>
              <p14:cNvPr id="1050510" name=""/>
              <p14:cNvContentPartPr/>
              <p14:nvPr/>
            </p14:nvContentPartPr>
            <p14:xfrm>
              <a:off x="10324650" y="1491237"/>
              <a:ext cx="133668" cy="118466"/>
            </p14:xfrm>
          </p:contentPart>
        </mc:Choice>
        <mc:Fallback>
          <p:sp>
            <p:nvSpPr>
              <p:cNvPr id="1050510" name=""/>
              <p:cNvSpPr/>
              <p:nvPr/>
            </p:nvSpPr>
            <p:spPr>
              <a:xfrm>
                <a:off x="10324650" y="1491237"/>
                <a:ext cx="133668" cy="118466"/>
              </a:xfrm>
            </p:spPr>
          </p:sp>
        </mc:Fallback>
      </mc:AlternateContent>
      <mc:AlternateContent xmlns:mc="http://schemas.openxmlformats.org/markup-compatibility/2006">
        <mc:Choice xmlns:p14="http://schemas.microsoft.com/office/powerpoint/2010/main" Requires="p14">
          <p:contentPart p14:bwMode="auto" r:id="rId53">
            <p14:nvContentPartPr>
              <p14:cNvPr id="1050511" name=""/>
              <p14:cNvContentPartPr/>
              <p14:nvPr/>
            </p14:nvContentPartPr>
            <p14:xfrm>
              <a:off x="9854363" y="2189330"/>
              <a:ext cx="134618" cy="179871"/>
            </p14:xfrm>
          </p:contentPart>
        </mc:Choice>
        <mc:Fallback>
          <p:sp>
            <p:nvSpPr>
              <p:cNvPr id="1050511" name=""/>
              <p:cNvSpPr/>
              <p:nvPr/>
            </p:nvSpPr>
            <p:spPr>
              <a:xfrm>
                <a:off x="9854363" y="2189330"/>
                <a:ext cx="134618" cy="179871"/>
              </a:xfrm>
            </p:spPr>
          </p:sp>
        </mc:Fallback>
      </mc:AlternateContent>
      <mc:AlternateContent xmlns:mc="http://schemas.openxmlformats.org/markup-compatibility/2006">
        <mc:Choice xmlns:p14="http://schemas.microsoft.com/office/powerpoint/2010/main" Requires="p14">
          <p:contentPart p14:bwMode="auto" r:id="rId54">
            <p14:nvContentPartPr>
              <p14:cNvPr id="1050512" name=""/>
              <p14:cNvContentPartPr/>
              <p14:nvPr/>
            </p14:nvContentPartPr>
            <p14:xfrm>
              <a:off x="11128003" y="1557864"/>
              <a:ext cx="252828" cy="209200"/>
            </p14:xfrm>
          </p:contentPart>
        </mc:Choice>
        <mc:Fallback>
          <p:sp>
            <p:nvSpPr>
              <p:cNvPr id="1050512" name=""/>
              <p:cNvSpPr/>
              <p:nvPr/>
            </p:nvSpPr>
            <p:spPr>
              <a:xfrm>
                <a:off x="11128003" y="1557864"/>
                <a:ext cx="252828" cy="209200"/>
              </a:xfrm>
            </p:spPr>
          </p:sp>
        </mc:Fallback>
      </mc:AlternateContent>
      <mc:AlternateContent xmlns:mc="http://schemas.openxmlformats.org/markup-compatibility/2006">
        <mc:Choice xmlns:p14="http://schemas.microsoft.com/office/powerpoint/2010/main" Requires="p14">
          <p:contentPart p14:bwMode="auto" r:id="rId55">
            <p14:nvContentPartPr>
              <p14:cNvPr id="1050513" name=""/>
              <p14:cNvContentPartPr/>
              <p14:nvPr/>
            </p14:nvContentPartPr>
            <p14:xfrm>
              <a:off x="11318830" y="1804424"/>
              <a:ext cx="103509" cy="84290"/>
            </p14:xfrm>
          </p:contentPart>
        </mc:Choice>
        <mc:Fallback>
          <p:sp>
            <p:nvSpPr>
              <p:cNvPr id="1050513" name=""/>
              <p:cNvSpPr/>
              <p:nvPr/>
            </p:nvSpPr>
            <p:spPr>
              <a:xfrm>
                <a:off x="11318830" y="1804424"/>
                <a:ext cx="103509" cy="84290"/>
              </a:xfrm>
            </p:spPr>
          </p:sp>
        </mc:Fallback>
      </mc:AlternateContent>
      <mc:AlternateContent xmlns:mc="http://schemas.openxmlformats.org/markup-compatibility/2006">
        <mc:Choice xmlns:p14="http://schemas.microsoft.com/office/powerpoint/2010/main" Requires="p14">
          <p:contentPart p14:bwMode="auto" r:id="rId56">
            <p14:nvContentPartPr>
              <p14:cNvPr id="1050514" name=""/>
              <p14:cNvContentPartPr/>
              <p14:nvPr/>
            </p14:nvContentPartPr>
            <p14:xfrm>
              <a:off x="11442045" y="1560288"/>
              <a:ext cx="175064" cy="339218"/>
            </p14:xfrm>
          </p:contentPart>
        </mc:Choice>
        <mc:Fallback>
          <p:sp>
            <p:nvSpPr>
              <p:cNvPr id="1050514" name=""/>
              <p:cNvSpPr/>
              <p:nvPr/>
            </p:nvSpPr>
            <p:spPr>
              <a:xfrm>
                <a:off x="11442045" y="1560288"/>
                <a:ext cx="175064" cy="339218"/>
              </a:xfrm>
            </p:spPr>
          </p:sp>
        </mc:Fallback>
      </mc:AlternateContent>
      <mc:AlternateContent xmlns:mc="http://schemas.openxmlformats.org/markup-compatibility/2006">
        <mc:Choice xmlns:p14="http://schemas.microsoft.com/office/powerpoint/2010/main" Requires="p14">
          <p:contentPart p14:bwMode="auto" r:id="rId57">
            <p14:nvContentPartPr>
              <p14:cNvPr id="1050515" name=""/>
              <p14:cNvContentPartPr/>
              <p14:nvPr/>
            </p14:nvContentPartPr>
            <p14:xfrm>
              <a:off x="11711246" y="1471584"/>
              <a:ext cx="154327" cy="280252"/>
            </p14:xfrm>
          </p:contentPart>
        </mc:Choice>
        <mc:Fallback>
          <p:sp>
            <p:nvSpPr>
              <p:cNvPr id="1050515" name=""/>
              <p:cNvSpPr/>
              <p:nvPr/>
            </p:nvSpPr>
            <p:spPr>
              <a:xfrm>
                <a:off x="11711246" y="1471584"/>
                <a:ext cx="154327" cy="280252"/>
              </a:xfrm>
            </p:spPr>
          </p:sp>
        </mc:Fallback>
      </mc:AlternateContent>
      <mc:AlternateContent xmlns:mc="http://schemas.openxmlformats.org/markup-compatibility/2006">
        <mc:Choice xmlns:p14="http://schemas.microsoft.com/office/powerpoint/2010/main" Requires="p14">
          <p:contentPart p14:bwMode="auto" r:id="rId58">
            <p14:nvContentPartPr>
              <p14:cNvPr id="1050516" name=""/>
              <p14:cNvContentPartPr/>
              <p14:nvPr/>
            </p14:nvContentPartPr>
            <p14:xfrm>
              <a:off x="11898564" y="1552938"/>
              <a:ext cx="54869" cy="174156"/>
            </p14:xfrm>
          </p:contentPart>
        </mc:Choice>
        <mc:Fallback>
          <p:sp>
            <p:nvSpPr>
              <p:cNvPr id="1050516" name=""/>
              <p:cNvSpPr/>
              <p:nvPr/>
            </p:nvSpPr>
            <p:spPr>
              <a:xfrm>
                <a:off x="11898564" y="1552938"/>
                <a:ext cx="54869" cy="174156"/>
              </a:xfrm>
            </p:spPr>
          </p:sp>
        </mc:Fallback>
      </mc:AlternateContent>
      <mc:AlternateContent xmlns:mc="http://schemas.openxmlformats.org/markup-compatibility/2006">
        <mc:Choice xmlns:p14="http://schemas.microsoft.com/office/powerpoint/2010/main" Requires="p14">
          <p:contentPart p14:bwMode="auto" r:id="rId59">
            <p14:nvContentPartPr>
              <p14:cNvPr id="1050517" name=""/>
              <p14:cNvContentPartPr/>
              <p14:nvPr/>
            </p14:nvContentPartPr>
            <p14:xfrm>
              <a:off x="11916937" y="1528530"/>
              <a:ext cx="92473" cy="219273"/>
            </p14:xfrm>
          </p:contentPart>
        </mc:Choice>
        <mc:Fallback>
          <p:sp>
            <p:nvSpPr>
              <p:cNvPr id="1050517" name=""/>
              <p:cNvSpPr/>
              <p:nvPr/>
            </p:nvSpPr>
            <p:spPr>
              <a:xfrm>
                <a:off x="11916937" y="1528530"/>
                <a:ext cx="92473" cy="219273"/>
              </a:xfrm>
            </p:spPr>
          </p:sp>
        </mc:Fallback>
      </mc:AlternateContent>
      <mc:AlternateContent xmlns:mc="http://schemas.openxmlformats.org/markup-compatibility/2006">
        <mc:Choice xmlns:p14="http://schemas.microsoft.com/office/powerpoint/2010/main" Requires="p14">
          <p:contentPart p14:bwMode="auto" r:id="rId60">
            <p14:nvContentPartPr>
              <p14:cNvPr id="1050518" name=""/>
              <p14:cNvContentPartPr/>
              <p14:nvPr/>
            </p14:nvContentPartPr>
            <p14:xfrm>
              <a:off x="11949523" y="1671295"/>
              <a:ext cx="127815" cy="100375"/>
            </p14:xfrm>
          </p:contentPart>
        </mc:Choice>
        <mc:Fallback>
          <p:sp>
            <p:nvSpPr>
              <p:cNvPr id="1050518" name=""/>
              <p:cNvSpPr/>
              <p:nvPr/>
            </p:nvSpPr>
            <p:spPr>
              <a:xfrm>
                <a:off x="11949523" y="1671295"/>
                <a:ext cx="127815" cy="100375"/>
              </a:xfrm>
            </p:spPr>
          </p:sp>
        </mc:Fallback>
      </mc:AlternateContent>
      <mc:AlternateContent xmlns:mc="http://schemas.openxmlformats.org/markup-compatibility/2006">
        <mc:Choice xmlns:p14="http://schemas.microsoft.com/office/powerpoint/2010/main" Requires="p14">
          <p:contentPart p14:bwMode="auto" r:id="rId61">
            <p14:nvContentPartPr>
              <p14:cNvPr id="1050519" name=""/>
              <p14:cNvContentPartPr/>
              <p14:nvPr/>
            </p14:nvContentPartPr>
            <p14:xfrm>
              <a:off x="11661686" y="1843573"/>
              <a:ext cx="350320" cy="18794"/>
            </p14:xfrm>
          </p:contentPart>
        </mc:Choice>
        <mc:Fallback>
          <p:sp>
            <p:nvSpPr>
              <p:cNvPr id="1050519" name=""/>
              <p:cNvSpPr/>
              <p:nvPr/>
            </p:nvSpPr>
            <p:spPr>
              <a:xfrm>
                <a:off x="11661686" y="1843573"/>
                <a:ext cx="350320" cy="18794"/>
              </a:xfrm>
            </p:spPr>
          </p:sp>
        </mc:Fallback>
      </mc:AlternateContent>
      <mc:AlternateContent xmlns:mc="http://schemas.openxmlformats.org/markup-compatibility/2006">
        <mc:Choice xmlns:p14="http://schemas.microsoft.com/office/powerpoint/2010/main" Requires="p14">
          <p:contentPart p14:bwMode="auto" r:id="rId62">
            <p14:nvContentPartPr>
              <p14:cNvPr id="1050520" name=""/>
              <p14:cNvContentPartPr/>
              <p14:nvPr/>
            </p14:nvContentPartPr>
            <p14:xfrm>
              <a:off x="11750389" y="1922709"/>
              <a:ext cx="57062" cy="228598"/>
            </p14:xfrm>
          </p:contentPart>
        </mc:Choice>
        <mc:Fallback>
          <p:sp>
            <p:nvSpPr>
              <p:cNvPr id="1050520" name=""/>
              <p:cNvSpPr/>
              <p:nvPr/>
            </p:nvSpPr>
            <p:spPr>
              <a:xfrm>
                <a:off x="11750389" y="1922709"/>
                <a:ext cx="57062" cy="228598"/>
              </a:xfrm>
            </p:spPr>
          </p:sp>
        </mc:Fallback>
      </mc:AlternateContent>
      <mc:AlternateContent xmlns:mc="http://schemas.openxmlformats.org/markup-compatibility/2006">
        <mc:Choice xmlns:p14="http://schemas.microsoft.com/office/powerpoint/2010/main" Requires="p14">
          <p:contentPart p14:bwMode="auto" r:id="rId63">
            <p14:nvContentPartPr>
              <p14:cNvPr id="1050521" name=""/>
              <p14:cNvContentPartPr/>
              <p14:nvPr/>
            </p14:nvContentPartPr>
            <p14:xfrm>
              <a:off x="11756087" y="1919555"/>
              <a:ext cx="147038" cy="211735"/>
            </p14:xfrm>
          </p:contentPart>
        </mc:Choice>
        <mc:Fallback>
          <p:sp>
            <p:nvSpPr>
              <p:cNvPr id="1050521" name=""/>
              <p:cNvSpPr/>
              <p:nvPr/>
            </p:nvSpPr>
            <p:spPr>
              <a:xfrm>
                <a:off x="11756087" y="1919555"/>
                <a:ext cx="147038" cy="211735"/>
              </a:xfrm>
            </p:spPr>
          </p:sp>
        </mc:Fallback>
      </mc:AlternateContent>
      <mc:AlternateContent xmlns:mc="http://schemas.openxmlformats.org/markup-compatibility/2006">
        <mc:Choice xmlns:p14="http://schemas.microsoft.com/office/powerpoint/2010/main" Requires="p14">
          <p:contentPart p14:bwMode="auto" r:id="rId64">
            <p14:nvContentPartPr>
              <p14:cNvPr id="1050522" name=""/>
              <p14:cNvContentPartPr/>
              <p14:nvPr/>
            </p14:nvContentPartPr>
            <p14:xfrm>
              <a:off x="7421615" y="1577596"/>
              <a:ext cx="2583340" cy="1553321"/>
            </p14:xfrm>
          </p:contentPart>
        </mc:Choice>
        <mc:Fallback>
          <p:sp>
            <p:nvSpPr>
              <p:cNvPr id="1050522" name=""/>
              <p:cNvSpPr/>
              <p:nvPr/>
            </p:nvSpPr>
            <p:spPr>
              <a:xfrm>
                <a:off x="7421615" y="1577596"/>
                <a:ext cx="2583340" cy="1553321"/>
              </a:xfrm>
            </p:spPr>
          </p:sp>
        </mc:Fallback>
      </mc:AlternateContent>
      <mc:AlternateContent xmlns:mc="http://schemas.openxmlformats.org/markup-compatibility/2006">
        <mc:Choice xmlns:p14="http://schemas.microsoft.com/office/powerpoint/2010/main" Requires="p14">
          <p:contentPart p14:bwMode="auto" r:id="rId65">
            <p14:nvContentPartPr>
              <p14:cNvPr id="1050523" name=""/>
              <p14:cNvContentPartPr/>
              <p14:nvPr/>
            </p14:nvContentPartPr>
            <p14:xfrm>
              <a:off x="9940425" y="2400434"/>
              <a:ext cx="55765" cy="209445"/>
            </p14:xfrm>
          </p:contentPart>
        </mc:Choice>
        <mc:Fallback>
          <p:sp>
            <p:nvSpPr>
              <p:cNvPr id="1050523" name=""/>
              <p:cNvSpPr/>
              <p:nvPr/>
            </p:nvSpPr>
            <p:spPr>
              <a:xfrm>
                <a:off x="9940425" y="2400434"/>
                <a:ext cx="55765" cy="209445"/>
              </a:xfrm>
            </p:spPr>
          </p:sp>
        </mc:Fallback>
      </mc:AlternateContent>
      <mc:AlternateContent xmlns:mc="http://schemas.openxmlformats.org/markup-compatibility/2006">
        <mc:Choice xmlns:p14="http://schemas.microsoft.com/office/powerpoint/2010/main" Requires="p14">
          <p:contentPart p14:bwMode="auto" r:id="rId66">
            <p14:nvContentPartPr>
              <p14:cNvPr id="1050524" name=""/>
              <p14:cNvContentPartPr/>
              <p14:nvPr/>
            </p14:nvContentPartPr>
            <p14:xfrm>
              <a:off x="9914348" y="2411344"/>
              <a:ext cx="59764" cy="172678"/>
            </p14:xfrm>
          </p:contentPart>
        </mc:Choice>
        <mc:Fallback>
          <p:sp>
            <p:nvSpPr>
              <p:cNvPr id="1050524" name=""/>
              <p:cNvSpPr/>
              <p:nvPr/>
            </p:nvSpPr>
            <p:spPr>
              <a:xfrm>
                <a:off x="9914348" y="2411344"/>
                <a:ext cx="59764" cy="172678"/>
              </a:xfrm>
            </p:spPr>
          </p:sp>
        </mc:Fallback>
      </mc:AlternateContent>
      <mc:AlternateContent xmlns:mc="http://schemas.openxmlformats.org/markup-compatibility/2006">
        <mc:Choice xmlns:p14="http://schemas.microsoft.com/office/powerpoint/2010/main" Requires="p14">
          <p:contentPart p14:bwMode="auto" r:id="rId67">
            <p14:nvContentPartPr>
              <p14:cNvPr id="1050525" name=""/>
              <p14:cNvContentPartPr/>
              <p14:nvPr/>
            </p14:nvContentPartPr>
            <p14:xfrm>
              <a:off x="5071615" y="1095959"/>
              <a:ext cx="1618278" cy="1114817"/>
            </p14:xfrm>
          </p:contentPart>
        </mc:Choice>
        <mc:Fallback>
          <p:sp>
            <p:nvSpPr>
              <p:cNvPr id="1050525" name=""/>
              <p:cNvSpPr/>
              <p:nvPr/>
            </p:nvSpPr>
            <p:spPr>
              <a:xfrm>
                <a:off x="5071615" y="1095959"/>
                <a:ext cx="1618278" cy="1114817"/>
              </a:xfrm>
            </p:spPr>
          </p:sp>
        </mc:Fallback>
      </mc:AlternateContent>
      <mc:AlternateContent xmlns:mc="http://schemas.openxmlformats.org/markup-compatibility/2006">
        <mc:Choice xmlns:p14="http://schemas.microsoft.com/office/powerpoint/2010/main" Requires="p14">
          <p:contentPart p14:bwMode="auto" r:id="rId68">
            <p14:nvContentPartPr>
              <p14:cNvPr id="1050526" name=""/>
              <p14:cNvContentPartPr/>
              <p14:nvPr/>
            </p14:nvContentPartPr>
            <p14:xfrm>
              <a:off x="5093678" y="621288"/>
              <a:ext cx="418918" cy="257188"/>
            </p14:xfrm>
          </p:contentPart>
        </mc:Choice>
        <mc:Fallback>
          <p:sp>
            <p:nvSpPr>
              <p:cNvPr id="1050526" name=""/>
              <p:cNvSpPr/>
              <p:nvPr/>
            </p:nvSpPr>
            <p:spPr>
              <a:xfrm>
                <a:off x="5093678" y="621288"/>
                <a:ext cx="418918" cy="257188"/>
              </a:xfrm>
            </p:spPr>
          </p:sp>
        </mc:Fallback>
      </mc:AlternateContent>
      <mc:AlternateContent xmlns:mc="http://schemas.openxmlformats.org/markup-compatibility/2006">
        <mc:Choice xmlns:p14="http://schemas.microsoft.com/office/powerpoint/2010/main" Requires="p14">
          <p:contentPart p14:bwMode="auto" r:id="rId69">
            <p14:nvContentPartPr>
              <p14:cNvPr id="1050527" name=""/>
              <p14:cNvContentPartPr/>
              <p14:nvPr/>
            </p14:nvContentPartPr>
            <p14:xfrm>
              <a:off x="5554084" y="694786"/>
              <a:ext cx="126167" cy="158883"/>
            </p14:xfrm>
          </p:contentPart>
        </mc:Choice>
        <mc:Fallback>
          <p:sp>
            <p:nvSpPr>
              <p:cNvPr id="1050527" name=""/>
              <p:cNvSpPr/>
              <p:nvPr/>
            </p:nvSpPr>
            <p:spPr>
              <a:xfrm>
                <a:off x="5554084" y="694786"/>
                <a:ext cx="126167" cy="158883"/>
              </a:xfrm>
            </p:spPr>
          </p:sp>
        </mc:Fallback>
      </mc:AlternateContent>
      <mc:AlternateContent xmlns:mc="http://schemas.openxmlformats.org/markup-compatibility/2006">
        <mc:Choice xmlns:p14="http://schemas.microsoft.com/office/powerpoint/2010/main" Requires="p14">
          <p:contentPart p14:bwMode="auto" r:id="rId70">
            <p14:nvContentPartPr>
              <p14:cNvPr id="1050528" name=""/>
              <p14:cNvContentPartPr/>
              <p14:nvPr/>
            </p14:nvContentPartPr>
            <p14:xfrm>
              <a:off x="5668765" y="465675"/>
              <a:ext cx="151302" cy="382321"/>
            </p14:xfrm>
          </p:contentPart>
        </mc:Choice>
        <mc:Fallback>
          <p:sp>
            <p:nvSpPr>
              <p:cNvPr id="1050528" name=""/>
              <p:cNvSpPr/>
              <p:nvPr/>
            </p:nvSpPr>
            <p:spPr>
              <a:xfrm>
                <a:off x="5668765" y="465675"/>
                <a:ext cx="151302" cy="382321"/>
              </a:xfrm>
            </p:spPr>
          </p:sp>
        </mc:Fallback>
      </mc:AlternateContent>
      <mc:AlternateContent xmlns:mc="http://schemas.openxmlformats.org/markup-compatibility/2006">
        <mc:Choice xmlns:p14="http://schemas.microsoft.com/office/powerpoint/2010/main" Requires="p14">
          <p:contentPart p14:bwMode="auto" r:id="rId71">
            <p14:nvContentPartPr>
              <p14:cNvPr id="1050529" name=""/>
              <p14:cNvContentPartPr/>
              <p14:nvPr/>
            </p14:nvContentPartPr>
            <p14:xfrm>
              <a:off x="5755630" y="559448"/>
              <a:ext cx="9327" cy="31275"/>
            </p14:xfrm>
          </p:contentPart>
        </mc:Choice>
        <mc:Fallback>
          <p:sp>
            <p:nvSpPr>
              <p:cNvPr id="1050529" name=""/>
              <p:cNvSpPr/>
              <p:nvPr/>
            </p:nvSpPr>
            <p:spPr>
              <a:xfrm>
                <a:off x="5755630" y="559448"/>
                <a:ext cx="9327" cy="31275"/>
              </a:xfrm>
            </p:spPr>
          </p:sp>
        </mc:Fallback>
      </mc:AlternateContent>
      <mc:AlternateContent xmlns:mc="http://schemas.openxmlformats.org/markup-compatibility/2006">
        <mc:Choice xmlns:p14="http://schemas.microsoft.com/office/powerpoint/2010/main" Requires="p14">
          <p:contentPart p14:bwMode="auto" r:id="rId72">
            <p14:nvContentPartPr>
              <p14:cNvPr id="1050530" name=""/>
              <p14:cNvContentPartPr/>
              <p14:nvPr/>
            </p14:nvContentPartPr>
            <p14:xfrm>
              <a:off x="5884807" y="406369"/>
              <a:ext cx="19342" cy="417696"/>
            </p14:xfrm>
          </p:contentPart>
        </mc:Choice>
        <mc:Fallback>
          <p:sp>
            <p:nvSpPr>
              <p:cNvPr id="1050530" name=""/>
              <p:cNvSpPr/>
              <p:nvPr/>
            </p:nvSpPr>
            <p:spPr>
              <a:xfrm>
                <a:off x="5884807" y="406369"/>
                <a:ext cx="19342" cy="417696"/>
              </a:xfrm>
            </p:spPr>
          </p:sp>
        </mc:Fallback>
      </mc:AlternateContent>
      <mc:AlternateContent xmlns:mc="http://schemas.openxmlformats.org/markup-compatibility/2006">
        <mc:Choice xmlns:p14="http://schemas.microsoft.com/office/powerpoint/2010/main" Requires="p14">
          <p:contentPart p14:bwMode="auto" r:id="rId73">
            <p14:nvContentPartPr>
              <p14:cNvPr id="1050531" name=""/>
              <p14:cNvContentPartPr/>
              <p14:nvPr/>
            </p14:nvContentPartPr>
            <p14:xfrm>
              <a:off x="5862729" y="667649"/>
              <a:ext cx="168059" cy="145493"/>
            </p14:xfrm>
          </p:contentPart>
        </mc:Choice>
        <mc:Fallback>
          <p:sp>
            <p:nvSpPr>
              <p:cNvPr id="1050531" name=""/>
              <p:cNvSpPr/>
              <p:nvPr/>
            </p:nvSpPr>
            <p:spPr>
              <a:xfrm>
                <a:off x="5862729" y="667649"/>
                <a:ext cx="168059" cy="145493"/>
              </a:xfrm>
            </p:spPr>
          </p:sp>
        </mc:Fallback>
      </mc:AlternateContent>
      <mc:AlternateContent xmlns:mc="http://schemas.openxmlformats.org/markup-compatibility/2006">
        <mc:Choice xmlns:p14="http://schemas.microsoft.com/office/powerpoint/2010/main" Requires="p14">
          <p:contentPart p14:bwMode="auto" r:id="rId74">
            <p14:nvContentPartPr>
              <p14:cNvPr id="1050532" name=""/>
              <p14:cNvContentPartPr/>
              <p14:nvPr/>
            </p14:nvContentPartPr>
            <p14:xfrm>
              <a:off x="6099861" y="648650"/>
              <a:ext cx="254386" cy="147109"/>
            </p14:xfrm>
          </p:contentPart>
        </mc:Choice>
        <mc:Fallback>
          <p:sp>
            <p:nvSpPr>
              <p:cNvPr id="1050532" name=""/>
              <p:cNvSpPr/>
              <p:nvPr/>
            </p:nvSpPr>
            <p:spPr>
              <a:xfrm>
                <a:off x="6099861" y="648650"/>
                <a:ext cx="254386" cy="147109"/>
              </a:xfrm>
            </p:spPr>
          </p:sp>
        </mc:Fallback>
      </mc:AlternateContent>
      <mc:AlternateContent xmlns:mc="http://schemas.openxmlformats.org/markup-compatibility/2006">
        <mc:Choice xmlns:p14="http://schemas.microsoft.com/office/powerpoint/2010/main" Requires="p14">
          <p:contentPart p14:bwMode="auto" r:id="rId75">
            <p14:nvContentPartPr>
              <p14:cNvPr id="1050533" name=""/>
              <p14:cNvContentPartPr/>
              <p14:nvPr/>
            </p14:nvContentPartPr>
            <p14:xfrm>
              <a:off x="6147485" y="528528"/>
              <a:ext cx="0" cy="33200"/>
            </p14:xfrm>
          </p:contentPart>
        </mc:Choice>
        <mc:Fallback>
          <p:sp>
            <p:nvSpPr>
              <p:cNvPr id="1050533" name=""/>
              <p:cNvSpPr/>
              <p:nvPr/>
            </p:nvSpPr>
            <p:spPr>
              <a:xfrm>
                <a:off x="6147485" y="528528"/>
                <a:ext cx="0" cy="33200"/>
              </a:xfrm>
            </p:spPr>
          </p:sp>
        </mc:Fallback>
      </mc:AlternateContent>
      <mc:AlternateContent xmlns:mc="http://schemas.openxmlformats.org/markup-compatibility/2006">
        <mc:Choice xmlns:p14="http://schemas.microsoft.com/office/powerpoint/2010/main" Requires="p14">
          <p:contentPart p14:bwMode="auto" r:id="rId76">
            <p14:nvContentPartPr>
              <p14:cNvPr id="1050534" name=""/>
              <p14:cNvContentPartPr/>
              <p14:nvPr/>
            </p14:nvContentPartPr>
            <p14:xfrm>
              <a:off x="6432691" y="646573"/>
              <a:ext cx="250101" cy="188873"/>
            </p14:xfrm>
          </p:contentPart>
        </mc:Choice>
        <mc:Fallback>
          <p:sp>
            <p:nvSpPr>
              <p:cNvPr id="1050534" name=""/>
              <p:cNvSpPr/>
              <p:nvPr/>
            </p:nvSpPr>
            <p:spPr>
              <a:xfrm>
                <a:off x="6432691" y="646573"/>
                <a:ext cx="250101" cy="188873"/>
              </a:xfrm>
            </p:spPr>
          </p:sp>
        </mc:Fallback>
      </mc:AlternateContent>
      <mc:AlternateContent xmlns:mc="http://schemas.openxmlformats.org/markup-compatibility/2006">
        <mc:Choice xmlns:p14="http://schemas.microsoft.com/office/powerpoint/2010/main" Requires="p14">
          <p:contentPart p14:bwMode="auto" r:id="rId77">
            <p14:nvContentPartPr>
              <p14:cNvPr id="1050535" name=""/>
              <p14:cNvContentPartPr/>
              <p14:nvPr/>
            </p14:nvContentPartPr>
            <p14:xfrm>
              <a:off x="6526897" y="517630"/>
              <a:ext cx="117558" cy="81772"/>
            </p14:xfrm>
          </p:contentPart>
        </mc:Choice>
        <mc:Fallback>
          <p:sp>
            <p:nvSpPr>
              <p:cNvPr id="1050535" name=""/>
              <p:cNvSpPr/>
              <p:nvPr/>
            </p:nvSpPr>
            <p:spPr>
              <a:xfrm>
                <a:off x="6526897" y="517630"/>
                <a:ext cx="117558" cy="81772"/>
              </a:xfrm>
            </p:spPr>
          </p:sp>
        </mc:Fallback>
      </mc:AlternateContent>
      <mc:AlternateContent xmlns:mc="http://schemas.openxmlformats.org/markup-compatibility/2006">
        <mc:Choice xmlns:p14="http://schemas.microsoft.com/office/powerpoint/2010/main" Requires="p14">
          <p:contentPart p14:bwMode="auto" r:id="rId78">
            <p14:nvContentPartPr>
              <p14:cNvPr id="1050536" name=""/>
              <p14:cNvContentPartPr/>
              <p14:nvPr/>
            </p14:nvContentPartPr>
            <p14:xfrm>
              <a:off x="6651171" y="680086"/>
              <a:ext cx="312142" cy="214693"/>
            </p14:xfrm>
          </p:contentPart>
        </mc:Choice>
        <mc:Fallback>
          <p:sp>
            <p:nvSpPr>
              <p:cNvPr id="1050536" name=""/>
              <p:cNvSpPr/>
              <p:nvPr/>
            </p:nvSpPr>
            <p:spPr>
              <a:xfrm>
                <a:off x="6651171" y="680086"/>
                <a:ext cx="312142" cy="214693"/>
              </a:xfrm>
            </p:spPr>
          </p:sp>
        </mc:Fallback>
      </mc:AlternateContent>
      <mc:AlternateContent xmlns:mc="http://schemas.openxmlformats.org/markup-compatibility/2006">
        <mc:Choice xmlns:p14="http://schemas.microsoft.com/office/powerpoint/2010/main" Requires="p14">
          <p:contentPart p14:bwMode="auto" r:id="rId79">
            <p14:nvContentPartPr>
              <p14:cNvPr id="1050537" name=""/>
              <p14:cNvContentPartPr/>
              <p14:nvPr/>
            </p14:nvContentPartPr>
            <p14:xfrm>
              <a:off x="6964930" y="689993"/>
              <a:ext cx="403599" cy="155710"/>
            </p14:xfrm>
          </p:contentPart>
        </mc:Choice>
        <mc:Fallback>
          <p:sp>
            <p:nvSpPr>
              <p:cNvPr id="1050537" name=""/>
              <p:cNvSpPr/>
              <p:nvPr/>
            </p:nvSpPr>
            <p:spPr>
              <a:xfrm>
                <a:off x="6964930" y="689993"/>
                <a:ext cx="403599" cy="155710"/>
              </a:xfrm>
            </p:spPr>
          </p:sp>
        </mc:Fallback>
      </mc:AlternateContent>
      <mc:AlternateContent xmlns:mc="http://schemas.openxmlformats.org/markup-compatibility/2006">
        <mc:Choice xmlns:p14="http://schemas.microsoft.com/office/powerpoint/2010/main" Requires="p14">
          <p:contentPart p14:bwMode="auto" r:id="rId80">
            <p14:nvContentPartPr>
              <p14:cNvPr id="1050538" name=""/>
              <p14:cNvContentPartPr/>
              <p14:nvPr/>
            </p14:nvContentPartPr>
            <p14:xfrm>
              <a:off x="7184679" y="606081"/>
              <a:ext cx="14418" cy="37002"/>
            </p14:xfrm>
          </p:contentPart>
        </mc:Choice>
        <mc:Fallback>
          <p:sp>
            <p:nvSpPr>
              <p:cNvPr id="1050538" name=""/>
              <p:cNvSpPr/>
              <p:nvPr/>
            </p:nvSpPr>
            <p:spPr>
              <a:xfrm>
                <a:off x="7184679" y="606081"/>
                <a:ext cx="14418" cy="37002"/>
              </a:xfrm>
            </p:spPr>
          </p:sp>
        </mc:Fallback>
      </mc:AlternateContent>
      <mc:AlternateContent xmlns:mc="http://schemas.openxmlformats.org/markup-compatibility/2006">
        <mc:Choice xmlns:p14="http://schemas.microsoft.com/office/powerpoint/2010/main" Requires="p14">
          <p:contentPart p14:bwMode="auto" r:id="rId81">
            <p14:nvContentPartPr>
              <p14:cNvPr id="1050539" name=""/>
              <p14:cNvContentPartPr/>
              <p14:nvPr/>
            </p14:nvContentPartPr>
            <p14:xfrm>
              <a:off x="5712726" y="884512"/>
              <a:ext cx="1244869" cy="99304"/>
            </p14:xfrm>
          </p:contentPart>
        </mc:Choice>
        <mc:Fallback>
          <p:sp>
            <p:nvSpPr>
              <p:cNvPr id="1050539" name=""/>
              <p:cNvSpPr/>
              <p:nvPr/>
            </p:nvSpPr>
            <p:spPr>
              <a:xfrm>
                <a:off x="5712726" y="884512"/>
                <a:ext cx="1244869" cy="99304"/>
              </a:xfrm>
            </p:spPr>
          </p:sp>
        </mc:Fallback>
      </mc:AlternateContent>
      <mc:AlternateContent xmlns:mc="http://schemas.openxmlformats.org/markup-compatibility/2006">
        <mc:Choice xmlns:p14="http://schemas.microsoft.com/office/powerpoint/2010/main" Requires="p14">
          <p:contentPart p14:bwMode="auto" r:id="rId82">
            <p14:nvContentPartPr>
              <p14:cNvPr id="1050540" name=""/>
              <p14:cNvContentPartPr/>
              <p14:nvPr/>
            </p14:nvContentPartPr>
            <p14:xfrm>
              <a:off x="5987084" y="3439049"/>
              <a:ext cx="248260" cy="3106684"/>
            </p14:xfrm>
          </p:contentPart>
        </mc:Choice>
        <mc:Fallback>
          <p:sp>
            <p:nvSpPr>
              <p:cNvPr id="1050540" name=""/>
              <p:cNvSpPr/>
              <p:nvPr/>
            </p:nvSpPr>
            <p:spPr>
              <a:xfrm>
                <a:off x="5987084" y="3439049"/>
                <a:ext cx="248260" cy="3106684"/>
              </a:xfrm>
            </p:spPr>
          </p:sp>
        </mc:Fallback>
      </mc:AlternateContent>
      <mc:AlternateContent xmlns:mc="http://schemas.openxmlformats.org/markup-compatibility/2006">
        <mc:Choice xmlns:p14="http://schemas.microsoft.com/office/powerpoint/2010/main" Requires="p14">
          <p:contentPart p14:bwMode="auto" r:id="rId83">
            <p14:nvContentPartPr>
              <p14:cNvPr id="1050541" name=""/>
              <p14:cNvContentPartPr/>
              <p14:nvPr/>
            </p14:nvContentPartPr>
            <p14:xfrm>
              <a:off x="4553395" y="4932380"/>
              <a:ext cx="3890801" cy="45519"/>
            </p14:xfrm>
          </p:contentPart>
        </mc:Choice>
        <mc:Fallback>
          <p:sp>
            <p:nvSpPr>
              <p:cNvPr id="1050541" name=""/>
              <p:cNvSpPr/>
              <p:nvPr/>
            </p:nvSpPr>
            <p:spPr>
              <a:xfrm>
                <a:off x="4553395" y="4932380"/>
                <a:ext cx="3890801" cy="45519"/>
              </a:xfrm>
            </p:spPr>
          </p:sp>
        </mc:Fallback>
      </mc:AlternateContent>
      <mc:AlternateContent xmlns:mc="http://schemas.openxmlformats.org/markup-compatibility/2006">
        <mc:Choice xmlns:p14="http://schemas.microsoft.com/office/powerpoint/2010/main" Requires="p14">
          <p:contentPart p14:bwMode="auto" r:id="rId84">
            <p14:nvContentPartPr>
              <p14:cNvPr id="1050542" name=""/>
              <p14:cNvContentPartPr/>
              <p14:nvPr/>
            </p14:nvContentPartPr>
            <p14:xfrm>
              <a:off x="8571659" y="5133052"/>
              <a:ext cx="163627" cy="235331"/>
            </p14:xfrm>
          </p:contentPart>
        </mc:Choice>
        <mc:Fallback>
          <p:sp>
            <p:nvSpPr>
              <p:cNvPr id="1050542" name=""/>
              <p:cNvSpPr/>
              <p:nvPr/>
            </p:nvSpPr>
            <p:spPr>
              <a:xfrm>
                <a:off x="8571659" y="5133052"/>
                <a:ext cx="163627" cy="235331"/>
              </a:xfrm>
            </p:spPr>
          </p:sp>
        </mc:Fallback>
      </mc:AlternateContent>
      <mc:AlternateContent xmlns:mc="http://schemas.openxmlformats.org/markup-compatibility/2006">
        <mc:Choice xmlns:p14="http://schemas.microsoft.com/office/powerpoint/2010/main" Requires="p14">
          <p:contentPart p14:bwMode="auto" r:id="rId85">
            <p14:nvContentPartPr>
              <p14:cNvPr id="1050543" name=""/>
              <p14:cNvContentPartPr/>
              <p14:nvPr/>
            </p14:nvContentPartPr>
            <p14:xfrm>
              <a:off x="8685743" y="5184754"/>
              <a:ext cx="219372" cy="217246"/>
            </p14:xfrm>
          </p:contentPart>
        </mc:Choice>
        <mc:Fallback>
          <p:sp>
            <p:nvSpPr>
              <p:cNvPr id="1050543" name=""/>
              <p:cNvSpPr/>
              <p:nvPr/>
            </p:nvSpPr>
            <p:spPr>
              <a:xfrm>
                <a:off x="8685743" y="5184754"/>
                <a:ext cx="219372" cy="217246"/>
              </a:xfrm>
            </p:spPr>
          </p:sp>
        </mc:Fallback>
      </mc:AlternateContent>
      <mc:AlternateContent xmlns:mc="http://schemas.openxmlformats.org/markup-compatibility/2006">
        <mc:Choice xmlns:p14="http://schemas.microsoft.com/office/powerpoint/2010/main" Requires="p14">
          <p:contentPart p14:bwMode="auto" r:id="rId86">
            <p14:nvContentPartPr>
              <p14:cNvPr id="1050544" name=""/>
              <p14:cNvContentPartPr/>
              <p14:nvPr/>
            </p14:nvContentPartPr>
            <p14:xfrm>
              <a:off x="5948725" y="3368846"/>
              <a:ext cx="37007" cy="193910"/>
            </p14:xfrm>
          </p:contentPart>
        </mc:Choice>
        <mc:Fallback>
          <p:sp>
            <p:nvSpPr>
              <p:cNvPr id="1050544" name=""/>
              <p:cNvSpPr/>
              <p:nvPr/>
            </p:nvSpPr>
            <p:spPr>
              <a:xfrm>
                <a:off x="5948725" y="3368846"/>
                <a:ext cx="37007" cy="193910"/>
              </a:xfrm>
            </p:spPr>
          </p:sp>
        </mc:Fallback>
      </mc:AlternateContent>
      <mc:AlternateContent xmlns:mc="http://schemas.openxmlformats.org/markup-compatibility/2006">
        <mc:Choice xmlns:p14="http://schemas.microsoft.com/office/powerpoint/2010/main" Requires="p14">
          <p:contentPart p14:bwMode="auto" r:id="rId87">
            <p14:nvContentPartPr>
              <p14:cNvPr id="1050545" name=""/>
              <p14:cNvContentPartPr/>
              <p14:nvPr/>
            </p14:nvContentPartPr>
            <p14:xfrm>
              <a:off x="5972666" y="3320692"/>
              <a:ext cx="92090" cy="190117"/>
            </p14:xfrm>
          </p:contentPart>
        </mc:Choice>
        <mc:Fallback>
          <p:sp>
            <p:nvSpPr>
              <p:cNvPr id="1050545" name=""/>
              <p:cNvSpPr/>
              <p:nvPr/>
            </p:nvSpPr>
            <p:spPr>
              <a:xfrm>
                <a:off x="5972666" y="3320692"/>
                <a:ext cx="92090" cy="190117"/>
              </a:xfrm>
            </p:spPr>
          </p:sp>
        </mc:Fallback>
      </mc:AlternateContent>
      <mc:AlternateContent xmlns:mc="http://schemas.openxmlformats.org/markup-compatibility/2006">
        <mc:Choice xmlns:p14="http://schemas.microsoft.com/office/powerpoint/2010/main" Requires="p14">
          <p:contentPart p14:bwMode="auto" r:id="rId88">
            <p14:nvContentPartPr>
              <p14:cNvPr id="1050546" name=""/>
              <p14:cNvContentPartPr/>
              <p14:nvPr/>
            </p14:nvContentPartPr>
            <p14:xfrm>
              <a:off x="5965007" y="3010480"/>
              <a:ext cx="116088" cy="69764"/>
            </p14:xfrm>
          </p:contentPart>
        </mc:Choice>
        <mc:Fallback>
          <p:sp>
            <p:nvSpPr>
              <p:cNvPr id="1050546" name=""/>
              <p:cNvSpPr/>
              <p:nvPr/>
            </p:nvSpPr>
            <p:spPr>
              <a:xfrm>
                <a:off x="5965007" y="3010480"/>
                <a:ext cx="116088" cy="69764"/>
              </a:xfrm>
            </p:spPr>
          </p:sp>
        </mc:Fallback>
      </mc:AlternateContent>
      <mc:AlternateContent xmlns:mc="http://schemas.openxmlformats.org/markup-compatibility/2006">
        <mc:Choice xmlns:p14="http://schemas.microsoft.com/office/powerpoint/2010/main" Requires="p14">
          <p:contentPart p14:bwMode="auto" r:id="rId89">
            <p14:nvContentPartPr>
              <p14:cNvPr id="1050547" name=""/>
              <p14:cNvContentPartPr/>
              <p14:nvPr/>
            </p14:nvContentPartPr>
            <p14:xfrm>
              <a:off x="6018308" y="2892123"/>
              <a:ext cx="109098" cy="333490"/>
            </p14:xfrm>
          </p:contentPart>
        </mc:Choice>
        <mc:Fallback>
          <p:sp>
            <p:nvSpPr>
              <p:cNvPr id="1050547" name=""/>
              <p:cNvSpPr/>
              <p:nvPr/>
            </p:nvSpPr>
            <p:spPr>
              <a:xfrm>
                <a:off x="6018308" y="2892123"/>
                <a:ext cx="109098" cy="333490"/>
              </a:xfrm>
            </p:spPr>
          </p:sp>
        </mc:Fallback>
      </mc:AlternateContent>
      <mc:AlternateContent xmlns:mc="http://schemas.openxmlformats.org/markup-compatibility/2006">
        <mc:Choice xmlns:p14="http://schemas.microsoft.com/office/powerpoint/2010/main" Requires="p14">
          <p:contentPart p14:bwMode="auto" r:id="rId90">
            <p14:nvContentPartPr>
              <p14:cNvPr id="1050548" name=""/>
              <p14:cNvContentPartPr/>
              <p14:nvPr/>
            </p14:nvContentPartPr>
            <p14:xfrm>
              <a:off x="6982274" y="4001182"/>
              <a:ext cx="66140" cy="68269"/>
            </p14:xfrm>
          </p:contentPart>
        </mc:Choice>
        <mc:Fallback>
          <p:sp>
            <p:nvSpPr>
              <p:cNvPr id="1050548" name=""/>
              <p:cNvSpPr/>
              <p:nvPr/>
            </p:nvSpPr>
            <p:spPr>
              <a:xfrm>
                <a:off x="6982274" y="4001182"/>
                <a:ext cx="66140" cy="68269"/>
              </a:xfrm>
            </p:spPr>
          </p:sp>
        </mc:Fallback>
      </mc:AlternateContent>
      <mc:AlternateContent xmlns:mc="http://schemas.openxmlformats.org/markup-compatibility/2006">
        <mc:Choice xmlns:p14="http://schemas.microsoft.com/office/powerpoint/2010/main" Requires="p14">
          <p:contentPart p14:bwMode="auto" r:id="rId91">
            <p14:nvContentPartPr>
              <p14:cNvPr id="1050549" name=""/>
              <p14:cNvContentPartPr/>
              <p14:nvPr/>
            </p14:nvContentPartPr>
            <p14:xfrm>
              <a:off x="6073395" y="4045788"/>
              <a:ext cx="913938" cy="913043"/>
            </p14:xfrm>
          </p:contentPart>
        </mc:Choice>
        <mc:Fallback>
          <p:sp>
            <p:nvSpPr>
              <p:cNvPr id="1050549" name=""/>
              <p:cNvSpPr/>
              <p:nvPr/>
            </p:nvSpPr>
            <p:spPr>
              <a:xfrm>
                <a:off x="6073395" y="4045788"/>
                <a:ext cx="913938" cy="913043"/>
              </a:xfrm>
            </p:spPr>
          </p:sp>
        </mc:Fallback>
      </mc:AlternateContent>
      <mc:AlternateContent xmlns:mc="http://schemas.openxmlformats.org/markup-compatibility/2006">
        <mc:Choice xmlns:p14="http://schemas.microsoft.com/office/powerpoint/2010/main" Requires="p14">
          <p:contentPart p14:bwMode="auto" r:id="rId92">
            <p14:nvContentPartPr>
              <p14:cNvPr id="1050550" name=""/>
              <p14:cNvContentPartPr/>
              <p14:nvPr/>
            </p14:nvContentPartPr>
            <p14:xfrm>
              <a:off x="6244596" y="4227413"/>
              <a:ext cx="186444" cy="347145"/>
            </p14:xfrm>
          </p:contentPart>
        </mc:Choice>
        <mc:Fallback>
          <p:sp>
            <p:nvSpPr>
              <p:cNvPr id="1050550" name=""/>
              <p:cNvSpPr/>
              <p:nvPr/>
            </p:nvSpPr>
            <p:spPr>
              <a:xfrm>
                <a:off x="6244596" y="4227413"/>
                <a:ext cx="186444" cy="347145"/>
              </a:xfrm>
            </p:spPr>
          </p:sp>
        </mc:Fallback>
      </mc:AlternateContent>
      <mc:AlternateContent xmlns:mc="http://schemas.openxmlformats.org/markup-compatibility/2006">
        <mc:Choice xmlns:p14="http://schemas.microsoft.com/office/powerpoint/2010/main" Requires="p14">
          <p:contentPart p14:bwMode="auto" r:id="rId93">
            <p14:nvContentPartPr>
              <p14:cNvPr id="1050551" name=""/>
              <p14:cNvContentPartPr/>
              <p14:nvPr/>
            </p14:nvContentPartPr>
            <p14:xfrm>
              <a:off x="6260763" y="3483320"/>
              <a:ext cx="726570" cy="540165"/>
            </p14:xfrm>
          </p:contentPart>
        </mc:Choice>
        <mc:Fallback>
          <p:sp>
            <p:nvSpPr>
              <p:cNvPr id="1050551" name=""/>
              <p:cNvSpPr/>
              <p:nvPr/>
            </p:nvSpPr>
            <p:spPr>
              <a:xfrm>
                <a:off x="6260763" y="3483320"/>
                <a:ext cx="726570" cy="540165"/>
              </a:xfrm>
            </p:spPr>
          </p:sp>
        </mc:Fallback>
      </mc:AlternateContent>
      <mc:AlternateContent xmlns:mc="http://schemas.openxmlformats.org/markup-compatibility/2006">
        <mc:Choice xmlns:p14="http://schemas.microsoft.com/office/powerpoint/2010/main" Requires="p14">
          <p:contentPart p14:bwMode="auto" r:id="rId94">
            <p14:nvContentPartPr>
              <p14:cNvPr id="1050552" name=""/>
              <p14:cNvContentPartPr/>
              <p14:nvPr/>
            </p14:nvContentPartPr>
            <p14:xfrm>
              <a:off x="6512891" y="3324747"/>
              <a:ext cx="211764" cy="246485"/>
            </p14:xfrm>
          </p:contentPart>
        </mc:Choice>
        <mc:Fallback>
          <p:sp>
            <p:nvSpPr>
              <p:cNvPr id="1050552" name=""/>
              <p:cNvSpPr/>
              <p:nvPr/>
            </p:nvSpPr>
            <p:spPr>
              <a:xfrm>
                <a:off x="6512891" y="3324747"/>
                <a:ext cx="211764" cy="246485"/>
              </a:xfrm>
            </p:spPr>
          </p:sp>
        </mc:Fallback>
      </mc:AlternateContent>
      <mc:AlternateContent xmlns:mc="http://schemas.openxmlformats.org/markup-compatibility/2006">
        <mc:Choice xmlns:p14="http://schemas.microsoft.com/office/powerpoint/2010/main" Requires="p14">
          <p:contentPart p14:bwMode="auto" r:id="rId95">
            <p14:nvContentPartPr>
              <p14:cNvPr id="1050553" name=""/>
              <p14:cNvContentPartPr/>
              <p14:nvPr/>
            </p14:nvContentPartPr>
            <p14:xfrm>
              <a:off x="6794744" y="3481696"/>
              <a:ext cx="62583" cy="88831"/>
            </p14:xfrm>
          </p:contentPart>
        </mc:Choice>
        <mc:Fallback>
          <p:sp>
            <p:nvSpPr>
              <p:cNvPr id="1050553" name=""/>
              <p:cNvSpPr/>
              <p:nvPr/>
            </p:nvSpPr>
            <p:spPr>
              <a:xfrm>
                <a:off x="6794744" y="3481696"/>
                <a:ext cx="62583" cy="88831"/>
              </a:xfrm>
            </p:spPr>
          </p:sp>
        </mc:Fallback>
      </mc:AlternateContent>
      <mc:AlternateContent xmlns:mc="http://schemas.openxmlformats.org/markup-compatibility/2006">
        <mc:Choice xmlns:p14="http://schemas.microsoft.com/office/powerpoint/2010/main" Requires="p14">
          <p:contentPart p14:bwMode="auto" r:id="rId96">
            <p14:nvContentPartPr>
              <p14:cNvPr id="1050554" name=""/>
              <p14:cNvContentPartPr/>
              <p14:nvPr/>
            </p14:nvContentPartPr>
            <p14:xfrm>
              <a:off x="6463909" y="3187889"/>
              <a:ext cx="246328" cy="40578"/>
            </p14:xfrm>
          </p:contentPart>
        </mc:Choice>
        <mc:Fallback>
          <p:sp>
            <p:nvSpPr>
              <p:cNvPr id="1050554" name=""/>
              <p:cNvSpPr/>
              <p:nvPr/>
            </p:nvSpPr>
            <p:spPr>
              <a:xfrm>
                <a:off x="6463909" y="3187889"/>
                <a:ext cx="246328" cy="40578"/>
              </a:xfrm>
            </p:spPr>
          </p:sp>
        </mc:Fallback>
      </mc:AlternateContent>
      <mc:AlternateContent xmlns:mc="http://schemas.openxmlformats.org/markup-compatibility/2006">
        <mc:Choice xmlns:p14="http://schemas.microsoft.com/office/powerpoint/2010/main" Requires="p14">
          <p:contentPart p14:bwMode="auto" r:id="rId97">
            <p14:nvContentPartPr>
              <p14:cNvPr id="1050555" name=""/>
              <p14:cNvContentPartPr/>
              <p14:nvPr/>
            </p14:nvContentPartPr>
            <p14:xfrm>
              <a:off x="6563805" y="3126856"/>
              <a:ext cx="255627" cy="159006"/>
            </p14:xfrm>
          </p:contentPart>
        </mc:Choice>
        <mc:Fallback>
          <p:sp>
            <p:nvSpPr>
              <p:cNvPr id="1050555" name=""/>
              <p:cNvSpPr/>
              <p:nvPr/>
            </p:nvSpPr>
            <p:spPr>
              <a:xfrm>
                <a:off x="6563805" y="3126856"/>
                <a:ext cx="255627" cy="159006"/>
              </a:xfrm>
            </p:spPr>
          </p:sp>
        </mc:Fallback>
      </mc:AlternateContent>
      <mc:AlternateContent xmlns:mc="http://schemas.openxmlformats.org/markup-compatibility/2006">
        <mc:Choice xmlns:p14="http://schemas.microsoft.com/office/powerpoint/2010/main" Requires="p14">
          <p:contentPart p14:bwMode="auto" r:id="rId98">
            <p14:nvContentPartPr>
              <p14:cNvPr id="1050556" name=""/>
              <p14:cNvContentPartPr/>
              <p14:nvPr/>
            </p14:nvContentPartPr>
            <p14:xfrm>
              <a:off x="6793525" y="3942130"/>
              <a:ext cx="113607" cy="222267"/>
            </p14:xfrm>
          </p:contentPart>
        </mc:Choice>
        <mc:Fallback>
          <p:sp>
            <p:nvSpPr>
              <p:cNvPr id="1050556" name=""/>
              <p:cNvSpPr/>
              <p:nvPr/>
            </p:nvSpPr>
            <p:spPr>
              <a:xfrm>
                <a:off x="6793525" y="3942130"/>
                <a:ext cx="113607" cy="222267"/>
              </a:xfrm>
            </p:spPr>
          </p:sp>
        </mc:Fallback>
      </mc:AlternateContent>
      <mc:AlternateContent xmlns:mc="http://schemas.openxmlformats.org/markup-compatibility/2006">
        <mc:Choice xmlns:p14="http://schemas.microsoft.com/office/powerpoint/2010/main" Requires="p14">
          <p:contentPart p14:bwMode="auto" r:id="rId99">
            <p14:nvContentPartPr>
              <p14:cNvPr id="1050557" name=""/>
              <p14:cNvContentPartPr/>
              <p14:nvPr/>
            </p14:nvContentPartPr>
            <p14:xfrm>
              <a:off x="7330662" y="3597726"/>
              <a:ext cx="188037" cy="200300"/>
            </p14:xfrm>
          </p:contentPart>
        </mc:Choice>
        <mc:Fallback>
          <p:sp>
            <p:nvSpPr>
              <p:cNvPr id="1050557" name=""/>
              <p:cNvSpPr/>
              <p:nvPr/>
            </p:nvSpPr>
            <p:spPr>
              <a:xfrm>
                <a:off x="7330662" y="3597726"/>
                <a:ext cx="188037" cy="200300"/>
              </a:xfrm>
            </p:spPr>
          </p:sp>
        </mc:Fallback>
      </mc:AlternateContent>
      <mc:AlternateContent xmlns:mc="http://schemas.openxmlformats.org/markup-compatibility/2006">
        <mc:Choice xmlns:p14="http://schemas.microsoft.com/office/powerpoint/2010/main" Requires="p14">
          <p:contentPart p14:bwMode="auto" r:id="rId100">
            <p14:nvContentPartPr>
              <p14:cNvPr id="1050558" name=""/>
              <p14:cNvContentPartPr/>
              <p14:nvPr/>
            </p14:nvContentPartPr>
            <p14:xfrm>
              <a:off x="7484303" y="3769138"/>
              <a:ext cx="91180" cy="101465"/>
            </p14:xfrm>
          </p:contentPart>
        </mc:Choice>
        <mc:Fallback>
          <p:sp>
            <p:nvSpPr>
              <p:cNvPr id="1050558" name=""/>
              <p:cNvSpPr/>
              <p:nvPr/>
            </p:nvSpPr>
            <p:spPr>
              <a:xfrm>
                <a:off x="7484303" y="3769138"/>
                <a:ext cx="91180" cy="101465"/>
              </a:xfrm>
            </p:spPr>
          </p:sp>
        </mc:Fallback>
      </mc:AlternateContent>
      <mc:AlternateContent xmlns:mc="http://schemas.openxmlformats.org/markup-compatibility/2006">
        <mc:Choice xmlns:p14="http://schemas.microsoft.com/office/powerpoint/2010/main" Requires="p14">
          <p:contentPart p14:bwMode="auto" r:id="rId101">
            <p14:nvContentPartPr>
              <p14:cNvPr id="1050559" name=""/>
              <p14:cNvContentPartPr/>
              <p14:nvPr/>
            </p14:nvContentPartPr>
            <p14:xfrm>
              <a:off x="7644704" y="3727972"/>
              <a:ext cx="114116" cy="10969"/>
            </p14:xfrm>
          </p:contentPart>
        </mc:Choice>
        <mc:Fallback>
          <p:sp>
            <p:nvSpPr>
              <p:cNvPr id="1050559" name=""/>
              <p:cNvSpPr/>
              <p:nvPr/>
            </p:nvSpPr>
            <p:spPr>
              <a:xfrm>
                <a:off x="7644704" y="3727972"/>
                <a:ext cx="114116" cy="10969"/>
              </a:xfrm>
            </p:spPr>
          </p:sp>
        </mc:Fallback>
      </mc:AlternateContent>
      <mc:AlternateContent xmlns:mc="http://schemas.openxmlformats.org/markup-compatibility/2006">
        <mc:Choice xmlns:p14="http://schemas.microsoft.com/office/powerpoint/2010/main" Requires="p14">
          <p:contentPart p14:bwMode="auto" r:id="rId102">
            <p14:nvContentPartPr>
              <p14:cNvPr id="1050560" name=""/>
              <p14:cNvContentPartPr/>
              <p14:nvPr/>
            </p14:nvContentPartPr>
            <p14:xfrm>
              <a:off x="7659573" y="3816423"/>
              <a:ext cx="133042" cy="10455"/>
            </p14:xfrm>
          </p:contentPart>
        </mc:Choice>
        <mc:Fallback>
          <p:sp>
            <p:nvSpPr>
              <p:cNvPr id="1050560" name=""/>
              <p:cNvSpPr/>
              <p:nvPr/>
            </p:nvSpPr>
            <p:spPr>
              <a:xfrm>
                <a:off x="7659573" y="3816423"/>
                <a:ext cx="133042" cy="10455"/>
              </a:xfrm>
            </p:spPr>
          </p:sp>
        </mc:Fallback>
      </mc:AlternateContent>
      <mc:AlternateContent xmlns:mc="http://schemas.openxmlformats.org/markup-compatibility/2006">
        <mc:Choice xmlns:p14="http://schemas.microsoft.com/office/powerpoint/2010/main" Requires="p14">
          <p:contentPart p14:bwMode="auto" r:id="rId103">
            <p14:nvContentPartPr>
              <p14:cNvPr id="1050561" name=""/>
              <p14:cNvContentPartPr/>
              <p14:nvPr/>
            </p14:nvContentPartPr>
            <p14:xfrm>
              <a:off x="7823577" y="3359481"/>
              <a:ext cx="688272" cy="933325"/>
            </p14:xfrm>
          </p:contentPart>
        </mc:Choice>
        <mc:Fallback>
          <p:sp>
            <p:nvSpPr>
              <p:cNvPr id="1050561" name=""/>
              <p:cNvSpPr/>
              <p:nvPr/>
            </p:nvSpPr>
            <p:spPr>
              <a:xfrm>
                <a:off x="7823577" y="3359481"/>
                <a:ext cx="688272" cy="933325"/>
              </a:xfrm>
            </p:spPr>
          </p:sp>
        </mc:Fallback>
      </mc:AlternateContent>
      <mc:AlternateContent xmlns:mc="http://schemas.openxmlformats.org/markup-compatibility/2006">
        <mc:Choice xmlns:p14="http://schemas.microsoft.com/office/powerpoint/2010/main" Requires="p14">
          <p:contentPart p14:bwMode="auto" r:id="rId104">
            <p14:nvContentPartPr>
              <p14:cNvPr id="1050562" name=""/>
              <p14:cNvContentPartPr/>
              <p14:nvPr/>
            </p14:nvContentPartPr>
            <p14:xfrm>
              <a:off x="8015063" y="3557407"/>
              <a:ext cx="148238" cy="292226"/>
            </p14:xfrm>
          </p:contentPart>
        </mc:Choice>
        <mc:Fallback>
          <p:sp>
            <p:nvSpPr>
              <p:cNvPr id="1050562" name=""/>
              <p:cNvSpPr/>
              <p:nvPr/>
            </p:nvSpPr>
            <p:spPr>
              <a:xfrm>
                <a:off x="8015063" y="3557407"/>
                <a:ext cx="148238" cy="292226"/>
              </a:xfrm>
            </p:spPr>
          </p:sp>
        </mc:Fallback>
      </mc:AlternateContent>
      <mc:AlternateContent xmlns:mc="http://schemas.openxmlformats.org/markup-compatibility/2006">
        <mc:Choice xmlns:p14="http://schemas.microsoft.com/office/powerpoint/2010/main" Requires="p14">
          <p:contentPart p14:bwMode="auto" r:id="rId105">
            <p14:nvContentPartPr>
              <p14:cNvPr id="1050563" name=""/>
              <p14:cNvContentPartPr/>
              <p14:nvPr/>
            </p14:nvContentPartPr>
            <p14:xfrm>
              <a:off x="8257780" y="3561441"/>
              <a:ext cx="128471" cy="295464"/>
            </p14:xfrm>
          </p:contentPart>
        </mc:Choice>
        <mc:Fallback>
          <p:sp>
            <p:nvSpPr>
              <p:cNvPr id="1050563" name=""/>
              <p:cNvSpPr/>
              <p:nvPr/>
            </p:nvSpPr>
            <p:spPr>
              <a:xfrm>
                <a:off x="8257780" y="3561441"/>
                <a:ext cx="128471" cy="295464"/>
              </a:xfrm>
            </p:spPr>
          </p:sp>
        </mc:Fallback>
      </mc:AlternateContent>
      <mc:AlternateContent xmlns:mc="http://schemas.openxmlformats.org/markup-compatibility/2006">
        <mc:Choice xmlns:p14="http://schemas.microsoft.com/office/powerpoint/2010/main" Requires="p14">
          <p:contentPart p14:bwMode="auto" r:id="rId106">
            <p14:nvContentPartPr>
              <p14:cNvPr id="1050564" name=""/>
              <p14:cNvContentPartPr/>
              <p14:nvPr/>
            </p14:nvContentPartPr>
            <p14:xfrm>
              <a:off x="8389484" y="3733555"/>
              <a:ext cx="131564" cy="157127"/>
            </p14:xfrm>
          </p:contentPart>
        </mc:Choice>
        <mc:Fallback>
          <p:sp>
            <p:nvSpPr>
              <p:cNvPr id="1050564" name=""/>
              <p:cNvSpPr/>
              <p:nvPr/>
            </p:nvSpPr>
            <p:spPr>
              <a:xfrm>
                <a:off x="8389484" y="3733555"/>
                <a:ext cx="131564" cy="157127"/>
              </a:xfrm>
            </p:spPr>
          </p:sp>
        </mc:Fallback>
      </mc:AlternateContent>
      <mc:AlternateContent xmlns:mc="http://schemas.openxmlformats.org/markup-compatibility/2006">
        <mc:Choice xmlns:p14="http://schemas.microsoft.com/office/powerpoint/2010/main" Requires="p14">
          <p:contentPart p14:bwMode="auto" r:id="rId107">
            <p14:nvContentPartPr>
              <p14:cNvPr id="1050565" name=""/>
              <p14:cNvContentPartPr/>
              <p14:nvPr/>
            </p14:nvContentPartPr>
            <p14:xfrm>
              <a:off x="8078197" y="3935476"/>
              <a:ext cx="406355" cy="21353"/>
            </p14:xfrm>
          </p:contentPart>
        </mc:Choice>
        <mc:Fallback>
          <p:sp>
            <p:nvSpPr>
              <p:cNvPr id="1050565" name=""/>
              <p:cNvSpPr/>
              <p:nvPr/>
            </p:nvSpPr>
            <p:spPr>
              <a:xfrm>
                <a:off x="8078197" y="3935476"/>
                <a:ext cx="406355" cy="21353"/>
              </a:xfrm>
            </p:spPr>
          </p:sp>
        </mc:Fallback>
      </mc:AlternateContent>
      <mc:AlternateContent xmlns:mc="http://schemas.openxmlformats.org/markup-compatibility/2006">
        <mc:Choice xmlns:p14="http://schemas.microsoft.com/office/powerpoint/2010/main" Requires="p14">
          <p:contentPart p14:bwMode="auto" r:id="rId108">
            <p14:nvContentPartPr>
              <p14:cNvPr id="1050566" name=""/>
              <p14:cNvContentPartPr/>
              <p14:nvPr/>
            </p14:nvContentPartPr>
            <p14:xfrm>
              <a:off x="8188219" y="4019768"/>
              <a:ext cx="124369" cy="250661"/>
            </p14:xfrm>
          </p:contentPart>
        </mc:Choice>
        <mc:Fallback>
          <p:sp>
            <p:nvSpPr>
              <p:cNvPr id="1050566" name=""/>
              <p:cNvSpPr/>
              <p:nvPr/>
            </p:nvSpPr>
            <p:spPr>
              <a:xfrm>
                <a:off x="8188219" y="4019768"/>
                <a:ext cx="124369" cy="250661"/>
              </a:xfrm>
            </p:spPr>
          </p:sp>
        </mc:Fallback>
      </mc:AlternateContent>
      <mc:AlternateContent xmlns:mc="http://schemas.openxmlformats.org/markup-compatibility/2006">
        <mc:Choice xmlns:p14="http://schemas.microsoft.com/office/powerpoint/2010/main" Requires="p14">
          <p:contentPart p14:bwMode="auto" r:id="rId109">
            <p14:nvContentPartPr>
              <p14:cNvPr id="1050567" name=""/>
              <p14:cNvContentPartPr/>
              <p14:nvPr/>
            </p14:nvContentPartPr>
            <p14:xfrm>
              <a:off x="4847984" y="3684191"/>
              <a:ext cx="2429978" cy="2501548"/>
            </p14:xfrm>
          </p:contentPart>
        </mc:Choice>
        <mc:Fallback>
          <p:sp>
            <p:nvSpPr>
              <p:cNvPr id="1050567" name=""/>
              <p:cNvSpPr/>
              <p:nvPr/>
            </p:nvSpPr>
            <p:spPr>
              <a:xfrm>
                <a:off x="4847984" y="3684191"/>
                <a:ext cx="2429978" cy="2501548"/>
              </a:xfrm>
            </p:spPr>
          </p:sp>
        </mc:Fallback>
      </mc:AlternateContent>
      <mc:AlternateContent xmlns:mc="http://schemas.openxmlformats.org/markup-compatibility/2006">
        <mc:Choice xmlns:p14="http://schemas.microsoft.com/office/powerpoint/2010/main" Requires="p14">
          <p:contentPart p14:bwMode="auto" r:id="rId110">
            <p14:nvContentPartPr>
              <p14:cNvPr id="1050568" name=""/>
              <p14:cNvContentPartPr/>
              <p14:nvPr/>
            </p14:nvContentPartPr>
            <p14:xfrm>
              <a:off x="5699786" y="5599384"/>
              <a:ext cx="334724" cy="366821"/>
            </p14:xfrm>
          </p:contentPart>
        </mc:Choice>
        <mc:Fallback>
          <p:sp>
            <p:nvSpPr>
              <p:cNvPr id="1050568" name=""/>
              <p:cNvSpPr/>
              <p:nvPr/>
            </p:nvSpPr>
            <p:spPr>
              <a:xfrm>
                <a:off x="5699786" y="5599384"/>
                <a:ext cx="334724" cy="366821"/>
              </a:xfrm>
            </p:spPr>
          </p:sp>
        </mc:Fallback>
      </mc:AlternateContent>
      <mc:AlternateContent xmlns:mc="http://schemas.openxmlformats.org/markup-compatibility/2006">
        <mc:Choice xmlns:p14="http://schemas.microsoft.com/office/powerpoint/2010/main" Requires="p14">
          <p:contentPart p14:bwMode="auto" r:id="rId111">
            <p14:nvContentPartPr>
              <p14:cNvPr id="1050569" name=""/>
              <p14:cNvContentPartPr/>
              <p14:nvPr/>
            </p14:nvContentPartPr>
            <p14:xfrm>
              <a:off x="6088356" y="5499855"/>
              <a:ext cx="329705" cy="537553"/>
            </p14:xfrm>
          </p:contentPart>
        </mc:Choice>
        <mc:Fallback>
          <p:sp>
            <p:nvSpPr>
              <p:cNvPr id="1050569" name=""/>
              <p:cNvSpPr/>
              <p:nvPr/>
            </p:nvSpPr>
            <p:spPr>
              <a:xfrm>
                <a:off x="6088356" y="5499855"/>
                <a:ext cx="329705" cy="537553"/>
              </a:xfrm>
            </p:spPr>
          </p:sp>
        </mc:Fallback>
      </mc:AlternateContent>
      <mc:AlternateContent xmlns:mc="http://schemas.openxmlformats.org/markup-compatibility/2006">
        <mc:Choice xmlns:p14="http://schemas.microsoft.com/office/powerpoint/2010/main" Requires="p14">
          <p:contentPart p14:bwMode="auto" r:id="rId112">
            <p14:nvContentPartPr>
              <p14:cNvPr id="1050570" name=""/>
              <p14:cNvContentPartPr/>
              <p14:nvPr/>
            </p14:nvContentPartPr>
            <p14:xfrm>
              <a:off x="5978542" y="6059750"/>
              <a:ext cx="198229" cy="27508"/>
            </p14:xfrm>
          </p:contentPart>
        </mc:Choice>
        <mc:Fallback>
          <p:sp>
            <p:nvSpPr>
              <p:cNvPr id="1050570" name=""/>
              <p:cNvSpPr/>
              <p:nvPr/>
            </p:nvSpPr>
            <p:spPr>
              <a:xfrm>
                <a:off x="5978542" y="6059750"/>
                <a:ext cx="198229" cy="27508"/>
              </a:xfrm>
            </p:spPr>
          </p:sp>
        </mc:Fallback>
      </mc:AlternateContent>
      <mc:AlternateContent xmlns:mc="http://schemas.openxmlformats.org/markup-compatibility/2006">
        <mc:Choice xmlns:p14="http://schemas.microsoft.com/office/powerpoint/2010/main" Requires="p14">
          <p:contentPart p14:bwMode="auto" r:id="rId113">
            <p14:nvContentPartPr>
              <p14:cNvPr id="1050571" name=""/>
              <p14:cNvContentPartPr/>
              <p14:nvPr/>
            </p14:nvContentPartPr>
            <p14:xfrm>
              <a:off x="5979875" y="6146310"/>
              <a:ext cx="182478" cy="15207"/>
            </p14:xfrm>
          </p:contentPart>
        </mc:Choice>
        <mc:Fallback>
          <p:sp>
            <p:nvSpPr>
              <p:cNvPr id="1050571" name=""/>
              <p:cNvSpPr/>
              <p:nvPr/>
            </p:nvSpPr>
            <p:spPr>
              <a:xfrm>
                <a:off x="5979875" y="6146310"/>
                <a:ext cx="182478" cy="15207"/>
              </a:xfrm>
            </p:spPr>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574" name=""/>
              <p14:cNvContentPartPr/>
              <p14:nvPr/>
            </p14:nvContentPartPr>
            <p14:xfrm>
              <a:off x="473551" y="601103"/>
              <a:ext cx="211831" cy="7386"/>
            </p14:xfrm>
          </p:contentPart>
        </mc:Choice>
        <mc:Fallback>
          <p:sp>
            <p:nvSpPr>
              <p:cNvPr id="1050574" name=""/>
              <p:cNvSpPr/>
              <p:nvPr/>
            </p:nvSpPr>
            <p:spPr>
              <a:xfrm>
                <a:off x="473551" y="601103"/>
                <a:ext cx="211831" cy="7386"/>
              </a:xfrm>
            </p:spPr>
          </p:sp>
        </mc:Fallback>
      </mc:AlternateContent>
      <mc:AlternateContent xmlns:mc="http://schemas.openxmlformats.org/markup-compatibility/2006">
        <mc:Choice xmlns:p14="http://schemas.microsoft.com/office/powerpoint/2010/main" Requires="p14">
          <p:contentPart p14:bwMode="auto" r:id="rId2">
            <p14:nvContentPartPr>
              <p14:cNvPr id="1050575" name=""/>
              <p14:cNvContentPartPr/>
              <p14:nvPr/>
            </p14:nvContentPartPr>
            <p14:xfrm>
              <a:off x="840933" y="376463"/>
              <a:ext cx="41728" cy="333668"/>
            </p14:xfrm>
          </p:contentPart>
        </mc:Choice>
        <mc:Fallback>
          <p:sp>
            <p:nvSpPr>
              <p:cNvPr id="1050575" name=""/>
              <p:cNvSpPr/>
              <p:nvPr/>
            </p:nvSpPr>
            <p:spPr>
              <a:xfrm>
                <a:off x="840933" y="376463"/>
                <a:ext cx="41728" cy="333668"/>
              </a:xfrm>
            </p:spPr>
          </p:sp>
        </mc:Fallback>
      </mc:AlternateContent>
      <mc:AlternateContent xmlns:mc="http://schemas.openxmlformats.org/markup-compatibility/2006">
        <mc:Choice xmlns:p14="http://schemas.microsoft.com/office/powerpoint/2010/main" Requires="p14">
          <p:contentPart p14:bwMode="auto" r:id="rId3">
            <p14:nvContentPartPr>
              <p14:cNvPr id="1050576" name=""/>
              <p14:cNvContentPartPr/>
              <p14:nvPr/>
            </p14:nvContentPartPr>
            <p14:xfrm>
              <a:off x="849771" y="274691"/>
              <a:ext cx="224810" cy="359773"/>
            </p14:xfrm>
          </p:contentPart>
        </mc:Choice>
        <mc:Fallback>
          <p:sp>
            <p:nvSpPr>
              <p:cNvPr id="1050576" name=""/>
              <p:cNvSpPr/>
              <p:nvPr/>
            </p:nvSpPr>
            <p:spPr>
              <a:xfrm>
                <a:off x="849771" y="274691"/>
                <a:ext cx="224810" cy="359773"/>
              </a:xfrm>
            </p:spPr>
          </p:sp>
        </mc:Fallback>
      </mc:AlternateContent>
      <mc:AlternateContent xmlns:mc="http://schemas.openxmlformats.org/markup-compatibility/2006">
        <mc:Choice xmlns:p14="http://schemas.microsoft.com/office/powerpoint/2010/main" Requires="p14">
          <p:contentPart p14:bwMode="auto" r:id="rId4">
            <p14:nvContentPartPr>
              <p14:cNvPr id="1050577" name=""/>
              <p14:cNvContentPartPr/>
              <p14:nvPr/>
            </p14:nvContentPartPr>
            <p14:xfrm>
              <a:off x="1194625" y="376463"/>
              <a:ext cx="235270" cy="260066"/>
            </p14:xfrm>
          </p:contentPart>
        </mc:Choice>
        <mc:Fallback>
          <p:sp>
            <p:nvSpPr>
              <p:cNvPr id="1050577" name=""/>
              <p:cNvSpPr/>
              <p:nvPr/>
            </p:nvSpPr>
            <p:spPr>
              <a:xfrm>
                <a:off x="1194625" y="376463"/>
                <a:ext cx="235270" cy="260066"/>
              </a:xfrm>
            </p:spPr>
          </p:sp>
        </mc:Fallback>
      </mc:AlternateContent>
      <mc:AlternateContent xmlns:mc="http://schemas.openxmlformats.org/markup-compatibility/2006">
        <mc:Choice xmlns:p14="http://schemas.microsoft.com/office/powerpoint/2010/main" Requires="p14">
          <p:contentPart p14:bwMode="auto" r:id="rId5">
            <p14:nvContentPartPr>
              <p14:cNvPr id="1050578" name=""/>
              <p14:cNvContentPartPr/>
              <p14:nvPr/>
            </p14:nvContentPartPr>
            <p14:xfrm>
              <a:off x="1422886" y="166275"/>
              <a:ext cx="215732" cy="184248"/>
            </p14:xfrm>
          </p:contentPart>
        </mc:Choice>
        <mc:Fallback>
          <p:sp>
            <p:nvSpPr>
              <p:cNvPr id="1050578" name=""/>
              <p:cNvSpPr/>
              <p:nvPr/>
            </p:nvSpPr>
            <p:spPr>
              <a:xfrm>
                <a:off x="1422886" y="166275"/>
                <a:ext cx="215732" cy="184248"/>
              </a:xfrm>
            </p:spPr>
          </p:sp>
        </mc:Fallback>
      </mc:AlternateContent>
      <mc:AlternateContent xmlns:mc="http://schemas.openxmlformats.org/markup-compatibility/2006">
        <mc:Choice xmlns:p14="http://schemas.microsoft.com/office/powerpoint/2010/main" Requires="p14">
          <p:contentPart p14:bwMode="auto" r:id="rId6">
            <p14:nvContentPartPr>
              <p14:cNvPr id="1050579" name=""/>
              <p14:cNvContentPartPr/>
              <p14:nvPr/>
            </p14:nvContentPartPr>
            <p14:xfrm>
              <a:off x="1620233" y="495074"/>
              <a:ext cx="164004" cy="18754"/>
            </p14:xfrm>
          </p:contentPart>
        </mc:Choice>
        <mc:Fallback>
          <p:sp>
            <p:nvSpPr>
              <p:cNvPr id="1050579" name=""/>
              <p:cNvSpPr/>
              <p:nvPr/>
            </p:nvSpPr>
            <p:spPr>
              <a:xfrm>
                <a:off x="1620233" y="495074"/>
                <a:ext cx="164004" cy="18754"/>
              </a:xfrm>
            </p:spPr>
          </p:sp>
        </mc:Fallback>
      </mc:AlternateContent>
      <mc:AlternateContent xmlns:mc="http://schemas.openxmlformats.org/markup-compatibility/2006">
        <mc:Choice xmlns:p14="http://schemas.microsoft.com/office/powerpoint/2010/main" Requires="p14">
          <p:contentPart p14:bwMode="auto" r:id="rId7">
            <p14:nvContentPartPr>
              <p14:cNvPr id="1050580" name=""/>
              <p14:cNvContentPartPr/>
              <p14:nvPr/>
            </p14:nvContentPartPr>
            <p14:xfrm>
              <a:off x="1612573" y="604756"/>
              <a:ext cx="164685" cy="23881"/>
            </p14:xfrm>
          </p:contentPart>
        </mc:Choice>
        <mc:Fallback>
          <p:sp>
            <p:nvSpPr>
              <p:cNvPr id="1050580" name=""/>
              <p:cNvSpPr/>
              <p:nvPr/>
            </p:nvSpPr>
            <p:spPr>
              <a:xfrm>
                <a:off x="1612573" y="604756"/>
                <a:ext cx="164685" cy="23881"/>
              </a:xfrm>
            </p:spPr>
          </p:sp>
        </mc:Fallback>
      </mc:AlternateContent>
      <mc:AlternateContent xmlns:mc="http://schemas.openxmlformats.org/markup-compatibility/2006">
        <mc:Choice xmlns:p14="http://schemas.microsoft.com/office/powerpoint/2010/main" Requires="p14">
          <p:contentPart p14:bwMode="auto" r:id="rId8">
            <p14:nvContentPartPr>
              <p14:cNvPr id="1050581" name=""/>
              <p14:cNvContentPartPr/>
              <p14:nvPr/>
            </p14:nvContentPartPr>
            <p14:xfrm>
              <a:off x="1868492" y="469122"/>
              <a:ext cx="167090" cy="41158"/>
            </p14:xfrm>
          </p:contentPart>
        </mc:Choice>
        <mc:Fallback>
          <p:sp>
            <p:nvSpPr>
              <p:cNvPr id="1050581" name=""/>
              <p:cNvSpPr/>
              <p:nvPr/>
            </p:nvSpPr>
            <p:spPr>
              <a:xfrm>
                <a:off x="1868492" y="469122"/>
                <a:ext cx="167090" cy="41158"/>
              </a:xfrm>
            </p:spPr>
          </p:sp>
        </mc:Fallback>
      </mc:AlternateContent>
      <mc:AlternateContent xmlns:mc="http://schemas.openxmlformats.org/markup-compatibility/2006">
        <mc:Choice xmlns:p14="http://schemas.microsoft.com/office/powerpoint/2010/main" Requires="p14">
          <p:contentPart p14:bwMode="auto" r:id="rId9">
            <p14:nvContentPartPr>
              <p14:cNvPr id="1050582" name=""/>
              <p14:cNvContentPartPr/>
              <p14:nvPr/>
            </p14:nvContentPartPr>
            <p14:xfrm>
              <a:off x="2122856" y="229214"/>
              <a:ext cx="278845" cy="260751"/>
            </p14:xfrm>
          </p:contentPart>
        </mc:Choice>
        <mc:Fallback>
          <p:sp>
            <p:nvSpPr>
              <p:cNvPr id="1050582" name=""/>
              <p:cNvSpPr/>
              <p:nvPr/>
            </p:nvSpPr>
            <p:spPr>
              <a:xfrm>
                <a:off x="2122856" y="229214"/>
                <a:ext cx="278845" cy="260751"/>
              </a:xfrm>
            </p:spPr>
          </p:sp>
        </mc:Fallback>
      </mc:AlternateContent>
      <mc:AlternateContent xmlns:mc="http://schemas.openxmlformats.org/markup-compatibility/2006">
        <mc:Choice xmlns:p14="http://schemas.microsoft.com/office/powerpoint/2010/main" Requires="p14">
          <p:contentPart p14:bwMode="auto" r:id="rId10">
            <p14:nvContentPartPr>
              <p14:cNvPr id="1050583" name=""/>
              <p14:cNvContentPartPr/>
              <p14:nvPr/>
            </p14:nvContentPartPr>
            <p14:xfrm>
              <a:off x="2500259" y="236310"/>
              <a:ext cx="61648" cy="227807"/>
            </p14:xfrm>
          </p:contentPart>
        </mc:Choice>
        <mc:Fallback>
          <p:sp>
            <p:nvSpPr>
              <p:cNvPr id="1050583" name=""/>
              <p:cNvSpPr/>
              <p:nvPr/>
            </p:nvSpPr>
            <p:spPr>
              <a:xfrm>
                <a:off x="2500259" y="236310"/>
                <a:ext cx="61648" cy="227807"/>
              </a:xfrm>
            </p:spPr>
          </p:sp>
        </mc:Fallback>
      </mc:AlternateContent>
      <mc:AlternateContent xmlns:mc="http://schemas.openxmlformats.org/markup-compatibility/2006">
        <mc:Choice xmlns:p14="http://schemas.microsoft.com/office/powerpoint/2010/main" Requires="p14">
          <p:contentPart p14:bwMode="auto" r:id="rId11">
            <p14:nvContentPartPr>
              <p14:cNvPr id="1050584" name=""/>
              <p14:cNvContentPartPr/>
              <p14:nvPr/>
            </p14:nvContentPartPr>
            <p14:xfrm>
              <a:off x="2547490" y="141419"/>
              <a:ext cx="177617" cy="303241"/>
            </p14:xfrm>
          </p:contentPart>
        </mc:Choice>
        <mc:Fallback>
          <p:sp>
            <p:nvSpPr>
              <p:cNvPr id="1050584" name=""/>
              <p:cNvSpPr/>
              <p:nvPr/>
            </p:nvSpPr>
            <p:spPr>
              <a:xfrm>
                <a:off x="2547490" y="141419"/>
                <a:ext cx="177617" cy="303241"/>
              </a:xfrm>
            </p:spPr>
          </p:sp>
        </mc:Fallback>
      </mc:AlternateContent>
      <mc:AlternateContent xmlns:mc="http://schemas.openxmlformats.org/markup-compatibility/2006">
        <mc:Choice xmlns:p14="http://schemas.microsoft.com/office/powerpoint/2010/main" Requires="p14">
          <p:contentPart p14:bwMode="auto" r:id="rId12">
            <p14:nvContentPartPr>
              <p14:cNvPr id="1050585" name=""/>
              <p14:cNvContentPartPr/>
              <p14:nvPr/>
            </p14:nvContentPartPr>
            <p14:xfrm>
              <a:off x="2676862" y="310568"/>
              <a:ext cx="206748" cy="209799"/>
            </p14:xfrm>
          </p:contentPart>
        </mc:Choice>
        <mc:Fallback>
          <p:sp>
            <p:nvSpPr>
              <p:cNvPr id="1050585" name=""/>
              <p:cNvSpPr/>
              <p:nvPr/>
            </p:nvSpPr>
            <p:spPr>
              <a:xfrm>
                <a:off x="2676862" y="310568"/>
                <a:ext cx="206748" cy="209799"/>
              </a:xfrm>
            </p:spPr>
          </p:sp>
        </mc:Fallback>
      </mc:AlternateContent>
      <mc:AlternateContent xmlns:mc="http://schemas.openxmlformats.org/markup-compatibility/2006">
        <mc:Choice xmlns:p14="http://schemas.microsoft.com/office/powerpoint/2010/main" Requires="p14">
          <p:contentPart p14:bwMode="auto" r:id="rId13">
            <p14:nvContentPartPr>
              <p14:cNvPr id="1050586" name=""/>
              <p14:cNvContentPartPr/>
              <p14:nvPr/>
            </p14:nvContentPartPr>
            <p14:xfrm>
              <a:off x="2196953" y="599137"/>
              <a:ext cx="794810" cy="8272"/>
            </p14:xfrm>
          </p:contentPart>
        </mc:Choice>
        <mc:Fallback>
          <p:sp>
            <p:nvSpPr>
              <p:cNvPr id="1050586" name=""/>
              <p:cNvSpPr/>
              <p:nvPr/>
            </p:nvSpPr>
            <p:spPr>
              <a:xfrm>
                <a:off x="2196953" y="599137"/>
                <a:ext cx="794810" cy="8272"/>
              </a:xfrm>
            </p:spPr>
          </p:sp>
        </mc:Fallback>
      </mc:AlternateContent>
      <mc:AlternateContent xmlns:mc="http://schemas.openxmlformats.org/markup-compatibility/2006">
        <mc:Choice xmlns:p14="http://schemas.microsoft.com/office/powerpoint/2010/main" Requires="p14">
          <p:contentPart p14:bwMode="auto" r:id="rId14">
            <p14:nvContentPartPr>
              <p14:cNvPr id="1050587" name=""/>
              <p14:cNvContentPartPr/>
              <p14:nvPr/>
            </p14:nvContentPartPr>
            <p14:xfrm>
              <a:off x="2380632" y="831897"/>
              <a:ext cx="68636" cy="315366"/>
            </p14:xfrm>
          </p:contentPart>
        </mc:Choice>
        <mc:Fallback>
          <p:sp>
            <p:nvSpPr>
              <p:cNvPr id="1050587" name=""/>
              <p:cNvSpPr/>
              <p:nvPr/>
            </p:nvSpPr>
            <p:spPr>
              <a:xfrm>
                <a:off x="2380632" y="831897"/>
                <a:ext cx="68636" cy="315366"/>
              </a:xfrm>
            </p:spPr>
          </p:sp>
        </mc:Fallback>
      </mc:AlternateContent>
      <mc:AlternateContent xmlns:mc="http://schemas.openxmlformats.org/markup-compatibility/2006">
        <mc:Choice xmlns:p14="http://schemas.microsoft.com/office/powerpoint/2010/main" Requires="p14">
          <p:contentPart p14:bwMode="auto" r:id="rId15">
            <p14:nvContentPartPr>
              <p14:cNvPr id="1050588" name=""/>
              <p14:cNvContentPartPr/>
              <p14:nvPr/>
            </p14:nvContentPartPr>
            <p14:xfrm>
              <a:off x="2408717" y="770087"/>
              <a:ext cx="204360" cy="329434"/>
            </p14:xfrm>
          </p:contentPart>
        </mc:Choice>
        <mc:Fallback>
          <p:sp>
            <p:nvSpPr>
              <p:cNvPr id="1050588" name=""/>
              <p:cNvSpPr/>
              <p:nvPr/>
            </p:nvSpPr>
            <p:spPr>
              <a:xfrm>
                <a:off x="2408717" y="770087"/>
                <a:ext cx="204360" cy="329434"/>
              </a:xfrm>
            </p:spPr>
          </p:sp>
        </mc:Fallback>
      </mc:AlternateContent>
      <mc:AlternateContent xmlns:mc="http://schemas.openxmlformats.org/markup-compatibility/2006">
        <mc:Choice xmlns:p14="http://schemas.microsoft.com/office/powerpoint/2010/main" Requires="p14">
          <p:contentPart p14:bwMode="auto" r:id="rId16">
            <p14:nvContentPartPr>
              <p14:cNvPr id="1050589" name=""/>
              <p14:cNvContentPartPr/>
              <p14:nvPr/>
            </p14:nvContentPartPr>
            <p14:xfrm>
              <a:off x="2642559" y="672717"/>
              <a:ext cx="238912" cy="197286"/>
            </p14:xfrm>
          </p:contentPart>
        </mc:Choice>
        <mc:Fallback>
          <p:sp>
            <p:nvSpPr>
              <p:cNvPr id="1050589" name=""/>
              <p:cNvSpPr/>
              <p:nvPr/>
            </p:nvSpPr>
            <p:spPr>
              <a:xfrm>
                <a:off x="2642559" y="672717"/>
                <a:ext cx="238912" cy="197286"/>
              </a:xfrm>
            </p:spPr>
          </p:sp>
        </mc:Fallback>
      </mc:AlternateContent>
      <mc:AlternateContent xmlns:mc="http://schemas.openxmlformats.org/markup-compatibility/2006">
        <mc:Choice xmlns:p14="http://schemas.microsoft.com/office/powerpoint/2010/main" Requires="p14">
          <p:contentPart p14:bwMode="auto" r:id="rId17">
            <p14:nvContentPartPr>
              <p14:cNvPr id="1050590" name=""/>
              <p14:cNvContentPartPr/>
              <p14:nvPr/>
            </p14:nvContentPartPr>
            <p14:xfrm>
              <a:off x="663438" y="1715648"/>
              <a:ext cx="241771" cy="281560"/>
            </p14:xfrm>
          </p:contentPart>
        </mc:Choice>
        <mc:Fallback>
          <p:sp>
            <p:nvSpPr>
              <p:cNvPr id="1050590" name=""/>
              <p:cNvSpPr/>
              <p:nvPr/>
            </p:nvSpPr>
            <p:spPr>
              <a:xfrm>
                <a:off x="663438" y="1715648"/>
                <a:ext cx="241771" cy="281560"/>
              </a:xfrm>
            </p:spPr>
          </p:sp>
        </mc:Fallback>
      </mc:AlternateContent>
      <mc:AlternateContent xmlns:mc="http://schemas.openxmlformats.org/markup-compatibility/2006">
        <mc:Choice xmlns:p14="http://schemas.microsoft.com/office/powerpoint/2010/main" Requires="p14">
          <p:contentPart p14:bwMode="auto" r:id="rId18">
            <p14:nvContentPartPr>
              <p14:cNvPr id="1050591" name=""/>
              <p14:cNvContentPartPr/>
              <p14:nvPr/>
            </p14:nvContentPartPr>
            <p14:xfrm>
              <a:off x="1050271" y="1820405"/>
              <a:ext cx="178778" cy="13600"/>
            </p14:xfrm>
          </p:contentPart>
        </mc:Choice>
        <mc:Fallback>
          <p:sp>
            <p:nvSpPr>
              <p:cNvPr id="1050591" name=""/>
              <p:cNvSpPr/>
              <p:nvPr/>
            </p:nvSpPr>
            <p:spPr>
              <a:xfrm>
                <a:off x="1050271" y="1820405"/>
                <a:ext cx="178778" cy="13600"/>
              </a:xfrm>
            </p:spPr>
          </p:sp>
        </mc:Fallback>
      </mc:AlternateContent>
      <mc:AlternateContent xmlns:mc="http://schemas.openxmlformats.org/markup-compatibility/2006">
        <mc:Choice xmlns:p14="http://schemas.microsoft.com/office/powerpoint/2010/main" Requires="p14">
          <p:contentPart p14:bwMode="auto" r:id="rId19">
            <p14:nvContentPartPr>
              <p14:cNvPr id="1050592" name=""/>
              <p14:cNvContentPartPr/>
              <p14:nvPr/>
            </p14:nvContentPartPr>
            <p14:xfrm>
              <a:off x="1094426" y="1959712"/>
              <a:ext cx="182477" cy="7096"/>
            </p14:xfrm>
          </p:contentPart>
        </mc:Choice>
        <mc:Fallback>
          <p:sp>
            <p:nvSpPr>
              <p:cNvPr id="1050592" name=""/>
              <p:cNvSpPr/>
              <p:nvPr/>
            </p:nvSpPr>
            <p:spPr>
              <a:xfrm>
                <a:off x="1094426" y="1959712"/>
                <a:ext cx="182477" cy="7096"/>
              </a:xfrm>
            </p:spPr>
          </p:sp>
        </mc:Fallback>
      </mc:AlternateContent>
      <mc:AlternateContent xmlns:mc="http://schemas.openxmlformats.org/markup-compatibility/2006">
        <mc:Choice xmlns:p14="http://schemas.microsoft.com/office/powerpoint/2010/main" Requires="p14">
          <p:contentPart p14:bwMode="auto" r:id="rId20">
            <p14:nvContentPartPr>
              <p14:cNvPr id="1050593" name=""/>
              <p14:cNvContentPartPr/>
              <p14:nvPr/>
            </p14:nvContentPartPr>
            <p14:xfrm>
              <a:off x="1527747" y="1497424"/>
              <a:ext cx="234978" cy="391654"/>
            </p14:xfrm>
          </p:contentPart>
        </mc:Choice>
        <mc:Fallback>
          <p:sp>
            <p:nvSpPr>
              <p:cNvPr id="1050593" name=""/>
              <p:cNvSpPr/>
              <p:nvPr/>
            </p:nvSpPr>
            <p:spPr>
              <a:xfrm>
                <a:off x="1527747" y="1497424"/>
                <a:ext cx="234978" cy="391654"/>
              </a:xfrm>
            </p:spPr>
          </p:sp>
        </mc:Fallback>
      </mc:AlternateContent>
      <mc:AlternateContent xmlns:mc="http://schemas.openxmlformats.org/markup-compatibility/2006">
        <mc:Choice xmlns:p14="http://schemas.microsoft.com/office/powerpoint/2010/main" Requires="p14">
          <p:contentPart p14:bwMode="auto" r:id="rId21">
            <p14:nvContentPartPr>
              <p14:cNvPr id="1050594" name=""/>
              <p14:cNvContentPartPr/>
              <p14:nvPr/>
            </p14:nvContentPartPr>
            <p14:xfrm>
              <a:off x="1882796" y="1604640"/>
              <a:ext cx="22191" cy="225735"/>
            </p14:xfrm>
          </p:contentPart>
        </mc:Choice>
        <mc:Fallback>
          <p:sp>
            <p:nvSpPr>
              <p:cNvPr id="1050594" name=""/>
              <p:cNvSpPr/>
              <p:nvPr/>
            </p:nvSpPr>
            <p:spPr>
              <a:xfrm>
                <a:off x="1882796" y="1604640"/>
                <a:ext cx="22191" cy="225735"/>
              </a:xfrm>
            </p:spPr>
          </p:sp>
        </mc:Fallback>
      </mc:AlternateContent>
      <mc:AlternateContent xmlns:mc="http://schemas.openxmlformats.org/markup-compatibility/2006">
        <mc:Choice xmlns:p14="http://schemas.microsoft.com/office/powerpoint/2010/main" Requires="p14">
          <p:contentPart p14:bwMode="auto" r:id="rId22">
            <p14:nvContentPartPr>
              <p14:cNvPr id="1050595" name=""/>
              <p14:cNvContentPartPr/>
              <p14:nvPr/>
            </p14:nvContentPartPr>
            <p14:xfrm>
              <a:off x="1970770" y="1634293"/>
              <a:ext cx="10276" cy="177915"/>
            </p14:xfrm>
          </p:contentPart>
        </mc:Choice>
        <mc:Fallback>
          <p:sp>
            <p:nvSpPr>
              <p:cNvPr id="1050595" name=""/>
              <p:cNvSpPr/>
              <p:nvPr/>
            </p:nvSpPr>
            <p:spPr>
              <a:xfrm>
                <a:off x="1970770" y="1634293"/>
                <a:ext cx="10276" cy="177915"/>
              </a:xfrm>
            </p:spPr>
          </p:sp>
        </mc:Fallback>
      </mc:AlternateContent>
      <mc:AlternateContent xmlns:mc="http://schemas.openxmlformats.org/markup-compatibility/2006">
        <mc:Choice xmlns:p14="http://schemas.microsoft.com/office/powerpoint/2010/main" Requires="p14">
          <p:contentPart p14:bwMode="auto" r:id="rId23">
            <p14:nvContentPartPr>
              <p14:cNvPr id="1050596" name=""/>
              <p14:cNvContentPartPr/>
              <p14:nvPr/>
            </p14:nvContentPartPr>
            <p14:xfrm>
              <a:off x="1853624" y="1578826"/>
              <a:ext cx="221502" cy="15072"/>
            </p14:xfrm>
          </p:contentPart>
        </mc:Choice>
        <mc:Fallback>
          <p:sp>
            <p:nvSpPr>
              <p:cNvPr id="1050596" name=""/>
              <p:cNvSpPr/>
              <p:nvPr/>
            </p:nvSpPr>
            <p:spPr>
              <a:xfrm>
                <a:off x="1853624" y="1578826"/>
                <a:ext cx="221502" cy="15072"/>
              </a:xfrm>
            </p:spPr>
          </p:sp>
        </mc:Fallback>
      </mc:AlternateContent>
      <mc:AlternateContent xmlns:mc="http://schemas.openxmlformats.org/markup-compatibility/2006">
        <mc:Choice xmlns:p14="http://schemas.microsoft.com/office/powerpoint/2010/main" Requires="p14">
          <p:contentPart p14:bwMode="auto" r:id="rId24">
            <p14:nvContentPartPr>
              <p14:cNvPr id="1050597" name=""/>
              <p14:cNvContentPartPr/>
              <p14:nvPr/>
            </p14:nvContentPartPr>
            <p14:xfrm>
              <a:off x="1517955" y="1952888"/>
              <a:ext cx="564391" cy="36729"/>
            </p14:xfrm>
          </p:contentPart>
        </mc:Choice>
        <mc:Fallback>
          <p:sp>
            <p:nvSpPr>
              <p:cNvPr id="1050597" name=""/>
              <p:cNvSpPr/>
              <p:nvPr/>
            </p:nvSpPr>
            <p:spPr>
              <a:xfrm>
                <a:off x="1517955" y="1952888"/>
                <a:ext cx="564391" cy="36729"/>
              </a:xfrm>
            </p:spPr>
          </p:sp>
        </mc:Fallback>
      </mc:AlternateContent>
      <mc:AlternateContent xmlns:mc="http://schemas.openxmlformats.org/markup-compatibility/2006">
        <mc:Choice xmlns:p14="http://schemas.microsoft.com/office/powerpoint/2010/main" Requires="p14">
          <p:contentPart p14:bwMode="auto" r:id="rId25">
            <p14:nvContentPartPr>
              <p14:cNvPr id="1050598" name=""/>
              <p14:cNvContentPartPr/>
              <p14:nvPr/>
            </p14:nvContentPartPr>
            <p14:xfrm>
              <a:off x="1773089" y="2151820"/>
              <a:ext cx="22412" cy="363902"/>
            </p14:xfrm>
          </p:contentPart>
        </mc:Choice>
        <mc:Fallback>
          <p:sp>
            <p:nvSpPr>
              <p:cNvPr id="1050598" name=""/>
              <p:cNvSpPr/>
              <p:nvPr/>
            </p:nvSpPr>
            <p:spPr>
              <a:xfrm>
                <a:off x="1773089" y="2151820"/>
                <a:ext cx="22412" cy="363902"/>
              </a:xfrm>
            </p:spPr>
          </p:sp>
        </mc:Fallback>
      </mc:AlternateContent>
      <mc:AlternateContent xmlns:mc="http://schemas.openxmlformats.org/markup-compatibility/2006">
        <mc:Choice xmlns:p14="http://schemas.microsoft.com/office/powerpoint/2010/main" Requires="p14">
          <p:contentPart p14:bwMode="auto" r:id="rId26">
            <p14:nvContentPartPr>
              <p14:cNvPr id="1050599" name=""/>
              <p14:cNvContentPartPr/>
              <p14:nvPr/>
            </p14:nvContentPartPr>
            <p14:xfrm>
              <a:off x="1641860" y="2145822"/>
              <a:ext cx="394965" cy="13601"/>
            </p14:xfrm>
          </p:contentPart>
        </mc:Choice>
        <mc:Fallback>
          <p:sp>
            <p:nvSpPr>
              <p:cNvPr id="1050599" name=""/>
              <p:cNvSpPr/>
              <p:nvPr/>
            </p:nvSpPr>
            <p:spPr>
              <a:xfrm>
                <a:off x="1641860" y="2145822"/>
                <a:ext cx="394965" cy="13601"/>
              </a:xfrm>
            </p:spPr>
          </p:sp>
        </mc:Fallback>
      </mc:AlternateContent>
      <mc:AlternateContent xmlns:mc="http://schemas.openxmlformats.org/markup-compatibility/2006">
        <mc:Choice xmlns:p14="http://schemas.microsoft.com/office/powerpoint/2010/main" Requires="p14">
          <p:contentPart p14:bwMode="auto" r:id="rId27">
            <p14:nvContentPartPr>
              <p14:cNvPr id="1050600" name=""/>
              <p14:cNvContentPartPr/>
              <p14:nvPr/>
            </p14:nvContentPartPr>
            <p14:xfrm>
              <a:off x="2043761" y="2314783"/>
              <a:ext cx="372164" cy="7349"/>
            </p14:xfrm>
          </p:contentPart>
        </mc:Choice>
        <mc:Fallback>
          <p:sp>
            <p:nvSpPr>
              <p:cNvPr id="1050600" name=""/>
              <p:cNvSpPr/>
              <p:nvPr/>
            </p:nvSpPr>
            <p:spPr>
              <a:xfrm>
                <a:off x="2043761" y="2314783"/>
                <a:ext cx="372164" cy="7349"/>
              </a:xfrm>
            </p:spPr>
          </p:sp>
        </mc:Fallback>
      </mc:AlternateContent>
      <mc:AlternateContent xmlns:mc="http://schemas.openxmlformats.org/markup-compatibility/2006">
        <mc:Choice xmlns:p14="http://schemas.microsoft.com/office/powerpoint/2010/main" Requires="p14">
          <p:contentPart p14:bwMode="auto" r:id="rId28">
            <p14:nvContentPartPr>
              <p14:cNvPr id="1050601" name=""/>
              <p14:cNvContentPartPr/>
              <p14:nvPr/>
            </p14:nvContentPartPr>
            <p14:xfrm>
              <a:off x="1968317" y="2270431"/>
              <a:ext cx="170062" cy="134470"/>
            </p14:xfrm>
          </p:contentPart>
        </mc:Choice>
        <mc:Fallback>
          <p:sp>
            <p:nvSpPr>
              <p:cNvPr id="1050601" name=""/>
              <p:cNvSpPr/>
              <p:nvPr/>
            </p:nvSpPr>
            <p:spPr>
              <a:xfrm>
                <a:off x="1968317" y="2270431"/>
                <a:ext cx="170062" cy="134470"/>
              </a:xfrm>
            </p:spPr>
          </p:sp>
        </mc:Fallback>
      </mc:AlternateContent>
      <mc:AlternateContent xmlns:mc="http://schemas.openxmlformats.org/markup-compatibility/2006">
        <mc:Choice xmlns:p14="http://schemas.microsoft.com/office/powerpoint/2010/main" Requires="p14">
          <p:contentPart p14:bwMode="auto" r:id="rId29">
            <p14:nvContentPartPr>
              <p14:cNvPr id="1050602" name=""/>
              <p14:cNvContentPartPr/>
              <p14:nvPr/>
            </p14:nvContentPartPr>
            <p14:xfrm>
              <a:off x="2467290" y="2158220"/>
              <a:ext cx="313046" cy="436125"/>
            </p14:xfrm>
          </p:contentPart>
        </mc:Choice>
        <mc:Fallback>
          <p:sp>
            <p:nvSpPr>
              <p:cNvPr id="1050602" name=""/>
              <p:cNvSpPr/>
              <p:nvPr/>
            </p:nvSpPr>
            <p:spPr>
              <a:xfrm>
                <a:off x="2467290" y="2158220"/>
                <a:ext cx="313046" cy="436125"/>
              </a:xfrm>
            </p:spPr>
          </p:sp>
        </mc:Fallback>
      </mc:AlternateContent>
      <mc:AlternateContent xmlns:mc="http://schemas.openxmlformats.org/markup-compatibility/2006">
        <mc:Choice xmlns:p14="http://schemas.microsoft.com/office/powerpoint/2010/main" Requires="p14">
          <p:contentPart p14:bwMode="auto" r:id="rId30">
            <p14:nvContentPartPr>
              <p14:cNvPr id="1050603" name=""/>
              <p14:cNvContentPartPr/>
              <p14:nvPr/>
            </p14:nvContentPartPr>
            <p14:xfrm>
              <a:off x="2661311" y="2048416"/>
              <a:ext cx="61448" cy="69241"/>
            </p14:xfrm>
          </p:contentPart>
        </mc:Choice>
        <mc:Fallback>
          <p:sp>
            <p:nvSpPr>
              <p:cNvPr id="1050603" name=""/>
              <p:cNvSpPr/>
              <p:nvPr/>
            </p:nvSpPr>
            <p:spPr>
              <a:xfrm>
                <a:off x="2661311" y="2048416"/>
                <a:ext cx="61448" cy="69241"/>
              </a:xfrm>
            </p:spPr>
          </p:sp>
        </mc:Fallback>
      </mc:AlternateContent>
      <mc:AlternateContent xmlns:mc="http://schemas.openxmlformats.org/markup-compatibility/2006">
        <mc:Choice xmlns:p14="http://schemas.microsoft.com/office/powerpoint/2010/main" Requires="p14">
          <p:contentPart p14:bwMode="auto" r:id="rId31">
            <p14:nvContentPartPr>
              <p14:cNvPr id="1050604" name=""/>
              <p14:cNvContentPartPr/>
              <p14:nvPr/>
            </p14:nvContentPartPr>
            <p14:xfrm>
              <a:off x="2832246" y="2181647"/>
              <a:ext cx="128441" cy="154296"/>
            </p14:xfrm>
          </p:contentPart>
        </mc:Choice>
        <mc:Fallback>
          <p:sp>
            <p:nvSpPr>
              <p:cNvPr id="1050604" name=""/>
              <p:cNvSpPr/>
              <p:nvPr/>
            </p:nvSpPr>
            <p:spPr>
              <a:xfrm>
                <a:off x="2832246" y="2181647"/>
                <a:ext cx="128441" cy="154296"/>
              </a:xfrm>
            </p:spPr>
          </p:sp>
        </mc:Fallback>
      </mc:AlternateContent>
      <mc:AlternateContent xmlns:mc="http://schemas.openxmlformats.org/markup-compatibility/2006">
        <mc:Choice xmlns:p14="http://schemas.microsoft.com/office/powerpoint/2010/main" Requires="p14">
          <p:contentPart p14:bwMode="auto" r:id="rId32">
            <p14:nvContentPartPr>
              <p14:cNvPr id="1050605" name=""/>
              <p14:cNvContentPartPr/>
              <p14:nvPr/>
            </p14:nvContentPartPr>
            <p14:xfrm>
              <a:off x="2927314" y="2070719"/>
              <a:ext cx="29286" cy="74004"/>
            </p14:xfrm>
          </p:contentPart>
        </mc:Choice>
        <mc:Fallback>
          <p:sp>
            <p:nvSpPr>
              <p:cNvPr id="1050605" name=""/>
              <p:cNvSpPr/>
              <p:nvPr/>
            </p:nvSpPr>
            <p:spPr>
              <a:xfrm>
                <a:off x="2927314" y="2070719"/>
                <a:ext cx="29286" cy="74004"/>
              </a:xfrm>
            </p:spPr>
          </p:sp>
        </mc:Fallback>
      </mc:AlternateContent>
      <mc:AlternateContent xmlns:mc="http://schemas.openxmlformats.org/markup-compatibility/2006">
        <mc:Choice xmlns:p14="http://schemas.microsoft.com/office/powerpoint/2010/main" Requires="p14">
          <p:contentPart p14:bwMode="auto" r:id="rId33">
            <p14:nvContentPartPr>
              <p14:cNvPr id="1050606" name=""/>
              <p14:cNvContentPartPr/>
              <p14:nvPr/>
            </p14:nvContentPartPr>
            <p14:xfrm>
              <a:off x="3051994" y="2198960"/>
              <a:ext cx="236453" cy="130781"/>
            </p14:xfrm>
          </p:contentPart>
        </mc:Choice>
        <mc:Fallback>
          <p:sp>
            <p:nvSpPr>
              <p:cNvPr id="1050606" name=""/>
              <p:cNvSpPr/>
              <p:nvPr/>
            </p:nvSpPr>
            <p:spPr>
              <a:xfrm>
                <a:off x="3051994" y="2198960"/>
                <a:ext cx="236453" cy="130781"/>
              </a:xfrm>
            </p:spPr>
          </p:sp>
        </mc:Fallback>
      </mc:AlternateContent>
      <mc:AlternateContent xmlns:mc="http://schemas.openxmlformats.org/markup-compatibility/2006">
        <mc:Choice xmlns:p14="http://schemas.microsoft.com/office/powerpoint/2010/main" Requires="p14">
          <p:contentPart p14:bwMode="auto" r:id="rId34">
            <p14:nvContentPartPr>
              <p14:cNvPr id="1050607" name=""/>
              <p14:cNvContentPartPr/>
              <p14:nvPr/>
            </p14:nvContentPartPr>
            <p14:xfrm>
              <a:off x="3267469" y="1885707"/>
              <a:ext cx="141167" cy="446364"/>
            </p14:xfrm>
          </p:contentPart>
        </mc:Choice>
        <mc:Fallback>
          <p:sp>
            <p:nvSpPr>
              <p:cNvPr id="1050607" name=""/>
              <p:cNvSpPr/>
              <p:nvPr/>
            </p:nvSpPr>
            <p:spPr>
              <a:xfrm>
                <a:off x="3267469" y="1885707"/>
                <a:ext cx="141167" cy="446364"/>
              </a:xfrm>
            </p:spPr>
          </p:sp>
        </mc:Fallback>
      </mc:AlternateContent>
      <mc:AlternateContent xmlns:mc="http://schemas.openxmlformats.org/markup-compatibility/2006">
        <mc:Choice xmlns:p14="http://schemas.microsoft.com/office/powerpoint/2010/main" Requires="p14">
          <p:contentPart p14:bwMode="auto" r:id="rId35">
            <p14:nvContentPartPr>
              <p14:cNvPr id="1050608" name=""/>
              <p14:cNvContentPartPr/>
              <p14:nvPr/>
            </p14:nvContentPartPr>
            <p14:xfrm>
              <a:off x="3394547" y="243660"/>
              <a:ext cx="52247" cy="2333694"/>
            </p14:xfrm>
          </p:contentPart>
        </mc:Choice>
        <mc:Fallback>
          <p:sp>
            <p:nvSpPr>
              <p:cNvPr id="1050608" name=""/>
              <p:cNvSpPr/>
              <p:nvPr/>
            </p:nvSpPr>
            <p:spPr>
              <a:xfrm>
                <a:off x="3394547" y="243660"/>
                <a:ext cx="52247" cy="2333694"/>
              </a:xfrm>
            </p:spPr>
          </p:sp>
        </mc:Fallback>
      </mc:AlternateContent>
      <mc:AlternateContent xmlns:mc="http://schemas.openxmlformats.org/markup-compatibility/2006">
        <mc:Choice xmlns:p14="http://schemas.microsoft.com/office/powerpoint/2010/main" Requires="p14">
          <p:contentPart p14:bwMode="auto" r:id="rId36">
            <p14:nvContentPartPr>
              <p14:cNvPr id="1050609" name=""/>
              <p14:cNvContentPartPr/>
              <p14:nvPr/>
            </p14:nvContentPartPr>
            <p14:xfrm>
              <a:off x="3526112" y="1075656"/>
              <a:ext cx="223525" cy="18553"/>
            </p14:xfrm>
          </p:contentPart>
        </mc:Choice>
        <mc:Fallback>
          <p:sp>
            <p:nvSpPr>
              <p:cNvPr id="1050609" name=""/>
              <p:cNvSpPr/>
              <p:nvPr/>
            </p:nvSpPr>
            <p:spPr>
              <a:xfrm>
                <a:off x="3526112" y="1075656"/>
                <a:ext cx="223525" cy="18553"/>
              </a:xfrm>
            </p:spPr>
          </p:sp>
        </mc:Fallback>
      </mc:AlternateContent>
      <mc:AlternateContent xmlns:mc="http://schemas.openxmlformats.org/markup-compatibility/2006">
        <mc:Choice xmlns:p14="http://schemas.microsoft.com/office/powerpoint/2010/main" Requires="p14">
          <p:contentPart p14:bwMode="auto" r:id="rId37">
            <p14:nvContentPartPr>
              <p14:cNvPr id="1050610" name=""/>
              <p14:cNvContentPartPr/>
              <p14:nvPr/>
            </p14:nvContentPartPr>
            <p14:xfrm>
              <a:off x="3577025" y="1198065"/>
              <a:ext cx="121044" cy="14501"/>
            </p14:xfrm>
          </p:contentPart>
        </mc:Choice>
        <mc:Fallback>
          <p:sp>
            <p:nvSpPr>
              <p:cNvPr id="1050610" name=""/>
              <p:cNvSpPr/>
              <p:nvPr/>
            </p:nvSpPr>
            <p:spPr>
              <a:xfrm>
                <a:off x="3577025" y="1198065"/>
                <a:ext cx="121044" cy="14501"/>
              </a:xfrm>
            </p:spPr>
          </p:sp>
        </mc:Fallback>
      </mc:AlternateContent>
      <mc:AlternateContent xmlns:mc="http://schemas.openxmlformats.org/markup-compatibility/2006">
        <mc:Choice xmlns:p14="http://schemas.microsoft.com/office/powerpoint/2010/main" Requires="p14">
          <p:contentPart p14:bwMode="auto" r:id="rId38">
            <p14:nvContentPartPr>
              <p14:cNvPr id="1050611" name=""/>
              <p14:cNvContentPartPr/>
              <p14:nvPr/>
            </p14:nvContentPartPr>
            <p14:xfrm>
              <a:off x="3672094" y="1035157"/>
              <a:ext cx="106420" cy="248774"/>
            </p14:xfrm>
          </p:contentPart>
        </mc:Choice>
        <mc:Fallback>
          <p:sp>
            <p:nvSpPr>
              <p:cNvPr id="1050611" name=""/>
              <p:cNvSpPr/>
              <p:nvPr/>
            </p:nvSpPr>
            <p:spPr>
              <a:xfrm>
                <a:off x="3672094" y="1035157"/>
                <a:ext cx="106420" cy="248774"/>
              </a:xfrm>
            </p:spPr>
          </p:sp>
        </mc:Fallback>
      </mc:AlternateContent>
      <mc:AlternateContent xmlns:mc="http://schemas.openxmlformats.org/markup-compatibility/2006">
        <mc:Choice xmlns:p14="http://schemas.microsoft.com/office/powerpoint/2010/main" Requires="p14">
          <p:contentPart p14:bwMode="auto" r:id="rId39">
            <p14:nvContentPartPr>
              <p14:cNvPr id="1050612" name=""/>
              <p14:cNvContentPartPr/>
              <p14:nvPr/>
            </p14:nvContentPartPr>
            <p14:xfrm>
              <a:off x="4160627" y="879798"/>
              <a:ext cx="44482" cy="342317"/>
            </p14:xfrm>
          </p:contentPart>
        </mc:Choice>
        <mc:Fallback>
          <p:sp>
            <p:nvSpPr>
              <p:cNvPr id="1050612" name=""/>
              <p:cNvSpPr/>
              <p:nvPr/>
            </p:nvSpPr>
            <p:spPr>
              <a:xfrm>
                <a:off x="4160627" y="879798"/>
                <a:ext cx="44482" cy="342317"/>
              </a:xfrm>
            </p:spPr>
          </p:sp>
        </mc:Fallback>
      </mc:AlternateContent>
      <mc:AlternateContent xmlns:mc="http://schemas.openxmlformats.org/markup-compatibility/2006">
        <mc:Choice xmlns:p14="http://schemas.microsoft.com/office/powerpoint/2010/main" Requires="p14">
          <p:contentPart p14:bwMode="auto" r:id="rId40">
            <p14:nvContentPartPr>
              <p14:cNvPr id="1050613" name=""/>
              <p14:cNvContentPartPr/>
              <p14:nvPr/>
            </p14:nvContentPartPr>
            <p14:xfrm>
              <a:off x="4148124" y="739423"/>
              <a:ext cx="203319" cy="373849"/>
            </p14:xfrm>
          </p:contentPart>
        </mc:Choice>
        <mc:Fallback>
          <p:sp>
            <p:nvSpPr>
              <p:cNvPr id="1050613" name=""/>
              <p:cNvSpPr/>
              <p:nvPr/>
            </p:nvSpPr>
            <p:spPr>
              <a:xfrm>
                <a:off x="4148124" y="739423"/>
                <a:ext cx="203319" cy="373849"/>
              </a:xfrm>
            </p:spPr>
          </p:sp>
        </mc:Fallback>
      </mc:AlternateContent>
      <mc:AlternateContent xmlns:mc="http://schemas.openxmlformats.org/markup-compatibility/2006">
        <mc:Choice xmlns:p14="http://schemas.microsoft.com/office/powerpoint/2010/main" Requires="p14">
          <p:contentPart p14:bwMode="auto" r:id="rId41">
            <p14:nvContentPartPr>
              <p14:cNvPr id="1050614" name=""/>
              <p14:cNvContentPartPr/>
              <p14:nvPr/>
            </p14:nvContentPartPr>
            <p14:xfrm>
              <a:off x="4608940" y="717088"/>
              <a:ext cx="145566" cy="268010"/>
            </p14:xfrm>
          </p:contentPart>
        </mc:Choice>
        <mc:Fallback>
          <p:sp>
            <p:nvSpPr>
              <p:cNvPr id="1050614" name=""/>
              <p:cNvSpPr/>
              <p:nvPr/>
            </p:nvSpPr>
            <p:spPr>
              <a:xfrm>
                <a:off x="4608940" y="717088"/>
                <a:ext cx="145566" cy="268010"/>
              </a:xfrm>
            </p:spPr>
          </p:sp>
        </mc:Fallback>
      </mc:AlternateContent>
      <mc:AlternateContent xmlns:mc="http://schemas.openxmlformats.org/markup-compatibility/2006">
        <mc:Choice xmlns:p14="http://schemas.microsoft.com/office/powerpoint/2010/main" Requires="p14">
          <p:contentPart p14:bwMode="auto" r:id="rId42">
            <p14:nvContentPartPr>
              <p14:cNvPr id="1050615" name=""/>
              <p14:cNvContentPartPr/>
              <p14:nvPr/>
            </p14:nvContentPartPr>
            <p14:xfrm>
              <a:off x="4663095" y="835446"/>
              <a:ext cx="53403" cy="263038"/>
            </p14:xfrm>
          </p:contentPart>
        </mc:Choice>
        <mc:Fallback>
          <p:sp>
            <p:nvSpPr>
              <p:cNvPr id="1050615" name=""/>
              <p:cNvSpPr/>
              <p:nvPr/>
            </p:nvSpPr>
            <p:spPr>
              <a:xfrm>
                <a:off x="4663095" y="835446"/>
                <a:ext cx="53403" cy="263038"/>
              </a:xfrm>
            </p:spPr>
          </p:sp>
        </mc:Fallback>
      </mc:AlternateContent>
      <mc:AlternateContent xmlns:mc="http://schemas.openxmlformats.org/markup-compatibility/2006">
        <mc:Choice xmlns:p14="http://schemas.microsoft.com/office/powerpoint/2010/main" Requires="p14">
          <p:contentPart p14:bwMode="auto" r:id="rId43">
            <p14:nvContentPartPr>
              <p14:cNvPr id="1050616" name=""/>
              <p14:cNvContentPartPr/>
              <p14:nvPr/>
            </p14:nvContentPartPr>
            <p14:xfrm>
              <a:off x="4867802" y="768791"/>
              <a:ext cx="67669" cy="251279"/>
            </p14:xfrm>
          </p:contentPart>
        </mc:Choice>
        <mc:Fallback>
          <p:sp>
            <p:nvSpPr>
              <p:cNvPr id="1050616" name=""/>
              <p:cNvSpPr/>
              <p:nvPr/>
            </p:nvSpPr>
            <p:spPr>
              <a:xfrm>
                <a:off x="4867802" y="768791"/>
                <a:ext cx="67669" cy="251279"/>
              </a:xfrm>
            </p:spPr>
          </p:sp>
        </mc:Fallback>
      </mc:AlternateContent>
      <mc:AlternateContent xmlns:mc="http://schemas.openxmlformats.org/markup-compatibility/2006">
        <mc:Choice xmlns:p14="http://schemas.microsoft.com/office/powerpoint/2010/main" Requires="p14">
          <p:contentPart p14:bwMode="auto" r:id="rId44">
            <p14:nvContentPartPr>
              <p14:cNvPr id="1050617" name=""/>
              <p14:cNvContentPartPr/>
              <p14:nvPr/>
            </p14:nvContentPartPr>
            <p14:xfrm>
              <a:off x="4931135" y="783744"/>
              <a:ext cx="55250" cy="222929"/>
            </p14:xfrm>
          </p:contentPart>
        </mc:Choice>
        <mc:Fallback>
          <p:sp>
            <p:nvSpPr>
              <p:cNvPr id="1050617" name=""/>
              <p:cNvSpPr/>
              <p:nvPr/>
            </p:nvSpPr>
            <p:spPr>
              <a:xfrm>
                <a:off x="4931135" y="783744"/>
                <a:ext cx="55250" cy="222929"/>
              </a:xfrm>
            </p:spPr>
          </p:sp>
        </mc:Fallback>
      </mc:AlternateContent>
      <mc:AlternateContent xmlns:mc="http://schemas.openxmlformats.org/markup-compatibility/2006">
        <mc:Choice xmlns:p14="http://schemas.microsoft.com/office/powerpoint/2010/main" Requires="p14">
          <p:contentPart p14:bwMode="auto" r:id="rId45">
            <p14:nvContentPartPr>
              <p14:cNvPr id="1050618" name=""/>
              <p14:cNvContentPartPr/>
              <p14:nvPr/>
            </p14:nvContentPartPr>
            <p14:xfrm>
              <a:off x="4840403" y="746741"/>
              <a:ext cx="228637" cy="16176"/>
            </p14:xfrm>
          </p:contentPart>
        </mc:Choice>
        <mc:Fallback>
          <p:sp>
            <p:nvSpPr>
              <p:cNvPr id="1050618" name=""/>
              <p:cNvSpPr/>
              <p:nvPr/>
            </p:nvSpPr>
            <p:spPr>
              <a:xfrm>
                <a:off x="4840403" y="746741"/>
                <a:ext cx="228637" cy="16176"/>
              </a:xfrm>
            </p:spPr>
          </p:sp>
        </mc:Fallback>
      </mc:AlternateContent>
      <mc:AlternateContent xmlns:mc="http://schemas.openxmlformats.org/markup-compatibility/2006">
        <mc:Choice xmlns:p14="http://schemas.microsoft.com/office/powerpoint/2010/main" Requires="p14">
          <p:contentPart p14:bwMode="auto" r:id="rId46">
            <p14:nvContentPartPr>
              <p14:cNvPr id="1050619" name=""/>
              <p14:cNvContentPartPr/>
              <p14:nvPr/>
            </p14:nvContentPartPr>
            <p14:xfrm>
              <a:off x="5068838" y="555431"/>
              <a:ext cx="196884" cy="250517"/>
            </p14:xfrm>
          </p:contentPart>
        </mc:Choice>
        <mc:Fallback>
          <p:sp>
            <p:nvSpPr>
              <p:cNvPr id="1050619" name=""/>
              <p:cNvSpPr/>
              <p:nvPr/>
            </p:nvSpPr>
            <p:spPr>
              <a:xfrm>
                <a:off x="5068838" y="555431"/>
                <a:ext cx="196884" cy="250517"/>
              </a:xfrm>
            </p:spPr>
          </p:sp>
        </mc:Fallback>
      </mc:AlternateContent>
      <mc:AlternateContent xmlns:mc="http://schemas.openxmlformats.org/markup-compatibility/2006">
        <mc:Choice xmlns:p14="http://schemas.microsoft.com/office/powerpoint/2010/main" Requires="p14">
          <p:contentPart p14:bwMode="auto" r:id="rId47">
            <p14:nvContentPartPr>
              <p14:cNvPr id="1050620" name=""/>
              <p14:cNvContentPartPr/>
              <p14:nvPr/>
            </p14:nvContentPartPr>
            <p14:xfrm>
              <a:off x="4511943" y="1169514"/>
              <a:ext cx="634099" cy="21002"/>
            </p14:xfrm>
          </p:contentPart>
        </mc:Choice>
        <mc:Fallback>
          <p:sp>
            <p:nvSpPr>
              <p:cNvPr id="1050620" name=""/>
              <p:cNvSpPr/>
              <p:nvPr/>
            </p:nvSpPr>
            <p:spPr>
              <a:xfrm>
                <a:off x="4511943" y="1169514"/>
                <a:ext cx="634099" cy="21002"/>
              </a:xfrm>
            </p:spPr>
          </p:sp>
        </mc:Fallback>
      </mc:AlternateContent>
      <mc:AlternateContent xmlns:mc="http://schemas.openxmlformats.org/markup-compatibility/2006">
        <mc:Choice xmlns:p14="http://schemas.microsoft.com/office/powerpoint/2010/main" Requires="p14">
          <p:contentPart p14:bwMode="auto" r:id="rId48">
            <p14:nvContentPartPr>
              <p14:cNvPr id="1050621" name=""/>
              <p14:cNvContentPartPr/>
              <p14:nvPr/>
            </p14:nvContentPartPr>
            <p14:xfrm>
              <a:off x="4749100" y="1394031"/>
              <a:ext cx="39037" cy="288738"/>
            </p14:xfrm>
          </p:contentPart>
        </mc:Choice>
        <mc:Fallback>
          <p:sp>
            <p:nvSpPr>
              <p:cNvPr id="1050621" name=""/>
              <p:cNvSpPr/>
              <p:nvPr/>
            </p:nvSpPr>
            <p:spPr>
              <a:xfrm>
                <a:off x="4749100" y="1394031"/>
                <a:ext cx="39037" cy="288738"/>
              </a:xfrm>
            </p:spPr>
          </p:sp>
        </mc:Fallback>
      </mc:AlternateContent>
      <mc:AlternateContent xmlns:mc="http://schemas.openxmlformats.org/markup-compatibility/2006">
        <mc:Choice xmlns:p14="http://schemas.microsoft.com/office/powerpoint/2010/main" Requires="p14">
          <p:contentPart p14:bwMode="auto" r:id="rId49">
            <p14:nvContentPartPr>
              <p14:cNvPr id="1050622" name=""/>
              <p14:cNvContentPartPr/>
              <p14:nvPr/>
            </p14:nvContentPartPr>
            <p14:xfrm>
              <a:off x="4607011" y="1357211"/>
              <a:ext cx="301492" cy="7031"/>
            </p14:xfrm>
          </p:contentPart>
        </mc:Choice>
        <mc:Fallback>
          <p:sp>
            <p:nvSpPr>
              <p:cNvPr id="1050622" name=""/>
              <p:cNvSpPr/>
              <p:nvPr/>
            </p:nvSpPr>
            <p:spPr>
              <a:xfrm>
                <a:off x="4607011" y="1357211"/>
                <a:ext cx="301492" cy="7031"/>
              </a:xfrm>
            </p:spPr>
          </p:sp>
        </mc:Fallback>
      </mc:AlternateContent>
      <mc:AlternateContent xmlns:mc="http://schemas.openxmlformats.org/markup-compatibility/2006">
        <mc:Choice xmlns:p14="http://schemas.microsoft.com/office/powerpoint/2010/main" Requires="p14">
          <p:contentPart p14:bwMode="auto" r:id="rId50">
            <p14:nvContentPartPr>
              <p14:cNvPr id="1050623" name=""/>
              <p14:cNvContentPartPr/>
              <p14:nvPr/>
            </p14:nvContentPartPr>
            <p14:xfrm>
              <a:off x="4928263" y="1312929"/>
              <a:ext cx="233391" cy="191162"/>
            </p14:xfrm>
          </p:contentPart>
        </mc:Choice>
        <mc:Fallback>
          <p:sp>
            <p:nvSpPr>
              <p:cNvPr id="1050623" name=""/>
              <p:cNvSpPr/>
              <p:nvPr/>
            </p:nvSpPr>
            <p:spPr>
              <a:xfrm>
                <a:off x="4928263" y="1312929"/>
                <a:ext cx="233391" cy="191162"/>
              </a:xfrm>
            </p:spPr>
          </p:sp>
        </mc:Fallback>
      </mc:AlternateContent>
      <mc:AlternateContent xmlns:mc="http://schemas.openxmlformats.org/markup-compatibility/2006">
        <mc:Choice xmlns:p14="http://schemas.microsoft.com/office/powerpoint/2010/main" Requires="p14">
          <p:contentPart p14:bwMode="auto" r:id="rId51">
            <p14:nvContentPartPr>
              <p14:cNvPr id="1050624" name=""/>
              <p14:cNvContentPartPr/>
              <p14:nvPr/>
            </p14:nvContentPartPr>
            <p14:xfrm>
              <a:off x="5263932" y="1102551"/>
              <a:ext cx="167705" cy="6865"/>
            </p14:xfrm>
          </p:contentPart>
        </mc:Choice>
        <mc:Fallback>
          <p:sp>
            <p:nvSpPr>
              <p:cNvPr id="1050624" name=""/>
              <p:cNvSpPr/>
              <p:nvPr/>
            </p:nvSpPr>
            <p:spPr>
              <a:xfrm>
                <a:off x="5263932" y="1102551"/>
                <a:ext cx="167705" cy="6865"/>
              </a:xfrm>
            </p:spPr>
          </p:sp>
        </mc:Fallback>
      </mc:AlternateContent>
      <mc:AlternateContent xmlns:mc="http://schemas.openxmlformats.org/markup-compatibility/2006">
        <mc:Choice xmlns:p14="http://schemas.microsoft.com/office/powerpoint/2010/main" Requires="p14">
          <p:contentPart p14:bwMode="auto" r:id="rId52">
            <p14:nvContentPartPr>
              <p14:cNvPr id="1050625" name=""/>
              <p14:cNvContentPartPr/>
              <p14:nvPr/>
            </p14:nvContentPartPr>
            <p14:xfrm>
              <a:off x="5286009" y="1190059"/>
              <a:ext cx="191439" cy="44809"/>
            </p14:xfrm>
          </p:contentPart>
        </mc:Choice>
        <mc:Fallback>
          <p:sp>
            <p:nvSpPr>
              <p:cNvPr id="1050625" name=""/>
              <p:cNvSpPr/>
              <p:nvPr/>
            </p:nvSpPr>
            <p:spPr>
              <a:xfrm>
                <a:off x="5286009" y="1190059"/>
                <a:ext cx="191439" cy="44809"/>
              </a:xfrm>
            </p:spPr>
          </p:sp>
        </mc:Fallback>
      </mc:AlternateContent>
      <mc:AlternateContent xmlns:mc="http://schemas.openxmlformats.org/markup-compatibility/2006">
        <mc:Choice xmlns:p14="http://schemas.microsoft.com/office/powerpoint/2010/main" Requires="p14">
          <p:contentPart p14:bwMode="auto" r:id="rId53">
            <p14:nvContentPartPr>
              <p14:cNvPr id="1050626" name=""/>
              <p14:cNvContentPartPr/>
              <p14:nvPr/>
            </p14:nvContentPartPr>
            <p14:xfrm>
              <a:off x="5569294" y="805793"/>
              <a:ext cx="305653" cy="387204"/>
            </p14:xfrm>
          </p:contentPart>
        </mc:Choice>
        <mc:Fallback>
          <p:sp>
            <p:nvSpPr>
              <p:cNvPr id="1050626" name=""/>
              <p:cNvSpPr/>
              <p:nvPr/>
            </p:nvSpPr>
            <p:spPr>
              <a:xfrm>
                <a:off x="5569294" y="805793"/>
                <a:ext cx="305653" cy="387204"/>
              </a:xfrm>
            </p:spPr>
          </p:sp>
        </mc:Fallback>
      </mc:AlternateContent>
      <mc:AlternateContent xmlns:mc="http://schemas.openxmlformats.org/markup-compatibility/2006">
        <mc:Choice xmlns:p14="http://schemas.microsoft.com/office/powerpoint/2010/main" Requires="p14">
          <p:contentPart p14:bwMode="auto" r:id="rId54">
            <p14:nvContentPartPr>
              <p14:cNvPr id="1050627" name=""/>
              <p14:cNvContentPartPr/>
              <p14:nvPr/>
            </p14:nvContentPartPr>
            <p14:xfrm>
              <a:off x="5982728" y="821000"/>
              <a:ext cx="40852" cy="253030"/>
            </p14:xfrm>
          </p:contentPart>
        </mc:Choice>
        <mc:Fallback>
          <p:sp>
            <p:nvSpPr>
              <p:cNvPr id="1050627" name=""/>
              <p:cNvSpPr/>
              <p:nvPr/>
            </p:nvSpPr>
            <p:spPr>
              <a:xfrm>
                <a:off x="5982728" y="821000"/>
                <a:ext cx="40852" cy="253030"/>
              </a:xfrm>
            </p:spPr>
          </p:sp>
        </mc:Fallback>
      </mc:AlternateContent>
      <mc:AlternateContent xmlns:mc="http://schemas.openxmlformats.org/markup-compatibility/2006">
        <mc:Choice xmlns:p14="http://schemas.microsoft.com/office/powerpoint/2010/main" Requires="p14">
          <p:contentPart p14:bwMode="auto" r:id="rId55">
            <p14:nvContentPartPr>
              <p14:cNvPr id="1050628" name=""/>
              <p14:cNvContentPartPr/>
              <p14:nvPr/>
            </p14:nvContentPartPr>
            <p14:xfrm>
              <a:off x="6027184" y="730315"/>
              <a:ext cx="217025" cy="343303"/>
            </p14:xfrm>
          </p:contentPart>
        </mc:Choice>
        <mc:Fallback>
          <p:sp>
            <p:nvSpPr>
              <p:cNvPr id="1050628" name=""/>
              <p:cNvSpPr/>
              <p:nvPr/>
            </p:nvSpPr>
            <p:spPr>
              <a:xfrm>
                <a:off x="6027184" y="730315"/>
                <a:ext cx="217025" cy="343303"/>
              </a:xfrm>
            </p:spPr>
          </p:sp>
        </mc:Fallback>
      </mc:AlternateContent>
      <mc:AlternateContent xmlns:mc="http://schemas.openxmlformats.org/markup-compatibility/2006">
        <mc:Choice xmlns:p14="http://schemas.microsoft.com/office/powerpoint/2010/main" Requires="p14">
          <p:contentPart p14:bwMode="auto" r:id="rId56">
            <p14:nvContentPartPr>
              <p14:cNvPr id="1050629" name=""/>
              <p14:cNvContentPartPr/>
              <p14:nvPr/>
            </p14:nvContentPartPr>
            <p14:xfrm>
              <a:off x="6196757" y="953803"/>
              <a:ext cx="184570" cy="192701"/>
            </p14:xfrm>
          </p:contentPart>
        </mc:Choice>
        <mc:Fallback>
          <p:sp>
            <p:nvSpPr>
              <p:cNvPr id="1050629" name=""/>
              <p:cNvSpPr/>
              <p:nvPr/>
            </p:nvSpPr>
            <p:spPr>
              <a:xfrm>
                <a:off x="6196757" y="953803"/>
                <a:ext cx="184570" cy="192701"/>
              </a:xfrm>
            </p:spPr>
          </p:sp>
        </mc:Fallback>
      </mc:AlternateContent>
      <mc:AlternateContent xmlns:mc="http://schemas.openxmlformats.org/markup-compatibility/2006">
        <mc:Choice xmlns:p14="http://schemas.microsoft.com/office/powerpoint/2010/main" Requires="p14">
          <p:contentPart p14:bwMode="auto" r:id="rId57">
            <p14:nvContentPartPr>
              <p14:cNvPr id="1050630" name=""/>
              <p14:cNvContentPartPr/>
              <p14:nvPr/>
            </p14:nvContentPartPr>
            <p14:xfrm>
              <a:off x="5587798" y="1242219"/>
              <a:ext cx="779111" cy="51481"/>
            </p14:xfrm>
          </p:contentPart>
        </mc:Choice>
        <mc:Fallback>
          <p:sp>
            <p:nvSpPr>
              <p:cNvPr id="1050630" name=""/>
              <p:cNvSpPr/>
              <p:nvPr/>
            </p:nvSpPr>
            <p:spPr>
              <a:xfrm>
                <a:off x="5587798" y="1242219"/>
                <a:ext cx="779111" cy="51481"/>
              </a:xfrm>
            </p:spPr>
          </p:sp>
        </mc:Fallback>
      </mc:AlternateContent>
      <mc:AlternateContent xmlns:mc="http://schemas.openxmlformats.org/markup-compatibility/2006">
        <mc:Choice xmlns:p14="http://schemas.microsoft.com/office/powerpoint/2010/main" Requires="p14">
          <p:contentPart p14:bwMode="auto" r:id="rId58">
            <p14:nvContentPartPr>
              <p14:cNvPr id="1050631" name=""/>
              <p14:cNvContentPartPr/>
              <p14:nvPr/>
            </p14:nvContentPartPr>
            <p14:xfrm>
              <a:off x="5855293" y="1390229"/>
              <a:ext cx="58800" cy="253673"/>
            </p14:xfrm>
          </p:contentPart>
        </mc:Choice>
        <mc:Fallback>
          <p:sp>
            <p:nvSpPr>
              <p:cNvPr id="1050631" name=""/>
              <p:cNvSpPr/>
              <p:nvPr/>
            </p:nvSpPr>
            <p:spPr>
              <a:xfrm>
                <a:off x="5855293" y="1390229"/>
                <a:ext cx="58800" cy="253673"/>
              </a:xfrm>
            </p:spPr>
          </p:sp>
        </mc:Fallback>
      </mc:AlternateContent>
      <mc:AlternateContent xmlns:mc="http://schemas.openxmlformats.org/markup-compatibility/2006">
        <mc:Choice xmlns:p14="http://schemas.microsoft.com/office/powerpoint/2010/main" Requires="p14">
          <p:contentPart p14:bwMode="auto" r:id="rId59">
            <p14:nvContentPartPr>
              <p14:cNvPr id="1050632" name=""/>
              <p14:cNvContentPartPr/>
              <p14:nvPr/>
            </p14:nvContentPartPr>
            <p14:xfrm>
              <a:off x="5833893" y="1386661"/>
              <a:ext cx="243656" cy="261186"/>
            </p14:xfrm>
          </p:contentPart>
        </mc:Choice>
        <mc:Fallback>
          <p:sp>
            <p:nvSpPr>
              <p:cNvPr id="1050632" name=""/>
              <p:cNvSpPr/>
              <p:nvPr/>
            </p:nvSpPr>
            <p:spPr>
              <a:xfrm>
                <a:off x="5833893" y="1386661"/>
                <a:ext cx="243656" cy="261186"/>
              </a:xfrm>
            </p:spPr>
          </p:sp>
        </mc:Fallback>
      </mc:AlternateContent>
      <mc:AlternateContent xmlns:mc="http://schemas.openxmlformats.org/markup-compatibility/2006">
        <mc:Choice xmlns:p14="http://schemas.microsoft.com/office/powerpoint/2010/main" Requires="p14">
          <p:contentPart p14:bwMode="auto" r:id="rId60">
            <p14:nvContentPartPr>
              <p14:cNvPr id="1050633" name=""/>
              <p14:cNvContentPartPr/>
              <p14:nvPr/>
            </p14:nvContentPartPr>
            <p14:xfrm>
              <a:off x="6158298" y="1314957"/>
              <a:ext cx="141306" cy="249213"/>
            </p14:xfrm>
          </p:contentPart>
        </mc:Choice>
        <mc:Fallback>
          <p:sp>
            <p:nvSpPr>
              <p:cNvPr id="1050633" name=""/>
              <p:cNvSpPr/>
              <p:nvPr/>
            </p:nvSpPr>
            <p:spPr>
              <a:xfrm>
                <a:off x="6158298" y="1314957"/>
                <a:ext cx="141306" cy="249213"/>
              </a:xfrm>
            </p:spPr>
          </p:sp>
        </mc:Fallback>
      </mc:AlternateContent>
      <mc:AlternateContent xmlns:mc="http://schemas.openxmlformats.org/markup-compatibility/2006">
        <mc:Choice xmlns:p14="http://schemas.microsoft.com/office/powerpoint/2010/main" Requires="p14">
          <p:contentPart p14:bwMode="auto" r:id="rId61">
            <p14:nvContentPartPr>
              <p14:cNvPr id="1050634" name=""/>
              <p14:cNvContentPartPr/>
              <p14:nvPr/>
            </p14:nvContentPartPr>
            <p14:xfrm>
              <a:off x="4067989" y="2104173"/>
              <a:ext cx="21394" cy="402041"/>
            </p14:xfrm>
          </p:contentPart>
        </mc:Choice>
        <mc:Fallback>
          <p:sp>
            <p:nvSpPr>
              <p:cNvPr id="1050634" name=""/>
              <p:cNvSpPr/>
              <p:nvPr/>
            </p:nvSpPr>
            <p:spPr>
              <a:xfrm>
                <a:off x="4067989" y="2104173"/>
                <a:ext cx="21394" cy="402041"/>
              </a:xfrm>
            </p:spPr>
          </p:sp>
        </mc:Fallback>
      </mc:AlternateContent>
      <mc:AlternateContent xmlns:mc="http://schemas.openxmlformats.org/markup-compatibility/2006">
        <mc:Choice xmlns:p14="http://schemas.microsoft.com/office/powerpoint/2010/main" Requires="p14">
          <p:contentPart p14:bwMode="auto" r:id="rId62">
            <p14:nvContentPartPr>
              <p14:cNvPr id="1050635" name=""/>
              <p14:cNvContentPartPr/>
              <p14:nvPr/>
            </p14:nvContentPartPr>
            <p14:xfrm>
              <a:off x="3942431" y="2056216"/>
              <a:ext cx="322908" cy="22105"/>
            </p14:xfrm>
          </p:contentPart>
        </mc:Choice>
        <mc:Fallback>
          <p:sp>
            <p:nvSpPr>
              <p:cNvPr id="1050635" name=""/>
              <p:cNvSpPr/>
              <p:nvPr/>
            </p:nvSpPr>
            <p:spPr>
              <a:xfrm>
                <a:off x="3942431" y="2056216"/>
                <a:ext cx="322908" cy="22105"/>
              </a:xfrm>
            </p:spPr>
          </p:sp>
        </mc:Fallback>
      </mc:AlternateContent>
      <mc:AlternateContent xmlns:mc="http://schemas.openxmlformats.org/markup-compatibility/2006">
        <mc:Choice xmlns:p14="http://schemas.microsoft.com/office/powerpoint/2010/main" Requires="p14">
          <p:contentPart p14:bwMode="auto" r:id="rId63">
            <p14:nvContentPartPr>
              <p14:cNvPr id="1050636" name=""/>
              <p14:cNvContentPartPr/>
              <p14:nvPr/>
            </p14:nvContentPartPr>
            <p14:xfrm>
              <a:off x="4343883" y="1903208"/>
              <a:ext cx="182478" cy="248865"/>
            </p14:xfrm>
          </p:contentPart>
        </mc:Choice>
        <mc:Fallback>
          <p:sp>
            <p:nvSpPr>
              <p:cNvPr id="1050636" name=""/>
              <p:cNvSpPr/>
              <p:nvPr/>
            </p:nvSpPr>
            <p:spPr>
              <a:xfrm>
                <a:off x="4343883" y="1903208"/>
                <a:ext cx="182478" cy="248865"/>
              </a:xfrm>
            </p:spPr>
          </p:sp>
        </mc:Fallback>
      </mc:AlternateContent>
      <mc:AlternateContent xmlns:mc="http://schemas.openxmlformats.org/markup-compatibility/2006">
        <mc:Choice xmlns:p14="http://schemas.microsoft.com/office/powerpoint/2010/main" Requires="p14">
          <p:contentPart p14:bwMode="auto" r:id="rId64">
            <p14:nvContentPartPr>
              <p14:cNvPr id="1050637" name=""/>
              <p14:cNvContentPartPr/>
              <p14:nvPr/>
            </p14:nvContentPartPr>
            <p14:xfrm>
              <a:off x="3825286" y="2561593"/>
              <a:ext cx="658563" cy="36797"/>
            </p14:xfrm>
          </p:contentPart>
        </mc:Choice>
        <mc:Fallback>
          <p:sp>
            <p:nvSpPr>
              <p:cNvPr id="1050637" name=""/>
              <p:cNvSpPr/>
              <p:nvPr/>
            </p:nvSpPr>
            <p:spPr>
              <a:xfrm>
                <a:off x="3825286" y="2561593"/>
                <a:ext cx="658563" cy="36797"/>
              </a:xfrm>
            </p:spPr>
          </p:sp>
        </mc:Fallback>
      </mc:AlternateContent>
      <mc:AlternateContent xmlns:mc="http://schemas.openxmlformats.org/markup-compatibility/2006">
        <mc:Choice xmlns:p14="http://schemas.microsoft.com/office/powerpoint/2010/main" Requires="p14">
          <p:contentPart p14:bwMode="auto" r:id="rId65">
            <p14:nvContentPartPr>
              <p14:cNvPr id="1050638" name=""/>
              <p14:cNvContentPartPr/>
              <p14:nvPr/>
            </p14:nvContentPartPr>
            <p14:xfrm>
              <a:off x="4080585" y="2758559"/>
              <a:ext cx="13487" cy="377250"/>
            </p14:xfrm>
          </p:contentPart>
        </mc:Choice>
        <mc:Fallback>
          <p:sp>
            <p:nvSpPr>
              <p:cNvPr id="1050638" name=""/>
              <p:cNvSpPr/>
              <p:nvPr/>
            </p:nvSpPr>
            <p:spPr>
              <a:xfrm>
                <a:off x="4080585" y="2758559"/>
                <a:ext cx="13487" cy="377250"/>
              </a:xfrm>
            </p:spPr>
          </p:sp>
        </mc:Fallback>
      </mc:AlternateContent>
      <mc:AlternateContent xmlns:mc="http://schemas.openxmlformats.org/markup-compatibility/2006">
        <mc:Choice xmlns:p14="http://schemas.microsoft.com/office/powerpoint/2010/main" Requires="p14">
          <p:contentPart p14:bwMode="auto" r:id="rId66">
            <p14:nvContentPartPr>
              <p14:cNvPr id="1050639" name=""/>
              <p14:cNvContentPartPr/>
              <p14:nvPr/>
            </p14:nvContentPartPr>
            <p14:xfrm>
              <a:off x="4029841" y="2754244"/>
              <a:ext cx="244341" cy="379995"/>
            </p14:xfrm>
          </p:contentPart>
        </mc:Choice>
        <mc:Fallback>
          <p:sp>
            <p:nvSpPr>
              <p:cNvPr id="1050639" name=""/>
              <p:cNvSpPr/>
              <p:nvPr/>
            </p:nvSpPr>
            <p:spPr>
              <a:xfrm>
                <a:off x="4029841" y="2754244"/>
                <a:ext cx="244341" cy="379995"/>
              </a:xfrm>
            </p:spPr>
          </p:sp>
        </mc:Fallback>
      </mc:AlternateContent>
      <mc:AlternateContent xmlns:mc="http://schemas.openxmlformats.org/markup-compatibility/2006">
        <mc:Choice xmlns:p14="http://schemas.microsoft.com/office/powerpoint/2010/main" Requires="p14">
          <p:contentPart p14:bwMode="auto" r:id="rId67">
            <p14:nvContentPartPr>
              <p14:cNvPr id="1050640" name=""/>
              <p14:cNvContentPartPr/>
              <p14:nvPr/>
            </p14:nvContentPartPr>
            <p14:xfrm>
              <a:off x="4292969" y="2670108"/>
              <a:ext cx="172570" cy="215076"/>
            </p14:xfrm>
          </p:contentPart>
        </mc:Choice>
        <mc:Fallback>
          <p:sp>
            <p:nvSpPr>
              <p:cNvPr id="1050640" name=""/>
              <p:cNvSpPr/>
              <p:nvPr/>
            </p:nvSpPr>
            <p:spPr>
              <a:xfrm>
                <a:off x="4292969" y="2670108"/>
                <a:ext cx="172570" cy="215076"/>
              </a:xfrm>
            </p:spPr>
          </p:sp>
        </mc:Fallback>
      </mc:AlternateContent>
      <mc:AlternateContent xmlns:mc="http://schemas.openxmlformats.org/markup-compatibility/2006">
        <mc:Choice xmlns:p14="http://schemas.microsoft.com/office/powerpoint/2010/main" Requires="p14">
          <p:contentPart p14:bwMode="auto" r:id="rId68">
            <p14:nvContentPartPr>
              <p14:cNvPr id="1050641" name=""/>
              <p14:cNvContentPartPr/>
              <p14:nvPr/>
            </p14:nvContentPartPr>
            <p14:xfrm>
              <a:off x="4672343" y="2514495"/>
              <a:ext cx="183133" cy="1847"/>
            </p14:xfrm>
          </p:contentPart>
        </mc:Choice>
        <mc:Fallback>
          <p:sp>
            <p:nvSpPr>
              <p:cNvPr id="1050641" name=""/>
              <p:cNvSpPr/>
              <p:nvPr/>
            </p:nvSpPr>
            <p:spPr>
              <a:xfrm>
                <a:off x="4672343" y="2514495"/>
                <a:ext cx="183133" cy="1847"/>
              </a:xfrm>
            </p:spPr>
          </p:sp>
        </mc:Fallback>
      </mc:AlternateContent>
      <mc:AlternateContent xmlns:mc="http://schemas.openxmlformats.org/markup-compatibility/2006">
        <mc:Choice xmlns:p14="http://schemas.microsoft.com/office/powerpoint/2010/main" Requires="p14">
          <p:contentPart p14:bwMode="auto" r:id="rId69">
            <p14:nvContentPartPr>
              <p14:cNvPr id="1050642" name=""/>
              <p14:cNvContentPartPr/>
              <p14:nvPr/>
            </p14:nvContentPartPr>
            <p14:xfrm>
              <a:off x="4665134" y="2640150"/>
              <a:ext cx="177025" cy="12383"/>
            </p14:xfrm>
          </p:contentPart>
        </mc:Choice>
        <mc:Fallback>
          <p:sp>
            <p:nvSpPr>
              <p:cNvPr id="1050642" name=""/>
              <p:cNvSpPr/>
              <p:nvPr/>
            </p:nvSpPr>
            <p:spPr>
              <a:xfrm>
                <a:off x="4665134" y="2640150"/>
                <a:ext cx="177025" cy="12383"/>
              </a:xfrm>
            </p:spPr>
          </p:sp>
        </mc:Fallback>
      </mc:AlternateContent>
      <mc:AlternateContent xmlns:mc="http://schemas.openxmlformats.org/markup-compatibility/2006">
        <mc:Choice xmlns:p14="http://schemas.microsoft.com/office/powerpoint/2010/main" Requires="p14">
          <p:contentPart p14:bwMode="auto" r:id="rId70">
            <p14:nvContentPartPr>
              <p14:cNvPr id="1050643" name=""/>
              <p14:cNvContentPartPr/>
              <p14:nvPr/>
            </p14:nvContentPartPr>
            <p14:xfrm>
              <a:off x="5049069" y="2211633"/>
              <a:ext cx="127623" cy="240172"/>
            </p14:xfrm>
          </p:contentPart>
        </mc:Choice>
        <mc:Fallback>
          <p:sp>
            <p:nvSpPr>
              <p:cNvPr id="1050643" name=""/>
              <p:cNvSpPr/>
              <p:nvPr/>
            </p:nvSpPr>
            <p:spPr>
              <a:xfrm>
                <a:off x="5049069" y="2211633"/>
                <a:ext cx="127623" cy="240172"/>
              </a:xfrm>
            </p:spPr>
          </p:sp>
        </mc:Fallback>
      </mc:AlternateContent>
      <mc:AlternateContent xmlns:mc="http://schemas.openxmlformats.org/markup-compatibility/2006">
        <mc:Choice xmlns:p14="http://schemas.microsoft.com/office/powerpoint/2010/main" Requires="p14">
          <p:contentPart p14:bwMode="auto" r:id="rId71">
            <p14:nvContentPartPr>
              <p14:cNvPr id="1050644" name=""/>
              <p14:cNvContentPartPr/>
              <p14:nvPr/>
            </p14:nvContentPartPr>
            <p14:xfrm>
              <a:off x="5127276" y="2255731"/>
              <a:ext cx="42037" cy="274914"/>
            </p14:xfrm>
          </p:contentPart>
        </mc:Choice>
        <mc:Fallback>
          <p:sp>
            <p:nvSpPr>
              <p:cNvPr id="1050644" name=""/>
              <p:cNvSpPr/>
              <p:nvPr/>
            </p:nvSpPr>
            <p:spPr>
              <a:xfrm>
                <a:off x="5127276" y="2255731"/>
                <a:ext cx="42037" cy="274914"/>
              </a:xfrm>
            </p:spPr>
          </p:sp>
        </mc:Fallback>
      </mc:AlternateContent>
      <mc:AlternateContent xmlns:mc="http://schemas.openxmlformats.org/markup-compatibility/2006">
        <mc:Choice xmlns:p14="http://schemas.microsoft.com/office/powerpoint/2010/main" Requires="p14">
          <p:contentPart p14:bwMode="auto" r:id="rId72">
            <p14:nvContentPartPr>
              <p14:cNvPr id="1050645" name=""/>
              <p14:cNvContentPartPr/>
              <p14:nvPr/>
            </p14:nvContentPartPr>
            <p14:xfrm>
              <a:off x="5280570" y="2233428"/>
              <a:ext cx="12648" cy="179070"/>
            </p14:xfrm>
          </p:contentPart>
        </mc:Choice>
        <mc:Fallback>
          <p:sp>
            <p:nvSpPr>
              <p:cNvPr id="1050645" name=""/>
              <p:cNvSpPr/>
              <p:nvPr/>
            </p:nvSpPr>
            <p:spPr>
              <a:xfrm>
                <a:off x="5280570" y="2233428"/>
                <a:ext cx="12648" cy="179070"/>
              </a:xfrm>
            </p:spPr>
          </p:sp>
        </mc:Fallback>
      </mc:AlternateContent>
      <mc:AlternateContent xmlns:mc="http://schemas.openxmlformats.org/markup-compatibility/2006">
        <mc:Choice xmlns:p14="http://schemas.microsoft.com/office/powerpoint/2010/main" Requires="p14">
          <p:contentPart p14:bwMode="auto" r:id="rId73">
            <p14:nvContentPartPr>
              <p14:cNvPr id="1050646" name=""/>
              <p14:cNvContentPartPr/>
              <p14:nvPr/>
            </p14:nvContentPartPr>
            <p14:xfrm>
              <a:off x="5365326" y="2218982"/>
              <a:ext cx="5544" cy="169564"/>
            </p14:xfrm>
          </p:contentPart>
        </mc:Choice>
        <mc:Fallback>
          <p:sp>
            <p:nvSpPr>
              <p:cNvPr id="1050646" name=""/>
              <p:cNvSpPr/>
              <p:nvPr/>
            </p:nvSpPr>
            <p:spPr>
              <a:xfrm>
                <a:off x="5365326" y="2218982"/>
                <a:ext cx="5544" cy="169564"/>
              </a:xfrm>
            </p:spPr>
          </p:sp>
        </mc:Fallback>
      </mc:AlternateContent>
      <mc:AlternateContent xmlns:mc="http://schemas.openxmlformats.org/markup-compatibility/2006">
        <mc:Choice xmlns:p14="http://schemas.microsoft.com/office/powerpoint/2010/main" Requires="p14">
          <p:contentPart p14:bwMode="auto" r:id="rId74">
            <p14:nvContentPartPr>
              <p14:cNvPr id="1050647" name=""/>
              <p14:cNvContentPartPr/>
              <p14:nvPr/>
            </p14:nvContentPartPr>
            <p14:xfrm>
              <a:off x="5220227" y="2185388"/>
              <a:ext cx="243883" cy="26244"/>
            </p14:xfrm>
          </p:contentPart>
        </mc:Choice>
        <mc:Fallback>
          <p:sp>
            <p:nvSpPr>
              <p:cNvPr id="1050647" name=""/>
              <p:cNvSpPr/>
              <p:nvPr/>
            </p:nvSpPr>
            <p:spPr>
              <a:xfrm>
                <a:off x="5220227" y="2185388"/>
                <a:ext cx="243883" cy="26244"/>
              </a:xfrm>
            </p:spPr>
          </p:sp>
        </mc:Fallback>
      </mc:AlternateContent>
      <mc:AlternateContent xmlns:mc="http://schemas.openxmlformats.org/markup-compatibility/2006">
        <mc:Choice xmlns:p14="http://schemas.microsoft.com/office/powerpoint/2010/main" Requires="p14">
          <p:contentPart p14:bwMode="auto" r:id="rId75">
            <p14:nvContentPartPr>
              <p14:cNvPr id="1050648" name=""/>
              <p14:cNvContentPartPr/>
              <p14:nvPr/>
            </p14:nvContentPartPr>
            <p14:xfrm>
              <a:off x="5457223" y="1989138"/>
              <a:ext cx="241667" cy="260766"/>
            </p14:xfrm>
          </p:contentPart>
        </mc:Choice>
        <mc:Fallback>
          <p:sp>
            <p:nvSpPr>
              <p:cNvPr id="1050648" name=""/>
              <p:cNvSpPr/>
              <p:nvPr/>
            </p:nvSpPr>
            <p:spPr>
              <a:xfrm>
                <a:off x="5457223" y="1989138"/>
                <a:ext cx="241667" cy="260766"/>
              </a:xfrm>
            </p:spPr>
          </p:sp>
        </mc:Fallback>
      </mc:AlternateContent>
      <mc:AlternateContent xmlns:mc="http://schemas.openxmlformats.org/markup-compatibility/2006">
        <mc:Choice xmlns:p14="http://schemas.microsoft.com/office/powerpoint/2010/main" Requires="p14">
          <p:contentPart p14:bwMode="auto" r:id="rId76">
            <p14:nvContentPartPr>
              <p14:cNvPr id="1050649" name=""/>
              <p14:cNvContentPartPr/>
              <p14:nvPr/>
            </p14:nvContentPartPr>
            <p14:xfrm>
              <a:off x="4949890" y="2533250"/>
              <a:ext cx="982226" cy="48154"/>
            </p14:xfrm>
          </p:contentPart>
        </mc:Choice>
        <mc:Fallback>
          <p:sp>
            <p:nvSpPr>
              <p:cNvPr id="1050649" name=""/>
              <p:cNvSpPr/>
              <p:nvPr/>
            </p:nvSpPr>
            <p:spPr>
              <a:xfrm>
                <a:off x="4949890" y="2533250"/>
                <a:ext cx="982226" cy="48154"/>
              </a:xfrm>
            </p:spPr>
          </p:sp>
        </mc:Fallback>
      </mc:AlternateContent>
      <mc:AlternateContent xmlns:mc="http://schemas.openxmlformats.org/markup-compatibility/2006">
        <mc:Choice xmlns:p14="http://schemas.microsoft.com/office/powerpoint/2010/main" Requires="p14">
          <p:contentPart p14:bwMode="auto" r:id="rId77">
            <p14:nvContentPartPr>
              <p14:cNvPr id="1050650" name=""/>
              <p14:cNvContentPartPr/>
              <p14:nvPr/>
            </p14:nvContentPartPr>
            <p14:xfrm>
              <a:off x="5126236" y="2692411"/>
              <a:ext cx="225926" cy="354655"/>
            </p14:xfrm>
          </p:contentPart>
        </mc:Choice>
        <mc:Fallback>
          <p:sp>
            <p:nvSpPr>
              <p:cNvPr id="1050650" name=""/>
              <p:cNvSpPr/>
              <p:nvPr/>
            </p:nvSpPr>
            <p:spPr>
              <a:xfrm>
                <a:off x="5126236" y="2692411"/>
                <a:ext cx="225926" cy="354655"/>
              </a:xfrm>
            </p:spPr>
          </p:sp>
        </mc:Fallback>
      </mc:AlternateContent>
      <mc:AlternateContent xmlns:mc="http://schemas.openxmlformats.org/markup-compatibility/2006">
        <mc:Choice xmlns:p14="http://schemas.microsoft.com/office/powerpoint/2010/main" Requires="p14">
          <p:contentPart p14:bwMode="auto" r:id="rId78">
            <p14:nvContentPartPr>
              <p14:cNvPr id="1050651" name=""/>
              <p14:cNvContentPartPr/>
              <p14:nvPr/>
            </p14:nvContentPartPr>
            <p14:xfrm>
              <a:off x="5474388" y="2721557"/>
              <a:ext cx="7148" cy="299357"/>
            </p14:xfrm>
          </p:contentPart>
        </mc:Choice>
        <mc:Fallback>
          <p:sp>
            <p:nvSpPr>
              <p:cNvPr id="1050651" name=""/>
              <p:cNvSpPr/>
              <p:nvPr/>
            </p:nvSpPr>
            <p:spPr>
              <a:xfrm>
                <a:off x="5474388" y="2721557"/>
                <a:ext cx="7148" cy="299357"/>
              </a:xfrm>
            </p:spPr>
          </p:sp>
        </mc:Fallback>
      </mc:AlternateContent>
      <mc:AlternateContent xmlns:mc="http://schemas.openxmlformats.org/markup-compatibility/2006">
        <mc:Choice xmlns:p14="http://schemas.microsoft.com/office/powerpoint/2010/main" Requires="p14">
          <p:contentPart p14:bwMode="auto" r:id="rId79">
            <p14:nvContentPartPr>
              <p14:cNvPr id="1050652" name=""/>
              <p14:cNvContentPartPr/>
              <p14:nvPr/>
            </p14:nvContentPartPr>
            <p14:xfrm>
              <a:off x="5417573" y="2659929"/>
              <a:ext cx="216626" cy="352379"/>
            </p14:xfrm>
          </p:contentPart>
        </mc:Choice>
        <mc:Fallback>
          <p:sp>
            <p:nvSpPr>
              <p:cNvPr id="1050652" name=""/>
              <p:cNvSpPr/>
              <p:nvPr/>
            </p:nvSpPr>
            <p:spPr>
              <a:xfrm>
                <a:off x="5417573" y="2659929"/>
                <a:ext cx="216626" cy="352379"/>
              </a:xfrm>
            </p:spPr>
          </p:sp>
        </mc:Fallback>
      </mc:AlternateContent>
      <mc:AlternateContent xmlns:mc="http://schemas.openxmlformats.org/markup-compatibility/2006">
        <mc:Choice xmlns:p14="http://schemas.microsoft.com/office/powerpoint/2010/main" Requires="p14">
          <p:contentPart p14:bwMode="auto" r:id="rId80">
            <p14:nvContentPartPr>
              <p14:cNvPr id="1050653" name=""/>
              <p14:cNvContentPartPr/>
              <p14:nvPr/>
            </p14:nvContentPartPr>
            <p14:xfrm>
              <a:off x="5671265" y="2854867"/>
              <a:ext cx="147791" cy="206753"/>
            </p14:xfrm>
          </p:contentPart>
        </mc:Choice>
        <mc:Fallback>
          <p:sp>
            <p:nvSpPr>
              <p:cNvPr id="1050653" name=""/>
              <p:cNvSpPr/>
              <p:nvPr/>
            </p:nvSpPr>
            <p:spPr>
              <a:xfrm>
                <a:off x="5671265" y="2854867"/>
                <a:ext cx="147791" cy="206753"/>
              </a:xfrm>
            </p:spPr>
          </p:sp>
        </mc:Fallback>
      </mc:AlternateContent>
      <mc:AlternateContent xmlns:mc="http://schemas.openxmlformats.org/markup-compatibility/2006">
        <mc:Choice xmlns:p14="http://schemas.microsoft.com/office/powerpoint/2010/main" Requires="p14">
          <p:contentPart p14:bwMode="auto" r:id="rId81">
            <p14:nvContentPartPr>
              <p14:cNvPr id="1050654" name=""/>
              <p14:cNvContentPartPr/>
              <p14:nvPr/>
            </p14:nvContentPartPr>
            <p14:xfrm>
              <a:off x="3650847" y="1816995"/>
              <a:ext cx="2492698" cy="1467039"/>
            </p14:xfrm>
          </p:contentPart>
        </mc:Choice>
        <mc:Fallback>
          <p:sp>
            <p:nvSpPr>
              <p:cNvPr id="1050654" name=""/>
              <p:cNvSpPr/>
              <p:nvPr/>
            </p:nvSpPr>
            <p:spPr>
              <a:xfrm>
                <a:off x="3650847" y="1816995"/>
                <a:ext cx="2492698" cy="1467039"/>
              </a:xfrm>
            </p:spPr>
          </p:sp>
        </mc:Fallback>
      </mc:AlternateContent>
      <mc:AlternateContent xmlns:mc="http://schemas.openxmlformats.org/markup-compatibility/2006">
        <mc:Choice xmlns:p14="http://schemas.microsoft.com/office/powerpoint/2010/main" Requires="p14">
          <p:contentPart p14:bwMode="auto" r:id="rId82">
            <p14:nvContentPartPr>
              <p14:cNvPr id="1050655" name=""/>
              <p14:cNvContentPartPr/>
              <p14:nvPr/>
            </p14:nvContentPartPr>
            <p14:xfrm>
              <a:off x="3285061" y="3417000"/>
              <a:ext cx="241159" cy="406773"/>
            </p14:xfrm>
          </p:contentPart>
        </mc:Choice>
        <mc:Fallback>
          <p:sp>
            <p:nvSpPr>
              <p:cNvPr id="1050655" name=""/>
              <p:cNvSpPr/>
              <p:nvPr/>
            </p:nvSpPr>
            <p:spPr>
              <a:xfrm>
                <a:off x="3285061" y="3417000"/>
                <a:ext cx="241159" cy="406773"/>
              </a:xfrm>
            </p:spPr>
          </p:sp>
        </mc:Fallback>
      </mc:AlternateContent>
      <mc:AlternateContent xmlns:mc="http://schemas.openxmlformats.org/markup-compatibility/2006">
        <mc:Choice xmlns:p14="http://schemas.microsoft.com/office/powerpoint/2010/main" Requires="p14">
          <p:contentPart p14:bwMode="auto" r:id="rId83">
            <p14:nvContentPartPr>
              <p14:cNvPr id="1050656" name=""/>
              <p14:cNvContentPartPr/>
              <p14:nvPr/>
            </p14:nvContentPartPr>
            <p14:xfrm>
              <a:off x="3569817" y="3467744"/>
              <a:ext cx="609826" cy="142338"/>
            </p14:xfrm>
          </p:contentPart>
        </mc:Choice>
        <mc:Fallback>
          <p:sp>
            <p:nvSpPr>
              <p:cNvPr id="1050656" name=""/>
              <p:cNvSpPr/>
              <p:nvPr/>
            </p:nvSpPr>
            <p:spPr>
              <a:xfrm>
                <a:off x="3569817" y="3467744"/>
                <a:ext cx="609826" cy="142338"/>
              </a:xfrm>
            </p:spPr>
          </p:sp>
        </mc:Fallback>
      </mc:AlternateContent>
      <mc:AlternateContent xmlns:mc="http://schemas.openxmlformats.org/markup-compatibility/2006">
        <mc:Choice xmlns:p14="http://schemas.microsoft.com/office/powerpoint/2010/main" Requires="p14">
          <p:contentPart p14:bwMode="auto" r:id="rId84">
            <p14:nvContentPartPr>
              <p14:cNvPr id="1050657" name=""/>
              <p14:cNvContentPartPr/>
              <p14:nvPr/>
            </p14:nvContentPartPr>
            <p14:xfrm>
              <a:off x="3533321" y="3429176"/>
              <a:ext cx="138716" cy="99527"/>
            </p14:xfrm>
          </p:contentPart>
        </mc:Choice>
        <mc:Fallback>
          <p:sp>
            <p:nvSpPr>
              <p:cNvPr id="1050657" name=""/>
              <p:cNvSpPr/>
              <p:nvPr/>
            </p:nvSpPr>
            <p:spPr>
              <a:xfrm>
                <a:off x="3533321" y="3429176"/>
                <a:ext cx="138716" cy="99527"/>
              </a:xfrm>
            </p:spPr>
          </p:sp>
        </mc:Fallback>
      </mc:AlternateContent>
      <mc:AlternateContent xmlns:mc="http://schemas.openxmlformats.org/markup-compatibility/2006">
        <mc:Choice xmlns:p14="http://schemas.microsoft.com/office/powerpoint/2010/main" Requires="p14">
          <p:contentPart p14:bwMode="auto" r:id="rId85">
            <p14:nvContentPartPr>
              <p14:cNvPr id="1050658" name=""/>
              <p14:cNvContentPartPr/>
              <p14:nvPr/>
            </p14:nvContentPartPr>
            <p14:xfrm>
              <a:off x="3416625" y="3298896"/>
              <a:ext cx="182477" cy="21796"/>
            </p14:xfrm>
          </p:contentPart>
        </mc:Choice>
        <mc:Fallback>
          <p:sp>
            <p:nvSpPr>
              <p:cNvPr id="1050658" name=""/>
              <p:cNvSpPr/>
              <p:nvPr/>
            </p:nvSpPr>
            <p:spPr>
              <a:xfrm>
                <a:off x="3416625" y="3298896"/>
                <a:ext cx="182477" cy="21796"/>
              </a:xfrm>
            </p:spPr>
          </p:sp>
        </mc:Fallback>
      </mc:AlternateContent>
      <mc:AlternateContent xmlns:mc="http://schemas.openxmlformats.org/markup-compatibility/2006">
        <mc:Choice xmlns:p14="http://schemas.microsoft.com/office/powerpoint/2010/main" Requires="p14">
          <p:contentPart p14:bwMode="auto" r:id="rId86">
            <p14:nvContentPartPr>
              <p14:cNvPr id="1050659" name=""/>
              <p14:cNvContentPartPr/>
              <p14:nvPr/>
            </p14:nvContentPartPr>
            <p14:xfrm>
              <a:off x="4358752" y="3372901"/>
              <a:ext cx="138322" cy="466267"/>
            </p14:xfrm>
          </p:contentPart>
        </mc:Choice>
        <mc:Fallback>
          <p:sp>
            <p:nvSpPr>
              <p:cNvPr id="1050659" name=""/>
              <p:cNvSpPr/>
              <p:nvPr/>
            </p:nvSpPr>
            <p:spPr>
              <a:xfrm>
                <a:off x="4358752" y="3372901"/>
                <a:ext cx="138322" cy="466267"/>
              </a:xfrm>
            </p:spPr>
          </p:sp>
        </mc:Fallback>
      </mc:AlternateContent>
      <mc:AlternateContent xmlns:mc="http://schemas.openxmlformats.org/markup-compatibility/2006">
        <mc:Choice xmlns:p14="http://schemas.microsoft.com/office/powerpoint/2010/main" Requires="p14">
          <p:contentPart p14:bwMode="auto" r:id="rId87">
            <p14:nvContentPartPr>
              <p14:cNvPr id="1050660" name=""/>
              <p14:cNvContentPartPr/>
              <p14:nvPr/>
            </p14:nvContentPartPr>
            <p14:xfrm>
              <a:off x="4504655" y="3711422"/>
              <a:ext cx="194229" cy="140353"/>
            </p14:xfrm>
          </p:contentPart>
        </mc:Choice>
        <mc:Fallback>
          <p:sp>
            <p:nvSpPr>
              <p:cNvPr id="1050660" name=""/>
              <p:cNvSpPr/>
              <p:nvPr/>
            </p:nvSpPr>
            <p:spPr>
              <a:xfrm>
                <a:off x="4504655" y="3711422"/>
                <a:ext cx="194229" cy="140353"/>
              </a:xfrm>
            </p:spPr>
          </p:sp>
        </mc:Fallback>
      </mc:AlternateContent>
      <mc:AlternateContent xmlns:mc="http://schemas.openxmlformats.org/markup-compatibility/2006">
        <mc:Choice xmlns:p14="http://schemas.microsoft.com/office/powerpoint/2010/main" Requires="p14">
          <p:contentPart p14:bwMode="auto" r:id="rId88">
            <p14:nvContentPartPr>
              <p14:cNvPr id="1050661" name=""/>
              <p14:cNvContentPartPr/>
              <p14:nvPr/>
            </p14:nvContentPartPr>
            <p14:xfrm>
              <a:off x="4747797" y="3683113"/>
              <a:ext cx="18624" cy="128136"/>
            </p14:xfrm>
          </p:contentPart>
        </mc:Choice>
        <mc:Fallback>
          <p:sp>
            <p:nvSpPr>
              <p:cNvPr id="1050661" name=""/>
              <p:cNvSpPr/>
              <p:nvPr/>
            </p:nvSpPr>
            <p:spPr>
              <a:xfrm>
                <a:off x="4747797" y="3683113"/>
                <a:ext cx="18624" cy="128136"/>
              </a:xfrm>
            </p:spPr>
          </p:sp>
        </mc:Fallback>
      </mc:AlternateContent>
      <mc:AlternateContent xmlns:mc="http://schemas.openxmlformats.org/markup-compatibility/2006">
        <mc:Choice xmlns:p14="http://schemas.microsoft.com/office/powerpoint/2010/main" Requires="p14">
          <p:contentPart p14:bwMode="auto" r:id="rId89">
            <p14:nvContentPartPr>
              <p14:cNvPr id="1050662" name=""/>
              <p14:cNvContentPartPr/>
              <p14:nvPr/>
            </p14:nvContentPartPr>
            <p14:xfrm>
              <a:off x="4715056" y="3587059"/>
              <a:ext cx="8651" cy="64756"/>
            </p14:xfrm>
          </p:contentPart>
        </mc:Choice>
        <mc:Fallback>
          <p:sp>
            <p:nvSpPr>
              <p:cNvPr id="1050662" name=""/>
              <p:cNvSpPr/>
              <p:nvPr/>
            </p:nvSpPr>
            <p:spPr>
              <a:xfrm>
                <a:off x="4715056" y="3587059"/>
                <a:ext cx="8651" cy="64756"/>
              </a:xfrm>
            </p:spPr>
          </p:sp>
        </mc:Fallback>
      </mc:AlternateContent>
      <mc:AlternateContent xmlns:mc="http://schemas.openxmlformats.org/markup-compatibility/2006">
        <mc:Choice xmlns:p14="http://schemas.microsoft.com/office/powerpoint/2010/main" Requires="p14">
          <p:contentPart p14:bwMode="auto" r:id="rId90">
            <p14:nvContentPartPr>
              <p14:cNvPr id="1050663" name=""/>
              <p14:cNvContentPartPr/>
              <p14:nvPr/>
            </p14:nvContentPartPr>
            <p14:xfrm>
              <a:off x="4984621" y="3530471"/>
              <a:ext cx="300517" cy="279457"/>
            </p14:xfrm>
          </p:contentPart>
        </mc:Choice>
        <mc:Fallback>
          <p:sp>
            <p:nvSpPr>
              <p:cNvPr id="1050663" name=""/>
              <p:cNvSpPr/>
              <p:nvPr/>
            </p:nvSpPr>
            <p:spPr>
              <a:xfrm>
                <a:off x="4984621" y="3530471"/>
                <a:ext cx="300517" cy="279457"/>
              </a:xfrm>
            </p:spPr>
          </p:sp>
        </mc:Fallback>
      </mc:AlternateContent>
      <mc:AlternateContent xmlns:mc="http://schemas.openxmlformats.org/markup-compatibility/2006">
        <mc:Choice xmlns:p14="http://schemas.microsoft.com/office/powerpoint/2010/main" Requires="p14">
          <p:contentPart p14:bwMode="auto" r:id="rId91">
            <p14:nvContentPartPr>
              <p14:cNvPr id="1050664" name=""/>
              <p14:cNvContentPartPr/>
              <p14:nvPr/>
            </p14:nvContentPartPr>
            <p14:xfrm>
              <a:off x="5399101" y="3483401"/>
              <a:ext cx="300856" cy="296436"/>
            </p14:xfrm>
          </p:contentPart>
        </mc:Choice>
        <mc:Fallback>
          <p:sp>
            <p:nvSpPr>
              <p:cNvPr id="1050664" name=""/>
              <p:cNvSpPr/>
              <p:nvPr/>
            </p:nvSpPr>
            <p:spPr>
              <a:xfrm>
                <a:off x="5399101" y="3483401"/>
                <a:ext cx="300856" cy="296436"/>
              </a:xfrm>
            </p:spPr>
          </p:sp>
        </mc:Fallback>
      </mc:AlternateContent>
      <mc:AlternateContent xmlns:mc="http://schemas.openxmlformats.org/markup-compatibility/2006">
        <mc:Choice xmlns:p14="http://schemas.microsoft.com/office/powerpoint/2010/main" Requires="p14">
          <p:contentPart p14:bwMode="auto" r:id="rId92">
            <p14:nvContentPartPr>
              <p14:cNvPr id="1050665" name=""/>
              <p14:cNvContentPartPr/>
              <p14:nvPr/>
            </p14:nvContentPartPr>
            <p14:xfrm>
              <a:off x="5457673" y="3462570"/>
              <a:ext cx="793248" cy="472456"/>
            </p14:xfrm>
          </p:contentPart>
        </mc:Choice>
        <mc:Fallback>
          <p:sp>
            <p:nvSpPr>
              <p:cNvPr id="1050665" name=""/>
              <p:cNvSpPr/>
              <p:nvPr/>
            </p:nvSpPr>
            <p:spPr>
              <a:xfrm>
                <a:off x="5457673" y="3462570"/>
                <a:ext cx="793248" cy="472456"/>
              </a:xfrm>
            </p:spPr>
          </p:sp>
        </mc:Fallback>
      </mc:AlternateContent>
      <mc:AlternateContent xmlns:mc="http://schemas.openxmlformats.org/markup-compatibility/2006">
        <mc:Choice xmlns:p14="http://schemas.microsoft.com/office/powerpoint/2010/main" Requires="p14">
          <p:contentPart p14:bwMode="auto" r:id="rId93">
            <p14:nvContentPartPr>
              <p14:cNvPr id="1050666" name=""/>
              <p14:cNvContentPartPr/>
              <p14:nvPr/>
            </p14:nvContentPartPr>
            <p14:xfrm>
              <a:off x="4285310" y="3914341"/>
              <a:ext cx="1385930" cy="86841"/>
            </p14:xfrm>
          </p:contentPart>
        </mc:Choice>
        <mc:Fallback>
          <p:sp>
            <p:nvSpPr>
              <p:cNvPr id="1050666" name=""/>
              <p:cNvSpPr/>
              <p:nvPr/>
            </p:nvSpPr>
            <p:spPr>
              <a:xfrm>
                <a:off x="4285310" y="3914341"/>
                <a:ext cx="1385930" cy="86841"/>
              </a:xfrm>
            </p:spPr>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823" name="Rectangle 3"/>
          <p:cNvSpPr/>
          <p:nvPr/>
        </p:nvSpPr>
        <p:spPr>
          <a:xfrm>
            <a:off x="552843" y="217799"/>
            <a:ext cx="6342380" cy="447040"/>
          </a:xfrm>
          <a:prstGeom prst="rect"/>
          <a:solidFill>
            <a:srgbClr val="92D050"/>
          </a:solidFill>
        </p:spPr>
        <p:txBody>
          <a:bodyPr wrap="none">
            <a:spAutoFit/>
          </a:bodyPr>
          <a:p>
            <a:r>
              <a:rPr dirty="0" sz="2400" lang="fr-MA">
                <a:effectLst>
                  <a:outerShdw algn="tl" blurRad="38100" dir="2700000" dist="38100">
                    <a:srgbClr val="000000">
                      <a:alpha val="43137"/>
                    </a:srgbClr>
                  </a:outerShdw>
                </a:effectLst>
                <a:latin typeface="AR BLANCA" panose="02000000000000000000" pitchFamily="2" charset="0"/>
              </a:rPr>
              <a:t>5.3 Caractéristiques du mouvement elliptique</a:t>
            </a:r>
          </a:p>
        </p:txBody>
      </p:sp>
      <p:sp>
        <p:nvSpPr>
          <p:cNvPr id="1048824" name="Rectangle 4"/>
          <p:cNvSpPr/>
          <p:nvPr/>
        </p:nvSpPr>
        <p:spPr>
          <a:xfrm>
            <a:off x="530996" y="783852"/>
            <a:ext cx="11205568" cy="1323439"/>
          </a:xfrm>
          <a:prstGeom prst="rect"/>
        </p:spPr>
        <p:txBody>
          <a:bodyPr wrap="square">
            <a:spAutoFit/>
          </a:bodyPr>
          <a:p>
            <a:pPr algn="just" indent="-285750" marL="285750">
              <a:buFont typeface="Wingdings" panose="05000000000000000000" pitchFamily="2" charset="2"/>
              <a:buChar char="q"/>
            </a:pPr>
            <a:r>
              <a:rPr dirty="0" sz="2000" lang="fr-FR">
                <a:latin typeface="Bembo"/>
              </a:rPr>
              <a:t>On a un mouvement elliptique si :</a:t>
            </a:r>
          </a:p>
          <a:p>
            <a:pPr algn="just"/>
            <a:r>
              <a:rPr dirty="0" sz="2000" i="1" lang="fr-FR">
                <a:latin typeface="CMSY10"/>
              </a:rPr>
              <a:t>• </a:t>
            </a:r>
            <a:r>
              <a:rPr dirty="0" sz="2000" lang="fr-FR">
                <a:latin typeface="Bembo"/>
              </a:rPr>
              <a:t>la force est attractive, ce qui est le cas ici,</a:t>
            </a:r>
          </a:p>
          <a:p>
            <a:pPr algn="just"/>
            <a:r>
              <a:rPr dirty="0" sz="2000" i="1" lang="fr-FR">
                <a:latin typeface="CMSY10"/>
              </a:rPr>
              <a:t>• </a:t>
            </a:r>
            <a:r>
              <a:rPr dirty="0" sz="2000" lang="fr-FR">
                <a:latin typeface="Bembo"/>
              </a:rPr>
              <a:t>l’énergie mécanique est négative et supérieure à la valeur du minimum de l’énergie </a:t>
            </a:r>
            <a:r>
              <a:rPr dirty="0" sz="2000" lang="fr-MA">
                <a:latin typeface="Bembo"/>
              </a:rPr>
              <a:t>potentielle effective.</a:t>
            </a:r>
            <a:endParaRPr dirty="0" sz="2000" lang="fr-MA"/>
          </a:p>
        </p:txBody>
      </p:sp>
      <p:sp>
        <p:nvSpPr>
          <p:cNvPr id="1048825" name="ZoneTexte 5"/>
          <p:cNvSpPr txBox="1">
            <a:spLocks noChangeAspect="1" noMove="1" noResize="1" noRot="1" noAdjustHandles="1" noEditPoints="1" noChangeArrowheads="1" noChangeShapeType="1" noTextEdit="1"/>
          </p:cNvSpPr>
          <p:nvPr/>
        </p:nvSpPr>
        <p:spPr>
          <a:xfrm>
            <a:off x="3856264" y="1882234"/>
            <a:ext cx="3607847" cy="693010"/>
          </a:xfrm>
          <a:prstGeom prst="rect"/>
          <a:blipFill rotWithShape="0">
            <a:blip xmlns:r="http://schemas.openxmlformats.org/officeDocument/2006/relationships" r:embed="rId1"/>
            <a:stretch>
              <a:fillRect/>
            </a:stretch>
          </a:blipFill>
        </p:spPr>
        <p:txBody>
          <a:bodyPr/>
          <a:p>
            <a:r>
              <a:rPr lang="fr-MA">
                <a:noFill/>
              </a:rPr>
              <a:t> </a:t>
            </a:r>
          </a:p>
        </p:txBody>
      </p:sp>
      <p:sp>
        <p:nvSpPr>
          <p:cNvPr id="1048826" name="Rectangle 6"/>
          <p:cNvSpPr/>
          <p:nvPr/>
        </p:nvSpPr>
        <p:spPr>
          <a:xfrm>
            <a:off x="475081" y="2753066"/>
            <a:ext cx="3878241" cy="400110"/>
          </a:xfrm>
          <a:prstGeom prst="rect"/>
        </p:spPr>
        <p:txBody>
          <a:bodyPr wrap="none">
            <a:spAutoFit/>
          </a:bodyPr>
          <a:p>
            <a:pPr indent="-285750" marL="285750">
              <a:buFont typeface="Wingdings" panose="05000000000000000000" pitchFamily="2" charset="2"/>
              <a:buChar char="q"/>
            </a:pPr>
            <a:r>
              <a:rPr dirty="0" sz="2000" lang="fr-MA">
                <a:latin typeface="Bembo"/>
              </a:rPr>
              <a:t>L’équation de la trajectoire est</a:t>
            </a:r>
            <a:endParaRPr dirty="0" sz="2000" lang="fr-MA"/>
          </a:p>
        </p:txBody>
      </p:sp>
      <p:sp>
        <p:nvSpPr>
          <p:cNvPr id="1048827" name="ZoneTexte 7"/>
          <p:cNvSpPr txBox="1">
            <a:spLocks noChangeAspect="1" noMove="1" noResize="1" noRot="1" noAdjustHandles="1" noEditPoints="1" noChangeArrowheads="1" noChangeShapeType="1" noTextEdit="1"/>
          </p:cNvSpPr>
          <p:nvPr/>
        </p:nvSpPr>
        <p:spPr>
          <a:xfrm>
            <a:off x="4444845" y="2681403"/>
            <a:ext cx="2697853" cy="639919"/>
          </a:xfrm>
          <a:prstGeom prst="rect"/>
          <a:blipFill rotWithShape="0">
            <a:blip xmlns:r="http://schemas.openxmlformats.org/officeDocument/2006/relationships" r:embed="rId2"/>
            <a:stretch>
              <a:fillRect/>
            </a:stretch>
          </a:blipFill>
        </p:spPr>
        <p:txBody>
          <a:bodyPr/>
          <a:p>
            <a:r>
              <a:rPr lang="fr-MA">
                <a:noFill/>
              </a:rPr>
              <a:t> </a:t>
            </a:r>
          </a:p>
        </p:txBody>
      </p:sp>
      <p:sp>
        <p:nvSpPr>
          <p:cNvPr id="1048828" name="Rectangle 8"/>
          <p:cNvSpPr>
            <a:spLocks noChangeAspect="1" noMove="1" noResize="1" noRot="1" noAdjustHandles="1" noEditPoints="1" noChangeArrowheads="1" noChangeShapeType="1" noTextEdit="1"/>
          </p:cNvSpPr>
          <p:nvPr/>
        </p:nvSpPr>
        <p:spPr>
          <a:xfrm>
            <a:off x="7803523" y="2753066"/>
            <a:ext cx="852156" cy="400110"/>
          </a:xfrm>
          <a:prstGeom prst="rect"/>
          <a:blipFill rotWithShape="0">
            <a:blip xmlns:r="http://schemas.openxmlformats.org/officeDocument/2006/relationships" r:embed="rId3"/>
            <a:stretch>
              <a:fillRect/>
            </a:stretch>
          </a:blipFill>
        </p:spPr>
        <p:txBody>
          <a:bodyPr/>
          <a:p>
            <a:r>
              <a:rPr lang="fr-MA">
                <a:noFill/>
              </a:rPr>
              <a:t> </a:t>
            </a:r>
          </a:p>
        </p:txBody>
      </p:sp>
      <p:sp>
        <p:nvSpPr>
          <p:cNvPr id="1048829" name="Rectangle 9"/>
          <p:cNvSpPr>
            <a:spLocks noChangeAspect="1" noMove="1" noResize="1" noRot="1" noAdjustHandles="1" noEditPoints="1" noChangeArrowheads="1" noChangeShapeType="1" noTextEdit="1"/>
          </p:cNvSpPr>
          <p:nvPr/>
        </p:nvSpPr>
        <p:spPr>
          <a:xfrm>
            <a:off x="9132316" y="2568357"/>
            <a:ext cx="2172069" cy="762260"/>
          </a:xfrm>
          <a:prstGeom prst="rect"/>
          <a:blipFill rotWithShape="0">
            <a:blip xmlns:r="http://schemas.openxmlformats.org/officeDocument/2006/relationships" r:embed="rId4"/>
            <a:stretch>
              <a:fillRect/>
            </a:stretch>
          </a:blipFill>
        </p:spPr>
        <p:txBody>
          <a:bodyPr/>
          <a:p>
            <a:r>
              <a:rPr lang="fr-MA">
                <a:noFill/>
              </a:rPr>
              <a:t> </a:t>
            </a:r>
          </a:p>
        </p:txBody>
      </p:sp>
      <p:sp>
        <p:nvSpPr>
          <p:cNvPr id="1048830" name="ZoneTexte 10"/>
          <p:cNvSpPr txBox="1">
            <a:spLocks noChangeAspect="1" noMove="1" noResize="1" noRot="1" noAdjustHandles="1" noEditPoints="1" noChangeArrowheads="1" noChangeShapeType="1" noTextEdit="1"/>
          </p:cNvSpPr>
          <p:nvPr/>
        </p:nvSpPr>
        <p:spPr>
          <a:xfrm>
            <a:off x="552843" y="3585235"/>
            <a:ext cx="3629135" cy="400110"/>
          </a:xfrm>
          <a:prstGeom prst="rect"/>
          <a:blipFill rotWithShape="0">
            <a:blip xmlns:r="http://schemas.openxmlformats.org/officeDocument/2006/relationships" r:embed="rId5"/>
            <a:stretch>
              <a:fillRect l="-2017" t="-9091" b="-33333"/>
            </a:stretch>
          </a:blipFill>
        </p:spPr>
        <p:txBody>
          <a:bodyPr/>
          <a:p>
            <a:r>
              <a:rPr lang="fr-MA">
                <a:noFill/>
              </a:rPr>
              <a:t> </a:t>
            </a:r>
          </a:p>
        </p:txBody>
      </p:sp>
      <p:sp>
        <p:nvSpPr>
          <p:cNvPr id="1048831" name="Rectangle 11"/>
          <p:cNvSpPr/>
          <p:nvPr/>
        </p:nvSpPr>
        <p:spPr>
          <a:xfrm>
            <a:off x="972141" y="4127983"/>
            <a:ext cx="2799081" cy="408940"/>
          </a:xfrm>
          <a:prstGeom prst="rect"/>
          <a:solidFill>
            <a:srgbClr val="FFFF00"/>
          </a:solidFill>
        </p:spPr>
        <p:txBody>
          <a:bodyPr wrap="none">
            <a:spAutoFit/>
          </a:bodyPr>
          <a:p>
            <a:pPr indent="-285750" marL="285750">
              <a:buFont typeface="Calibri" panose="020F0502020204030204" pitchFamily="34" charset="0"/>
              <a:buChar char="❶"/>
            </a:pPr>
            <a:r>
              <a:rPr dirty="0" sz="2200" i="1" lang="fr-MA" u="sng">
                <a:effectLst>
                  <a:outerShdw algn="tl" blurRad="38100" dir="2700000" dist="38100">
                    <a:srgbClr val="000000">
                      <a:alpha val="43137"/>
                    </a:srgbClr>
                  </a:outerShdw>
                </a:effectLst>
                <a:latin typeface="OfficinaSans-Bold"/>
              </a:rPr>
              <a:t> Demi-grand axe </a:t>
            </a:r>
            <a:r>
              <a:rPr dirty="0" sz="2200" i="1" lang="fr-MA" u="sng">
                <a:effectLst>
                  <a:outerShdw algn="tl" blurRad="38100" dir="2700000" dist="38100">
                    <a:srgbClr val="000000">
                      <a:alpha val="43137"/>
                    </a:srgbClr>
                  </a:outerShdw>
                </a:effectLst>
                <a:latin typeface="OfficinaSans-BoldItalic"/>
              </a:rPr>
              <a:t>a</a:t>
            </a:r>
            <a:endParaRPr dirty="0" sz="2200" i="1" lang="fr-MA" u="sng">
              <a:effectLst>
                <a:outerShdw algn="tl" blurRad="38100" dir="2700000" dist="38100">
                  <a:srgbClr val="000000">
                    <a:alpha val="43137"/>
                  </a:srgbClr>
                </a:outerShdw>
              </a:effectLst>
            </a:endParaRPr>
          </a:p>
        </p:txBody>
      </p:sp>
      <p:sp>
        <p:nvSpPr>
          <p:cNvPr id="1048832" name="ZoneTexte 12"/>
          <p:cNvSpPr txBox="1">
            <a:spLocks noChangeAspect="1" noMove="1" noResize="1" noRot="1" noAdjustHandles="1" noEditPoints="1" noChangeArrowheads="1" noChangeShapeType="1" noTextEdit="1"/>
          </p:cNvSpPr>
          <p:nvPr/>
        </p:nvSpPr>
        <p:spPr>
          <a:xfrm>
            <a:off x="4662769" y="4121850"/>
            <a:ext cx="2865272" cy="749179"/>
          </a:xfrm>
          <a:prstGeom prst="rect"/>
          <a:blipFill rotWithShape="0">
            <a:blip xmlns:r="http://schemas.openxmlformats.org/officeDocument/2006/relationships" r:embed="rId6"/>
            <a:stretch>
              <a:fillRect/>
            </a:stretch>
          </a:blipFill>
        </p:spPr>
        <p:txBody>
          <a:bodyPr/>
          <a:p>
            <a:r>
              <a:rPr lang="fr-MA">
                <a:noFill/>
              </a:rPr>
              <a:t> </a:t>
            </a:r>
          </a:p>
        </p:txBody>
      </p:sp>
      <p:pic>
        <p:nvPicPr>
          <p:cNvPr id="2097155" name="Image 13"/>
          <p:cNvPicPr>
            <a:picLocks noChangeAspect="1"/>
          </p:cNvPicPr>
          <p:nvPr/>
        </p:nvPicPr>
        <p:blipFill>
          <a:blip xmlns:r="http://schemas.openxmlformats.org/officeDocument/2006/relationships" r:embed="rId7">
            <a:lum bright="-40000" contrast="40000"/>
          </a:blip>
          <a:stretch>
            <a:fillRect/>
          </a:stretch>
        </p:blipFill>
        <p:spPr>
          <a:xfrm>
            <a:off x="8229601" y="3988369"/>
            <a:ext cx="3637309" cy="2180762"/>
          </a:xfrm>
          <a:prstGeom prst="rect"/>
        </p:spPr>
      </p:pic>
      <p:sp>
        <p:nvSpPr>
          <p:cNvPr id="1048833" name="Rectangle 14"/>
          <p:cNvSpPr/>
          <p:nvPr/>
        </p:nvSpPr>
        <p:spPr>
          <a:xfrm>
            <a:off x="838308" y="4952030"/>
            <a:ext cx="2875280" cy="408940"/>
          </a:xfrm>
          <a:prstGeom prst="rect"/>
          <a:solidFill>
            <a:srgbClr val="FFFF00"/>
          </a:solidFill>
        </p:spPr>
        <p:txBody>
          <a:bodyPr wrap="none">
            <a:spAutoFit/>
          </a:bodyPr>
          <a:p>
            <a:pPr indent="-342900" marL="342900">
              <a:buFont typeface="Calibri" panose="020F0502020204030204" pitchFamily="34" charset="0"/>
              <a:buChar char="❷"/>
            </a:pPr>
            <a:r>
              <a:rPr dirty="0" sz="2200" i="1" lang="fr-MA">
                <a:effectLst>
                  <a:outerShdw algn="tl" blurRad="38100" dir="2700000" dist="38100">
                    <a:srgbClr val="000000">
                      <a:alpha val="43137"/>
                    </a:srgbClr>
                  </a:outerShdw>
                </a:effectLst>
                <a:latin typeface="OfficinaSans-Bold"/>
              </a:rPr>
              <a:t> </a:t>
            </a:r>
            <a:r>
              <a:rPr dirty="0" sz="2200" i="1" lang="fr-MA" u="sng">
                <a:effectLst>
                  <a:outerShdw algn="tl" blurRad="38100" dir="2700000" dist="38100">
                    <a:srgbClr val="000000">
                      <a:alpha val="43137"/>
                    </a:srgbClr>
                  </a:outerShdw>
                </a:effectLst>
              </a:rPr>
              <a:t>Distance focale c</a:t>
            </a:r>
          </a:p>
        </p:txBody>
      </p:sp>
      <p:sp>
        <p:nvSpPr>
          <p:cNvPr id="1048834" name="Rectangle 15"/>
          <p:cNvSpPr/>
          <p:nvPr/>
        </p:nvSpPr>
        <p:spPr>
          <a:xfrm>
            <a:off x="808263" y="5459445"/>
            <a:ext cx="7273165" cy="646331"/>
          </a:xfrm>
          <a:prstGeom prst="rect"/>
        </p:spPr>
        <p:txBody>
          <a:bodyPr wrap="square">
            <a:spAutoFit/>
          </a:bodyPr>
          <a:p>
            <a:pPr algn="just"/>
            <a:r>
              <a:rPr dirty="0" lang="fr-FR">
                <a:latin typeface="Bembo"/>
              </a:rPr>
              <a:t>Il s’agit de la distance du centre de l’ellipse au centre de force ou foyer de l’ellipse.</a:t>
            </a:r>
            <a:endParaRPr dirty="0" lang="fr-MA"/>
          </a:p>
        </p:txBody>
      </p:sp>
      <p:sp>
        <p:nvSpPr>
          <p:cNvPr id="1048835" name="ZoneTexte 16"/>
          <p:cNvSpPr txBox="1">
            <a:spLocks noChangeAspect="1" noMove="1" noResize="1" noRot="1" noAdjustHandles="1" noEditPoints="1" noChangeArrowheads="1" noChangeShapeType="1" noTextEdit="1"/>
          </p:cNvSpPr>
          <p:nvPr/>
        </p:nvSpPr>
        <p:spPr>
          <a:xfrm>
            <a:off x="3439162" y="5836792"/>
            <a:ext cx="4933338" cy="749179"/>
          </a:xfrm>
          <a:prstGeom prst="rect"/>
          <a:blipFill rotWithShape="0">
            <a:blip xmlns:r="http://schemas.openxmlformats.org/officeDocument/2006/relationships" r:embed="rId8"/>
            <a:stretch>
              <a:fillRect/>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9">
            <p14:nvContentPartPr>
              <p14:cNvPr id="1050670" name=""/>
              <p14:cNvContentPartPr/>
              <p14:nvPr/>
            </p14:nvContentPartPr>
            <p14:xfrm>
              <a:off x="8269980" y="1963998"/>
              <a:ext cx="349412" cy="266921"/>
            </p14:xfrm>
          </p:contentPart>
        </mc:Choice>
        <mc:Fallback>
          <p:sp>
            <p:nvSpPr>
              <p:cNvPr id="1050670" name=""/>
              <p:cNvSpPr/>
              <p:nvPr/>
            </p:nvSpPr>
            <p:spPr>
              <a:xfrm>
                <a:off x="8269980" y="1963998"/>
                <a:ext cx="349412" cy="266921"/>
              </a:xfrm>
            </p:spPr>
          </p:sp>
        </mc:Fallback>
      </mc:AlternateContent>
      <mc:AlternateContent xmlns:mc="http://schemas.openxmlformats.org/markup-compatibility/2006">
        <mc:Choice xmlns:p14="http://schemas.microsoft.com/office/powerpoint/2010/main" Requires="p14">
          <p:contentPart p14:bwMode="auto" r:id="rId10">
            <p14:nvContentPartPr>
              <p14:cNvPr id="1050671" name=""/>
              <p14:cNvContentPartPr/>
              <p14:nvPr/>
            </p14:nvContentPartPr>
            <p14:xfrm>
              <a:off x="8606765" y="2248128"/>
              <a:ext cx="66123" cy="335088"/>
            </p14:xfrm>
          </p:contentPart>
        </mc:Choice>
        <mc:Fallback>
          <p:sp>
            <p:nvSpPr>
              <p:cNvPr id="1050671" name=""/>
              <p:cNvSpPr/>
              <p:nvPr/>
            </p:nvSpPr>
            <p:spPr>
              <a:xfrm>
                <a:off x="8606765" y="2248128"/>
                <a:ext cx="66123" cy="335088"/>
              </a:xfrm>
            </p:spPr>
          </p:sp>
        </mc:Fallback>
      </mc:AlternateContent>
      <mc:AlternateContent xmlns:mc="http://schemas.openxmlformats.org/markup-compatibility/2006">
        <mc:Choice xmlns:p14="http://schemas.microsoft.com/office/powerpoint/2010/main" Requires="p14">
          <p:contentPart p14:bwMode="auto" r:id="rId11">
            <p14:nvContentPartPr>
              <p14:cNvPr id="1050672" name=""/>
              <p14:cNvContentPartPr/>
              <p14:nvPr/>
            </p14:nvContentPartPr>
            <p14:xfrm>
              <a:off x="8608908" y="2195638"/>
              <a:ext cx="165608" cy="126156"/>
            </p14:xfrm>
          </p:contentPart>
        </mc:Choice>
        <mc:Fallback>
          <p:sp>
            <p:nvSpPr>
              <p:cNvPr id="1050672" name=""/>
              <p:cNvSpPr/>
              <p:nvPr/>
            </p:nvSpPr>
            <p:spPr>
              <a:xfrm>
                <a:off x="8608908" y="2195638"/>
                <a:ext cx="165608" cy="126156"/>
              </a:xfrm>
            </p:spPr>
          </p:sp>
        </mc:Fallback>
      </mc:AlternateContent>
      <mc:AlternateContent xmlns:mc="http://schemas.openxmlformats.org/markup-compatibility/2006">
        <mc:Choice xmlns:p14="http://schemas.microsoft.com/office/powerpoint/2010/main" Requires="p14">
          <p:contentPart p14:bwMode="auto" r:id="rId12">
            <p14:nvContentPartPr>
              <p14:cNvPr id="1050673" name=""/>
              <p14:cNvContentPartPr/>
              <p14:nvPr/>
            </p14:nvContentPartPr>
            <p14:xfrm>
              <a:off x="8930159" y="2084827"/>
              <a:ext cx="187934" cy="37594"/>
            </p14:xfrm>
          </p:contentPart>
        </mc:Choice>
        <mc:Fallback>
          <p:sp>
            <p:nvSpPr>
              <p:cNvPr id="1050673" name=""/>
              <p:cNvSpPr/>
              <p:nvPr/>
            </p:nvSpPr>
            <p:spPr>
              <a:xfrm>
                <a:off x="8930159" y="2084827"/>
                <a:ext cx="187934" cy="37594"/>
              </a:xfrm>
            </p:spPr>
          </p:sp>
        </mc:Fallback>
      </mc:AlternateContent>
      <mc:AlternateContent xmlns:mc="http://schemas.openxmlformats.org/markup-compatibility/2006">
        <mc:Choice xmlns:p14="http://schemas.microsoft.com/office/powerpoint/2010/main" Requires="p14">
          <p:contentPart p14:bwMode="auto" r:id="rId13">
            <p14:nvContentPartPr>
              <p14:cNvPr id="1050674" name=""/>
              <p14:cNvContentPartPr/>
              <p14:nvPr/>
            </p14:nvContentPartPr>
            <p14:xfrm>
              <a:off x="8922950" y="2165294"/>
              <a:ext cx="146821" cy="24035"/>
            </p14:xfrm>
          </p:contentPart>
        </mc:Choice>
        <mc:Fallback>
          <p:sp>
            <p:nvSpPr>
              <p:cNvPr id="1050674" name=""/>
              <p:cNvSpPr/>
              <p:nvPr/>
            </p:nvSpPr>
            <p:spPr>
              <a:xfrm>
                <a:off x="8922950" y="2165294"/>
                <a:ext cx="146821" cy="24035"/>
              </a:xfrm>
            </p:spPr>
          </p:sp>
        </mc:Fallback>
      </mc:AlternateContent>
      <mc:AlternateContent xmlns:mc="http://schemas.openxmlformats.org/markup-compatibility/2006">
        <mc:Choice xmlns:p14="http://schemas.microsoft.com/office/powerpoint/2010/main" Requires="p14">
          <p:contentPart p14:bwMode="auto" r:id="rId14">
            <p14:nvContentPartPr>
              <p14:cNvPr id="1050675" name=""/>
              <p14:cNvContentPartPr/>
              <p14:nvPr/>
            </p14:nvContentPartPr>
            <p14:xfrm>
              <a:off x="9297522" y="2033717"/>
              <a:ext cx="225626" cy="188573"/>
            </p14:xfrm>
          </p:contentPart>
        </mc:Choice>
        <mc:Fallback>
          <p:sp>
            <p:nvSpPr>
              <p:cNvPr id="1050675" name=""/>
              <p:cNvSpPr/>
              <p:nvPr/>
            </p:nvSpPr>
            <p:spPr>
              <a:xfrm>
                <a:off x="9297522" y="2033717"/>
                <a:ext cx="225626" cy="188573"/>
              </a:xfrm>
            </p:spPr>
          </p:sp>
        </mc:Fallback>
      </mc:AlternateContent>
      <mc:AlternateContent xmlns:mc="http://schemas.openxmlformats.org/markup-compatibility/2006">
        <mc:Choice xmlns:p14="http://schemas.microsoft.com/office/powerpoint/2010/main" Requires="p14">
          <p:contentPart p14:bwMode="auto" r:id="rId15">
            <p14:nvContentPartPr>
              <p14:cNvPr id="1050676" name=""/>
              <p14:cNvContentPartPr/>
              <p14:nvPr/>
            </p14:nvContentPartPr>
            <p14:xfrm>
              <a:off x="9607789" y="2015690"/>
              <a:ext cx="606984" cy="235267"/>
            </p14:xfrm>
          </p:contentPart>
        </mc:Choice>
        <mc:Fallback>
          <p:sp>
            <p:nvSpPr>
              <p:cNvPr id="1050676" name=""/>
              <p:cNvSpPr/>
              <p:nvPr/>
            </p:nvSpPr>
            <p:spPr>
              <a:xfrm>
                <a:off x="9607789" y="2015690"/>
                <a:ext cx="606984" cy="235267"/>
              </a:xfrm>
            </p:spPr>
          </p:sp>
        </mc:Fallback>
      </mc:AlternateContent>
      <mc:AlternateContent xmlns:mc="http://schemas.openxmlformats.org/markup-compatibility/2006">
        <mc:Choice xmlns:p14="http://schemas.microsoft.com/office/powerpoint/2010/main" Requires="p14">
          <p:contentPart p14:bwMode="auto" r:id="rId16">
            <p14:nvContentPartPr>
              <p14:cNvPr id="1050677" name=""/>
              <p14:cNvContentPartPr/>
              <p14:nvPr/>
            </p14:nvContentPartPr>
            <p14:xfrm>
              <a:off x="10398091" y="1797291"/>
              <a:ext cx="280038" cy="539144"/>
            </p14:xfrm>
          </p:contentPart>
        </mc:Choice>
        <mc:Fallback>
          <p:sp>
            <p:nvSpPr>
              <p:cNvPr id="1050677" name=""/>
              <p:cNvSpPr/>
              <p:nvPr/>
            </p:nvSpPr>
            <p:spPr>
              <a:xfrm>
                <a:off x="10398091" y="1797291"/>
                <a:ext cx="280038" cy="539144"/>
              </a:xfrm>
            </p:spPr>
          </p:sp>
        </mc:Fallback>
      </mc:AlternateContent>
      <mc:AlternateContent xmlns:mc="http://schemas.openxmlformats.org/markup-compatibility/2006">
        <mc:Choice xmlns:p14="http://schemas.microsoft.com/office/powerpoint/2010/main" Requires="p14">
          <p:contentPart p14:bwMode="auto" r:id="rId17">
            <p14:nvContentPartPr>
              <p14:cNvPr id="1050678" name=""/>
              <p14:cNvContentPartPr/>
              <p14:nvPr/>
            </p14:nvContentPartPr>
            <p14:xfrm>
              <a:off x="10646149" y="2026367"/>
              <a:ext cx="535884" cy="147228"/>
            </p14:xfrm>
          </p:contentPart>
        </mc:Choice>
        <mc:Fallback>
          <p:sp>
            <p:nvSpPr>
              <p:cNvPr id="1050678" name=""/>
              <p:cNvSpPr/>
              <p:nvPr/>
            </p:nvSpPr>
            <p:spPr>
              <a:xfrm>
                <a:off x="10646149" y="2026367"/>
                <a:ext cx="535884" cy="147228"/>
              </a:xfrm>
            </p:spPr>
          </p:sp>
        </mc:Fallback>
      </mc:AlternateContent>
      <mc:AlternateContent xmlns:mc="http://schemas.openxmlformats.org/markup-compatibility/2006">
        <mc:Choice xmlns:p14="http://schemas.microsoft.com/office/powerpoint/2010/main" Requires="p14">
          <p:contentPart p14:bwMode="auto" r:id="rId18">
            <p14:nvContentPartPr>
              <p14:cNvPr id="1050679" name=""/>
              <p14:cNvContentPartPr/>
              <p14:nvPr/>
            </p14:nvContentPartPr>
            <p14:xfrm>
              <a:off x="10931107" y="1908364"/>
              <a:ext cx="132704" cy="6995"/>
            </p14:xfrm>
          </p:contentPart>
        </mc:Choice>
        <mc:Fallback>
          <p:sp>
            <p:nvSpPr>
              <p:cNvPr id="1050679" name=""/>
              <p:cNvSpPr/>
              <p:nvPr/>
            </p:nvSpPr>
            <p:spPr>
              <a:xfrm>
                <a:off x="10931107" y="1908364"/>
                <a:ext cx="132704" cy="6995"/>
              </a:xfrm>
            </p:spPr>
          </p:sp>
        </mc:Fallback>
      </mc:AlternateContent>
      <mc:AlternateContent xmlns:mc="http://schemas.openxmlformats.org/markup-compatibility/2006">
        <mc:Choice xmlns:p14="http://schemas.microsoft.com/office/powerpoint/2010/main" Requires="p14">
          <p:contentPart p14:bwMode="auto" r:id="rId19">
            <p14:nvContentPartPr>
              <p14:cNvPr id="1050680" name=""/>
              <p14:cNvContentPartPr/>
              <p14:nvPr/>
            </p14:nvContentPartPr>
            <p14:xfrm>
              <a:off x="11158858" y="1789906"/>
              <a:ext cx="146659" cy="348814"/>
            </p14:xfrm>
          </p:contentPart>
        </mc:Choice>
        <mc:Fallback>
          <p:sp>
            <p:nvSpPr>
              <p:cNvPr id="1050680" name=""/>
              <p:cNvSpPr/>
              <p:nvPr/>
            </p:nvSpPr>
            <p:spPr>
              <a:xfrm>
                <a:off x="11158858" y="1789906"/>
                <a:ext cx="146659" cy="348814"/>
              </a:xfrm>
            </p:spPr>
          </p:sp>
        </mc:Fallback>
      </mc:AlternateContent>
      <mc:AlternateContent xmlns:mc="http://schemas.openxmlformats.org/markup-compatibility/2006">
        <mc:Choice xmlns:p14="http://schemas.microsoft.com/office/powerpoint/2010/main" Requires="p14">
          <p:contentPart p14:bwMode="auto" r:id="rId20">
            <p14:nvContentPartPr>
              <p14:cNvPr id="1050681" name=""/>
              <p14:cNvContentPartPr/>
              <p14:nvPr/>
            </p14:nvContentPartPr>
            <p14:xfrm>
              <a:off x="11237489" y="1987569"/>
              <a:ext cx="128060" cy="150985"/>
            </p14:xfrm>
          </p:contentPart>
        </mc:Choice>
        <mc:Fallback>
          <p:sp>
            <p:nvSpPr>
              <p:cNvPr id="1050681" name=""/>
              <p:cNvSpPr/>
              <p:nvPr/>
            </p:nvSpPr>
            <p:spPr>
              <a:xfrm>
                <a:off x="11237489" y="1987569"/>
                <a:ext cx="128060" cy="150985"/>
              </a:xfrm>
            </p:spPr>
          </p:sp>
        </mc:Fallback>
      </mc:AlternateContent>
      <mc:AlternateContent xmlns:mc="http://schemas.openxmlformats.org/markup-compatibility/2006">
        <mc:Choice xmlns:p14="http://schemas.microsoft.com/office/powerpoint/2010/main" Requires="p14">
          <p:contentPart p14:bwMode="auto" r:id="rId21">
            <p14:nvContentPartPr>
              <p14:cNvPr id="1050682" name=""/>
              <p14:cNvContentPartPr/>
              <p14:nvPr/>
            </p14:nvContentPartPr>
            <p14:xfrm>
              <a:off x="9268971" y="2247142"/>
              <a:ext cx="2041960" cy="107966"/>
            </p14:xfrm>
          </p:contentPart>
        </mc:Choice>
        <mc:Fallback>
          <p:sp>
            <p:nvSpPr>
              <p:cNvPr id="1050682" name=""/>
              <p:cNvSpPr/>
              <p:nvPr/>
            </p:nvSpPr>
            <p:spPr>
              <a:xfrm>
                <a:off x="9268971" y="2247142"/>
                <a:ext cx="2041960" cy="107966"/>
              </a:xfrm>
            </p:spPr>
          </p:sp>
        </mc:Fallback>
      </mc:AlternateContent>
      <mc:AlternateContent xmlns:mc="http://schemas.openxmlformats.org/markup-compatibility/2006">
        <mc:Choice xmlns:p14="http://schemas.microsoft.com/office/powerpoint/2010/main" Requires="p14">
          <p:contentPart p14:bwMode="auto" r:id="rId22">
            <p14:nvContentPartPr>
              <p14:cNvPr id="1050683" name=""/>
              <p14:cNvContentPartPr/>
              <p14:nvPr/>
            </p14:nvContentPartPr>
            <p14:xfrm>
              <a:off x="11489788" y="2152074"/>
              <a:ext cx="32907" cy="27832"/>
            </p14:xfrm>
          </p:contentPart>
        </mc:Choice>
        <mc:Fallback>
          <p:sp>
            <p:nvSpPr>
              <p:cNvPr id="1050683" name=""/>
              <p:cNvSpPr/>
              <p:nvPr/>
            </p:nvSpPr>
            <p:spPr>
              <a:xfrm>
                <a:off x="11489788" y="2152074"/>
                <a:ext cx="32907" cy="27832"/>
              </a:xfrm>
            </p:spPr>
          </p:sp>
        </mc:Fallback>
      </mc:AlternateContent>
      <mc:AlternateContent xmlns:mc="http://schemas.openxmlformats.org/markup-compatibility/2006">
        <mc:Choice xmlns:p14="http://schemas.microsoft.com/office/powerpoint/2010/main" Requires="p14">
          <p:contentPart p14:bwMode="auto" r:id="rId23">
            <p14:nvContentPartPr>
              <p14:cNvPr id="1050684" name=""/>
              <p14:cNvContentPartPr/>
              <p14:nvPr/>
            </p14:nvContentPartPr>
            <p14:xfrm>
              <a:off x="11467829" y="5221756"/>
              <a:ext cx="164353" cy="224445"/>
            </p14:xfrm>
          </p:contentPart>
        </mc:Choice>
        <mc:Fallback>
          <p:sp>
            <p:nvSpPr>
              <p:cNvPr id="1050684" name=""/>
              <p:cNvSpPr/>
              <p:nvPr/>
            </p:nvSpPr>
            <p:spPr>
              <a:xfrm>
                <a:off x="11467829" y="5221756"/>
                <a:ext cx="164353" cy="224445"/>
              </a:xfrm>
            </p:spPr>
          </p:sp>
        </mc:Fallback>
      </mc:AlternateContent>
      <mc:AlternateContent xmlns:mc="http://schemas.openxmlformats.org/markup-compatibility/2006">
        <mc:Choice xmlns:p14="http://schemas.microsoft.com/office/powerpoint/2010/main" Requires="p14">
          <p:contentPart p14:bwMode="auto" r:id="rId24">
            <p14:nvContentPartPr>
              <p14:cNvPr id="1050685" name=""/>
              <p14:cNvContentPartPr/>
              <p14:nvPr/>
            </p14:nvContentPartPr>
            <p14:xfrm>
              <a:off x="11588027" y="5192103"/>
              <a:ext cx="110600" cy="282727"/>
            </p14:xfrm>
          </p:contentPart>
        </mc:Choice>
        <mc:Fallback>
          <p:sp>
            <p:nvSpPr>
              <p:cNvPr id="1050685" name=""/>
              <p:cNvSpPr/>
              <p:nvPr/>
            </p:nvSpPr>
            <p:spPr>
              <a:xfrm>
                <a:off x="11588027" y="5192103"/>
                <a:ext cx="110600" cy="282727"/>
              </a:xfrm>
            </p:spPr>
          </p:sp>
        </mc:Fallback>
      </mc:AlternateContent>
      <mc:AlternateContent xmlns:mc="http://schemas.openxmlformats.org/markup-compatibility/2006">
        <mc:Choice xmlns:p14="http://schemas.microsoft.com/office/powerpoint/2010/main" Requires="p14">
          <p:contentPart p14:bwMode="auto" r:id="rId25">
            <p14:nvContentPartPr>
              <p14:cNvPr id="1050686" name=""/>
              <p14:cNvContentPartPr/>
              <p14:nvPr/>
            </p14:nvContentPartPr>
            <p14:xfrm>
              <a:off x="11507827" y="5333017"/>
              <a:ext cx="182478" cy="37002"/>
            </p14:xfrm>
          </p:contentPart>
        </mc:Choice>
        <mc:Fallback>
          <p:sp>
            <p:nvSpPr>
              <p:cNvPr id="1050686" name=""/>
              <p:cNvSpPr/>
              <p:nvPr/>
            </p:nvSpPr>
            <p:spPr>
              <a:xfrm>
                <a:off x="11507827" y="5333017"/>
                <a:ext cx="182478" cy="37002"/>
              </a:xfrm>
            </p:spPr>
          </p:sp>
        </mc:Fallback>
      </mc:AlternateContent>
      <mc:AlternateContent xmlns:mc="http://schemas.openxmlformats.org/markup-compatibility/2006">
        <mc:Choice xmlns:p14="http://schemas.microsoft.com/office/powerpoint/2010/main" Requires="p14">
          <p:contentPart p14:bwMode="auto" r:id="rId26">
            <p14:nvContentPartPr>
              <p14:cNvPr id="1050687" name=""/>
              <p14:cNvContentPartPr/>
              <p14:nvPr/>
            </p14:nvContentPartPr>
            <p14:xfrm>
              <a:off x="11724941" y="5290439"/>
              <a:ext cx="82960" cy="162985"/>
            </p14:xfrm>
          </p:contentPart>
        </mc:Choice>
        <mc:Fallback>
          <p:sp>
            <p:nvSpPr>
              <p:cNvPr id="1050687" name=""/>
              <p:cNvSpPr/>
              <p:nvPr/>
            </p:nvSpPr>
            <p:spPr>
              <a:xfrm>
                <a:off x="11724941" y="5290439"/>
                <a:ext cx="82960" cy="162985"/>
              </a:xfrm>
            </p:spPr>
          </p:sp>
        </mc:Fallback>
      </mc:AlternateContent>
      <mc:AlternateContent xmlns:mc="http://schemas.openxmlformats.org/markup-compatibility/2006">
        <mc:Choice xmlns:p14="http://schemas.microsoft.com/office/powerpoint/2010/main" Requires="p14">
          <p:contentPart p14:bwMode="auto" r:id="rId27">
            <p14:nvContentPartPr>
              <p14:cNvPr id="1050688" name=""/>
              <p14:cNvContentPartPr/>
              <p14:nvPr/>
            </p14:nvContentPartPr>
            <p14:xfrm>
              <a:off x="11690305" y="5251662"/>
              <a:ext cx="271836" cy="213850"/>
            </p14:xfrm>
          </p:contentPart>
        </mc:Choice>
        <mc:Fallback>
          <p:sp>
            <p:nvSpPr>
              <p:cNvPr id="1050688" name=""/>
              <p:cNvSpPr/>
              <p:nvPr/>
            </p:nvSpPr>
            <p:spPr>
              <a:xfrm>
                <a:off x="11690305" y="5251662"/>
                <a:ext cx="271836" cy="213850"/>
              </a:xfrm>
            </p:spPr>
          </p:sp>
        </mc:Fallback>
      </mc:AlternateContent>
      <mc:AlternateContent xmlns:mc="http://schemas.openxmlformats.org/markup-compatibility/2006">
        <mc:Choice xmlns:p14="http://schemas.microsoft.com/office/powerpoint/2010/main" Requires="p14">
          <p:contentPart p14:bwMode="auto" r:id="rId28">
            <p14:nvContentPartPr>
              <p14:cNvPr id="1050689" name=""/>
              <p14:cNvContentPartPr/>
              <p14:nvPr/>
            </p14:nvContentPartPr>
            <p14:xfrm>
              <a:off x="11480793" y="5529084"/>
              <a:ext cx="258315" cy="405417"/>
            </p14:xfrm>
          </p:contentPart>
        </mc:Choice>
        <mc:Fallback>
          <p:sp>
            <p:nvSpPr>
              <p:cNvPr id="1050689" name=""/>
              <p:cNvSpPr/>
              <p:nvPr/>
            </p:nvSpPr>
            <p:spPr>
              <a:xfrm>
                <a:off x="11480793" y="5529084"/>
                <a:ext cx="258315" cy="405417"/>
              </a:xfrm>
            </p:spPr>
          </p:sp>
        </mc:Fallback>
      </mc:AlternateContent>
      <mc:AlternateContent xmlns:mc="http://schemas.openxmlformats.org/markup-compatibility/2006">
        <mc:Choice xmlns:p14="http://schemas.microsoft.com/office/powerpoint/2010/main" Requires="p14">
          <p:contentPart p14:bwMode="auto" r:id="rId29">
            <p14:nvContentPartPr>
              <p14:cNvPr id="1050690" name=""/>
              <p14:cNvContentPartPr/>
              <p14:nvPr/>
            </p14:nvContentPartPr>
            <p14:xfrm>
              <a:off x="11754059" y="5636386"/>
              <a:ext cx="136945" cy="178215"/>
            </p14:xfrm>
          </p:contentPart>
        </mc:Choice>
        <mc:Fallback>
          <p:sp>
            <p:nvSpPr>
              <p:cNvPr id="1050690" name=""/>
              <p:cNvSpPr/>
              <p:nvPr/>
            </p:nvSpPr>
            <p:spPr>
              <a:xfrm>
                <a:off x="11754059" y="5636386"/>
                <a:ext cx="136945" cy="178215"/>
              </a:xfrm>
            </p:spPr>
          </p:sp>
        </mc:Fallback>
      </mc:AlternateContent>
      <mc:AlternateContent xmlns:mc="http://schemas.openxmlformats.org/markup-compatibility/2006">
        <mc:Choice xmlns:p14="http://schemas.microsoft.com/office/powerpoint/2010/main" Requires="p14">
          <p:contentPart p14:bwMode="auto" r:id="rId30">
            <p14:nvContentPartPr>
              <p14:cNvPr id="1050691" name=""/>
              <p14:cNvContentPartPr/>
              <p14:nvPr/>
            </p14:nvContentPartPr>
            <p14:xfrm>
              <a:off x="11833139" y="5542628"/>
              <a:ext cx="282597" cy="354265"/>
            </p14:xfrm>
          </p:contentPart>
        </mc:Choice>
        <mc:Fallback>
          <p:sp>
            <p:nvSpPr>
              <p:cNvPr id="1050691" name=""/>
              <p:cNvSpPr/>
              <p:nvPr/>
            </p:nvSpPr>
            <p:spPr>
              <a:xfrm>
                <a:off x="11833139" y="5542628"/>
                <a:ext cx="282597" cy="354265"/>
              </a:xfrm>
            </p:spPr>
          </p:sp>
        </mc:Fallback>
      </mc:AlternateContent>
      <mc:AlternateContent xmlns:mc="http://schemas.openxmlformats.org/markup-compatibility/2006">
        <mc:Choice xmlns:p14="http://schemas.microsoft.com/office/powerpoint/2010/main" Requires="p14">
          <p:contentPart p14:bwMode="auto" r:id="rId31">
            <p14:nvContentPartPr>
              <p14:cNvPr id="1050783" name=""/>
              <p14:cNvContentPartPr/>
              <p14:nvPr/>
            </p14:nvContentPartPr>
            <p14:xfrm>
              <a:off x="3775422" y="4106614"/>
              <a:ext cx="513041" cy="377105"/>
            </p14:xfrm>
          </p:contentPart>
        </mc:Choice>
        <mc:Fallback>
          <p:sp>
            <p:nvSpPr>
              <p:cNvPr id="1050783" name=""/>
              <p:cNvSpPr/>
              <p:nvPr/>
            </p:nvSpPr>
            <p:spPr>
              <a:xfrm>
                <a:off x="3775422" y="4106614"/>
                <a:ext cx="513041" cy="377105"/>
              </a:xfrm>
            </p:spPr>
          </p:sp>
        </mc:Fallback>
      </mc:AlternateContent>
      <mc:AlternateContent xmlns:mc="http://schemas.openxmlformats.org/markup-compatibility/2006">
        <mc:Choice xmlns:p14="http://schemas.microsoft.com/office/powerpoint/2010/main" Requires="p14">
          <p:contentPart p14:bwMode="auto" r:id="rId32">
            <p14:nvContentPartPr>
              <p14:cNvPr id="1050784" name=""/>
              <p14:cNvContentPartPr/>
              <p14:nvPr/>
            </p14:nvContentPartPr>
            <p14:xfrm>
              <a:off x="3905936" y="4112190"/>
              <a:ext cx="190056" cy="511909"/>
            </p14:xfrm>
          </p:contentPart>
        </mc:Choice>
        <mc:Fallback>
          <p:sp>
            <p:nvSpPr>
              <p:cNvPr id="1050784" name=""/>
              <p:cNvSpPr/>
              <p:nvPr/>
            </p:nvSpPr>
            <p:spPr>
              <a:xfrm>
                <a:off x="3905936" y="4112190"/>
                <a:ext cx="190056" cy="511909"/>
              </a:xfrm>
            </p:spPr>
          </p:sp>
        </mc:Fallback>
      </mc:AlternateContent>
      <mc:AlternateContent xmlns:mc="http://schemas.openxmlformats.org/markup-compatibility/2006">
        <mc:Choice xmlns:p14="http://schemas.microsoft.com/office/powerpoint/2010/main" Requires="p14">
          <p:contentPart p14:bwMode="auto" r:id="rId33">
            <p14:nvContentPartPr>
              <p14:cNvPr id="1050785" name=""/>
              <p14:cNvContentPartPr/>
              <p14:nvPr/>
            </p14:nvContentPartPr>
            <p14:xfrm>
              <a:off x="3927563" y="4182646"/>
              <a:ext cx="58573" cy="351270"/>
            </p14:xfrm>
          </p:contentPart>
        </mc:Choice>
        <mc:Fallback>
          <p:sp>
            <p:nvSpPr>
              <p:cNvPr id="1050785" name=""/>
              <p:cNvSpPr/>
              <p:nvPr/>
            </p:nvSpPr>
            <p:spPr>
              <a:xfrm>
                <a:off x="3927563" y="4182646"/>
                <a:ext cx="58573" cy="351270"/>
              </a:xfrm>
            </p:spPr>
          </p:sp>
        </mc:Fallback>
      </mc:AlternateContent>
      <mc:AlternateContent xmlns:mc="http://schemas.openxmlformats.org/markup-compatibility/2006">
        <mc:Choice xmlns:p14="http://schemas.microsoft.com/office/powerpoint/2010/main" Requires="p14">
          <p:contentPart p14:bwMode="auto" r:id="rId34">
            <p14:nvContentPartPr>
              <p14:cNvPr id="1050786" name=""/>
              <p14:cNvContentPartPr/>
              <p14:nvPr/>
            </p14:nvContentPartPr>
            <p14:xfrm>
              <a:off x="3819428" y="4291880"/>
              <a:ext cx="458672" cy="35517"/>
            </p14:xfrm>
          </p:contentPart>
        </mc:Choice>
        <mc:Fallback>
          <p:sp>
            <p:nvSpPr>
              <p:cNvPr id="1050786" name=""/>
              <p:cNvSpPr/>
              <p:nvPr/>
            </p:nvSpPr>
            <p:spPr>
              <a:xfrm>
                <a:off x="3819428" y="4291880"/>
                <a:ext cx="458672" cy="35517"/>
              </a:xfrm>
            </p:spPr>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692" name=""/>
              <p14:cNvContentPartPr/>
              <p14:nvPr/>
            </p14:nvContentPartPr>
            <p14:xfrm>
              <a:off x="810896" y="552497"/>
              <a:ext cx="239375" cy="371425"/>
            </p14:xfrm>
          </p:contentPart>
        </mc:Choice>
        <mc:Fallback>
          <p:sp>
            <p:nvSpPr>
              <p:cNvPr id="1050692" name=""/>
              <p:cNvSpPr/>
              <p:nvPr/>
            </p:nvSpPr>
            <p:spPr>
              <a:xfrm>
                <a:off x="810896" y="552497"/>
                <a:ext cx="239375" cy="371425"/>
              </a:xfrm>
            </p:spPr>
          </p:sp>
        </mc:Fallback>
      </mc:AlternateContent>
      <mc:AlternateContent xmlns:mc="http://schemas.openxmlformats.org/markup-compatibility/2006">
        <mc:Choice xmlns:p14="http://schemas.microsoft.com/office/powerpoint/2010/main" Requires="p14">
          <p:contentPart p14:bwMode="auto" r:id="rId2">
            <p14:nvContentPartPr>
              <p14:cNvPr id="1050693" name=""/>
              <p14:cNvContentPartPr/>
              <p14:nvPr/>
            </p14:nvContentPartPr>
            <p14:xfrm>
              <a:off x="1247617" y="726921"/>
              <a:ext cx="168059" cy="8921"/>
            </p14:xfrm>
          </p:contentPart>
        </mc:Choice>
        <mc:Fallback>
          <p:sp>
            <p:nvSpPr>
              <p:cNvPr id="1050693" name=""/>
              <p:cNvSpPr/>
              <p:nvPr/>
            </p:nvSpPr>
            <p:spPr>
              <a:xfrm>
                <a:off x="1247617" y="726921"/>
                <a:ext cx="168059" cy="8921"/>
              </a:xfrm>
            </p:spPr>
          </p:sp>
        </mc:Fallback>
      </mc:AlternateContent>
      <mc:AlternateContent xmlns:mc="http://schemas.openxmlformats.org/markup-compatibility/2006">
        <mc:Choice xmlns:p14="http://schemas.microsoft.com/office/powerpoint/2010/main" Requires="p14">
          <p:contentPart p14:bwMode="auto" r:id="rId3">
            <p14:nvContentPartPr>
              <p14:cNvPr id="1050694" name=""/>
              <p14:cNvContentPartPr/>
              <p14:nvPr/>
            </p14:nvContentPartPr>
            <p14:xfrm>
              <a:off x="1284113" y="832877"/>
              <a:ext cx="180637" cy="19617"/>
            </p14:xfrm>
          </p:contentPart>
        </mc:Choice>
        <mc:Fallback>
          <p:sp>
            <p:nvSpPr>
              <p:cNvPr id="1050694" name=""/>
              <p:cNvSpPr/>
              <p:nvPr/>
            </p:nvSpPr>
            <p:spPr>
              <a:xfrm>
                <a:off x="1284113" y="832877"/>
                <a:ext cx="180637" cy="19617"/>
              </a:xfrm>
            </p:spPr>
          </p:sp>
        </mc:Fallback>
      </mc:AlternateContent>
      <mc:AlternateContent xmlns:mc="http://schemas.openxmlformats.org/markup-compatibility/2006">
        <mc:Choice xmlns:p14="http://schemas.microsoft.com/office/powerpoint/2010/main" Requires="p14">
          <p:contentPart p14:bwMode="auto" r:id="rId4">
            <p14:nvContentPartPr>
              <p14:cNvPr id="1050695" name=""/>
              <p14:cNvContentPartPr/>
              <p14:nvPr/>
            </p14:nvContentPartPr>
            <p14:xfrm>
              <a:off x="1700433" y="450722"/>
              <a:ext cx="204555" cy="299409"/>
            </p14:xfrm>
          </p:contentPart>
        </mc:Choice>
        <mc:Fallback>
          <p:sp>
            <p:nvSpPr>
              <p:cNvPr id="1050695" name=""/>
              <p:cNvSpPr/>
              <p:nvPr/>
            </p:nvSpPr>
            <p:spPr>
              <a:xfrm>
                <a:off x="1700433" y="450722"/>
                <a:ext cx="204555" cy="299409"/>
              </a:xfrm>
            </p:spPr>
          </p:sp>
        </mc:Fallback>
      </mc:AlternateContent>
      <mc:AlternateContent xmlns:mc="http://schemas.openxmlformats.org/markup-compatibility/2006">
        <mc:Choice xmlns:p14="http://schemas.microsoft.com/office/powerpoint/2010/main" Requires="p14">
          <p:contentPart p14:bwMode="auto" r:id="rId5">
            <p14:nvContentPartPr>
              <p14:cNvPr id="1050696" name=""/>
              <p14:cNvContentPartPr/>
              <p14:nvPr/>
            </p14:nvContentPartPr>
            <p14:xfrm>
              <a:off x="1904988" y="606081"/>
              <a:ext cx="11811" cy="177211"/>
            </p14:xfrm>
          </p:contentPart>
        </mc:Choice>
        <mc:Fallback>
          <p:sp>
            <p:nvSpPr>
              <p:cNvPr id="1050696" name=""/>
              <p:cNvSpPr/>
              <p:nvPr/>
            </p:nvSpPr>
            <p:spPr>
              <a:xfrm>
                <a:off x="1904988" y="606081"/>
                <a:ext cx="11811" cy="177211"/>
              </a:xfrm>
            </p:spPr>
          </p:sp>
        </mc:Fallback>
      </mc:AlternateContent>
      <mc:AlternateContent xmlns:mc="http://schemas.openxmlformats.org/markup-compatibility/2006">
        <mc:Choice xmlns:p14="http://schemas.microsoft.com/office/powerpoint/2010/main" Requires="p14">
          <p:contentPart p14:bwMode="auto" r:id="rId6">
            <p14:nvContentPartPr>
              <p14:cNvPr id="1050697" name=""/>
              <p14:cNvContentPartPr/>
              <p14:nvPr/>
            </p14:nvContentPartPr>
            <p14:xfrm>
              <a:off x="1912197" y="620948"/>
              <a:ext cx="117269" cy="152984"/>
            </p14:xfrm>
          </p:contentPart>
        </mc:Choice>
        <mc:Fallback>
          <p:sp>
            <p:nvSpPr>
              <p:cNvPr id="1050697" name=""/>
              <p:cNvSpPr/>
              <p:nvPr/>
            </p:nvSpPr>
            <p:spPr>
              <a:xfrm>
                <a:off x="1912197" y="620948"/>
                <a:ext cx="117269" cy="152984"/>
              </a:xfrm>
            </p:spPr>
          </p:sp>
        </mc:Fallback>
      </mc:AlternateContent>
      <mc:AlternateContent xmlns:mc="http://schemas.openxmlformats.org/markup-compatibility/2006">
        <mc:Choice xmlns:p14="http://schemas.microsoft.com/office/powerpoint/2010/main" Requires="p14">
          <p:contentPart p14:bwMode="auto" r:id="rId7">
            <p14:nvContentPartPr>
              <p14:cNvPr id="1050698" name=""/>
              <p14:cNvContentPartPr/>
              <p14:nvPr/>
            </p14:nvContentPartPr>
            <p14:xfrm>
              <a:off x="2007266" y="596698"/>
              <a:ext cx="106813" cy="127739"/>
            </p14:xfrm>
          </p:contentPart>
        </mc:Choice>
        <mc:Fallback>
          <p:sp>
            <p:nvSpPr>
              <p:cNvPr id="1050698" name=""/>
              <p:cNvSpPr/>
              <p:nvPr/>
            </p:nvSpPr>
            <p:spPr>
              <a:xfrm>
                <a:off x="2007266" y="596698"/>
                <a:ext cx="106813" cy="127739"/>
              </a:xfrm>
            </p:spPr>
          </p:sp>
        </mc:Fallback>
      </mc:AlternateContent>
      <mc:AlternateContent xmlns:mc="http://schemas.openxmlformats.org/markup-compatibility/2006">
        <mc:Choice xmlns:p14="http://schemas.microsoft.com/office/powerpoint/2010/main" Requires="p14">
          <p:contentPart p14:bwMode="auto" r:id="rId8">
            <p14:nvContentPartPr>
              <p14:cNvPr id="1050699" name=""/>
              <p14:cNvContentPartPr/>
              <p14:nvPr/>
            </p14:nvContentPartPr>
            <p14:xfrm>
              <a:off x="2155130" y="584032"/>
              <a:ext cx="27405" cy="126056"/>
            </p14:xfrm>
          </p:contentPart>
        </mc:Choice>
        <mc:Fallback>
          <p:sp>
            <p:nvSpPr>
              <p:cNvPr id="1050699" name=""/>
              <p:cNvSpPr/>
              <p:nvPr/>
            </p:nvSpPr>
            <p:spPr>
              <a:xfrm>
                <a:off x="2155130" y="584032"/>
                <a:ext cx="27405" cy="126056"/>
              </a:xfrm>
            </p:spPr>
          </p:sp>
        </mc:Fallback>
      </mc:AlternateContent>
      <mc:AlternateContent xmlns:mc="http://schemas.openxmlformats.org/markup-compatibility/2006">
        <mc:Choice xmlns:p14="http://schemas.microsoft.com/office/powerpoint/2010/main" Requires="p14">
          <p:contentPart p14:bwMode="auto" r:id="rId9">
            <p14:nvContentPartPr>
              <p14:cNvPr id="1050700" name=""/>
              <p14:cNvContentPartPr/>
              <p14:nvPr/>
            </p14:nvContentPartPr>
            <p14:xfrm>
              <a:off x="2228597" y="568408"/>
              <a:ext cx="103124" cy="180841"/>
            </p14:xfrm>
          </p:contentPart>
        </mc:Choice>
        <mc:Fallback>
          <p:sp>
            <p:nvSpPr>
              <p:cNvPr id="1050700" name=""/>
              <p:cNvSpPr/>
              <p:nvPr/>
            </p:nvSpPr>
            <p:spPr>
              <a:xfrm>
                <a:off x="2228597" y="568408"/>
                <a:ext cx="103124" cy="180841"/>
              </a:xfrm>
            </p:spPr>
          </p:sp>
        </mc:Fallback>
      </mc:AlternateContent>
      <mc:AlternateContent xmlns:mc="http://schemas.openxmlformats.org/markup-compatibility/2006">
        <mc:Choice xmlns:p14="http://schemas.microsoft.com/office/powerpoint/2010/main" Requires="p14">
          <p:contentPart p14:bwMode="auto" r:id="rId10">
            <p14:nvContentPartPr>
              <p14:cNvPr id="1050701" name=""/>
              <p14:cNvContentPartPr/>
              <p14:nvPr/>
            </p14:nvContentPartPr>
            <p14:xfrm>
              <a:off x="2189744" y="458578"/>
              <a:ext cx="16329" cy="36359"/>
            </p14:xfrm>
          </p:contentPart>
        </mc:Choice>
        <mc:Fallback>
          <p:sp>
            <p:nvSpPr>
              <p:cNvPr id="1050701" name=""/>
              <p:cNvSpPr/>
              <p:nvPr/>
            </p:nvSpPr>
            <p:spPr>
              <a:xfrm>
                <a:off x="2189744" y="458578"/>
                <a:ext cx="16329" cy="36359"/>
              </a:xfrm>
            </p:spPr>
          </p:sp>
        </mc:Fallback>
      </mc:AlternateContent>
      <mc:AlternateContent xmlns:mc="http://schemas.openxmlformats.org/markup-compatibility/2006">
        <mc:Choice xmlns:p14="http://schemas.microsoft.com/office/powerpoint/2010/main" Requires="p14">
          <p:contentPart p14:bwMode="auto" r:id="rId11">
            <p14:nvContentPartPr>
              <p14:cNvPr id="1050702" name=""/>
              <p14:cNvContentPartPr/>
              <p14:nvPr/>
            </p14:nvContentPartPr>
            <p14:xfrm>
              <a:off x="2445213" y="547029"/>
              <a:ext cx="241050" cy="29145"/>
            </p14:xfrm>
          </p:contentPart>
        </mc:Choice>
        <mc:Fallback>
          <p:sp>
            <p:nvSpPr>
              <p:cNvPr id="1050702" name=""/>
              <p:cNvSpPr/>
              <p:nvPr/>
            </p:nvSpPr>
            <p:spPr>
              <a:xfrm>
                <a:off x="2445213" y="547029"/>
                <a:ext cx="241050" cy="29145"/>
              </a:xfrm>
            </p:spPr>
          </p:sp>
        </mc:Fallback>
      </mc:AlternateContent>
      <mc:AlternateContent xmlns:mc="http://schemas.openxmlformats.org/markup-compatibility/2006">
        <mc:Choice xmlns:p14="http://schemas.microsoft.com/office/powerpoint/2010/main" Requires="p14">
          <p:contentPart p14:bwMode="auto" r:id="rId12">
            <p14:nvContentPartPr>
              <p14:cNvPr id="1050703" name=""/>
              <p14:cNvContentPartPr/>
              <p14:nvPr/>
            </p14:nvContentPartPr>
            <p14:xfrm>
              <a:off x="2551865" y="495074"/>
              <a:ext cx="39330" cy="173047"/>
            </p14:xfrm>
          </p:contentPart>
        </mc:Choice>
        <mc:Fallback>
          <p:sp>
            <p:nvSpPr>
              <p:cNvPr id="1050703" name=""/>
              <p:cNvSpPr/>
              <p:nvPr/>
            </p:nvSpPr>
            <p:spPr>
              <a:xfrm>
                <a:off x="2551865" y="495074"/>
                <a:ext cx="39330" cy="173047"/>
              </a:xfrm>
            </p:spPr>
          </p:sp>
        </mc:Fallback>
      </mc:AlternateContent>
      <mc:AlternateContent xmlns:mc="http://schemas.openxmlformats.org/markup-compatibility/2006">
        <mc:Choice xmlns:p14="http://schemas.microsoft.com/office/powerpoint/2010/main" Requires="p14">
          <p:contentPart p14:bwMode="auto" r:id="rId13">
            <p14:nvContentPartPr>
              <p14:cNvPr id="1050704" name=""/>
              <p14:cNvContentPartPr/>
              <p14:nvPr/>
            </p14:nvContentPartPr>
            <p14:xfrm>
              <a:off x="2810168" y="414060"/>
              <a:ext cx="191218" cy="245472"/>
            </p14:xfrm>
          </p:contentPart>
        </mc:Choice>
        <mc:Fallback>
          <p:sp>
            <p:nvSpPr>
              <p:cNvPr id="1050704" name=""/>
              <p:cNvSpPr/>
              <p:nvPr/>
            </p:nvSpPr>
            <p:spPr>
              <a:xfrm>
                <a:off x="2810168" y="414060"/>
                <a:ext cx="191218" cy="245472"/>
              </a:xfrm>
            </p:spPr>
          </p:sp>
        </mc:Fallback>
      </mc:AlternateContent>
      <mc:AlternateContent xmlns:mc="http://schemas.openxmlformats.org/markup-compatibility/2006">
        <mc:Choice xmlns:p14="http://schemas.microsoft.com/office/powerpoint/2010/main" Requires="p14">
          <p:contentPart p14:bwMode="auto" r:id="rId14">
            <p14:nvContentPartPr>
              <p14:cNvPr id="1050705" name=""/>
              <p14:cNvContentPartPr/>
              <p14:nvPr/>
            </p14:nvContentPartPr>
            <p14:xfrm>
              <a:off x="2942537" y="488692"/>
              <a:ext cx="231008" cy="156079"/>
            </p14:xfrm>
          </p:contentPart>
        </mc:Choice>
        <mc:Fallback>
          <p:sp>
            <p:nvSpPr>
              <p:cNvPr id="1050705" name=""/>
              <p:cNvSpPr/>
              <p:nvPr/>
            </p:nvSpPr>
            <p:spPr>
              <a:xfrm>
                <a:off x="2942537" y="488692"/>
                <a:ext cx="231008" cy="156079"/>
              </a:xfrm>
            </p:spPr>
          </p:sp>
        </mc:Fallback>
      </mc:AlternateContent>
      <mc:AlternateContent xmlns:mc="http://schemas.openxmlformats.org/markup-compatibility/2006">
        <mc:Choice xmlns:p14="http://schemas.microsoft.com/office/powerpoint/2010/main" Requires="p14">
          <p:contentPart p14:bwMode="auto" r:id="rId15">
            <p14:nvContentPartPr>
              <p14:cNvPr id="1050706" name=""/>
              <p14:cNvContentPartPr/>
              <p14:nvPr/>
            </p14:nvContentPartPr>
            <p14:xfrm>
              <a:off x="3232742" y="473024"/>
              <a:ext cx="178137" cy="146392"/>
            </p14:xfrm>
          </p:contentPart>
        </mc:Choice>
        <mc:Fallback>
          <p:sp>
            <p:nvSpPr>
              <p:cNvPr id="1050706" name=""/>
              <p:cNvSpPr/>
              <p:nvPr/>
            </p:nvSpPr>
            <p:spPr>
              <a:xfrm>
                <a:off x="3232742" y="473024"/>
                <a:ext cx="178137" cy="146392"/>
              </a:xfrm>
            </p:spPr>
          </p:sp>
        </mc:Fallback>
      </mc:AlternateContent>
      <mc:AlternateContent xmlns:mc="http://schemas.openxmlformats.org/markup-compatibility/2006">
        <mc:Choice xmlns:p14="http://schemas.microsoft.com/office/powerpoint/2010/main" Requires="p14">
          <p:contentPart p14:bwMode="auto" r:id="rId16">
            <p14:nvContentPartPr>
              <p14:cNvPr id="1050707" name=""/>
              <p14:cNvContentPartPr/>
              <p14:nvPr/>
            </p14:nvContentPartPr>
            <p14:xfrm>
              <a:off x="3421500" y="436022"/>
              <a:ext cx="133898" cy="201983"/>
            </p14:xfrm>
          </p:contentPart>
        </mc:Choice>
        <mc:Fallback>
          <p:sp>
            <p:nvSpPr>
              <p:cNvPr id="1050707" name=""/>
              <p:cNvSpPr/>
              <p:nvPr/>
            </p:nvSpPr>
            <p:spPr>
              <a:xfrm>
                <a:off x="3421500" y="436022"/>
                <a:ext cx="133898" cy="201983"/>
              </a:xfrm>
            </p:spPr>
          </p:sp>
        </mc:Fallback>
      </mc:AlternateContent>
      <mc:AlternateContent xmlns:mc="http://schemas.openxmlformats.org/markup-compatibility/2006">
        <mc:Choice xmlns:p14="http://schemas.microsoft.com/office/powerpoint/2010/main" Requires="p14">
          <p:contentPart p14:bwMode="auto" r:id="rId17">
            <p14:nvContentPartPr>
              <p14:cNvPr id="1050708" name=""/>
              <p14:cNvContentPartPr/>
              <p14:nvPr/>
            </p14:nvContentPartPr>
            <p14:xfrm>
              <a:off x="3482407" y="473024"/>
              <a:ext cx="49426" cy="133774"/>
            </p14:xfrm>
          </p:contentPart>
        </mc:Choice>
        <mc:Fallback>
          <p:sp>
            <p:nvSpPr>
              <p:cNvPr id="1050708" name=""/>
              <p:cNvSpPr/>
              <p:nvPr/>
            </p:nvSpPr>
            <p:spPr>
              <a:xfrm>
                <a:off x="3482407" y="473024"/>
                <a:ext cx="49426" cy="133774"/>
              </a:xfrm>
            </p:spPr>
          </p:sp>
        </mc:Fallback>
      </mc:AlternateContent>
      <mc:AlternateContent xmlns:mc="http://schemas.openxmlformats.org/markup-compatibility/2006">
        <mc:Choice xmlns:p14="http://schemas.microsoft.com/office/powerpoint/2010/main" Requires="p14">
          <p:contentPart p14:bwMode="auto" r:id="rId18">
            <p14:nvContentPartPr>
              <p14:cNvPr id="1050709" name=""/>
              <p14:cNvContentPartPr/>
              <p14:nvPr/>
            </p14:nvContentPartPr>
            <p14:xfrm>
              <a:off x="1817128" y="821424"/>
              <a:ext cx="1563000" cy="43674"/>
            </p14:xfrm>
          </p:contentPart>
        </mc:Choice>
        <mc:Fallback>
          <p:sp>
            <p:nvSpPr>
              <p:cNvPr id="1050709" name=""/>
              <p:cNvSpPr/>
              <p:nvPr/>
            </p:nvSpPr>
            <p:spPr>
              <a:xfrm>
                <a:off x="1817128" y="821424"/>
                <a:ext cx="1563000" cy="43674"/>
              </a:xfrm>
            </p:spPr>
          </p:sp>
        </mc:Fallback>
      </mc:AlternateContent>
      <mc:AlternateContent xmlns:mc="http://schemas.openxmlformats.org/markup-compatibility/2006">
        <mc:Choice xmlns:p14="http://schemas.microsoft.com/office/powerpoint/2010/main" Requires="p14">
          <p:contentPart p14:bwMode="auto" r:id="rId19">
            <p14:nvContentPartPr>
              <p14:cNvPr id="1050710" name=""/>
              <p14:cNvContentPartPr/>
              <p14:nvPr/>
            </p14:nvContentPartPr>
            <p14:xfrm>
              <a:off x="2591195" y="981033"/>
              <a:ext cx="394241" cy="302353"/>
            </p14:xfrm>
          </p:contentPart>
        </mc:Choice>
        <mc:Fallback>
          <p:sp>
            <p:nvSpPr>
              <p:cNvPr id="1050710" name=""/>
              <p:cNvSpPr/>
              <p:nvPr/>
            </p:nvSpPr>
            <p:spPr>
              <a:xfrm>
                <a:off x="2591195" y="981033"/>
                <a:ext cx="394241" cy="302353"/>
              </a:xfrm>
            </p:spPr>
          </p:sp>
        </mc:Fallback>
      </mc:AlternateContent>
      <mc:AlternateContent xmlns:mc="http://schemas.openxmlformats.org/markup-compatibility/2006">
        <mc:Choice xmlns:p14="http://schemas.microsoft.com/office/powerpoint/2010/main" Requires="p14">
          <p:contentPart p14:bwMode="auto" r:id="rId20">
            <p14:nvContentPartPr>
              <p14:cNvPr id="1050711" name=""/>
              <p14:cNvContentPartPr/>
              <p14:nvPr/>
            </p14:nvContentPartPr>
            <p14:xfrm>
              <a:off x="3650017" y="783743"/>
              <a:ext cx="167675" cy="1479"/>
            </p14:xfrm>
          </p:contentPart>
        </mc:Choice>
        <mc:Fallback>
          <p:sp>
            <p:nvSpPr>
              <p:cNvPr id="1050711" name=""/>
              <p:cNvSpPr/>
              <p:nvPr/>
            </p:nvSpPr>
            <p:spPr>
              <a:xfrm>
                <a:off x="3650017" y="783743"/>
                <a:ext cx="167675" cy="1479"/>
              </a:xfrm>
            </p:spPr>
          </p:sp>
        </mc:Fallback>
      </mc:AlternateContent>
      <mc:AlternateContent xmlns:mc="http://schemas.openxmlformats.org/markup-compatibility/2006">
        <mc:Choice xmlns:p14="http://schemas.microsoft.com/office/powerpoint/2010/main" Requires="p14">
          <p:contentPart p14:bwMode="auto" r:id="rId21">
            <p14:nvContentPartPr>
              <p14:cNvPr id="1050712" name=""/>
              <p14:cNvContentPartPr/>
              <p14:nvPr/>
            </p14:nvContentPartPr>
            <p14:xfrm>
              <a:off x="3672094" y="902828"/>
              <a:ext cx="177394" cy="6875"/>
            </p14:xfrm>
          </p:contentPart>
        </mc:Choice>
        <mc:Fallback>
          <p:sp>
            <p:nvSpPr>
              <p:cNvPr id="1050712" name=""/>
              <p:cNvSpPr/>
              <p:nvPr/>
            </p:nvSpPr>
            <p:spPr>
              <a:xfrm>
                <a:off x="3672094" y="902828"/>
                <a:ext cx="177394" cy="6875"/>
              </a:xfrm>
            </p:spPr>
          </p:sp>
        </mc:Fallback>
      </mc:AlternateContent>
      <mc:AlternateContent xmlns:mc="http://schemas.openxmlformats.org/markup-compatibility/2006">
        <mc:Choice xmlns:p14="http://schemas.microsoft.com/office/powerpoint/2010/main" Requires="p14">
          <p:contentPart p14:bwMode="auto" r:id="rId22">
            <p14:nvContentPartPr>
              <p14:cNvPr id="1050713" name=""/>
              <p14:cNvContentPartPr/>
              <p14:nvPr/>
            </p14:nvContentPartPr>
            <p14:xfrm>
              <a:off x="4483642" y="288012"/>
              <a:ext cx="66666" cy="344723"/>
            </p14:xfrm>
          </p:contentPart>
        </mc:Choice>
        <mc:Fallback>
          <p:sp>
            <p:nvSpPr>
              <p:cNvPr id="1050713" name=""/>
              <p:cNvSpPr/>
              <p:nvPr/>
            </p:nvSpPr>
            <p:spPr>
              <a:xfrm>
                <a:off x="4483642" y="288012"/>
                <a:ext cx="66666" cy="344723"/>
              </a:xfrm>
            </p:spPr>
          </p:sp>
        </mc:Fallback>
      </mc:AlternateContent>
      <mc:AlternateContent xmlns:mc="http://schemas.openxmlformats.org/markup-compatibility/2006">
        <mc:Choice xmlns:p14="http://schemas.microsoft.com/office/powerpoint/2010/main" Requires="p14">
          <p:contentPart p14:bwMode="auto" r:id="rId23">
            <p14:nvContentPartPr>
              <p14:cNvPr id="1050714" name=""/>
              <p14:cNvContentPartPr/>
              <p14:nvPr/>
            </p14:nvContentPartPr>
            <p14:xfrm>
              <a:off x="4468238" y="181390"/>
              <a:ext cx="227783" cy="165010"/>
            </p14:xfrm>
          </p:contentPart>
        </mc:Choice>
        <mc:Fallback>
          <p:sp>
            <p:nvSpPr>
              <p:cNvPr id="1050714" name=""/>
              <p:cNvSpPr/>
              <p:nvPr/>
            </p:nvSpPr>
            <p:spPr>
              <a:xfrm>
                <a:off x="4468238" y="181390"/>
                <a:ext cx="227783" cy="165010"/>
              </a:xfrm>
            </p:spPr>
          </p:sp>
        </mc:Fallback>
      </mc:AlternateContent>
      <mc:AlternateContent xmlns:mc="http://schemas.openxmlformats.org/markup-compatibility/2006">
        <mc:Choice xmlns:p14="http://schemas.microsoft.com/office/powerpoint/2010/main" Requires="p14">
          <p:contentPart p14:bwMode="auto" r:id="rId24">
            <p14:nvContentPartPr>
              <p14:cNvPr id="1050715" name=""/>
              <p14:cNvContentPartPr/>
              <p14:nvPr/>
            </p14:nvContentPartPr>
            <p14:xfrm>
              <a:off x="4205110" y="524633"/>
              <a:ext cx="946782" cy="81448"/>
            </p14:xfrm>
          </p:contentPart>
        </mc:Choice>
        <mc:Fallback>
          <p:sp>
            <p:nvSpPr>
              <p:cNvPr id="1050715" name=""/>
              <p:cNvSpPr/>
              <p:nvPr/>
            </p:nvSpPr>
            <p:spPr>
              <a:xfrm>
                <a:off x="4205110" y="524633"/>
                <a:ext cx="946782" cy="81448"/>
              </a:xfrm>
            </p:spPr>
          </p:sp>
        </mc:Fallback>
      </mc:AlternateContent>
      <mc:AlternateContent xmlns:mc="http://schemas.openxmlformats.org/markup-compatibility/2006">
        <mc:Choice xmlns:p14="http://schemas.microsoft.com/office/powerpoint/2010/main" Requires="p14">
          <p:contentPart p14:bwMode="auto" r:id="rId25">
            <p14:nvContentPartPr>
              <p14:cNvPr id="1050716" name=""/>
              <p14:cNvContentPartPr/>
              <p14:nvPr/>
            </p14:nvContentPartPr>
            <p14:xfrm>
              <a:off x="4438952" y="680918"/>
              <a:ext cx="117489" cy="154527"/>
            </p14:xfrm>
          </p:contentPart>
        </mc:Choice>
        <mc:Fallback>
          <p:sp>
            <p:nvSpPr>
              <p:cNvPr id="1050716" name=""/>
              <p:cNvSpPr/>
              <p:nvPr/>
            </p:nvSpPr>
            <p:spPr>
              <a:xfrm>
                <a:off x="4438952" y="680918"/>
                <a:ext cx="117489" cy="154527"/>
              </a:xfrm>
            </p:spPr>
          </p:sp>
        </mc:Fallback>
      </mc:AlternateContent>
      <mc:AlternateContent xmlns:mc="http://schemas.openxmlformats.org/markup-compatibility/2006">
        <mc:Choice xmlns:p14="http://schemas.microsoft.com/office/powerpoint/2010/main" Requires="p14">
          <p:contentPart p14:bwMode="auto" r:id="rId26">
            <p14:nvContentPartPr>
              <p14:cNvPr id="1050717" name=""/>
              <p14:cNvContentPartPr/>
              <p14:nvPr/>
            </p14:nvContentPartPr>
            <p14:xfrm>
              <a:off x="4657925" y="727335"/>
              <a:ext cx="133779" cy="26755"/>
            </p14:xfrm>
          </p:contentPart>
        </mc:Choice>
        <mc:Fallback>
          <p:sp>
            <p:nvSpPr>
              <p:cNvPr id="1050717" name=""/>
              <p:cNvSpPr/>
              <p:nvPr/>
            </p:nvSpPr>
            <p:spPr>
              <a:xfrm>
                <a:off x="4657925" y="727335"/>
                <a:ext cx="133779" cy="26755"/>
              </a:xfrm>
            </p:spPr>
          </p:sp>
        </mc:Fallback>
      </mc:AlternateContent>
      <mc:AlternateContent xmlns:mc="http://schemas.openxmlformats.org/markup-compatibility/2006">
        <mc:Choice xmlns:p14="http://schemas.microsoft.com/office/powerpoint/2010/main" Requires="p14">
          <p:contentPart p14:bwMode="auto" r:id="rId27">
            <p14:nvContentPartPr>
              <p14:cNvPr id="1050718" name=""/>
              <p14:cNvContentPartPr/>
              <p14:nvPr/>
            </p14:nvContentPartPr>
            <p14:xfrm>
              <a:off x="4866785" y="624088"/>
              <a:ext cx="193041" cy="167986"/>
            </p14:xfrm>
          </p:contentPart>
        </mc:Choice>
        <mc:Fallback>
          <p:sp>
            <p:nvSpPr>
              <p:cNvPr id="1050718" name=""/>
              <p:cNvSpPr/>
              <p:nvPr/>
            </p:nvSpPr>
            <p:spPr>
              <a:xfrm>
                <a:off x="4866785" y="624088"/>
                <a:ext cx="193041" cy="167986"/>
              </a:xfrm>
            </p:spPr>
          </p:sp>
        </mc:Fallback>
      </mc:AlternateContent>
      <mc:AlternateContent xmlns:mc="http://schemas.openxmlformats.org/markup-compatibility/2006">
        <mc:Choice xmlns:p14="http://schemas.microsoft.com/office/powerpoint/2010/main" Requires="p14">
          <p:contentPart p14:bwMode="auto" r:id="rId28">
            <p14:nvContentPartPr>
              <p14:cNvPr id="1050719" name=""/>
              <p14:cNvContentPartPr/>
              <p14:nvPr/>
            </p14:nvContentPartPr>
            <p14:xfrm>
              <a:off x="5315296" y="521178"/>
              <a:ext cx="218973" cy="25851"/>
            </p14:xfrm>
          </p:contentPart>
        </mc:Choice>
        <mc:Fallback>
          <p:sp>
            <p:nvSpPr>
              <p:cNvPr id="1050719" name=""/>
              <p:cNvSpPr/>
              <p:nvPr/>
            </p:nvSpPr>
            <p:spPr>
              <a:xfrm>
                <a:off x="5315296" y="521178"/>
                <a:ext cx="218973" cy="25851"/>
              </a:xfrm>
            </p:spPr>
          </p:sp>
        </mc:Fallback>
      </mc:AlternateContent>
      <mc:AlternateContent xmlns:mc="http://schemas.openxmlformats.org/markup-compatibility/2006">
        <mc:Choice xmlns:p14="http://schemas.microsoft.com/office/powerpoint/2010/main" Requires="p14">
          <p:contentPart p14:bwMode="auto" r:id="rId29">
            <p14:nvContentPartPr>
              <p14:cNvPr id="1050720" name=""/>
              <p14:cNvContentPartPr/>
              <p14:nvPr/>
            </p14:nvContentPartPr>
            <p14:xfrm>
              <a:off x="5390570" y="458578"/>
              <a:ext cx="27003" cy="158606"/>
            </p14:xfrm>
          </p:contentPart>
        </mc:Choice>
        <mc:Fallback>
          <p:sp>
            <p:nvSpPr>
              <p:cNvPr id="1050720" name=""/>
              <p:cNvSpPr/>
              <p:nvPr/>
            </p:nvSpPr>
            <p:spPr>
              <a:xfrm>
                <a:off x="5390570" y="458578"/>
                <a:ext cx="27003" cy="158606"/>
              </a:xfrm>
            </p:spPr>
          </p:sp>
        </mc:Fallback>
      </mc:AlternateContent>
      <mc:AlternateContent xmlns:mc="http://schemas.openxmlformats.org/markup-compatibility/2006">
        <mc:Choice xmlns:p14="http://schemas.microsoft.com/office/powerpoint/2010/main" Requires="p14">
          <p:contentPart p14:bwMode="auto" r:id="rId30">
            <p14:nvContentPartPr>
              <p14:cNvPr id="1050721" name=""/>
              <p14:cNvContentPartPr/>
              <p14:nvPr/>
            </p14:nvContentPartPr>
            <p14:xfrm>
              <a:off x="4688038" y="665386"/>
              <a:ext cx="7043" cy="196831"/>
            </p14:xfrm>
          </p:contentPart>
        </mc:Choice>
        <mc:Fallback>
          <p:sp>
            <p:nvSpPr>
              <p:cNvPr id="1050721" name=""/>
              <p:cNvSpPr/>
              <p:nvPr/>
            </p:nvSpPr>
            <p:spPr>
              <a:xfrm>
                <a:off x="4688038" y="665386"/>
                <a:ext cx="7043" cy="196831"/>
              </a:xfrm>
            </p:spPr>
          </p:sp>
        </mc:Fallback>
      </mc:AlternateContent>
      <mc:AlternateContent xmlns:mc="http://schemas.openxmlformats.org/markup-compatibility/2006">
        <mc:Choice xmlns:p14="http://schemas.microsoft.com/office/powerpoint/2010/main" Requires="p14">
          <p:contentPart p14:bwMode="auto" r:id="rId31">
            <p14:nvContentPartPr>
              <p14:cNvPr id="1050722" name=""/>
              <p14:cNvContentPartPr/>
              <p14:nvPr/>
            </p14:nvContentPartPr>
            <p14:xfrm>
              <a:off x="5954801" y="130415"/>
              <a:ext cx="188053" cy="364657"/>
            </p14:xfrm>
          </p:contentPart>
        </mc:Choice>
        <mc:Fallback>
          <p:sp>
            <p:nvSpPr>
              <p:cNvPr id="1050722" name=""/>
              <p:cNvSpPr/>
              <p:nvPr/>
            </p:nvSpPr>
            <p:spPr>
              <a:xfrm>
                <a:off x="5954801" y="130415"/>
                <a:ext cx="188053" cy="364657"/>
              </a:xfrm>
            </p:spPr>
          </p:sp>
        </mc:Fallback>
      </mc:AlternateContent>
      <mc:AlternateContent xmlns:mc="http://schemas.openxmlformats.org/markup-compatibility/2006">
        <mc:Choice xmlns:p14="http://schemas.microsoft.com/office/powerpoint/2010/main" Requires="p14">
          <p:contentPart p14:bwMode="auto" r:id="rId32">
            <p14:nvContentPartPr>
              <p14:cNvPr id="1050723" name=""/>
              <p14:cNvContentPartPr/>
              <p14:nvPr/>
            </p14:nvContentPartPr>
            <p14:xfrm>
              <a:off x="5629338" y="458578"/>
              <a:ext cx="912839" cy="44098"/>
            </p14:xfrm>
          </p:contentPart>
        </mc:Choice>
        <mc:Fallback>
          <p:sp>
            <p:nvSpPr>
              <p:cNvPr id="1050723" name=""/>
              <p:cNvSpPr/>
              <p:nvPr/>
            </p:nvSpPr>
            <p:spPr>
              <a:xfrm>
                <a:off x="5629338" y="458578"/>
                <a:ext cx="912839" cy="44098"/>
              </a:xfrm>
            </p:spPr>
          </p:sp>
        </mc:Fallback>
      </mc:AlternateContent>
      <mc:AlternateContent xmlns:mc="http://schemas.openxmlformats.org/markup-compatibility/2006">
        <mc:Choice xmlns:p14="http://schemas.microsoft.com/office/powerpoint/2010/main" Requires="p14">
          <p:contentPart p14:bwMode="auto" r:id="rId33">
            <p14:nvContentPartPr>
              <p14:cNvPr id="1050724" name=""/>
              <p14:cNvContentPartPr/>
              <p14:nvPr/>
            </p14:nvContentPartPr>
            <p14:xfrm>
              <a:off x="5673042" y="607783"/>
              <a:ext cx="144672" cy="183310"/>
            </p14:xfrm>
          </p:contentPart>
        </mc:Choice>
        <mc:Fallback>
          <p:sp>
            <p:nvSpPr>
              <p:cNvPr id="1050724" name=""/>
              <p:cNvSpPr/>
              <p:nvPr/>
            </p:nvSpPr>
            <p:spPr>
              <a:xfrm>
                <a:off x="5673042" y="607783"/>
                <a:ext cx="144672" cy="183310"/>
              </a:xfrm>
            </p:spPr>
          </p:sp>
        </mc:Fallback>
      </mc:AlternateContent>
      <mc:AlternateContent xmlns:mc="http://schemas.openxmlformats.org/markup-compatibility/2006">
        <mc:Choice xmlns:p14="http://schemas.microsoft.com/office/powerpoint/2010/main" Requires="p14">
          <p:contentPart p14:bwMode="auto" r:id="rId34">
            <p14:nvContentPartPr>
              <p14:cNvPr id="1050725" name=""/>
              <p14:cNvContentPartPr/>
              <p14:nvPr/>
            </p14:nvContentPartPr>
            <p14:xfrm>
              <a:off x="5935720" y="717713"/>
              <a:ext cx="159479" cy="21931"/>
            </p14:xfrm>
          </p:contentPart>
        </mc:Choice>
        <mc:Fallback>
          <p:sp>
            <p:nvSpPr>
              <p:cNvPr id="1050725" name=""/>
              <p:cNvSpPr/>
              <p:nvPr/>
            </p:nvSpPr>
            <p:spPr>
              <a:xfrm>
                <a:off x="5935720" y="717713"/>
                <a:ext cx="159479" cy="21931"/>
              </a:xfrm>
            </p:spPr>
          </p:sp>
        </mc:Fallback>
      </mc:AlternateContent>
      <mc:AlternateContent xmlns:mc="http://schemas.openxmlformats.org/markup-compatibility/2006">
        <mc:Choice xmlns:p14="http://schemas.microsoft.com/office/powerpoint/2010/main" Requires="p14">
          <p:contentPart p14:bwMode="auto" r:id="rId35">
            <p14:nvContentPartPr>
              <p14:cNvPr id="1050726" name=""/>
              <p14:cNvContentPartPr/>
              <p14:nvPr/>
            </p14:nvContentPartPr>
            <p14:xfrm>
              <a:off x="6124412" y="550837"/>
              <a:ext cx="163105" cy="203092"/>
            </p14:xfrm>
          </p:contentPart>
        </mc:Choice>
        <mc:Fallback>
          <p:sp>
            <p:nvSpPr>
              <p:cNvPr id="1050726" name=""/>
              <p:cNvSpPr/>
              <p:nvPr/>
            </p:nvSpPr>
            <p:spPr>
              <a:xfrm>
                <a:off x="6124412" y="550837"/>
                <a:ext cx="163105" cy="203092"/>
              </a:xfrm>
            </p:spPr>
          </p:sp>
        </mc:Fallback>
      </mc:AlternateContent>
      <mc:AlternateContent xmlns:mc="http://schemas.openxmlformats.org/markup-compatibility/2006">
        <mc:Choice xmlns:p14="http://schemas.microsoft.com/office/powerpoint/2010/main" Requires="p14">
          <p:contentPart p14:bwMode="auto" r:id="rId36">
            <p14:nvContentPartPr>
              <p14:cNvPr id="1050727" name=""/>
              <p14:cNvContentPartPr/>
              <p14:nvPr/>
            </p14:nvContentPartPr>
            <p14:xfrm>
              <a:off x="4409665" y="879802"/>
              <a:ext cx="1883160" cy="44348"/>
            </p14:xfrm>
          </p:contentPart>
        </mc:Choice>
        <mc:Fallback>
          <p:sp>
            <p:nvSpPr>
              <p:cNvPr id="1050727" name=""/>
              <p:cNvSpPr/>
              <p:nvPr/>
            </p:nvSpPr>
            <p:spPr>
              <a:xfrm>
                <a:off x="4409665" y="879802"/>
                <a:ext cx="1883160" cy="44348"/>
              </a:xfrm>
            </p:spPr>
          </p:sp>
        </mc:Fallback>
      </mc:AlternateContent>
      <mc:AlternateContent xmlns:mc="http://schemas.openxmlformats.org/markup-compatibility/2006">
        <mc:Choice xmlns:p14="http://schemas.microsoft.com/office/powerpoint/2010/main" Requires="p14">
          <p:contentPart p14:bwMode="auto" r:id="rId37">
            <p14:nvContentPartPr>
              <p14:cNvPr id="1050728" name=""/>
              <p14:cNvContentPartPr/>
              <p14:nvPr/>
            </p14:nvContentPartPr>
            <p14:xfrm>
              <a:off x="5112425" y="1078802"/>
              <a:ext cx="268652" cy="264824"/>
            </p14:xfrm>
          </p:contentPart>
        </mc:Choice>
        <mc:Fallback>
          <p:sp>
            <p:nvSpPr>
              <p:cNvPr id="1050728" name=""/>
              <p:cNvSpPr/>
              <p:nvPr/>
            </p:nvSpPr>
            <p:spPr>
              <a:xfrm>
                <a:off x="5112425" y="1078802"/>
                <a:ext cx="268652" cy="264824"/>
              </a:xfrm>
            </p:spPr>
          </p:sp>
        </mc:Fallback>
      </mc:AlternateContent>
      <mc:AlternateContent xmlns:mc="http://schemas.openxmlformats.org/markup-compatibility/2006">
        <mc:Choice xmlns:p14="http://schemas.microsoft.com/office/powerpoint/2010/main" Requires="p14">
          <p:contentPart p14:bwMode="auto" r:id="rId38">
            <p14:nvContentPartPr>
              <p14:cNvPr id="1050729" name=""/>
              <p14:cNvContentPartPr/>
              <p14:nvPr/>
            </p14:nvContentPartPr>
            <p14:xfrm>
              <a:off x="1386391" y="1848704"/>
              <a:ext cx="226182" cy="37002"/>
            </p14:xfrm>
          </p:contentPart>
        </mc:Choice>
        <mc:Fallback>
          <p:sp>
            <p:nvSpPr>
              <p:cNvPr id="1050729" name=""/>
              <p:cNvSpPr/>
              <p:nvPr/>
            </p:nvSpPr>
            <p:spPr>
              <a:xfrm>
                <a:off x="1386391" y="1848704"/>
                <a:ext cx="226182" cy="37002"/>
              </a:xfrm>
            </p:spPr>
          </p:sp>
        </mc:Fallback>
      </mc:AlternateContent>
      <mc:AlternateContent xmlns:mc="http://schemas.openxmlformats.org/markup-compatibility/2006">
        <mc:Choice xmlns:p14="http://schemas.microsoft.com/office/powerpoint/2010/main" Requires="p14">
          <p:contentPart p14:bwMode="auto" r:id="rId39">
            <p14:nvContentPartPr>
              <p14:cNvPr id="1050730" name=""/>
              <p14:cNvContentPartPr/>
              <p14:nvPr/>
            </p14:nvContentPartPr>
            <p14:xfrm>
              <a:off x="1386391" y="2055994"/>
              <a:ext cx="204555" cy="7375"/>
            </p14:xfrm>
          </p:contentPart>
        </mc:Choice>
        <mc:Fallback>
          <p:sp>
            <p:nvSpPr>
              <p:cNvPr id="1050730" name=""/>
              <p:cNvSpPr/>
              <p:nvPr/>
            </p:nvSpPr>
            <p:spPr>
              <a:xfrm>
                <a:off x="1386391" y="2055994"/>
                <a:ext cx="204555" cy="7375"/>
              </a:xfrm>
            </p:spPr>
          </p:sp>
        </mc:Fallback>
      </mc:AlternateContent>
      <mc:AlternateContent xmlns:mc="http://schemas.openxmlformats.org/markup-compatibility/2006">
        <mc:Choice xmlns:p14="http://schemas.microsoft.com/office/powerpoint/2010/main" Requires="p14">
          <p:contentPart p14:bwMode="auto" r:id="rId40">
            <p14:nvContentPartPr>
              <p14:cNvPr id="1050731" name=""/>
              <p14:cNvContentPartPr/>
              <p14:nvPr/>
            </p14:nvContentPartPr>
            <p14:xfrm>
              <a:off x="2259664" y="1648993"/>
              <a:ext cx="46775" cy="349927"/>
            </p14:xfrm>
          </p:contentPart>
        </mc:Choice>
        <mc:Fallback>
          <p:sp>
            <p:nvSpPr>
              <p:cNvPr id="1050731" name=""/>
              <p:cNvSpPr/>
              <p:nvPr/>
            </p:nvSpPr>
            <p:spPr>
              <a:xfrm>
                <a:off x="2259664" y="1648993"/>
                <a:ext cx="46775" cy="349927"/>
              </a:xfrm>
            </p:spPr>
          </p:sp>
        </mc:Fallback>
      </mc:AlternateContent>
      <mc:AlternateContent xmlns:mc="http://schemas.openxmlformats.org/markup-compatibility/2006">
        <mc:Choice xmlns:p14="http://schemas.microsoft.com/office/powerpoint/2010/main" Requires="p14">
          <p:contentPart p14:bwMode="auto" r:id="rId41">
            <p14:nvContentPartPr>
              <p14:cNvPr id="1050732" name=""/>
              <p14:cNvContentPartPr/>
              <p14:nvPr/>
            </p14:nvContentPartPr>
            <p14:xfrm>
              <a:off x="2226239" y="1590947"/>
              <a:ext cx="219123" cy="139899"/>
            </p14:xfrm>
          </p:contentPart>
        </mc:Choice>
        <mc:Fallback>
          <p:sp>
            <p:nvSpPr>
              <p:cNvPr id="1050732" name=""/>
              <p:cNvSpPr/>
              <p:nvPr/>
            </p:nvSpPr>
            <p:spPr>
              <a:xfrm>
                <a:off x="2226239" y="1590947"/>
                <a:ext cx="219123" cy="139899"/>
              </a:xfrm>
            </p:spPr>
          </p:sp>
        </mc:Fallback>
      </mc:AlternateContent>
      <mc:AlternateContent xmlns:mc="http://schemas.openxmlformats.org/markup-compatibility/2006">
        <mc:Choice xmlns:p14="http://schemas.microsoft.com/office/powerpoint/2010/main" Requires="p14">
          <p:contentPart p14:bwMode="auto" r:id="rId42">
            <p14:nvContentPartPr>
              <p14:cNvPr id="1050733" name=""/>
              <p14:cNvContentPartPr/>
              <p14:nvPr/>
            </p14:nvContentPartPr>
            <p14:xfrm>
              <a:off x="1831997" y="2063951"/>
              <a:ext cx="1328708" cy="44023"/>
            </p14:xfrm>
          </p:contentPart>
        </mc:Choice>
        <mc:Fallback>
          <p:sp>
            <p:nvSpPr>
              <p:cNvPr id="1050733" name=""/>
              <p:cNvSpPr/>
              <p:nvPr/>
            </p:nvSpPr>
            <p:spPr>
              <a:xfrm>
                <a:off x="1831997" y="2063951"/>
                <a:ext cx="1328708" cy="44023"/>
              </a:xfrm>
            </p:spPr>
          </p:sp>
        </mc:Fallback>
      </mc:AlternateContent>
      <mc:AlternateContent xmlns:mc="http://schemas.openxmlformats.org/markup-compatibility/2006">
        <mc:Choice xmlns:p14="http://schemas.microsoft.com/office/powerpoint/2010/main" Requires="p14">
          <p:contentPart p14:bwMode="auto" r:id="rId43">
            <p14:nvContentPartPr>
              <p14:cNvPr id="1050734" name=""/>
              <p14:cNvContentPartPr/>
              <p14:nvPr/>
            </p14:nvContentPartPr>
            <p14:xfrm>
              <a:off x="1985188" y="2291087"/>
              <a:ext cx="140344" cy="295651"/>
            </p14:xfrm>
          </p:contentPart>
        </mc:Choice>
        <mc:Fallback>
          <p:sp>
            <p:nvSpPr>
              <p:cNvPr id="1050734" name=""/>
              <p:cNvSpPr/>
              <p:nvPr/>
            </p:nvSpPr>
            <p:spPr>
              <a:xfrm>
                <a:off x="1985188" y="2291087"/>
                <a:ext cx="140344" cy="295651"/>
              </a:xfrm>
            </p:spPr>
          </p:sp>
        </mc:Fallback>
      </mc:AlternateContent>
      <mc:AlternateContent xmlns:mc="http://schemas.openxmlformats.org/markup-compatibility/2006">
        <mc:Choice xmlns:p14="http://schemas.microsoft.com/office/powerpoint/2010/main" Requires="p14">
          <p:contentPart p14:bwMode="auto" r:id="rId44">
            <p14:nvContentPartPr>
              <p14:cNvPr id="1050735" name=""/>
              <p14:cNvContentPartPr/>
              <p14:nvPr/>
            </p14:nvContentPartPr>
            <p14:xfrm>
              <a:off x="2269944" y="2489288"/>
              <a:ext cx="167891" cy="26514"/>
            </p14:xfrm>
          </p:contentPart>
        </mc:Choice>
        <mc:Fallback>
          <p:sp>
            <p:nvSpPr>
              <p:cNvPr id="1050735" name=""/>
              <p:cNvSpPr/>
              <p:nvPr/>
            </p:nvSpPr>
            <p:spPr>
              <a:xfrm>
                <a:off x="2269944" y="2489288"/>
                <a:ext cx="167891" cy="26514"/>
              </a:xfrm>
            </p:spPr>
          </p:sp>
        </mc:Fallback>
      </mc:AlternateContent>
      <mc:AlternateContent xmlns:mc="http://schemas.openxmlformats.org/markup-compatibility/2006">
        <mc:Choice xmlns:p14="http://schemas.microsoft.com/office/powerpoint/2010/main" Requires="p14">
          <p:contentPart p14:bwMode="auto" r:id="rId45">
            <p14:nvContentPartPr>
              <p14:cNvPr id="1050736" name=""/>
              <p14:cNvContentPartPr/>
              <p14:nvPr/>
            </p14:nvContentPartPr>
            <p14:xfrm>
              <a:off x="2474309" y="2325354"/>
              <a:ext cx="189876" cy="259068"/>
            </p14:xfrm>
          </p:contentPart>
        </mc:Choice>
        <mc:Fallback>
          <p:sp>
            <p:nvSpPr>
              <p:cNvPr id="1050736" name=""/>
              <p:cNvSpPr/>
              <p:nvPr/>
            </p:nvSpPr>
            <p:spPr>
              <a:xfrm>
                <a:off x="2474309" y="2325354"/>
                <a:ext cx="189876" cy="259068"/>
              </a:xfrm>
            </p:spPr>
          </p:sp>
        </mc:Fallback>
      </mc:AlternateContent>
      <mc:AlternateContent xmlns:mc="http://schemas.openxmlformats.org/markup-compatibility/2006">
        <mc:Choice xmlns:p14="http://schemas.microsoft.com/office/powerpoint/2010/main" Requires="p14">
          <p:contentPart p14:bwMode="auto" r:id="rId46">
            <p14:nvContentPartPr>
              <p14:cNvPr id="1050737" name=""/>
              <p14:cNvContentPartPr/>
              <p14:nvPr/>
            </p14:nvContentPartPr>
            <p14:xfrm>
              <a:off x="2708341" y="2219001"/>
              <a:ext cx="167609" cy="170040"/>
            </p14:xfrm>
          </p:contentPart>
        </mc:Choice>
        <mc:Fallback>
          <p:sp>
            <p:nvSpPr>
              <p:cNvPr id="1050737" name=""/>
              <p:cNvSpPr/>
              <p:nvPr/>
            </p:nvSpPr>
            <p:spPr>
              <a:xfrm>
                <a:off x="2708341" y="2219001"/>
                <a:ext cx="167609" cy="170040"/>
              </a:xfrm>
            </p:spPr>
          </p:sp>
        </mc:Fallback>
      </mc:AlternateContent>
      <mc:AlternateContent xmlns:mc="http://schemas.openxmlformats.org/markup-compatibility/2006">
        <mc:Choice xmlns:p14="http://schemas.microsoft.com/office/powerpoint/2010/main" Requires="p14">
          <p:contentPart p14:bwMode="auto" r:id="rId47">
            <p14:nvContentPartPr>
              <p14:cNvPr id="1050738" name=""/>
              <p14:cNvContentPartPr/>
              <p14:nvPr/>
            </p14:nvContentPartPr>
            <p14:xfrm>
              <a:off x="918339" y="1875012"/>
              <a:ext cx="276939" cy="278094"/>
            </p14:xfrm>
          </p:contentPart>
        </mc:Choice>
        <mc:Fallback>
          <p:sp>
            <p:nvSpPr>
              <p:cNvPr id="1050738" name=""/>
              <p:cNvSpPr/>
              <p:nvPr/>
            </p:nvSpPr>
            <p:spPr>
              <a:xfrm>
                <a:off x="918339" y="1875012"/>
                <a:ext cx="276939" cy="278094"/>
              </a:xfrm>
            </p:spPr>
          </p:sp>
        </mc:Fallback>
      </mc:AlternateContent>
      <mc:AlternateContent xmlns:mc="http://schemas.openxmlformats.org/markup-compatibility/2006">
        <mc:Choice xmlns:p14="http://schemas.microsoft.com/office/powerpoint/2010/main" Requires="p14">
          <p:contentPart p14:bwMode="auto" r:id="rId48">
            <p14:nvContentPartPr>
              <p14:cNvPr id="1050739" name=""/>
              <p14:cNvContentPartPr/>
              <p14:nvPr/>
            </p14:nvContentPartPr>
            <p14:xfrm>
              <a:off x="753196" y="1419882"/>
              <a:ext cx="2458873" cy="1399088"/>
            </p14:xfrm>
          </p:contentPart>
        </mc:Choice>
        <mc:Fallback>
          <p:sp>
            <p:nvSpPr>
              <p:cNvPr id="1050739" name=""/>
              <p:cNvSpPr/>
              <p:nvPr/>
            </p:nvSpPr>
            <p:spPr>
              <a:xfrm>
                <a:off x="753196" y="1419882"/>
                <a:ext cx="2458873" cy="1399088"/>
              </a:xfrm>
            </p:spPr>
          </p:sp>
        </mc:Fallback>
      </mc:AlternateContent>
      <mc:AlternateContent xmlns:mc="http://schemas.openxmlformats.org/markup-compatibility/2006">
        <mc:Choice xmlns:p14="http://schemas.microsoft.com/office/powerpoint/2010/main" Requires="p14">
          <p:contentPart p14:bwMode="auto" r:id="rId49">
            <p14:nvContentPartPr>
              <p14:cNvPr id="1050740" name=""/>
              <p14:cNvContentPartPr/>
              <p14:nvPr/>
            </p14:nvContentPartPr>
            <p14:xfrm>
              <a:off x="3715799" y="2537050"/>
              <a:ext cx="4600516" cy="94841"/>
            </p14:xfrm>
          </p:contentPart>
        </mc:Choice>
        <mc:Fallback>
          <p:sp>
            <p:nvSpPr>
              <p:cNvPr id="1050740" name=""/>
              <p:cNvSpPr/>
              <p:nvPr/>
            </p:nvSpPr>
            <p:spPr>
              <a:xfrm>
                <a:off x="3715799" y="2537050"/>
                <a:ext cx="4600516" cy="94841"/>
              </a:xfrm>
            </p:spPr>
          </p:sp>
        </mc:Fallback>
      </mc:AlternateContent>
      <mc:AlternateContent xmlns:mc="http://schemas.openxmlformats.org/markup-compatibility/2006">
        <mc:Choice xmlns:p14="http://schemas.microsoft.com/office/powerpoint/2010/main" Requires="p14">
          <p:contentPart p14:bwMode="auto" r:id="rId50">
            <p14:nvContentPartPr>
              <p14:cNvPr id="1050741" name=""/>
              <p14:cNvContentPartPr/>
              <p14:nvPr/>
            </p14:nvContentPartPr>
            <p14:xfrm>
              <a:off x="8046605" y="2551497"/>
              <a:ext cx="209914" cy="207061"/>
            </p14:xfrm>
          </p:contentPart>
        </mc:Choice>
        <mc:Fallback>
          <p:sp>
            <p:nvSpPr>
              <p:cNvPr id="1050741" name=""/>
              <p:cNvSpPr/>
              <p:nvPr/>
            </p:nvSpPr>
            <p:spPr>
              <a:xfrm>
                <a:off x="8046605" y="2551497"/>
                <a:ext cx="209914" cy="207061"/>
              </a:xfrm>
            </p:spPr>
          </p:sp>
        </mc:Fallback>
      </mc:AlternateContent>
      <mc:AlternateContent xmlns:mc="http://schemas.openxmlformats.org/markup-compatibility/2006">
        <mc:Choice xmlns:p14="http://schemas.microsoft.com/office/powerpoint/2010/main" Requires="p14">
          <p:contentPart p14:bwMode="auto" r:id="rId51">
            <p14:nvContentPartPr>
              <p14:cNvPr id="1050742" name=""/>
              <p14:cNvContentPartPr/>
              <p14:nvPr/>
            </p14:nvContentPartPr>
            <p14:xfrm>
              <a:off x="8053814" y="2899240"/>
              <a:ext cx="188235" cy="133035"/>
            </p14:xfrm>
          </p:contentPart>
        </mc:Choice>
        <mc:Fallback>
          <p:sp>
            <p:nvSpPr>
              <p:cNvPr id="1050742" name=""/>
              <p:cNvSpPr/>
              <p:nvPr/>
            </p:nvSpPr>
            <p:spPr>
              <a:xfrm>
                <a:off x="8053814" y="2899240"/>
                <a:ext cx="188235" cy="133035"/>
              </a:xfrm>
            </p:spPr>
          </p:sp>
        </mc:Fallback>
      </mc:AlternateContent>
      <mc:AlternateContent xmlns:mc="http://schemas.openxmlformats.org/markup-compatibility/2006">
        <mc:Choice xmlns:p14="http://schemas.microsoft.com/office/powerpoint/2010/main" Requires="p14">
          <p:contentPart p14:bwMode="auto" r:id="rId52">
            <p14:nvContentPartPr>
              <p14:cNvPr id="1050743" name=""/>
              <p14:cNvContentPartPr/>
              <p14:nvPr/>
            </p14:nvContentPartPr>
            <p14:xfrm>
              <a:off x="8158827" y="2884266"/>
              <a:ext cx="172534" cy="173646"/>
            </p14:xfrm>
          </p:contentPart>
        </mc:Choice>
        <mc:Fallback>
          <p:sp>
            <p:nvSpPr>
              <p:cNvPr id="1050743" name=""/>
              <p:cNvSpPr/>
              <p:nvPr/>
            </p:nvSpPr>
            <p:spPr>
              <a:xfrm>
                <a:off x="8158827" y="2884266"/>
                <a:ext cx="172534" cy="173646"/>
              </a:xfrm>
            </p:spPr>
          </p:sp>
        </mc:Fallback>
      </mc:AlternateContent>
      <mc:AlternateContent xmlns:mc="http://schemas.openxmlformats.org/markup-compatibility/2006">
        <mc:Choice xmlns:p14="http://schemas.microsoft.com/office/powerpoint/2010/main" Requires="p14">
          <p:contentPart p14:bwMode="auto" r:id="rId53">
            <p14:nvContentPartPr>
              <p14:cNvPr id="1050744" name=""/>
              <p14:cNvContentPartPr/>
              <p14:nvPr/>
            </p14:nvContentPartPr>
            <p14:xfrm>
              <a:off x="5513505" y="1160864"/>
              <a:ext cx="115832" cy="2702914"/>
            </p14:xfrm>
          </p:contentPart>
        </mc:Choice>
        <mc:Fallback>
          <p:sp>
            <p:nvSpPr>
              <p:cNvPr id="1050744" name=""/>
              <p:cNvSpPr/>
              <p:nvPr/>
            </p:nvSpPr>
            <p:spPr>
              <a:xfrm>
                <a:off x="5513505" y="1160864"/>
                <a:ext cx="115832" cy="2702914"/>
              </a:xfrm>
            </p:spPr>
          </p:sp>
        </mc:Fallback>
      </mc:AlternateContent>
      <mc:AlternateContent xmlns:mc="http://schemas.openxmlformats.org/markup-compatibility/2006">
        <mc:Choice xmlns:p14="http://schemas.microsoft.com/office/powerpoint/2010/main" Requires="p14">
          <p:contentPart p14:bwMode="auto" r:id="rId54">
            <p14:nvContentPartPr>
              <p14:cNvPr id="1050745" name=""/>
              <p14:cNvContentPartPr/>
              <p14:nvPr/>
            </p14:nvContentPartPr>
            <p14:xfrm>
              <a:off x="5483356" y="1138072"/>
              <a:ext cx="160652" cy="229853"/>
            </p14:xfrm>
          </p:contentPart>
        </mc:Choice>
        <mc:Fallback>
          <p:sp>
            <p:nvSpPr>
              <p:cNvPr id="1050745" name=""/>
              <p:cNvSpPr/>
              <p:nvPr/>
            </p:nvSpPr>
            <p:spPr>
              <a:xfrm>
                <a:off x="5483356" y="1138072"/>
                <a:ext cx="160652" cy="229853"/>
              </a:xfrm>
            </p:spPr>
          </p:sp>
        </mc:Fallback>
      </mc:AlternateContent>
      <mc:AlternateContent xmlns:mc="http://schemas.openxmlformats.org/markup-compatibility/2006">
        <mc:Choice xmlns:p14="http://schemas.microsoft.com/office/powerpoint/2010/main" Requires="p14">
          <p:contentPart p14:bwMode="auto" r:id="rId55">
            <p14:nvContentPartPr>
              <p14:cNvPr id="1050746" name=""/>
              <p14:cNvContentPartPr/>
              <p14:nvPr/>
            </p14:nvContentPartPr>
            <p14:xfrm>
              <a:off x="5760451" y="1059617"/>
              <a:ext cx="162321" cy="373678"/>
            </p14:xfrm>
          </p:contentPart>
        </mc:Choice>
        <mc:Fallback>
          <p:sp>
            <p:nvSpPr>
              <p:cNvPr id="1050746" name=""/>
              <p:cNvSpPr/>
              <p:nvPr/>
            </p:nvSpPr>
            <p:spPr>
              <a:xfrm>
                <a:off x="5760451" y="1059617"/>
                <a:ext cx="162321" cy="373678"/>
              </a:xfrm>
            </p:spPr>
          </p:sp>
        </mc:Fallback>
      </mc:AlternateContent>
      <mc:AlternateContent xmlns:mc="http://schemas.openxmlformats.org/markup-compatibility/2006">
        <mc:Choice xmlns:p14="http://schemas.microsoft.com/office/powerpoint/2010/main" Requires="p14">
          <p:contentPart p14:bwMode="auto" r:id="rId56">
            <p14:nvContentPartPr>
              <p14:cNvPr id="1050747" name=""/>
              <p14:cNvContentPartPr/>
              <p14:nvPr/>
            </p14:nvContentPartPr>
            <p14:xfrm>
              <a:off x="8331340" y="2478722"/>
              <a:ext cx="157420" cy="263575"/>
            </p14:xfrm>
          </p:contentPart>
        </mc:Choice>
        <mc:Fallback>
          <p:sp>
            <p:nvSpPr>
              <p:cNvPr id="1050747" name=""/>
              <p:cNvSpPr/>
              <p:nvPr/>
            </p:nvSpPr>
            <p:spPr>
              <a:xfrm>
                <a:off x="8331340" y="2478722"/>
                <a:ext cx="157420" cy="263575"/>
              </a:xfrm>
            </p:spPr>
          </p:sp>
        </mc:Fallback>
      </mc:AlternateContent>
      <mc:AlternateContent xmlns:mc="http://schemas.openxmlformats.org/markup-compatibility/2006">
        <mc:Choice xmlns:p14="http://schemas.microsoft.com/office/powerpoint/2010/main" Requires="p14">
          <p:contentPart p14:bwMode="auto" r:id="rId57">
            <p14:nvContentPartPr>
              <p14:cNvPr id="1050748" name=""/>
              <p14:cNvContentPartPr/>
              <p14:nvPr/>
            </p14:nvContentPartPr>
            <p14:xfrm>
              <a:off x="8506630" y="2677036"/>
              <a:ext cx="157141" cy="9073"/>
            </p14:xfrm>
          </p:contentPart>
        </mc:Choice>
        <mc:Fallback>
          <p:sp>
            <p:nvSpPr>
              <p:cNvPr id="1050748" name=""/>
              <p:cNvSpPr/>
              <p:nvPr/>
            </p:nvSpPr>
            <p:spPr>
              <a:xfrm>
                <a:off x="8506630" y="2677036"/>
                <a:ext cx="157141" cy="9073"/>
              </a:xfrm>
            </p:spPr>
          </p:sp>
        </mc:Fallback>
      </mc:AlternateContent>
      <mc:AlternateContent xmlns:mc="http://schemas.openxmlformats.org/markup-compatibility/2006">
        <mc:Choice xmlns:p14="http://schemas.microsoft.com/office/powerpoint/2010/main" Requires="p14">
          <p:contentPart p14:bwMode="auto" r:id="rId58">
            <p14:nvContentPartPr>
              <p14:cNvPr id="1050749" name=""/>
              <p14:cNvContentPartPr/>
              <p14:nvPr/>
            </p14:nvContentPartPr>
            <p14:xfrm>
              <a:off x="8722403" y="2438088"/>
              <a:ext cx="158087" cy="310838"/>
            </p14:xfrm>
          </p:contentPart>
        </mc:Choice>
        <mc:Fallback>
          <p:sp>
            <p:nvSpPr>
              <p:cNvPr id="1050749" name=""/>
              <p:cNvSpPr/>
              <p:nvPr/>
            </p:nvSpPr>
            <p:spPr>
              <a:xfrm>
                <a:off x="8722403" y="2438088"/>
                <a:ext cx="158087" cy="310838"/>
              </a:xfrm>
            </p:spPr>
          </p:sp>
        </mc:Fallback>
      </mc:AlternateContent>
      <mc:AlternateContent xmlns:mc="http://schemas.openxmlformats.org/markup-compatibility/2006">
        <mc:Choice xmlns:p14="http://schemas.microsoft.com/office/powerpoint/2010/main" Requires="p14">
          <p:contentPart p14:bwMode="auto" r:id="rId59">
            <p14:nvContentPartPr>
              <p14:cNvPr id="1050750" name=""/>
              <p14:cNvContentPartPr/>
              <p14:nvPr/>
            </p14:nvContentPartPr>
            <p14:xfrm>
              <a:off x="8878795" y="2754757"/>
              <a:ext cx="69473" cy="65029"/>
            </p14:xfrm>
          </p:contentPart>
        </mc:Choice>
        <mc:Fallback>
          <p:sp>
            <p:nvSpPr>
              <p:cNvPr id="1050750" name=""/>
              <p:cNvSpPr/>
              <p:nvPr/>
            </p:nvSpPr>
            <p:spPr>
              <a:xfrm>
                <a:off x="8878795" y="2754757"/>
                <a:ext cx="69473" cy="65029"/>
              </a:xfrm>
            </p:spPr>
          </p:sp>
        </mc:Fallback>
      </mc:AlternateContent>
      <mc:AlternateContent xmlns:mc="http://schemas.openxmlformats.org/markup-compatibility/2006">
        <mc:Choice xmlns:p14="http://schemas.microsoft.com/office/powerpoint/2010/main" Requires="p14">
          <p:contentPart p14:bwMode="auto" r:id="rId60">
            <p14:nvContentPartPr>
              <p14:cNvPr id="1050751" name=""/>
              <p14:cNvContentPartPr/>
              <p14:nvPr/>
            </p14:nvContentPartPr>
            <p14:xfrm>
              <a:off x="9010359" y="2636451"/>
              <a:ext cx="120578" cy="4998"/>
            </p14:xfrm>
          </p:contentPart>
        </mc:Choice>
        <mc:Fallback>
          <p:sp>
            <p:nvSpPr>
              <p:cNvPr id="1050751" name=""/>
              <p:cNvSpPr/>
              <p:nvPr/>
            </p:nvSpPr>
            <p:spPr>
              <a:xfrm>
                <a:off x="9010359" y="2636451"/>
                <a:ext cx="120578" cy="4998"/>
              </a:xfrm>
            </p:spPr>
          </p:sp>
        </mc:Fallback>
      </mc:AlternateContent>
      <mc:AlternateContent xmlns:mc="http://schemas.openxmlformats.org/markup-compatibility/2006">
        <mc:Choice xmlns:p14="http://schemas.microsoft.com/office/powerpoint/2010/main" Requires="p14">
          <p:contentPart p14:bwMode="auto" r:id="rId61">
            <p14:nvContentPartPr>
              <p14:cNvPr id="1050752" name=""/>
              <p14:cNvContentPartPr/>
              <p14:nvPr/>
            </p14:nvContentPartPr>
            <p14:xfrm>
              <a:off x="9024777" y="2722745"/>
              <a:ext cx="113332" cy="6668"/>
            </p14:xfrm>
          </p:contentPart>
        </mc:Choice>
        <mc:Fallback>
          <p:sp>
            <p:nvSpPr>
              <p:cNvPr id="1050752" name=""/>
              <p:cNvSpPr/>
              <p:nvPr/>
            </p:nvSpPr>
            <p:spPr>
              <a:xfrm>
                <a:off x="9024777" y="2722745"/>
                <a:ext cx="113332" cy="6668"/>
              </a:xfrm>
            </p:spPr>
          </p:sp>
        </mc:Fallback>
      </mc:AlternateContent>
      <mc:AlternateContent xmlns:mc="http://schemas.openxmlformats.org/markup-compatibility/2006">
        <mc:Choice xmlns:p14="http://schemas.microsoft.com/office/powerpoint/2010/main" Requires="p14">
          <p:contentPart p14:bwMode="auto" r:id="rId62">
            <p14:nvContentPartPr>
              <p14:cNvPr id="1050753" name=""/>
              <p14:cNvContentPartPr/>
              <p14:nvPr/>
            </p14:nvContentPartPr>
            <p14:xfrm>
              <a:off x="9269106" y="2566498"/>
              <a:ext cx="159845" cy="202027"/>
            </p14:xfrm>
          </p:contentPart>
        </mc:Choice>
        <mc:Fallback>
          <p:sp>
            <p:nvSpPr>
              <p:cNvPr id="1050753" name=""/>
              <p:cNvSpPr/>
              <p:nvPr/>
            </p:nvSpPr>
            <p:spPr>
              <a:xfrm>
                <a:off x="9269106" y="2566498"/>
                <a:ext cx="159845" cy="202027"/>
              </a:xfrm>
            </p:spPr>
          </p:sp>
        </mc:Fallback>
      </mc:AlternateContent>
      <mc:AlternateContent xmlns:mc="http://schemas.openxmlformats.org/markup-compatibility/2006">
        <mc:Choice xmlns:p14="http://schemas.microsoft.com/office/powerpoint/2010/main" Requires="p14">
          <p:contentPart p14:bwMode="auto" r:id="rId63">
            <p14:nvContentPartPr>
              <p14:cNvPr id="1050754" name=""/>
              <p14:cNvContentPartPr/>
              <p14:nvPr/>
            </p14:nvContentPartPr>
            <p14:xfrm>
              <a:off x="4027902" y="2008232"/>
              <a:ext cx="2271655" cy="1100398"/>
            </p14:xfrm>
          </p:contentPart>
        </mc:Choice>
        <mc:Fallback>
          <p:sp>
            <p:nvSpPr>
              <p:cNvPr id="1050754" name=""/>
              <p:cNvSpPr/>
              <p:nvPr/>
            </p:nvSpPr>
            <p:spPr>
              <a:xfrm>
                <a:off x="4027902" y="2008232"/>
                <a:ext cx="2271655" cy="1100398"/>
              </a:xfrm>
            </p:spPr>
          </p:sp>
        </mc:Fallback>
      </mc:AlternateContent>
      <mc:AlternateContent xmlns:mc="http://schemas.openxmlformats.org/markup-compatibility/2006">
        <mc:Choice xmlns:p14="http://schemas.microsoft.com/office/powerpoint/2010/main" Requires="p14">
          <p:contentPart p14:bwMode="auto" r:id="rId64">
            <p14:nvContentPartPr>
              <p14:cNvPr id="1050755" name=""/>
              <p14:cNvContentPartPr/>
              <p14:nvPr/>
            </p14:nvContentPartPr>
            <p14:xfrm>
              <a:off x="5738824" y="2349097"/>
              <a:ext cx="184123" cy="147641"/>
            </p14:xfrm>
          </p:contentPart>
        </mc:Choice>
        <mc:Fallback>
          <p:sp>
            <p:nvSpPr>
              <p:cNvPr id="1050755" name=""/>
              <p:cNvSpPr/>
              <p:nvPr/>
            </p:nvSpPr>
            <p:spPr>
              <a:xfrm>
                <a:off x="5738824" y="2349097"/>
                <a:ext cx="184123" cy="147641"/>
              </a:xfrm>
            </p:spPr>
          </p:sp>
        </mc:Fallback>
      </mc:AlternateContent>
      <mc:AlternateContent xmlns:mc="http://schemas.openxmlformats.org/markup-compatibility/2006">
        <mc:Choice xmlns:p14="http://schemas.microsoft.com/office/powerpoint/2010/main" Requires="p14">
          <p:contentPart p14:bwMode="auto" r:id="rId65">
            <p14:nvContentPartPr>
              <p14:cNvPr id="1050756" name=""/>
              <p14:cNvContentPartPr/>
              <p14:nvPr/>
            </p14:nvContentPartPr>
            <p14:xfrm>
              <a:off x="5811816" y="2425790"/>
              <a:ext cx="163898" cy="88932"/>
            </p14:xfrm>
          </p:contentPart>
        </mc:Choice>
        <mc:Fallback>
          <p:sp>
            <p:nvSpPr>
              <p:cNvPr id="1050756" name=""/>
              <p:cNvSpPr/>
              <p:nvPr/>
            </p:nvSpPr>
            <p:spPr>
              <a:xfrm>
                <a:off x="5811816" y="2425790"/>
                <a:ext cx="163898" cy="88932"/>
              </a:xfrm>
            </p:spPr>
          </p:sp>
        </mc:Fallback>
      </mc:AlternateContent>
      <mc:AlternateContent xmlns:mc="http://schemas.openxmlformats.org/markup-compatibility/2006">
        <mc:Choice xmlns:p14="http://schemas.microsoft.com/office/powerpoint/2010/main" Requires="p14">
          <p:contentPart p14:bwMode="auto" r:id="rId66">
            <p14:nvContentPartPr>
              <p14:cNvPr id="1050757" name=""/>
              <p14:cNvContentPartPr/>
              <p14:nvPr/>
            </p14:nvContentPartPr>
            <p14:xfrm>
              <a:off x="6007601" y="2425790"/>
              <a:ext cx="1843" cy="100411"/>
            </p14:xfrm>
          </p:contentPart>
        </mc:Choice>
        <mc:Fallback>
          <p:sp>
            <p:nvSpPr>
              <p:cNvPr id="1050757" name=""/>
              <p:cNvSpPr/>
              <p:nvPr/>
            </p:nvSpPr>
            <p:spPr>
              <a:xfrm>
                <a:off x="6007601" y="2425790"/>
                <a:ext cx="1843" cy="100411"/>
              </a:xfrm>
            </p:spPr>
          </p:sp>
        </mc:Fallback>
      </mc:AlternateContent>
      <mc:AlternateContent xmlns:mc="http://schemas.openxmlformats.org/markup-compatibility/2006">
        <mc:Choice xmlns:p14="http://schemas.microsoft.com/office/powerpoint/2010/main" Requires="p14">
          <p:contentPart p14:bwMode="auto" r:id="rId67">
            <p14:nvContentPartPr>
              <p14:cNvPr id="1050758" name=""/>
              <p14:cNvContentPartPr/>
              <p14:nvPr/>
            </p14:nvContentPartPr>
            <p14:xfrm>
              <a:off x="6067092" y="2425024"/>
              <a:ext cx="87284" cy="106392"/>
            </p14:xfrm>
          </p:contentPart>
        </mc:Choice>
        <mc:Fallback>
          <p:sp>
            <p:nvSpPr>
              <p:cNvPr id="1050758" name=""/>
              <p:cNvSpPr/>
              <p:nvPr/>
            </p:nvSpPr>
            <p:spPr>
              <a:xfrm>
                <a:off x="6067092" y="2425024"/>
                <a:ext cx="87284" cy="106392"/>
              </a:xfrm>
            </p:spPr>
          </p:sp>
        </mc:Fallback>
      </mc:AlternateContent>
      <mc:AlternateContent xmlns:mc="http://schemas.openxmlformats.org/markup-compatibility/2006">
        <mc:Choice xmlns:p14="http://schemas.microsoft.com/office/powerpoint/2010/main" Requires="p14">
          <p:contentPart p14:bwMode="auto" r:id="rId68">
            <p14:nvContentPartPr>
              <p14:cNvPr id="1050759" name=""/>
              <p14:cNvContentPartPr/>
              <p14:nvPr/>
            </p14:nvContentPartPr>
            <p14:xfrm>
              <a:off x="4716498" y="2286067"/>
              <a:ext cx="135510" cy="156802"/>
            </p14:xfrm>
          </p:contentPart>
        </mc:Choice>
        <mc:Fallback>
          <p:sp>
            <p:nvSpPr>
              <p:cNvPr id="1050759" name=""/>
              <p:cNvSpPr/>
              <p:nvPr/>
            </p:nvSpPr>
            <p:spPr>
              <a:xfrm>
                <a:off x="4716498" y="2286067"/>
                <a:ext cx="135510" cy="156802"/>
              </a:xfrm>
            </p:spPr>
          </p:sp>
        </mc:Fallback>
      </mc:AlternateContent>
      <mc:AlternateContent xmlns:mc="http://schemas.openxmlformats.org/markup-compatibility/2006">
        <mc:Choice xmlns:p14="http://schemas.microsoft.com/office/powerpoint/2010/main" Requires="p14">
          <p:contentPart p14:bwMode="auto" r:id="rId69">
            <p14:nvContentPartPr>
              <p14:cNvPr id="1050760" name=""/>
              <p14:cNvContentPartPr/>
              <p14:nvPr/>
            </p14:nvContentPartPr>
            <p14:xfrm>
              <a:off x="4825985" y="2376193"/>
              <a:ext cx="110038" cy="92097"/>
            </p14:xfrm>
          </p:contentPart>
        </mc:Choice>
        <mc:Fallback>
          <p:sp>
            <p:nvSpPr>
              <p:cNvPr id="1050760" name=""/>
              <p:cNvSpPr/>
              <p:nvPr/>
            </p:nvSpPr>
            <p:spPr>
              <a:xfrm>
                <a:off x="4825985" y="2376193"/>
                <a:ext cx="110038" cy="92097"/>
              </a:xfrm>
            </p:spPr>
          </p:sp>
        </mc:Fallback>
      </mc:AlternateContent>
      <mc:AlternateContent xmlns:mc="http://schemas.openxmlformats.org/markup-compatibility/2006">
        <mc:Choice xmlns:p14="http://schemas.microsoft.com/office/powerpoint/2010/main" Requires="p14">
          <p:contentPart p14:bwMode="auto" r:id="rId70">
            <p14:nvContentPartPr>
              <p14:cNvPr id="1050761" name=""/>
              <p14:cNvContentPartPr/>
              <p14:nvPr/>
            </p14:nvContentPartPr>
            <p14:xfrm>
              <a:off x="4975309" y="2374088"/>
              <a:ext cx="56896" cy="105382"/>
            </p14:xfrm>
          </p:contentPart>
        </mc:Choice>
        <mc:Fallback>
          <p:sp>
            <p:nvSpPr>
              <p:cNvPr id="1050761" name=""/>
              <p:cNvSpPr/>
              <p:nvPr/>
            </p:nvSpPr>
            <p:spPr>
              <a:xfrm>
                <a:off x="4975309" y="2374088"/>
                <a:ext cx="56896" cy="105382"/>
              </a:xfrm>
            </p:spPr>
          </p:sp>
        </mc:Fallback>
      </mc:AlternateContent>
      <mc:AlternateContent xmlns:mc="http://schemas.openxmlformats.org/markup-compatibility/2006">
        <mc:Choice xmlns:p14="http://schemas.microsoft.com/office/powerpoint/2010/main" Requires="p14">
          <p:contentPart p14:bwMode="auto" r:id="rId71">
            <p14:nvContentPartPr>
              <p14:cNvPr id="1050762" name=""/>
              <p14:cNvContentPartPr/>
              <p14:nvPr/>
            </p14:nvContentPartPr>
            <p14:xfrm>
              <a:off x="5054316" y="2359135"/>
              <a:ext cx="107337" cy="126473"/>
            </p14:xfrm>
          </p:contentPart>
        </mc:Choice>
        <mc:Fallback>
          <p:sp>
            <p:nvSpPr>
              <p:cNvPr id="1050762" name=""/>
              <p:cNvSpPr/>
              <p:nvPr/>
            </p:nvSpPr>
            <p:spPr>
              <a:xfrm>
                <a:off x="5054316" y="2359135"/>
                <a:ext cx="107337" cy="126473"/>
              </a:xfrm>
            </p:spPr>
          </p:sp>
        </mc:Fallback>
      </mc:AlternateContent>
      <mc:AlternateContent xmlns:mc="http://schemas.openxmlformats.org/markup-compatibility/2006">
        <mc:Choice xmlns:p14="http://schemas.microsoft.com/office/powerpoint/2010/main" Requires="p14">
          <p:contentPart p14:bwMode="auto" r:id="rId72">
            <p14:nvContentPartPr>
              <p14:cNvPr id="1050763" name=""/>
              <p14:cNvContentPartPr/>
              <p14:nvPr/>
            </p14:nvContentPartPr>
            <p14:xfrm>
              <a:off x="5088663" y="2396138"/>
              <a:ext cx="60266" cy="94311"/>
            </p14:xfrm>
          </p:contentPart>
        </mc:Choice>
        <mc:Fallback>
          <p:sp>
            <p:nvSpPr>
              <p:cNvPr id="1050763" name=""/>
              <p:cNvSpPr/>
              <p:nvPr/>
            </p:nvSpPr>
            <p:spPr>
              <a:xfrm>
                <a:off x="5088663" y="2396138"/>
                <a:ext cx="60266" cy="94311"/>
              </a:xfrm>
            </p:spPr>
          </p:sp>
        </mc:Fallback>
      </mc:AlternateContent>
      <mc:AlternateContent xmlns:mc="http://schemas.openxmlformats.org/markup-compatibility/2006">
        <mc:Choice xmlns:p14="http://schemas.microsoft.com/office/powerpoint/2010/main" Requires="p14">
          <p:contentPart p14:bwMode="auto" r:id="rId73">
            <p14:nvContentPartPr>
              <p14:cNvPr id="1050764" name=""/>
              <p14:cNvContentPartPr/>
              <p14:nvPr/>
            </p14:nvContentPartPr>
            <p14:xfrm>
              <a:off x="6279049" y="2670108"/>
              <a:ext cx="2600" cy="142396"/>
            </p14:xfrm>
          </p:contentPart>
        </mc:Choice>
        <mc:Fallback>
          <p:sp>
            <p:nvSpPr>
              <p:cNvPr id="1050764" name=""/>
              <p:cNvSpPr/>
              <p:nvPr/>
            </p:nvSpPr>
            <p:spPr>
              <a:xfrm>
                <a:off x="6279049" y="2670108"/>
                <a:ext cx="2600" cy="142396"/>
              </a:xfrm>
            </p:spPr>
          </p:sp>
        </mc:Fallback>
      </mc:AlternateContent>
      <mc:AlternateContent xmlns:mc="http://schemas.openxmlformats.org/markup-compatibility/2006">
        <mc:Choice xmlns:p14="http://schemas.microsoft.com/office/powerpoint/2010/main" Requires="p14">
          <p:contentPart p14:bwMode="auto" r:id="rId74">
            <p14:nvContentPartPr>
              <p14:cNvPr id="1050765" name=""/>
              <p14:cNvContentPartPr/>
              <p14:nvPr/>
            </p14:nvContentPartPr>
            <p14:xfrm>
              <a:off x="6313276" y="2973477"/>
              <a:ext cx="2268" cy="129582"/>
            </p14:xfrm>
          </p:contentPart>
        </mc:Choice>
        <mc:Fallback>
          <p:sp>
            <p:nvSpPr>
              <p:cNvPr id="1050765" name=""/>
              <p:cNvSpPr/>
              <p:nvPr/>
            </p:nvSpPr>
            <p:spPr>
              <a:xfrm>
                <a:off x="6313276" y="2973477"/>
                <a:ext cx="2268" cy="129582"/>
              </a:xfrm>
            </p:spPr>
          </p:sp>
        </mc:Fallback>
      </mc:AlternateContent>
      <mc:AlternateContent xmlns:mc="http://schemas.openxmlformats.org/markup-compatibility/2006">
        <mc:Choice xmlns:p14="http://schemas.microsoft.com/office/powerpoint/2010/main" Requires="p14">
          <p:contentPart p14:bwMode="auto" r:id="rId75">
            <p14:nvContentPartPr>
              <p14:cNvPr id="1050766" name=""/>
              <p14:cNvContentPartPr/>
              <p14:nvPr/>
            </p14:nvContentPartPr>
            <p14:xfrm>
              <a:off x="6319032" y="3342741"/>
              <a:ext cx="2369" cy="136809"/>
            </p14:xfrm>
          </p:contentPart>
        </mc:Choice>
        <mc:Fallback>
          <p:sp>
            <p:nvSpPr>
              <p:cNvPr id="1050766" name=""/>
              <p:cNvSpPr/>
              <p:nvPr/>
            </p:nvSpPr>
            <p:spPr>
              <a:xfrm>
                <a:off x="6319032" y="3342741"/>
                <a:ext cx="2369" cy="136809"/>
              </a:xfrm>
            </p:spPr>
          </p:sp>
        </mc:Fallback>
      </mc:AlternateContent>
      <mc:AlternateContent xmlns:mc="http://schemas.openxmlformats.org/markup-compatibility/2006">
        <mc:Choice xmlns:p14="http://schemas.microsoft.com/office/powerpoint/2010/main" Requires="p14">
          <p:contentPart p14:bwMode="auto" r:id="rId76">
            <p14:nvContentPartPr>
              <p14:cNvPr id="1050767" name=""/>
              <p14:cNvContentPartPr/>
              <p14:nvPr/>
            </p14:nvContentPartPr>
            <p14:xfrm>
              <a:off x="6307472" y="3727972"/>
              <a:ext cx="8072" cy="160702"/>
            </p14:xfrm>
          </p:contentPart>
        </mc:Choice>
        <mc:Fallback>
          <p:sp>
            <p:nvSpPr>
              <p:cNvPr id="1050767" name=""/>
              <p:cNvSpPr/>
              <p:nvPr/>
            </p:nvSpPr>
            <p:spPr>
              <a:xfrm>
                <a:off x="6307472" y="3727972"/>
                <a:ext cx="8072" cy="160702"/>
              </a:xfrm>
            </p:spPr>
          </p:sp>
        </mc:Fallback>
      </mc:AlternateContent>
      <mc:AlternateContent xmlns:mc="http://schemas.openxmlformats.org/markup-compatibility/2006">
        <mc:Choice xmlns:p14="http://schemas.microsoft.com/office/powerpoint/2010/main" Requires="p14">
          <p:contentPart p14:bwMode="auto" r:id="rId77">
            <p14:nvContentPartPr>
              <p14:cNvPr id="1050768" name=""/>
              <p14:cNvContentPartPr/>
              <p14:nvPr/>
            </p14:nvContentPartPr>
            <p14:xfrm>
              <a:off x="6250405" y="4141842"/>
              <a:ext cx="7017" cy="124118"/>
            </p14:xfrm>
          </p:contentPart>
        </mc:Choice>
        <mc:Fallback>
          <p:sp>
            <p:nvSpPr>
              <p:cNvPr id="1050768" name=""/>
              <p:cNvSpPr/>
              <p:nvPr/>
            </p:nvSpPr>
            <p:spPr>
              <a:xfrm>
                <a:off x="6250405" y="4141842"/>
                <a:ext cx="7017" cy="124118"/>
              </a:xfrm>
            </p:spPr>
          </p:sp>
        </mc:Fallback>
      </mc:AlternateContent>
      <mc:AlternateContent xmlns:mc="http://schemas.openxmlformats.org/markup-compatibility/2006">
        <mc:Choice xmlns:p14="http://schemas.microsoft.com/office/powerpoint/2010/main" Requires="p14">
          <p:contentPart p14:bwMode="auto" r:id="rId78">
            <p14:nvContentPartPr>
              <p14:cNvPr id="1050769" name=""/>
              <p14:cNvContentPartPr/>
              <p14:nvPr/>
            </p14:nvContentPartPr>
            <p14:xfrm>
              <a:off x="3992836" y="2558847"/>
              <a:ext cx="509" cy="163536"/>
            </p14:xfrm>
          </p:contentPart>
        </mc:Choice>
        <mc:Fallback>
          <p:sp>
            <p:nvSpPr>
              <p:cNvPr id="1050769" name=""/>
              <p:cNvSpPr/>
              <p:nvPr/>
            </p:nvSpPr>
            <p:spPr>
              <a:xfrm>
                <a:off x="3992836" y="2558847"/>
                <a:ext cx="509" cy="163536"/>
              </a:xfrm>
            </p:spPr>
          </p:sp>
        </mc:Fallback>
      </mc:AlternateContent>
      <mc:AlternateContent xmlns:mc="http://schemas.openxmlformats.org/markup-compatibility/2006">
        <mc:Choice xmlns:p14="http://schemas.microsoft.com/office/powerpoint/2010/main" Requires="p14">
          <p:contentPart p14:bwMode="auto" r:id="rId79">
            <p14:nvContentPartPr>
              <p14:cNvPr id="1050770" name=""/>
              <p14:cNvContentPartPr/>
              <p14:nvPr/>
            </p14:nvContentPartPr>
            <p14:xfrm>
              <a:off x="3986136" y="2917467"/>
              <a:ext cx="12764" cy="122063"/>
            </p14:xfrm>
          </p:contentPart>
        </mc:Choice>
        <mc:Fallback>
          <p:sp>
            <p:nvSpPr>
              <p:cNvPr id="1050770" name=""/>
              <p:cNvSpPr/>
              <p:nvPr/>
            </p:nvSpPr>
            <p:spPr>
              <a:xfrm>
                <a:off x="3986136" y="2917467"/>
                <a:ext cx="12764" cy="122063"/>
              </a:xfrm>
            </p:spPr>
          </p:sp>
        </mc:Fallback>
      </mc:AlternateContent>
      <mc:AlternateContent xmlns:mc="http://schemas.openxmlformats.org/markup-compatibility/2006">
        <mc:Choice xmlns:p14="http://schemas.microsoft.com/office/powerpoint/2010/main" Requires="p14">
          <p:contentPart p14:bwMode="auto" r:id="rId80">
            <p14:nvContentPartPr>
              <p14:cNvPr id="1050771" name=""/>
              <p14:cNvContentPartPr/>
              <p14:nvPr/>
            </p14:nvContentPartPr>
            <p14:xfrm>
              <a:off x="3993345" y="3274059"/>
              <a:ext cx="20148" cy="135087"/>
            </p14:xfrm>
          </p:contentPart>
        </mc:Choice>
        <mc:Fallback>
          <p:sp>
            <p:nvSpPr>
              <p:cNvPr id="1050771" name=""/>
              <p:cNvSpPr/>
              <p:nvPr/>
            </p:nvSpPr>
            <p:spPr>
              <a:xfrm>
                <a:off x="3993345" y="3274059"/>
                <a:ext cx="20148" cy="135087"/>
              </a:xfrm>
            </p:spPr>
          </p:sp>
        </mc:Fallback>
      </mc:AlternateContent>
      <mc:AlternateContent xmlns:mc="http://schemas.openxmlformats.org/markup-compatibility/2006">
        <mc:Choice xmlns:p14="http://schemas.microsoft.com/office/powerpoint/2010/main" Requires="p14">
          <p:contentPart p14:bwMode="auto" r:id="rId81">
            <p14:nvContentPartPr>
              <p14:cNvPr id="1050772" name=""/>
              <p14:cNvContentPartPr/>
              <p14:nvPr/>
            </p14:nvContentPartPr>
            <p14:xfrm>
              <a:off x="4008214" y="3609615"/>
              <a:ext cx="0" cy="88704"/>
            </p14:xfrm>
          </p:contentPart>
        </mc:Choice>
        <mc:Fallback>
          <p:sp>
            <p:nvSpPr>
              <p:cNvPr id="1050772" name=""/>
              <p:cNvSpPr/>
              <p:nvPr/>
            </p:nvSpPr>
            <p:spPr>
              <a:xfrm>
                <a:off x="4008214" y="3609615"/>
                <a:ext cx="0" cy="88704"/>
              </a:xfrm>
            </p:spPr>
          </p:sp>
        </mc:Fallback>
      </mc:AlternateContent>
      <mc:AlternateContent xmlns:mc="http://schemas.openxmlformats.org/markup-compatibility/2006">
        <mc:Choice xmlns:p14="http://schemas.microsoft.com/office/powerpoint/2010/main" Requires="p14">
          <p:contentPart p14:bwMode="auto" r:id="rId82">
            <p14:nvContentPartPr>
              <p14:cNvPr id="1050773" name=""/>
              <p14:cNvContentPartPr/>
              <p14:nvPr/>
            </p14:nvContentPartPr>
            <p14:xfrm>
              <a:off x="4117700" y="3705416"/>
              <a:ext cx="2045184" cy="139233"/>
            </p14:xfrm>
          </p:contentPart>
        </mc:Choice>
        <mc:Fallback>
          <p:sp>
            <p:nvSpPr>
              <p:cNvPr id="1050773" name=""/>
              <p:cNvSpPr/>
              <p:nvPr/>
            </p:nvSpPr>
            <p:spPr>
              <a:xfrm>
                <a:off x="4117700" y="3705416"/>
                <a:ext cx="2045184" cy="139233"/>
              </a:xfrm>
            </p:spPr>
          </p:sp>
        </mc:Fallback>
      </mc:AlternateContent>
      <mc:AlternateContent xmlns:mc="http://schemas.openxmlformats.org/markup-compatibility/2006">
        <mc:Choice xmlns:p14="http://schemas.microsoft.com/office/powerpoint/2010/main" Requires="p14">
          <p:contentPart p14:bwMode="auto" r:id="rId83">
            <p14:nvContentPartPr>
              <p14:cNvPr id="1050774" name=""/>
              <p14:cNvContentPartPr/>
              <p14:nvPr/>
            </p14:nvContentPartPr>
            <p14:xfrm>
              <a:off x="5892016" y="3735069"/>
              <a:ext cx="338247" cy="251414"/>
            </p14:xfrm>
          </p:contentPart>
        </mc:Choice>
        <mc:Fallback>
          <p:sp>
            <p:nvSpPr>
              <p:cNvPr id="1050774" name=""/>
              <p:cNvSpPr/>
              <p:nvPr/>
            </p:nvSpPr>
            <p:spPr>
              <a:xfrm>
                <a:off x="5892016" y="3735069"/>
                <a:ext cx="338247" cy="251414"/>
              </a:xfrm>
            </p:spPr>
          </p:sp>
        </mc:Fallback>
      </mc:AlternateContent>
      <mc:AlternateContent xmlns:mc="http://schemas.openxmlformats.org/markup-compatibility/2006">
        <mc:Choice xmlns:p14="http://schemas.microsoft.com/office/powerpoint/2010/main" Requires="p14">
          <p:contentPart p14:bwMode="auto" r:id="rId84">
            <p14:nvContentPartPr>
              <p14:cNvPr id="1050775" name=""/>
              <p14:cNvContentPartPr/>
              <p14:nvPr/>
            </p14:nvContentPartPr>
            <p14:xfrm>
              <a:off x="4101014" y="3609615"/>
              <a:ext cx="177087" cy="217270"/>
            </p14:xfrm>
          </p:contentPart>
        </mc:Choice>
        <mc:Fallback>
          <p:sp>
            <p:nvSpPr>
              <p:cNvPr id="1050775" name=""/>
              <p:cNvSpPr/>
              <p:nvPr/>
            </p:nvSpPr>
            <p:spPr>
              <a:xfrm>
                <a:off x="4101014" y="3609615"/>
                <a:ext cx="177087" cy="217270"/>
              </a:xfrm>
            </p:spPr>
          </p:sp>
        </mc:Fallback>
      </mc:AlternateContent>
      <mc:AlternateContent xmlns:mc="http://schemas.openxmlformats.org/markup-compatibility/2006">
        <mc:Choice xmlns:p14="http://schemas.microsoft.com/office/powerpoint/2010/main" Requires="p14">
          <p:contentPart p14:bwMode="auto" r:id="rId85">
            <p14:nvContentPartPr>
              <p14:cNvPr id="1050776" name=""/>
              <p14:cNvContentPartPr/>
              <p14:nvPr/>
            </p14:nvContentPartPr>
            <p14:xfrm>
              <a:off x="4644600" y="3842187"/>
              <a:ext cx="357041" cy="310994"/>
            </p14:xfrm>
          </p:contentPart>
        </mc:Choice>
        <mc:Fallback>
          <p:sp>
            <p:nvSpPr>
              <p:cNvPr id="1050776" name=""/>
              <p:cNvSpPr/>
              <p:nvPr/>
            </p:nvSpPr>
            <p:spPr>
              <a:xfrm>
                <a:off x="4644600" y="3842187"/>
                <a:ext cx="357041" cy="310994"/>
              </a:xfrm>
            </p:spPr>
          </p:sp>
        </mc:Fallback>
      </mc:AlternateContent>
      <mc:AlternateContent xmlns:mc="http://schemas.openxmlformats.org/markup-compatibility/2006">
        <mc:Choice xmlns:p14="http://schemas.microsoft.com/office/powerpoint/2010/main" Requires="p14">
          <p:contentPart p14:bwMode="auto" r:id="rId86">
            <p14:nvContentPartPr>
              <p14:cNvPr id="1050777" name=""/>
              <p14:cNvContentPartPr/>
              <p14:nvPr/>
            </p14:nvContentPartPr>
            <p14:xfrm>
              <a:off x="5105247" y="3969439"/>
              <a:ext cx="266986" cy="310256"/>
            </p14:xfrm>
          </p:contentPart>
        </mc:Choice>
        <mc:Fallback>
          <p:sp>
            <p:nvSpPr>
              <p:cNvPr id="1050777" name=""/>
              <p:cNvSpPr/>
              <p:nvPr/>
            </p:nvSpPr>
            <p:spPr>
              <a:xfrm>
                <a:off x="5105247" y="3969439"/>
                <a:ext cx="266986" cy="310256"/>
              </a:xfrm>
            </p:spPr>
          </p:sp>
        </mc:Fallback>
      </mc:AlternateContent>
      <mc:AlternateContent xmlns:mc="http://schemas.openxmlformats.org/markup-compatibility/2006">
        <mc:Choice xmlns:p14="http://schemas.microsoft.com/office/powerpoint/2010/main" Requires="p14">
          <p:contentPart p14:bwMode="auto" r:id="rId87">
            <p14:nvContentPartPr>
              <p14:cNvPr id="1050778" name=""/>
              <p14:cNvContentPartPr/>
              <p14:nvPr/>
            </p14:nvContentPartPr>
            <p14:xfrm>
              <a:off x="5528984" y="2532559"/>
              <a:ext cx="59437" cy="74667"/>
            </p14:xfrm>
          </p:contentPart>
        </mc:Choice>
        <mc:Fallback>
          <p:sp>
            <p:nvSpPr>
              <p:cNvPr id="1050778" name=""/>
              <p:cNvSpPr/>
              <p:nvPr/>
            </p:nvSpPr>
            <p:spPr>
              <a:xfrm>
                <a:off x="5528984" y="2532559"/>
                <a:ext cx="59437" cy="74667"/>
              </a:xfrm>
            </p:spPr>
          </p:sp>
        </mc:Fallback>
      </mc:AlternateContent>
      <mc:AlternateContent xmlns:mc="http://schemas.openxmlformats.org/markup-compatibility/2006">
        <mc:Choice xmlns:p14="http://schemas.microsoft.com/office/powerpoint/2010/main" Requires="p14">
          <p:contentPart p14:bwMode="auto" r:id="rId88">
            <p14:nvContentPartPr>
              <p14:cNvPr id="1050779" name=""/>
              <p14:cNvContentPartPr/>
              <p14:nvPr/>
            </p14:nvContentPartPr>
            <p14:xfrm>
              <a:off x="5335677" y="2606488"/>
              <a:ext cx="147110" cy="187628"/>
            </p14:xfrm>
          </p:contentPart>
        </mc:Choice>
        <mc:Fallback>
          <p:sp>
            <p:nvSpPr>
              <p:cNvPr id="1050779" name=""/>
              <p:cNvSpPr/>
              <p:nvPr/>
            </p:nvSpPr>
            <p:spPr>
              <a:xfrm>
                <a:off x="5335677" y="2606488"/>
                <a:ext cx="147110" cy="187628"/>
              </a:xfrm>
            </p:spPr>
          </p:sp>
        </mc:Fallback>
      </mc:AlternateContent>
      <mc:AlternateContent xmlns:mc="http://schemas.openxmlformats.org/markup-compatibility/2006">
        <mc:Choice xmlns:p14="http://schemas.microsoft.com/office/powerpoint/2010/main" Requires="p14">
          <p:contentPart p14:bwMode="auto" r:id="rId89">
            <p14:nvContentPartPr>
              <p14:cNvPr id="1050780" name=""/>
              <p14:cNvContentPartPr/>
              <p14:nvPr/>
            </p14:nvContentPartPr>
            <p14:xfrm>
              <a:off x="5564100" y="2551497"/>
              <a:ext cx="13873" cy="30967"/>
            </p14:xfrm>
          </p:contentPart>
        </mc:Choice>
        <mc:Fallback>
          <p:sp>
            <p:nvSpPr>
              <p:cNvPr id="1050780" name=""/>
              <p:cNvSpPr/>
              <p:nvPr/>
            </p:nvSpPr>
            <p:spPr>
              <a:xfrm>
                <a:off x="5564100" y="2551497"/>
                <a:ext cx="13873" cy="30967"/>
              </a:xfrm>
            </p:spPr>
          </p:sp>
        </mc:Fallback>
      </mc:AlternateContent>
      <mc:AlternateContent xmlns:mc="http://schemas.openxmlformats.org/markup-compatibility/2006">
        <mc:Choice xmlns:p14="http://schemas.microsoft.com/office/powerpoint/2010/main" Requires="p14">
          <p:contentPart p14:bwMode="auto" r:id="rId90">
            <p14:nvContentPartPr>
              <p14:cNvPr id="1050781" name=""/>
              <p14:cNvContentPartPr/>
              <p14:nvPr/>
            </p14:nvContentPartPr>
            <p14:xfrm>
              <a:off x="2489104" y="2447840"/>
              <a:ext cx="29099" cy="31654"/>
            </p14:xfrm>
          </p:contentPart>
        </mc:Choice>
        <mc:Fallback>
          <p:sp>
            <p:nvSpPr>
              <p:cNvPr id="1050781" name=""/>
              <p:cNvSpPr/>
              <p:nvPr/>
            </p:nvSpPr>
            <p:spPr>
              <a:xfrm>
                <a:off x="2489104" y="2447840"/>
                <a:ext cx="29099" cy="31654"/>
              </a:xfrm>
            </p:spPr>
          </p:sp>
        </mc:Fallback>
      </mc:AlternateContent>
      <mc:AlternateContent xmlns:mc="http://schemas.openxmlformats.org/markup-compatibility/2006">
        <mc:Choice xmlns:p14="http://schemas.microsoft.com/office/powerpoint/2010/main" Requires="p14">
          <p:contentPart p14:bwMode="auto" r:id="rId91">
            <p14:nvContentPartPr>
              <p14:cNvPr id="1050782" name=""/>
              <p14:cNvContentPartPr/>
              <p14:nvPr/>
            </p14:nvContentPartPr>
            <p14:xfrm>
              <a:off x="2493431" y="2470143"/>
              <a:ext cx="83345" cy="14353"/>
            </p14:xfrm>
          </p:contentPart>
        </mc:Choice>
        <mc:Fallback>
          <p:sp>
            <p:nvSpPr>
              <p:cNvPr id="1050782" name=""/>
              <p:cNvSpPr/>
              <p:nvPr/>
            </p:nvSpPr>
            <p:spPr>
              <a:xfrm>
                <a:off x="2493431" y="2470143"/>
                <a:ext cx="83345" cy="14353"/>
              </a:xfrm>
            </p:spPr>
          </p:sp>
        </mc:Fallback>
      </mc:AlternateContent>
      <mc:AlternateContent xmlns:mc="http://schemas.openxmlformats.org/markup-compatibility/2006">
        <mc:Choice xmlns:p14="http://schemas.microsoft.com/office/powerpoint/2010/main" Requires="p14">
          <p:contentPart p14:bwMode="auto" r:id="rId92">
            <p14:nvContentPartPr>
              <p14:cNvPr id="1050799" name=""/>
              <p14:cNvContentPartPr/>
              <p14:nvPr/>
            </p14:nvContentPartPr>
            <p14:xfrm>
              <a:off x="6262077" y="1407878"/>
              <a:ext cx="162954" cy="1195321"/>
            </p14:xfrm>
          </p:contentPart>
        </mc:Choice>
        <mc:Fallback>
          <p:sp>
            <p:nvSpPr>
              <p:cNvPr id="1050799" name=""/>
              <p:cNvSpPr/>
              <p:nvPr/>
            </p:nvSpPr>
            <p:spPr>
              <a:xfrm>
                <a:off x="6262077" y="1407878"/>
                <a:ext cx="162954" cy="1195321"/>
              </a:xfrm>
            </p:spPr>
          </p:sp>
        </mc:Fallback>
      </mc:AlternateContent>
      <mc:AlternateContent xmlns:mc="http://schemas.openxmlformats.org/markup-compatibility/2006">
        <mc:Choice xmlns:p14="http://schemas.microsoft.com/office/powerpoint/2010/main" Requires="p14">
          <p:contentPart p14:bwMode="auto" r:id="rId93">
            <p14:nvContentPartPr>
              <p14:cNvPr id="1050800" name=""/>
              <p14:cNvContentPartPr/>
              <p14:nvPr/>
            </p14:nvContentPartPr>
            <p14:xfrm>
              <a:off x="6529111" y="1702442"/>
              <a:ext cx="248310" cy="293407"/>
            </p14:xfrm>
          </p:contentPart>
        </mc:Choice>
        <mc:Fallback>
          <p:sp>
            <p:nvSpPr>
              <p:cNvPr id="1050800" name=""/>
              <p:cNvSpPr/>
              <p:nvPr/>
            </p:nvSpPr>
            <p:spPr>
              <a:xfrm>
                <a:off x="6529111" y="1702442"/>
                <a:ext cx="248310" cy="293407"/>
              </a:xfrm>
            </p:spPr>
          </p:sp>
        </mc:Fallback>
      </mc:AlternateContent>
      <mc:AlternateContent xmlns:mc="http://schemas.openxmlformats.org/markup-compatibility/2006">
        <mc:Choice xmlns:p14="http://schemas.microsoft.com/office/powerpoint/2010/main" Requires="p14">
          <p:contentPart p14:bwMode="auto" r:id="rId94">
            <p14:nvContentPartPr>
              <p14:cNvPr id="1050801" name=""/>
              <p14:cNvContentPartPr/>
              <p14:nvPr/>
            </p14:nvContentPartPr>
            <p14:xfrm>
              <a:off x="6739495" y="1922202"/>
              <a:ext cx="128640" cy="148253"/>
            </p14:xfrm>
          </p:contentPart>
        </mc:Choice>
        <mc:Fallback>
          <p:sp>
            <p:nvSpPr>
              <p:cNvPr id="1050801" name=""/>
              <p:cNvSpPr/>
              <p:nvPr/>
            </p:nvSpPr>
            <p:spPr>
              <a:xfrm>
                <a:off x="6739495" y="1922202"/>
                <a:ext cx="128640" cy="148253"/>
              </a:xfrm>
            </p:spPr>
          </p:sp>
        </mc:Fallback>
      </mc:AlternateContent>
      <mc:AlternateContent xmlns:mc="http://schemas.openxmlformats.org/markup-compatibility/2006">
        <mc:Choice xmlns:p14="http://schemas.microsoft.com/office/powerpoint/2010/main" Requires="p14">
          <p:contentPart p14:bwMode="auto" r:id="rId95">
            <p14:nvContentPartPr>
              <p14:cNvPr id="1050802" name=""/>
              <p14:cNvContentPartPr/>
              <p14:nvPr/>
            </p14:nvContentPartPr>
            <p14:xfrm>
              <a:off x="6925136" y="1937916"/>
              <a:ext cx="118659" cy="163740"/>
            </p14:xfrm>
          </p:contentPart>
        </mc:Choice>
        <mc:Fallback>
          <p:sp>
            <p:nvSpPr>
              <p:cNvPr id="1050802" name=""/>
              <p:cNvSpPr/>
              <p:nvPr/>
            </p:nvSpPr>
            <p:spPr>
              <a:xfrm>
                <a:off x="6925136" y="1937916"/>
                <a:ext cx="118659" cy="163740"/>
              </a:xfrm>
            </p:spPr>
          </p:sp>
        </mc:Fallback>
      </mc:AlternateContent>
      <mc:AlternateContent xmlns:mc="http://schemas.openxmlformats.org/markup-compatibility/2006">
        <mc:Choice xmlns:p14="http://schemas.microsoft.com/office/powerpoint/2010/main" Requires="p14">
          <p:contentPart p14:bwMode="auto" r:id="rId96">
            <p14:nvContentPartPr>
              <p14:cNvPr id="1050803" name=""/>
              <p14:cNvContentPartPr/>
              <p14:nvPr/>
            </p14:nvContentPartPr>
            <p14:xfrm>
              <a:off x="7109654" y="1937916"/>
              <a:ext cx="89443" cy="158247"/>
            </p14:xfrm>
          </p:contentPart>
        </mc:Choice>
        <mc:Fallback>
          <p:sp>
            <p:nvSpPr>
              <p:cNvPr id="1050803" name=""/>
              <p:cNvSpPr/>
              <p:nvPr/>
            </p:nvSpPr>
            <p:spPr>
              <a:xfrm>
                <a:off x="7109654" y="1937916"/>
                <a:ext cx="89443" cy="158247"/>
              </a:xfrm>
            </p:spPr>
          </p:sp>
        </mc:Fallback>
      </mc:AlternateContent>
      <mc:AlternateContent xmlns:mc="http://schemas.openxmlformats.org/markup-compatibility/2006">
        <mc:Choice xmlns:p14="http://schemas.microsoft.com/office/powerpoint/2010/main" Requires="p14">
          <p:contentPart p14:bwMode="auto" r:id="rId97">
            <p14:nvContentPartPr>
              <p14:cNvPr id="1050804" name=""/>
              <p14:cNvContentPartPr/>
              <p14:nvPr/>
            </p14:nvContentPartPr>
            <p14:xfrm>
              <a:off x="7104479" y="2019270"/>
              <a:ext cx="71245" cy="107968"/>
            </p14:xfrm>
          </p:contentPart>
        </mc:Choice>
        <mc:Fallback>
          <p:sp>
            <p:nvSpPr>
              <p:cNvPr id="1050804" name=""/>
              <p:cNvSpPr/>
              <p:nvPr/>
            </p:nvSpPr>
            <p:spPr>
              <a:xfrm>
                <a:off x="7104479" y="2019270"/>
                <a:ext cx="71245" cy="107968"/>
              </a:xfrm>
            </p:spPr>
          </p:sp>
        </mc:Fallback>
      </mc:AlternateContent>
      <mc:AlternateContent xmlns:mc="http://schemas.openxmlformats.org/markup-compatibility/2006">
        <mc:Choice xmlns:p14="http://schemas.microsoft.com/office/powerpoint/2010/main" Requires="p14">
          <p:contentPart p14:bwMode="auto" r:id="rId98">
            <p14:nvContentPartPr>
              <p14:cNvPr id="1050805" name=""/>
              <p14:cNvContentPartPr/>
              <p14:nvPr/>
            </p14:nvContentPartPr>
            <p14:xfrm>
              <a:off x="6545331" y="1607726"/>
              <a:ext cx="428559" cy="4959"/>
            </p14:xfrm>
          </p:contentPart>
        </mc:Choice>
        <mc:Fallback>
          <p:sp>
            <p:nvSpPr>
              <p:cNvPr id="1050805" name=""/>
              <p:cNvSpPr/>
              <p:nvPr/>
            </p:nvSpPr>
            <p:spPr>
              <a:xfrm>
                <a:off x="6545331" y="1607726"/>
                <a:ext cx="428559" cy="4959"/>
              </a:xfrm>
            </p:spPr>
          </p:sp>
        </mc:Fallback>
      </mc:AlternateContent>
      <mc:AlternateContent xmlns:mc="http://schemas.openxmlformats.org/markup-compatibility/2006">
        <mc:Choice xmlns:p14="http://schemas.microsoft.com/office/powerpoint/2010/main" Requires="p14">
          <p:contentPart p14:bwMode="auto" r:id="rId99">
            <p14:nvContentPartPr>
              <p14:cNvPr id="1050806" name=""/>
              <p14:cNvContentPartPr/>
              <p14:nvPr/>
            </p14:nvContentPartPr>
            <p14:xfrm>
              <a:off x="6884605" y="1563836"/>
              <a:ext cx="130340" cy="170017"/>
            </p14:xfrm>
          </p:contentPart>
        </mc:Choice>
        <mc:Fallback>
          <p:sp>
            <p:nvSpPr>
              <p:cNvPr id="1050806" name=""/>
              <p:cNvSpPr/>
              <p:nvPr/>
            </p:nvSpPr>
            <p:spPr>
              <a:xfrm>
                <a:off x="6884605" y="1563836"/>
                <a:ext cx="130340" cy="170017"/>
              </a:xfrm>
            </p:spPr>
          </p:sp>
        </mc:Fallback>
      </mc:AlternateContent>
      <mc:AlternateContent xmlns:mc="http://schemas.openxmlformats.org/markup-compatibility/2006">
        <mc:Choice xmlns:p14="http://schemas.microsoft.com/office/powerpoint/2010/main" Requires="p14">
          <p:contentPart p14:bwMode="auto" r:id="rId100">
            <p14:nvContentPartPr>
              <p14:cNvPr id="1050807" name=""/>
              <p14:cNvContentPartPr/>
              <p14:nvPr/>
            </p14:nvContentPartPr>
            <p14:xfrm>
              <a:off x="4008214" y="2551497"/>
              <a:ext cx="13415" cy="487948"/>
            </p14:xfrm>
          </p:contentPart>
        </mc:Choice>
        <mc:Fallback>
          <p:sp>
            <p:nvSpPr>
              <p:cNvPr id="1050807" name=""/>
              <p:cNvSpPr/>
              <p:nvPr/>
            </p:nvSpPr>
            <p:spPr>
              <a:xfrm>
                <a:off x="4008214" y="2551497"/>
                <a:ext cx="13415" cy="487948"/>
              </a:xfrm>
            </p:spPr>
          </p:sp>
        </mc:Fallback>
      </mc:AlternateContent>
      <mc:AlternateContent xmlns:mc="http://schemas.openxmlformats.org/markup-compatibility/2006">
        <mc:Choice xmlns:p14="http://schemas.microsoft.com/office/powerpoint/2010/main" Requires="p14">
          <p:contentPart p14:bwMode="auto" r:id="rId101">
            <p14:nvContentPartPr>
              <p14:cNvPr id="1050808" name=""/>
              <p14:cNvContentPartPr/>
              <p14:nvPr/>
            </p14:nvContentPartPr>
            <p14:xfrm>
              <a:off x="3905936" y="2929125"/>
              <a:ext cx="189686" cy="161105"/>
            </p14:xfrm>
          </p:contentPart>
        </mc:Choice>
        <mc:Fallback>
          <p:sp>
            <p:nvSpPr>
              <p:cNvPr id="1050808" name=""/>
              <p:cNvSpPr/>
              <p:nvPr/>
            </p:nvSpPr>
            <p:spPr>
              <a:xfrm>
                <a:off x="3905936" y="2929125"/>
                <a:ext cx="189686" cy="161105"/>
              </a:xfrm>
            </p:spPr>
          </p:sp>
        </mc:Fallback>
      </mc:AlternateContent>
      <mc:AlternateContent xmlns:mc="http://schemas.openxmlformats.org/markup-compatibility/2006">
        <mc:Choice xmlns:p14="http://schemas.microsoft.com/office/powerpoint/2010/main" Requires="p14">
          <p:contentPart p14:bwMode="auto" r:id="rId102">
            <p14:nvContentPartPr>
              <p14:cNvPr id="1050809" name=""/>
              <p14:cNvContentPartPr/>
              <p14:nvPr/>
            </p14:nvContentPartPr>
            <p14:xfrm>
              <a:off x="3372470" y="3158549"/>
              <a:ext cx="202444" cy="300075"/>
            </p14:xfrm>
          </p:contentPart>
        </mc:Choice>
        <mc:Fallback>
          <p:sp>
            <p:nvSpPr>
              <p:cNvPr id="1050809" name=""/>
              <p:cNvSpPr/>
              <p:nvPr/>
            </p:nvSpPr>
            <p:spPr>
              <a:xfrm>
                <a:off x="3372470" y="3158549"/>
                <a:ext cx="202444" cy="300075"/>
              </a:xfrm>
            </p:spPr>
          </p:sp>
        </mc:Fallback>
      </mc:AlternateContent>
      <mc:AlternateContent xmlns:mc="http://schemas.openxmlformats.org/markup-compatibility/2006">
        <mc:Choice xmlns:p14="http://schemas.microsoft.com/office/powerpoint/2010/main" Requires="p14">
          <p:contentPart p14:bwMode="auto" r:id="rId103">
            <p14:nvContentPartPr>
              <p14:cNvPr id="1050810" name=""/>
              <p14:cNvContentPartPr/>
              <p14:nvPr/>
            </p14:nvContentPartPr>
            <p14:xfrm>
              <a:off x="3566212" y="3357633"/>
              <a:ext cx="166978" cy="163115"/>
            </p14:xfrm>
          </p:contentPart>
        </mc:Choice>
        <mc:Fallback>
          <p:sp>
            <p:nvSpPr>
              <p:cNvPr id="1050810" name=""/>
              <p:cNvSpPr/>
              <p:nvPr/>
            </p:nvSpPr>
            <p:spPr>
              <a:xfrm>
                <a:off x="3566212" y="3357633"/>
                <a:ext cx="166978" cy="163115"/>
              </a:xfrm>
            </p:spPr>
          </p:sp>
        </mc:Fallback>
      </mc:AlternateContent>
      <mc:AlternateContent xmlns:mc="http://schemas.openxmlformats.org/markup-compatibility/2006">
        <mc:Choice xmlns:p14="http://schemas.microsoft.com/office/powerpoint/2010/main" Requires="p14">
          <p:contentPart p14:bwMode="auto" r:id="rId104">
            <p14:nvContentPartPr>
              <p14:cNvPr id="1050811" name=""/>
              <p14:cNvContentPartPr/>
              <p14:nvPr/>
            </p14:nvContentPartPr>
            <p14:xfrm>
              <a:off x="3767163" y="3365298"/>
              <a:ext cx="14198" cy="124376"/>
            </p14:xfrm>
          </p:contentPart>
        </mc:Choice>
        <mc:Fallback>
          <p:sp>
            <p:nvSpPr>
              <p:cNvPr id="1050811" name=""/>
              <p:cNvSpPr/>
              <p:nvPr/>
            </p:nvSpPr>
            <p:spPr>
              <a:xfrm>
                <a:off x="3767163" y="3365298"/>
                <a:ext cx="14198" cy="124376"/>
              </a:xfrm>
            </p:spPr>
          </p:sp>
        </mc:Fallback>
      </mc:AlternateContent>
      <mc:AlternateContent xmlns:mc="http://schemas.openxmlformats.org/markup-compatibility/2006">
        <mc:Choice xmlns:p14="http://schemas.microsoft.com/office/powerpoint/2010/main" Requires="p14">
          <p:contentPart p14:bwMode="auto" r:id="rId105">
            <p14:nvContentPartPr>
              <p14:cNvPr id="1050812" name=""/>
              <p14:cNvContentPartPr/>
              <p14:nvPr/>
            </p14:nvContentPartPr>
            <p14:xfrm>
              <a:off x="3825286" y="3330705"/>
              <a:ext cx="102467" cy="160553"/>
            </p14:xfrm>
          </p:contentPart>
        </mc:Choice>
        <mc:Fallback>
          <p:sp>
            <p:nvSpPr>
              <p:cNvPr id="1050812" name=""/>
              <p:cNvSpPr/>
              <p:nvPr/>
            </p:nvSpPr>
            <p:spPr>
              <a:xfrm>
                <a:off x="3825286" y="3330705"/>
                <a:ext cx="102467" cy="160553"/>
              </a:xfrm>
            </p:spPr>
          </p:sp>
        </mc:Fallback>
      </mc:AlternateContent>
      <mc:AlternateContent xmlns:mc="http://schemas.openxmlformats.org/markup-compatibility/2006">
        <mc:Choice xmlns:p14="http://schemas.microsoft.com/office/powerpoint/2010/main" Requires="p14">
          <p:contentPart p14:bwMode="auto" r:id="rId106">
            <p14:nvContentPartPr>
              <p14:cNvPr id="1050813" name=""/>
              <p14:cNvContentPartPr/>
              <p14:nvPr/>
            </p14:nvContentPartPr>
            <p14:xfrm>
              <a:off x="3759503" y="3246941"/>
              <a:ext cx="7829" cy="71472"/>
            </p14:xfrm>
          </p:contentPart>
        </mc:Choice>
        <mc:Fallback>
          <p:sp>
            <p:nvSpPr>
              <p:cNvPr id="1050813" name=""/>
              <p:cNvSpPr/>
              <p:nvPr/>
            </p:nvSpPr>
            <p:spPr>
              <a:xfrm>
                <a:off x="3759503" y="3246941"/>
                <a:ext cx="7829" cy="71472"/>
              </a:xfrm>
            </p:spPr>
          </p:sp>
        </mc:Fallback>
      </mc:AlternateContent>
      <mc:AlternateContent xmlns:mc="http://schemas.openxmlformats.org/markup-compatibility/2006">
        <mc:Choice xmlns:p14="http://schemas.microsoft.com/office/powerpoint/2010/main" Requires="p14">
          <p:contentPart p14:bwMode="auto" r:id="rId107">
            <p14:nvContentPartPr>
              <p14:cNvPr id="1050814" name=""/>
              <p14:cNvContentPartPr/>
              <p14:nvPr/>
            </p14:nvContentPartPr>
            <p14:xfrm>
              <a:off x="3285061" y="3039626"/>
              <a:ext cx="352257" cy="30135"/>
            </p14:xfrm>
          </p:contentPart>
        </mc:Choice>
        <mc:Fallback>
          <p:sp>
            <p:nvSpPr>
              <p:cNvPr id="1050814" name=""/>
              <p:cNvSpPr/>
              <p:nvPr/>
            </p:nvSpPr>
            <p:spPr>
              <a:xfrm>
                <a:off x="3285061" y="3039626"/>
                <a:ext cx="352257" cy="30135"/>
              </a:xfrm>
            </p:spPr>
          </p:sp>
        </mc:Fallback>
      </mc:AlternateContent>
      <mc:AlternateContent xmlns:mc="http://schemas.openxmlformats.org/markup-compatibility/2006">
        <mc:Choice xmlns:p14="http://schemas.microsoft.com/office/powerpoint/2010/main" Requires="p14">
          <p:contentPart p14:bwMode="auto" r:id="rId108">
            <p14:nvContentPartPr>
              <p14:cNvPr id="1050815" name=""/>
              <p14:cNvContentPartPr/>
              <p14:nvPr/>
            </p14:nvContentPartPr>
            <p14:xfrm>
              <a:off x="3555398" y="2988177"/>
              <a:ext cx="127716" cy="185012"/>
            </p14:xfrm>
          </p:contentPart>
        </mc:Choice>
        <mc:Fallback>
          <p:sp>
            <p:nvSpPr>
              <p:cNvPr id="1050815" name=""/>
              <p:cNvSpPr/>
              <p:nvPr/>
            </p:nvSpPr>
            <p:spPr>
              <a:xfrm>
                <a:off x="3555398" y="2988177"/>
                <a:ext cx="127716" cy="185012"/>
              </a:xfrm>
            </p:spPr>
          </p:sp>
        </mc:Fallback>
      </mc:AlternateContent>
      <mc:AlternateContent xmlns:mc="http://schemas.openxmlformats.org/markup-compatibility/2006">
        <mc:Choice xmlns:p14="http://schemas.microsoft.com/office/powerpoint/2010/main" Requires="p14">
          <p:contentPart p14:bwMode="auto" r:id="rId109">
            <p14:nvContentPartPr>
              <p14:cNvPr id="1050816" name=""/>
              <p14:cNvContentPartPr/>
              <p14:nvPr/>
            </p14:nvContentPartPr>
            <p14:xfrm>
              <a:off x="6184226" y="2440490"/>
              <a:ext cx="131318" cy="137365"/>
            </p14:xfrm>
          </p:contentPart>
        </mc:Choice>
        <mc:Fallback>
          <p:sp>
            <p:nvSpPr>
              <p:cNvPr id="1050816" name=""/>
              <p:cNvSpPr/>
              <p:nvPr/>
            </p:nvSpPr>
            <p:spPr>
              <a:xfrm>
                <a:off x="6184226" y="2440490"/>
                <a:ext cx="131318" cy="137365"/>
              </a:xfrm>
            </p:spPr>
          </p:sp>
        </mc:Fallback>
      </mc:AlternateContent>
      <mc:AlternateContent xmlns:mc="http://schemas.openxmlformats.org/markup-compatibility/2006">
        <mc:Choice xmlns:p14="http://schemas.microsoft.com/office/powerpoint/2010/main" Requires="p14">
          <p:contentPart p14:bwMode="auto" r:id="rId110">
            <p14:nvContentPartPr>
              <p14:cNvPr id="1050817" name=""/>
              <p14:cNvContentPartPr/>
              <p14:nvPr/>
            </p14:nvContentPartPr>
            <p14:xfrm>
              <a:off x="4008214" y="2585940"/>
              <a:ext cx="164374" cy="85592"/>
            </p14:xfrm>
          </p:contentPart>
        </mc:Choice>
        <mc:Fallback>
          <p:sp>
            <p:nvSpPr>
              <p:cNvPr id="1050817" name=""/>
              <p:cNvSpPr/>
              <p:nvPr/>
            </p:nvSpPr>
            <p:spPr>
              <a:xfrm>
                <a:off x="4008214" y="2585940"/>
                <a:ext cx="164374" cy="85592"/>
              </a:xfrm>
            </p:spPr>
          </p:sp>
        </mc:Fallback>
      </mc:AlternateContent>
      <mc:AlternateContent xmlns:mc="http://schemas.openxmlformats.org/markup-compatibility/2006">
        <mc:Choice xmlns:p14="http://schemas.microsoft.com/office/powerpoint/2010/main" Requires="p14">
          <p:contentPart p14:bwMode="auto" r:id="rId111">
            <p14:nvContentPartPr>
              <p14:cNvPr id="1050818" name=""/>
              <p14:cNvContentPartPr/>
              <p14:nvPr/>
            </p14:nvContentPartPr>
            <p14:xfrm>
              <a:off x="875002" y="4119539"/>
              <a:ext cx="294117" cy="423732"/>
            </p14:xfrm>
          </p:contentPart>
        </mc:Choice>
        <mc:Fallback>
          <p:sp>
            <p:nvSpPr>
              <p:cNvPr id="1050818" name=""/>
              <p:cNvSpPr/>
              <p:nvPr/>
            </p:nvSpPr>
            <p:spPr>
              <a:xfrm>
                <a:off x="875002" y="4119539"/>
                <a:ext cx="294117" cy="423732"/>
              </a:xfrm>
            </p:spPr>
          </p:sp>
        </mc:Fallback>
      </mc:AlternateContent>
      <mc:AlternateContent xmlns:mc="http://schemas.openxmlformats.org/markup-compatibility/2006">
        <mc:Choice xmlns:p14="http://schemas.microsoft.com/office/powerpoint/2010/main" Requires="p14">
          <p:contentPart p14:bwMode="auto" r:id="rId112">
            <p14:nvContentPartPr>
              <p14:cNvPr id="1050819" name=""/>
              <p14:cNvContentPartPr/>
              <p14:nvPr/>
            </p14:nvContentPartPr>
            <p14:xfrm>
              <a:off x="1134526" y="4429189"/>
              <a:ext cx="259166" cy="239260"/>
            </p14:xfrm>
          </p:contentPart>
        </mc:Choice>
        <mc:Fallback>
          <p:sp>
            <p:nvSpPr>
              <p:cNvPr id="1050819" name=""/>
              <p:cNvSpPr/>
              <p:nvPr/>
            </p:nvSpPr>
            <p:spPr>
              <a:xfrm>
                <a:off x="1134526" y="4429189"/>
                <a:ext cx="259166" cy="239260"/>
              </a:xfrm>
            </p:spPr>
          </p:sp>
        </mc:Fallback>
      </mc:AlternateContent>
      <mc:AlternateContent xmlns:mc="http://schemas.openxmlformats.org/markup-compatibility/2006">
        <mc:Choice xmlns:p14="http://schemas.microsoft.com/office/powerpoint/2010/main" Requires="p14">
          <p:contentPart p14:bwMode="auto" r:id="rId113">
            <p14:nvContentPartPr>
              <p14:cNvPr id="1050820" name=""/>
              <p14:cNvContentPartPr/>
              <p14:nvPr/>
            </p14:nvContentPartPr>
            <p14:xfrm>
              <a:off x="1473800" y="4474611"/>
              <a:ext cx="10802" cy="234711"/>
            </p14:xfrm>
          </p:contentPart>
        </mc:Choice>
        <mc:Fallback>
          <p:sp>
            <p:nvSpPr>
              <p:cNvPr id="1050820" name=""/>
              <p:cNvSpPr/>
              <p:nvPr/>
            </p:nvSpPr>
            <p:spPr>
              <a:xfrm>
                <a:off x="1473800" y="4474611"/>
                <a:ext cx="10802" cy="234711"/>
              </a:xfrm>
            </p:spPr>
          </p:sp>
        </mc:Fallback>
      </mc:AlternateContent>
      <mc:AlternateContent xmlns:mc="http://schemas.openxmlformats.org/markup-compatibility/2006">
        <mc:Choice xmlns:p14="http://schemas.microsoft.com/office/powerpoint/2010/main" Requires="p14">
          <p:contentPart p14:bwMode="auto" r:id="rId114">
            <p14:nvContentPartPr>
              <p14:cNvPr id="1050821" name=""/>
              <p14:cNvContentPartPr/>
              <p14:nvPr/>
            </p14:nvContentPartPr>
            <p14:xfrm>
              <a:off x="1554450" y="4473041"/>
              <a:ext cx="121319" cy="203079"/>
            </p14:xfrm>
          </p:contentPart>
        </mc:Choice>
        <mc:Fallback>
          <p:sp>
            <p:nvSpPr>
              <p:cNvPr id="1050821" name=""/>
              <p:cNvSpPr/>
              <p:nvPr/>
            </p:nvSpPr>
            <p:spPr>
              <a:xfrm>
                <a:off x="1554450" y="4473041"/>
                <a:ext cx="121319" cy="203079"/>
              </a:xfrm>
            </p:spPr>
          </p:sp>
        </mc:Fallback>
      </mc:AlternateContent>
      <mc:AlternateContent xmlns:mc="http://schemas.openxmlformats.org/markup-compatibility/2006">
        <mc:Choice xmlns:p14="http://schemas.microsoft.com/office/powerpoint/2010/main" Requires="p14">
          <p:contentPart p14:bwMode="auto" r:id="rId115">
            <p14:nvContentPartPr>
              <p14:cNvPr id="1050822" name=""/>
              <p14:cNvContentPartPr/>
              <p14:nvPr/>
            </p14:nvContentPartPr>
            <p14:xfrm>
              <a:off x="1437042" y="4334204"/>
              <a:ext cx="262" cy="31875"/>
            </p14:xfrm>
          </p:contentPart>
        </mc:Choice>
        <mc:Fallback>
          <p:sp>
            <p:nvSpPr>
              <p:cNvPr id="1050822" name=""/>
              <p:cNvSpPr/>
              <p:nvPr/>
            </p:nvSpPr>
            <p:spPr>
              <a:xfrm>
                <a:off x="1437042" y="4334204"/>
                <a:ext cx="262" cy="31875"/>
              </a:xfrm>
            </p:spPr>
          </p:sp>
        </mc:Fallback>
      </mc:AlternateContent>
      <mc:AlternateContent xmlns:mc="http://schemas.openxmlformats.org/markup-compatibility/2006">
        <mc:Choice xmlns:p14="http://schemas.microsoft.com/office/powerpoint/2010/main" Requires="p14">
          <p:contentPart p14:bwMode="auto" r:id="rId116">
            <p14:nvContentPartPr>
              <p14:cNvPr id="1050823" name=""/>
              <p14:cNvContentPartPr/>
              <p14:nvPr/>
            </p14:nvContentPartPr>
            <p14:xfrm>
              <a:off x="1811113" y="4371460"/>
              <a:ext cx="130371" cy="180187"/>
            </p14:xfrm>
          </p:contentPart>
        </mc:Choice>
        <mc:Fallback>
          <p:sp>
            <p:nvSpPr>
              <p:cNvPr id="1050823" name=""/>
              <p:cNvSpPr/>
              <p:nvPr/>
            </p:nvSpPr>
            <p:spPr>
              <a:xfrm>
                <a:off x="1811113" y="4371460"/>
                <a:ext cx="130371" cy="180187"/>
              </a:xfrm>
            </p:spPr>
          </p:sp>
        </mc:Fallback>
      </mc:AlternateContent>
      <mc:AlternateContent xmlns:mc="http://schemas.openxmlformats.org/markup-compatibility/2006">
        <mc:Choice xmlns:p14="http://schemas.microsoft.com/office/powerpoint/2010/main" Requires="p14">
          <p:contentPart p14:bwMode="auto" r:id="rId117">
            <p14:nvContentPartPr>
              <p14:cNvPr id="1050824" name=""/>
              <p14:cNvContentPartPr/>
              <p14:nvPr/>
            </p14:nvContentPartPr>
            <p14:xfrm>
              <a:off x="1802710" y="4341554"/>
              <a:ext cx="145206" cy="218906"/>
            </p14:xfrm>
          </p:contentPart>
        </mc:Choice>
        <mc:Fallback>
          <p:sp>
            <p:nvSpPr>
              <p:cNvPr id="1050824" name=""/>
              <p:cNvSpPr/>
              <p:nvPr/>
            </p:nvSpPr>
            <p:spPr>
              <a:xfrm>
                <a:off x="1802710" y="4341554"/>
                <a:ext cx="145206" cy="218906"/>
              </a:xfrm>
            </p:spPr>
          </p:sp>
        </mc:Fallback>
      </mc:AlternateContent>
      <mc:AlternateContent xmlns:mc="http://schemas.openxmlformats.org/markup-compatibility/2006">
        <mc:Choice xmlns:p14="http://schemas.microsoft.com/office/powerpoint/2010/main" Requires="p14">
          <p:contentPart p14:bwMode="auto" r:id="rId118">
            <p14:nvContentPartPr>
              <p14:cNvPr id="1050825" name=""/>
              <p14:cNvContentPartPr/>
              <p14:nvPr/>
            </p14:nvContentPartPr>
            <p14:xfrm>
              <a:off x="2080257" y="4280682"/>
              <a:ext cx="329611" cy="391268"/>
            </p14:xfrm>
          </p:contentPart>
        </mc:Choice>
        <mc:Fallback>
          <p:sp>
            <p:nvSpPr>
              <p:cNvPr id="1050825" name=""/>
              <p:cNvSpPr/>
              <p:nvPr/>
            </p:nvSpPr>
            <p:spPr>
              <a:xfrm>
                <a:off x="2080257" y="4280682"/>
                <a:ext cx="329611" cy="391268"/>
              </a:xfrm>
            </p:spPr>
          </p:sp>
        </mc:Fallback>
      </mc:AlternateContent>
      <mc:AlternateContent xmlns:mc="http://schemas.openxmlformats.org/markup-compatibility/2006">
        <mc:Choice xmlns:p14="http://schemas.microsoft.com/office/powerpoint/2010/main" Requires="p14">
          <p:contentPart p14:bwMode="auto" r:id="rId119">
            <p14:nvContentPartPr>
              <p14:cNvPr id="1050826" name=""/>
              <p14:cNvContentPartPr/>
              <p14:nvPr/>
            </p14:nvContentPartPr>
            <p14:xfrm>
              <a:off x="2337528" y="4585111"/>
              <a:ext cx="148197" cy="174598"/>
            </p14:xfrm>
          </p:contentPart>
        </mc:Choice>
        <mc:Fallback>
          <p:sp>
            <p:nvSpPr>
              <p:cNvPr id="1050826" name=""/>
              <p:cNvSpPr/>
              <p:nvPr/>
            </p:nvSpPr>
            <p:spPr>
              <a:xfrm>
                <a:off x="2337528" y="4585111"/>
                <a:ext cx="148197" cy="174598"/>
              </a:xfrm>
            </p:spPr>
          </p:sp>
        </mc:Fallback>
      </mc:AlternateContent>
      <mc:AlternateContent xmlns:mc="http://schemas.openxmlformats.org/markup-compatibility/2006">
        <mc:Choice xmlns:p14="http://schemas.microsoft.com/office/powerpoint/2010/main" Requires="p14">
          <p:contentPart p14:bwMode="auto" r:id="rId120">
            <p14:nvContentPartPr>
              <p14:cNvPr id="1050827" name=""/>
              <p14:cNvContentPartPr/>
              <p14:nvPr/>
            </p14:nvContentPartPr>
            <p14:xfrm>
              <a:off x="2549836" y="4656839"/>
              <a:ext cx="108566" cy="198194"/>
            </p14:xfrm>
          </p:contentPart>
        </mc:Choice>
        <mc:Fallback>
          <p:sp>
            <p:nvSpPr>
              <p:cNvPr id="1050827" name=""/>
              <p:cNvSpPr/>
              <p:nvPr/>
            </p:nvSpPr>
            <p:spPr>
              <a:xfrm>
                <a:off x="2549836" y="4656839"/>
                <a:ext cx="108566" cy="198194"/>
              </a:xfrm>
            </p:spPr>
          </p:sp>
        </mc:Fallback>
      </mc:AlternateContent>
      <mc:AlternateContent xmlns:mc="http://schemas.openxmlformats.org/markup-compatibility/2006">
        <mc:Choice xmlns:p14="http://schemas.microsoft.com/office/powerpoint/2010/main" Requires="p14">
          <p:contentPart p14:bwMode="auto" r:id="rId121">
            <p14:nvContentPartPr>
              <p14:cNvPr id="1050828" name=""/>
              <p14:cNvContentPartPr/>
              <p14:nvPr/>
            </p14:nvContentPartPr>
            <p14:xfrm>
              <a:off x="2693684" y="4703975"/>
              <a:ext cx="109275" cy="170663"/>
            </p14:xfrm>
          </p:contentPart>
        </mc:Choice>
        <mc:Fallback>
          <p:sp>
            <p:nvSpPr>
              <p:cNvPr id="1050828" name=""/>
              <p:cNvSpPr/>
              <p:nvPr/>
            </p:nvSpPr>
            <p:spPr>
              <a:xfrm>
                <a:off x="2693684" y="4703975"/>
                <a:ext cx="109275" cy="170663"/>
              </a:xfrm>
            </p:spPr>
          </p:sp>
        </mc:Fallback>
      </mc:AlternateContent>
      <mc:AlternateContent xmlns:mc="http://schemas.openxmlformats.org/markup-compatibility/2006">
        <mc:Choice xmlns:p14="http://schemas.microsoft.com/office/powerpoint/2010/main" Requires="p14">
          <p:contentPart p14:bwMode="auto" r:id="rId122">
            <p14:nvContentPartPr>
              <p14:cNvPr id="1050829" name=""/>
              <p14:cNvContentPartPr/>
              <p14:nvPr/>
            </p14:nvContentPartPr>
            <p14:xfrm>
              <a:off x="2693472" y="4711325"/>
              <a:ext cx="113585" cy="209436"/>
            </p14:xfrm>
          </p:contentPart>
        </mc:Choice>
        <mc:Fallback>
          <p:sp>
            <p:nvSpPr>
              <p:cNvPr id="1050829" name=""/>
              <p:cNvSpPr/>
              <p:nvPr/>
            </p:nvSpPr>
            <p:spPr>
              <a:xfrm>
                <a:off x="2693472" y="4711325"/>
                <a:ext cx="113585" cy="209436"/>
              </a:xfrm>
            </p:spPr>
          </p:sp>
        </mc:Fallback>
      </mc:AlternateContent>
      <mc:AlternateContent xmlns:mc="http://schemas.openxmlformats.org/markup-compatibility/2006">
        <mc:Choice xmlns:p14="http://schemas.microsoft.com/office/powerpoint/2010/main" Requires="p14">
          <p:contentPart p14:bwMode="auto" r:id="rId123">
            <p14:nvContentPartPr>
              <p14:cNvPr id="1050830" name=""/>
              <p14:cNvContentPartPr/>
              <p14:nvPr/>
            </p14:nvContentPartPr>
            <p14:xfrm>
              <a:off x="2920105" y="4526566"/>
              <a:ext cx="218881" cy="17955"/>
            </p14:xfrm>
          </p:contentPart>
        </mc:Choice>
        <mc:Fallback>
          <p:sp>
            <p:nvSpPr>
              <p:cNvPr id="1050830" name=""/>
              <p:cNvSpPr/>
              <p:nvPr/>
            </p:nvSpPr>
            <p:spPr>
              <a:xfrm>
                <a:off x="2920105" y="4526566"/>
                <a:ext cx="218881" cy="17955"/>
              </a:xfrm>
            </p:spPr>
          </p:sp>
        </mc:Fallback>
      </mc:AlternateContent>
      <mc:AlternateContent xmlns:mc="http://schemas.openxmlformats.org/markup-compatibility/2006">
        <mc:Choice xmlns:p14="http://schemas.microsoft.com/office/powerpoint/2010/main" Requires="p14">
          <p:contentPart p14:bwMode="auto" r:id="rId124">
            <p14:nvContentPartPr>
              <p14:cNvPr id="1050831" name=""/>
              <p14:cNvContentPartPr/>
              <p14:nvPr/>
            </p14:nvContentPartPr>
            <p14:xfrm>
              <a:off x="2956601" y="4666973"/>
              <a:ext cx="204104" cy="7349"/>
            </p14:xfrm>
          </p:contentPart>
        </mc:Choice>
        <mc:Fallback>
          <p:sp>
            <p:nvSpPr>
              <p:cNvPr id="1050831" name=""/>
              <p:cNvSpPr/>
              <p:nvPr/>
            </p:nvSpPr>
            <p:spPr>
              <a:xfrm>
                <a:off x="2956601" y="4666973"/>
                <a:ext cx="204104" cy="7349"/>
              </a:xfrm>
            </p:spPr>
          </p:sp>
        </mc:Fallback>
      </mc:AlternateContent>
      <mc:AlternateContent xmlns:mc="http://schemas.openxmlformats.org/markup-compatibility/2006">
        <mc:Choice xmlns:p14="http://schemas.microsoft.com/office/powerpoint/2010/main" Requires="p14">
          <p:contentPart p14:bwMode="auto" r:id="rId125">
            <p14:nvContentPartPr>
              <p14:cNvPr id="1050832" name=""/>
              <p14:cNvContentPartPr/>
              <p14:nvPr/>
            </p14:nvContentPartPr>
            <p14:xfrm>
              <a:off x="3241356" y="4487877"/>
              <a:ext cx="199520" cy="275423"/>
            </p14:xfrm>
          </p:contentPart>
        </mc:Choice>
        <mc:Fallback>
          <p:sp>
            <p:nvSpPr>
              <p:cNvPr id="1050832" name=""/>
              <p:cNvSpPr/>
              <p:nvPr/>
            </p:nvSpPr>
            <p:spPr>
              <a:xfrm>
                <a:off x="3241356" y="4487877"/>
                <a:ext cx="199520" cy="275423"/>
              </a:xfrm>
            </p:spPr>
          </p:sp>
        </mc:Fallback>
      </mc:AlternateContent>
      <mc:AlternateContent xmlns:mc="http://schemas.openxmlformats.org/markup-compatibility/2006">
        <mc:Choice xmlns:p14="http://schemas.microsoft.com/office/powerpoint/2010/main" Requires="p14">
          <p:contentPart p14:bwMode="auto" r:id="rId126">
            <p14:nvContentPartPr>
              <p14:cNvPr id="1050833" name=""/>
              <p14:cNvContentPartPr/>
              <p14:nvPr/>
            </p14:nvContentPartPr>
            <p14:xfrm>
              <a:off x="3255775" y="4466936"/>
              <a:ext cx="395595" cy="332698"/>
            </p14:xfrm>
          </p:contentPart>
        </mc:Choice>
        <mc:Fallback>
          <p:sp>
            <p:nvSpPr>
              <p:cNvPr id="1050833" name=""/>
              <p:cNvSpPr/>
              <p:nvPr/>
            </p:nvSpPr>
            <p:spPr>
              <a:xfrm>
                <a:off x="3255775" y="4466936"/>
                <a:ext cx="395595" cy="332698"/>
              </a:xfrm>
            </p:spPr>
          </p:sp>
        </mc:Fallback>
      </mc:AlternateContent>
      <mc:AlternateContent xmlns:mc="http://schemas.openxmlformats.org/markup-compatibility/2006">
        <mc:Choice xmlns:p14="http://schemas.microsoft.com/office/powerpoint/2010/main" Requires="p14">
          <p:contentPart p14:bwMode="auto" r:id="rId127">
            <p14:nvContentPartPr>
              <p14:cNvPr id="1050834" name=""/>
              <p14:cNvContentPartPr/>
              <p14:nvPr/>
            </p14:nvContentPartPr>
            <p14:xfrm>
              <a:off x="3526112" y="4711325"/>
              <a:ext cx="220339" cy="196859"/>
            </p14:xfrm>
          </p:contentPart>
        </mc:Choice>
        <mc:Fallback>
          <p:sp>
            <p:nvSpPr>
              <p:cNvPr id="1050834" name=""/>
              <p:cNvSpPr/>
              <p:nvPr/>
            </p:nvSpPr>
            <p:spPr>
              <a:xfrm>
                <a:off x="3526112" y="4711325"/>
                <a:ext cx="220339" cy="196859"/>
              </a:xfrm>
            </p:spPr>
          </p:sp>
        </mc:Fallback>
      </mc:AlternateContent>
      <mc:AlternateContent xmlns:mc="http://schemas.openxmlformats.org/markup-compatibility/2006">
        <mc:Choice xmlns:p14="http://schemas.microsoft.com/office/powerpoint/2010/main" Requires="p14">
          <p:contentPart p14:bwMode="auto" r:id="rId128">
            <p14:nvContentPartPr>
              <p14:cNvPr id="1050835" name=""/>
              <p14:cNvContentPartPr/>
              <p14:nvPr/>
            </p14:nvContentPartPr>
            <p14:xfrm>
              <a:off x="3805999" y="4800537"/>
              <a:ext cx="107925" cy="181234"/>
            </p14:xfrm>
          </p:contentPart>
        </mc:Choice>
        <mc:Fallback>
          <p:sp>
            <p:nvSpPr>
              <p:cNvPr id="1050835" name=""/>
              <p:cNvSpPr/>
              <p:nvPr/>
            </p:nvSpPr>
            <p:spPr>
              <a:xfrm>
                <a:off x="3805999" y="4800537"/>
                <a:ext cx="107925" cy="181234"/>
              </a:xfrm>
            </p:spPr>
          </p:sp>
        </mc:Fallback>
      </mc:AlternateContent>
      <mc:AlternateContent xmlns:mc="http://schemas.openxmlformats.org/markup-compatibility/2006">
        <mc:Choice xmlns:p14="http://schemas.microsoft.com/office/powerpoint/2010/main" Requires="p14">
          <p:contentPart p14:bwMode="auto" r:id="rId129">
            <p14:nvContentPartPr>
              <p14:cNvPr id="1050836" name=""/>
              <p14:cNvContentPartPr/>
              <p14:nvPr/>
            </p14:nvContentPartPr>
            <p14:xfrm>
              <a:off x="3957125" y="4800537"/>
              <a:ext cx="109211" cy="219104"/>
            </p14:xfrm>
          </p:contentPart>
        </mc:Choice>
        <mc:Fallback>
          <p:sp>
            <p:nvSpPr>
              <p:cNvPr id="1050836" name=""/>
              <p:cNvSpPr/>
              <p:nvPr/>
            </p:nvSpPr>
            <p:spPr>
              <a:xfrm>
                <a:off x="3957125" y="4800537"/>
                <a:ext cx="109211" cy="219104"/>
              </a:xfrm>
            </p:spPr>
          </p:sp>
        </mc:Fallback>
      </mc:AlternateContent>
      <mc:AlternateContent xmlns:mc="http://schemas.openxmlformats.org/markup-compatibility/2006">
        <mc:Choice xmlns:p14="http://schemas.microsoft.com/office/powerpoint/2010/main" Requires="p14">
          <p:contentPart p14:bwMode="auto" r:id="rId130">
            <p14:nvContentPartPr>
              <p14:cNvPr id="1050837" name=""/>
              <p14:cNvContentPartPr/>
              <p14:nvPr/>
            </p14:nvContentPartPr>
            <p14:xfrm>
              <a:off x="3971718" y="4837032"/>
              <a:ext cx="69317" cy="125710"/>
            </p14:xfrm>
          </p:contentPart>
        </mc:Choice>
        <mc:Fallback>
          <p:sp>
            <p:nvSpPr>
              <p:cNvPr id="1050837" name=""/>
              <p:cNvSpPr/>
              <p:nvPr/>
            </p:nvSpPr>
            <p:spPr>
              <a:xfrm>
                <a:off x="3971718" y="4837032"/>
                <a:ext cx="69317" cy="125710"/>
              </a:xfrm>
            </p:spPr>
          </p:sp>
        </mc:Fallback>
      </mc:AlternateContent>
      <mc:AlternateContent xmlns:mc="http://schemas.openxmlformats.org/markup-compatibility/2006">
        <mc:Choice xmlns:p14="http://schemas.microsoft.com/office/powerpoint/2010/main" Requires="p14">
          <p:contentPart p14:bwMode="auto" r:id="rId131">
            <p14:nvContentPartPr>
              <p14:cNvPr id="1050838" name=""/>
              <p14:cNvContentPartPr/>
              <p14:nvPr/>
            </p14:nvContentPartPr>
            <p14:xfrm>
              <a:off x="4182872" y="4778234"/>
              <a:ext cx="15028" cy="127236"/>
            </p14:xfrm>
          </p:contentPart>
        </mc:Choice>
        <mc:Fallback>
          <p:sp>
            <p:nvSpPr>
              <p:cNvPr id="1050838" name=""/>
              <p:cNvSpPr/>
              <p:nvPr/>
            </p:nvSpPr>
            <p:spPr>
              <a:xfrm>
                <a:off x="4182872" y="4778234"/>
                <a:ext cx="15028" cy="127236"/>
              </a:xfrm>
            </p:spPr>
          </p:sp>
        </mc:Fallback>
      </mc:AlternateContent>
      <mc:AlternateContent xmlns:mc="http://schemas.openxmlformats.org/markup-compatibility/2006">
        <mc:Choice xmlns:p14="http://schemas.microsoft.com/office/powerpoint/2010/main" Requires="p14">
          <p:contentPart p14:bwMode="auto" r:id="rId132">
            <p14:nvContentPartPr>
              <p14:cNvPr id="1050839" name=""/>
              <p14:cNvContentPartPr/>
              <p14:nvPr/>
            </p14:nvContentPartPr>
            <p14:xfrm>
              <a:off x="4314596" y="4571739"/>
              <a:ext cx="328911" cy="394415"/>
            </p14:xfrm>
          </p:contentPart>
        </mc:Choice>
        <mc:Fallback>
          <p:sp>
            <p:nvSpPr>
              <p:cNvPr id="1050839" name=""/>
              <p:cNvSpPr/>
              <p:nvPr/>
            </p:nvSpPr>
            <p:spPr>
              <a:xfrm>
                <a:off x="4314596" y="4571739"/>
                <a:ext cx="328911" cy="394415"/>
              </a:xfrm>
            </p:spPr>
          </p:sp>
        </mc:Fallback>
      </mc:AlternateContent>
      <mc:AlternateContent xmlns:mc="http://schemas.openxmlformats.org/markup-compatibility/2006">
        <mc:Choice xmlns:p14="http://schemas.microsoft.com/office/powerpoint/2010/main" Requires="p14">
          <p:contentPart p14:bwMode="auto" r:id="rId133">
            <p14:nvContentPartPr>
              <p14:cNvPr id="1050840" name=""/>
              <p14:cNvContentPartPr/>
              <p14:nvPr/>
            </p14:nvContentPartPr>
            <p14:xfrm>
              <a:off x="4558155" y="4844935"/>
              <a:ext cx="257068" cy="199585"/>
            </p14:xfrm>
          </p:contentPart>
        </mc:Choice>
        <mc:Fallback>
          <p:sp>
            <p:nvSpPr>
              <p:cNvPr id="1050840" name=""/>
              <p:cNvSpPr/>
              <p:nvPr/>
            </p:nvSpPr>
            <p:spPr>
              <a:xfrm>
                <a:off x="4558155" y="4844935"/>
                <a:ext cx="257068" cy="199585"/>
              </a:xfrm>
            </p:spPr>
          </p:sp>
        </mc:Fallback>
      </mc:AlternateContent>
      <mc:AlternateContent xmlns:mc="http://schemas.openxmlformats.org/markup-compatibility/2006">
        <mc:Choice xmlns:p14="http://schemas.microsoft.com/office/powerpoint/2010/main" Requires="p14">
          <p:contentPart p14:bwMode="auto" r:id="rId134">
            <p14:nvContentPartPr>
              <p14:cNvPr id="1050841" name=""/>
              <p14:cNvContentPartPr/>
              <p14:nvPr/>
            </p14:nvContentPartPr>
            <p14:xfrm>
              <a:off x="4867598" y="4837032"/>
              <a:ext cx="9300" cy="219400"/>
            </p14:xfrm>
          </p:contentPart>
        </mc:Choice>
        <mc:Fallback>
          <p:sp>
            <p:nvSpPr>
              <p:cNvPr id="1050841" name=""/>
              <p:cNvSpPr/>
              <p:nvPr/>
            </p:nvSpPr>
            <p:spPr>
              <a:xfrm>
                <a:off x="4867598" y="4837032"/>
                <a:ext cx="9300" cy="219400"/>
              </a:xfrm>
            </p:spPr>
          </p:sp>
        </mc:Fallback>
      </mc:AlternateContent>
      <mc:AlternateContent xmlns:mc="http://schemas.openxmlformats.org/markup-compatibility/2006">
        <mc:Choice xmlns:p14="http://schemas.microsoft.com/office/powerpoint/2010/main" Requires="p14">
          <p:contentPart p14:bwMode="auto" r:id="rId135">
            <p14:nvContentPartPr>
              <p14:cNvPr id="1050842" name=""/>
              <p14:cNvContentPartPr/>
              <p14:nvPr/>
            </p14:nvContentPartPr>
            <p14:xfrm>
              <a:off x="4948288" y="4850502"/>
              <a:ext cx="163258" cy="194862"/>
            </p14:xfrm>
          </p:contentPart>
        </mc:Choice>
        <mc:Fallback>
          <p:sp>
            <p:nvSpPr>
              <p:cNvPr id="1050842" name=""/>
              <p:cNvSpPr/>
              <p:nvPr/>
            </p:nvSpPr>
            <p:spPr>
              <a:xfrm>
                <a:off x="4948288" y="4850502"/>
                <a:ext cx="163258" cy="194862"/>
              </a:xfrm>
            </p:spPr>
          </p:sp>
        </mc:Fallback>
      </mc:AlternateContent>
      <mc:AlternateContent xmlns:mc="http://schemas.openxmlformats.org/markup-compatibility/2006">
        <mc:Choice xmlns:p14="http://schemas.microsoft.com/office/powerpoint/2010/main" Requires="p14">
          <p:contentPart p14:bwMode="auto" r:id="rId136">
            <p14:nvContentPartPr>
              <p14:cNvPr id="1050843" name=""/>
              <p14:cNvContentPartPr/>
              <p14:nvPr/>
            </p14:nvContentPartPr>
            <p14:xfrm>
              <a:off x="4906184" y="4682179"/>
              <a:ext cx="0" cy="81354"/>
            </p14:xfrm>
          </p:contentPart>
        </mc:Choice>
        <mc:Fallback>
          <p:sp>
            <p:nvSpPr>
              <p:cNvPr id="1050843" name=""/>
              <p:cNvSpPr/>
              <p:nvPr/>
            </p:nvSpPr>
            <p:spPr>
              <a:xfrm>
                <a:off x="4906184" y="4682179"/>
                <a:ext cx="0" cy="81354"/>
              </a:xfrm>
            </p:spPr>
          </p:sp>
        </mc:Fallback>
      </mc:AlternateContent>
      <mc:AlternateContent xmlns:mc="http://schemas.openxmlformats.org/markup-compatibility/2006">
        <mc:Choice xmlns:p14="http://schemas.microsoft.com/office/powerpoint/2010/main" Requires="p14">
          <p:contentPart p14:bwMode="auto" r:id="rId137">
            <p14:nvContentPartPr>
              <p14:cNvPr id="1050844" name=""/>
              <p14:cNvContentPartPr/>
              <p14:nvPr/>
            </p14:nvContentPartPr>
            <p14:xfrm>
              <a:off x="582842" y="3937303"/>
              <a:ext cx="4711066" cy="1585643"/>
            </p14:xfrm>
          </p:contentPart>
        </mc:Choice>
        <mc:Fallback>
          <p:sp>
            <p:nvSpPr>
              <p:cNvPr id="1050844" name=""/>
              <p:cNvSpPr/>
              <p:nvPr/>
            </p:nvSpPr>
            <p:spPr>
              <a:xfrm>
                <a:off x="582842" y="3937303"/>
                <a:ext cx="4711066" cy="1585643"/>
              </a:xfrm>
            </p:spPr>
          </p:sp>
        </mc:Fallback>
      </mc:AlternateContent>
      <mc:AlternateContent xmlns:mc="http://schemas.openxmlformats.org/markup-compatibility/2006">
        <mc:Choice xmlns:p14="http://schemas.microsoft.com/office/powerpoint/2010/main" Requires="p14">
          <p:contentPart p14:bwMode="auto" r:id="rId138">
            <p14:nvContentPartPr>
              <p14:cNvPr id="1050845" name=""/>
              <p14:cNvContentPartPr/>
              <p14:nvPr/>
            </p14:nvContentPartPr>
            <p14:xfrm>
              <a:off x="5136422" y="4241698"/>
              <a:ext cx="120702" cy="1298380"/>
            </p14:xfrm>
          </p:contentPart>
        </mc:Choice>
        <mc:Fallback>
          <p:sp>
            <p:nvSpPr>
              <p:cNvPr id="1050845" name=""/>
              <p:cNvSpPr/>
              <p:nvPr/>
            </p:nvSpPr>
            <p:spPr>
              <a:xfrm>
                <a:off x="5136422" y="4241698"/>
                <a:ext cx="120702" cy="1298380"/>
              </a:xfrm>
            </p:spPr>
          </p:sp>
        </mc:Fallback>
      </mc:AlternateContent>
      <mc:AlternateContent xmlns:mc="http://schemas.openxmlformats.org/markup-compatibility/2006">
        <mc:Choice xmlns:p14="http://schemas.microsoft.com/office/powerpoint/2010/main" Requires="p14">
          <p:contentPart p14:bwMode="auto" r:id="rId139">
            <p14:nvContentPartPr>
              <p14:cNvPr id="1050846" name=""/>
              <p14:cNvContentPartPr/>
              <p14:nvPr/>
            </p14:nvContentPartPr>
            <p14:xfrm>
              <a:off x="5351791" y="4903687"/>
              <a:ext cx="171909" cy="21946"/>
            </p14:xfrm>
          </p:contentPart>
        </mc:Choice>
        <mc:Fallback>
          <p:sp>
            <p:nvSpPr>
              <p:cNvPr id="1050846" name=""/>
              <p:cNvSpPr/>
              <p:nvPr/>
            </p:nvSpPr>
            <p:spPr>
              <a:xfrm>
                <a:off x="5351791" y="4903687"/>
                <a:ext cx="171909" cy="21946"/>
              </a:xfrm>
            </p:spPr>
          </p:sp>
        </mc:Fallback>
      </mc:AlternateContent>
      <mc:AlternateContent xmlns:mc="http://schemas.openxmlformats.org/markup-compatibility/2006">
        <mc:Choice xmlns:p14="http://schemas.microsoft.com/office/powerpoint/2010/main" Requires="p14">
          <p:contentPart p14:bwMode="auto" r:id="rId140">
            <p14:nvContentPartPr>
              <p14:cNvPr id="1050847" name=""/>
              <p14:cNvContentPartPr/>
              <p14:nvPr/>
            </p14:nvContentPartPr>
            <p14:xfrm>
              <a:off x="5315296" y="5022044"/>
              <a:ext cx="218973" cy="22557"/>
            </p14:xfrm>
          </p:contentPart>
        </mc:Choice>
        <mc:Fallback>
          <p:sp>
            <p:nvSpPr>
              <p:cNvPr id="1050847" name=""/>
              <p:cNvSpPr/>
              <p:nvPr/>
            </p:nvSpPr>
            <p:spPr>
              <a:xfrm>
                <a:off x="5315296" y="5022044"/>
                <a:ext cx="218973" cy="22557"/>
              </a:xfrm>
            </p:spPr>
          </p:sp>
        </mc:Fallback>
      </mc:AlternateContent>
      <mc:AlternateContent xmlns:mc="http://schemas.openxmlformats.org/markup-compatibility/2006">
        <mc:Choice xmlns:p14="http://schemas.microsoft.com/office/powerpoint/2010/main" Requires="p14">
          <p:contentPart p14:bwMode="auto" r:id="rId141">
            <p14:nvContentPartPr>
              <p14:cNvPr id="1050848" name=""/>
              <p14:cNvContentPartPr/>
              <p14:nvPr/>
            </p14:nvContentPartPr>
            <p14:xfrm>
              <a:off x="5620121" y="4675136"/>
              <a:ext cx="351962" cy="518260"/>
            </p14:xfrm>
          </p:contentPart>
        </mc:Choice>
        <mc:Fallback>
          <p:sp>
            <p:nvSpPr>
              <p:cNvPr id="1050848" name=""/>
              <p:cNvSpPr/>
              <p:nvPr/>
            </p:nvSpPr>
            <p:spPr>
              <a:xfrm>
                <a:off x="5620121" y="4675136"/>
                <a:ext cx="351962" cy="518260"/>
              </a:xfrm>
            </p:spPr>
          </p:sp>
        </mc:Fallback>
      </mc:AlternateContent>
      <mc:AlternateContent xmlns:mc="http://schemas.openxmlformats.org/markup-compatibility/2006">
        <mc:Choice xmlns:p14="http://schemas.microsoft.com/office/powerpoint/2010/main" Requires="p14">
          <p:contentPart p14:bwMode="auto" r:id="rId142">
            <p14:nvContentPartPr>
              <p14:cNvPr id="1050849" name=""/>
              <p14:cNvContentPartPr/>
              <p14:nvPr/>
            </p14:nvContentPartPr>
            <p14:xfrm>
              <a:off x="4446161" y="4245499"/>
              <a:ext cx="1975610" cy="1347591"/>
            </p14:xfrm>
          </p:contentPart>
        </mc:Choice>
        <mc:Fallback>
          <p:sp>
            <p:nvSpPr>
              <p:cNvPr id="1050849" name=""/>
              <p:cNvSpPr/>
              <p:nvPr/>
            </p:nvSpPr>
            <p:spPr>
              <a:xfrm>
                <a:off x="4446161" y="4245499"/>
                <a:ext cx="1975610" cy="1347591"/>
              </a:xfrm>
            </p:spPr>
          </p:sp>
        </mc:Fallback>
      </mc:AlternateContent>
      <mc:AlternateContent xmlns:mc="http://schemas.openxmlformats.org/markup-compatibility/2006">
        <mc:Choice xmlns:p14="http://schemas.microsoft.com/office/powerpoint/2010/main" Requires="p14">
          <p:contentPart p14:bwMode="auto" r:id="rId143">
            <p14:nvContentPartPr>
              <p14:cNvPr id="1050850" name=""/>
              <p14:cNvContentPartPr/>
              <p14:nvPr/>
            </p14:nvContentPartPr>
            <p14:xfrm>
              <a:off x="7098882" y="4592968"/>
              <a:ext cx="3948920" cy="282127"/>
            </p14:xfrm>
          </p:contentPart>
        </mc:Choice>
        <mc:Fallback>
          <p:sp>
            <p:nvSpPr>
              <p:cNvPr id="1050850" name=""/>
              <p:cNvSpPr/>
              <p:nvPr/>
            </p:nvSpPr>
            <p:spPr>
              <a:xfrm>
                <a:off x="7098882" y="4592968"/>
                <a:ext cx="3948920" cy="282127"/>
              </a:xfrm>
            </p:spPr>
          </p:sp>
        </mc:Fallback>
      </mc:AlternateContent>
      <mc:AlternateContent xmlns:mc="http://schemas.openxmlformats.org/markup-compatibility/2006">
        <mc:Choice xmlns:p14="http://schemas.microsoft.com/office/powerpoint/2010/main" Requires="p14">
          <p:contentPart p14:bwMode="auto" r:id="rId144">
            <p14:nvContentPartPr>
              <p14:cNvPr id="1050851" name=""/>
              <p14:cNvContentPartPr/>
              <p14:nvPr/>
            </p14:nvContentPartPr>
            <p14:xfrm>
              <a:off x="8905797" y="4580201"/>
              <a:ext cx="181073" cy="144467"/>
            </p14:xfrm>
          </p:contentPart>
        </mc:Choice>
        <mc:Fallback>
          <p:sp>
            <p:nvSpPr>
              <p:cNvPr id="1050851" name=""/>
              <p:cNvSpPr/>
              <p:nvPr/>
            </p:nvSpPr>
            <p:spPr>
              <a:xfrm>
                <a:off x="8905797" y="4580201"/>
                <a:ext cx="181073" cy="144467"/>
              </a:xfrm>
            </p:spPr>
          </p:sp>
        </mc:Fallback>
      </mc:AlternateContent>
      <mc:AlternateContent xmlns:mc="http://schemas.openxmlformats.org/markup-compatibility/2006">
        <mc:Choice xmlns:p14="http://schemas.microsoft.com/office/powerpoint/2010/main" Requires="p14">
          <p:contentPart p14:bwMode="auto" r:id="rId145">
            <p14:nvContentPartPr>
              <p14:cNvPr id="1050852" name=""/>
              <p14:cNvContentPartPr/>
              <p14:nvPr/>
            </p14:nvContentPartPr>
            <p14:xfrm>
              <a:off x="8884362" y="4891710"/>
              <a:ext cx="169701" cy="260342"/>
            </p14:xfrm>
          </p:contentPart>
        </mc:Choice>
        <mc:Fallback>
          <p:sp>
            <p:nvSpPr>
              <p:cNvPr id="1050852" name=""/>
              <p:cNvSpPr/>
              <p:nvPr/>
            </p:nvSpPr>
            <p:spPr>
              <a:xfrm>
                <a:off x="8884362" y="4891710"/>
                <a:ext cx="169701" cy="260342"/>
              </a:xfrm>
            </p:spPr>
          </p:sp>
        </mc:Fallback>
      </mc:AlternateContent>
      <mc:AlternateContent xmlns:mc="http://schemas.openxmlformats.org/markup-compatibility/2006">
        <mc:Choice xmlns:p14="http://schemas.microsoft.com/office/powerpoint/2010/main" Requires="p14">
          <p:contentPart p14:bwMode="auto" r:id="rId146">
            <p14:nvContentPartPr>
              <p14:cNvPr id="1050853" name=""/>
              <p14:cNvContentPartPr/>
              <p14:nvPr/>
            </p14:nvContentPartPr>
            <p14:xfrm>
              <a:off x="10264654" y="4319251"/>
              <a:ext cx="620714" cy="767008"/>
            </p14:xfrm>
          </p:contentPart>
        </mc:Choice>
        <mc:Fallback>
          <p:sp>
            <p:nvSpPr>
              <p:cNvPr id="1050853" name=""/>
              <p:cNvSpPr/>
              <p:nvPr/>
            </p:nvSpPr>
            <p:spPr>
              <a:xfrm>
                <a:off x="10264654" y="4319251"/>
                <a:ext cx="620714" cy="767008"/>
              </a:xfrm>
            </p:spPr>
          </p:sp>
        </mc:Fallback>
      </mc:AlternateContent>
      <mc:AlternateContent xmlns:mc="http://schemas.openxmlformats.org/markup-compatibility/2006">
        <mc:Choice xmlns:p14="http://schemas.microsoft.com/office/powerpoint/2010/main" Requires="p14">
          <p:contentPart p14:bwMode="auto" r:id="rId147">
            <p14:nvContentPartPr>
              <p14:cNvPr id="1050854" name=""/>
              <p14:cNvContentPartPr/>
              <p14:nvPr/>
            </p14:nvContentPartPr>
            <p14:xfrm>
              <a:off x="10178667" y="3788771"/>
              <a:ext cx="885201" cy="1514339"/>
            </p14:xfrm>
          </p:contentPart>
        </mc:Choice>
        <mc:Fallback>
          <p:sp>
            <p:nvSpPr>
              <p:cNvPr id="1050854" name=""/>
              <p:cNvSpPr/>
              <p:nvPr/>
            </p:nvSpPr>
            <p:spPr>
              <a:xfrm>
                <a:off x="10178667" y="3788771"/>
                <a:ext cx="885201" cy="1514339"/>
              </a:xfrm>
            </p:spPr>
          </p:sp>
        </mc:Fallback>
      </mc:AlternateContent>
      <mc:AlternateContent xmlns:mc="http://schemas.openxmlformats.org/markup-compatibility/2006">
        <mc:Choice xmlns:p14="http://schemas.microsoft.com/office/powerpoint/2010/main" Requires="p14">
          <p:contentPart p14:bwMode="auto" r:id="rId148">
            <p14:nvContentPartPr>
              <p14:cNvPr id="1050855" name=""/>
              <p14:cNvContentPartPr/>
              <p14:nvPr/>
            </p14:nvContentPartPr>
            <p14:xfrm>
              <a:off x="10723932" y="3890682"/>
              <a:ext cx="457088" cy="306741"/>
            </p14:xfrm>
          </p:contentPart>
        </mc:Choice>
        <mc:Fallback>
          <p:sp>
            <p:nvSpPr>
              <p:cNvPr id="1050855" name=""/>
              <p:cNvSpPr/>
              <p:nvPr/>
            </p:nvSpPr>
            <p:spPr>
              <a:xfrm>
                <a:off x="10723932" y="3890682"/>
                <a:ext cx="457088" cy="306741"/>
              </a:xfrm>
            </p:spPr>
          </p:sp>
        </mc:Fallback>
      </mc:AlternateContent>
      <mc:AlternateContent xmlns:mc="http://schemas.openxmlformats.org/markup-compatibility/2006">
        <mc:Choice xmlns:p14="http://schemas.microsoft.com/office/powerpoint/2010/main" Requires="p14">
          <p:contentPart p14:bwMode="auto" r:id="rId149">
            <p14:nvContentPartPr>
              <p14:cNvPr id="1050856" name=""/>
              <p14:cNvContentPartPr/>
              <p14:nvPr/>
            </p14:nvContentPartPr>
            <p14:xfrm>
              <a:off x="10989229" y="4009039"/>
              <a:ext cx="200668" cy="92852"/>
            </p14:xfrm>
          </p:contentPart>
        </mc:Choice>
        <mc:Fallback>
          <p:sp>
            <p:nvSpPr>
              <p:cNvPr id="1050856" name=""/>
              <p:cNvSpPr/>
              <p:nvPr/>
            </p:nvSpPr>
            <p:spPr>
              <a:xfrm>
                <a:off x="10989229" y="4009039"/>
                <a:ext cx="200668" cy="92852"/>
              </a:xfrm>
            </p:spPr>
          </p:sp>
        </mc:Fallback>
      </mc:AlternateContent>
      <mc:AlternateContent xmlns:mc="http://schemas.openxmlformats.org/markup-compatibility/2006">
        <mc:Choice xmlns:p14="http://schemas.microsoft.com/office/powerpoint/2010/main" Requires="p14">
          <p:contentPart p14:bwMode="auto" r:id="rId150">
            <p14:nvContentPartPr>
              <p14:cNvPr id="1050857" name=""/>
              <p14:cNvContentPartPr/>
              <p14:nvPr/>
            </p14:nvContentPartPr>
            <p14:xfrm>
              <a:off x="10916238" y="3793894"/>
              <a:ext cx="126743" cy="75556"/>
            </p14:xfrm>
          </p:contentPart>
        </mc:Choice>
        <mc:Fallback>
          <p:sp>
            <p:nvSpPr>
              <p:cNvPr id="1050857" name=""/>
              <p:cNvSpPr/>
              <p:nvPr/>
            </p:nvSpPr>
            <p:spPr>
              <a:xfrm>
                <a:off x="10916238" y="3793894"/>
                <a:ext cx="126743" cy="75556"/>
              </a:xfrm>
            </p:spPr>
          </p:sp>
        </mc:Fallback>
      </mc:AlternateContent>
      <mc:AlternateContent xmlns:mc="http://schemas.openxmlformats.org/markup-compatibility/2006">
        <mc:Choice xmlns:p14="http://schemas.microsoft.com/office/powerpoint/2010/main" Requires="p14">
          <p:contentPart p14:bwMode="auto" r:id="rId151">
            <p14:nvContentPartPr>
              <p14:cNvPr id="1050858" name=""/>
              <p14:cNvContentPartPr/>
              <p14:nvPr/>
            </p14:nvContentPartPr>
            <p14:xfrm>
              <a:off x="10237241" y="4437608"/>
              <a:ext cx="660375" cy="443681"/>
            </p14:xfrm>
          </p:contentPart>
        </mc:Choice>
        <mc:Fallback>
          <p:sp>
            <p:nvSpPr>
              <p:cNvPr id="1050858" name=""/>
              <p:cNvSpPr/>
              <p:nvPr/>
            </p:nvSpPr>
            <p:spPr>
              <a:xfrm>
                <a:off x="10237241" y="4437608"/>
                <a:ext cx="660375" cy="443681"/>
              </a:xfrm>
            </p:spPr>
          </p:sp>
        </mc:Fallback>
      </mc:AlternateContent>
      <mc:AlternateContent xmlns:mc="http://schemas.openxmlformats.org/markup-compatibility/2006">
        <mc:Choice xmlns:p14="http://schemas.microsoft.com/office/powerpoint/2010/main" Requires="p14">
          <p:contentPart p14:bwMode="auto" r:id="rId152">
            <p14:nvContentPartPr>
              <p14:cNvPr id="1050859" name=""/>
              <p14:cNvContentPartPr/>
              <p14:nvPr/>
            </p14:nvContentPartPr>
            <p14:xfrm>
              <a:off x="10230032" y="3846076"/>
              <a:ext cx="12635" cy="328693"/>
            </p14:xfrm>
          </p:contentPart>
        </mc:Choice>
        <mc:Fallback>
          <p:sp>
            <p:nvSpPr>
              <p:cNvPr id="1050859" name=""/>
              <p:cNvSpPr/>
              <p:nvPr/>
            </p:nvSpPr>
            <p:spPr>
              <a:xfrm>
                <a:off x="10230032" y="3846076"/>
                <a:ext cx="12635" cy="328693"/>
              </a:xfrm>
            </p:spPr>
          </p:sp>
        </mc:Fallback>
      </mc:AlternateContent>
      <mc:AlternateContent xmlns:mc="http://schemas.openxmlformats.org/markup-compatibility/2006">
        <mc:Choice xmlns:p14="http://schemas.microsoft.com/office/powerpoint/2010/main" Requires="p14">
          <p:contentPart p14:bwMode="auto" r:id="rId153">
            <p14:nvContentPartPr>
              <p14:cNvPr id="1050860" name=""/>
              <p14:cNvContentPartPr/>
              <p14:nvPr/>
            </p14:nvContentPartPr>
            <p14:xfrm>
              <a:off x="10313174" y="3875475"/>
              <a:ext cx="17329" cy="245065"/>
            </p14:xfrm>
          </p:contentPart>
        </mc:Choice>
        <mc:Fallback>
          <p:sp>
            <p:nvSpPr>
              <p:cNvPr id="1050860" name=""/>
              <p:cNvSpPr/>
              <p:nvPr/>
            </p:nvSpPr>
            <p:spPr>
              <a:xfrm>
                <a:off x="10313174" y="3875475"/>
                <a:ext cx="17329" cy="245065"/>
              </a:xfrm>
            </p:spPr>
          </p:sp>
        </mc:Fallback>
      </mc:AlternateContent>
      <mc:AlternateContent xmlns:mc="http://schemas.openxmlformats.org/markup-compatibility/2006">
        <mc:Choice xmlns:p14="http://schemas.microsoft.com/office/powerpoint/2010/main" Requires="p14">
          <p:contentPart p14:bwMode="auto" r:id="rId154">
            <p14:nvContentPartPr>
              <p14:cNvPr id="1050861" name=""/>
              <p14:cNvContentPartPr/>
              <p14:nvPr/>
            </p14:nvContentPartPr>
            <p14:xfrm>
              <a:off x="10237241" y="4041065"/>
              <a:ext cx="214558" cy="141581"/>
            </p14:xfrm>
          </p:contentPart>
        </mc:Choice>
        <mc:Fallback>
          <p:sp>
            <p:nvSpPr>
              <p:cNvPr id="1050861" name=""/>
              <p:cNvSpPr/>
              <p:nvPr/>
            </p:nvSpPr>
            <p:spPr>
              <a:xfrm>
                <a:off x="10237241" y="4041065"/>
                <a:ext cx="214558" cy="141581"/>
              </a:xfrm>
            </p:spPr>
          </p:sp>
        </mc:Fallback>
      </mc:AlternateContent>
      <mc:AlternateContent xmlns:mc="http://schemas.openxmlformats.org/markup-compatibility/2006">
        <mc:Choice xmlns:p14="http://schemas.microsoft.com/office/powerpoint/2010/main" Requires="p14">
          <p:contentPart p14:bwMode="auto" r:id="rId155">
            <p14:nvContentPartPr>
              <p14:cNvPr id="1050862" name=""/>
              <p14:cNvContentPartPr/>
              <p14:nvPr/>
            </p14:nvContentPartPr>
            <p14:xfrm>
              <a:off x="10390432" y="3964687"/>
              <a:ext cx="31978" cy="24968"/>
            </p14:xfrm>
          </p:contentPart>
        </mc:Choice>
        <mc:Fallback>
          <p:sp>
            <p:nvSpPr>
              <p:cNvPr id="1050862" name=""/>
              <p:cNvSpPr/>
              <p:nvPr/>
            </p:nvSpPr>
            <p:spPr>
              <a:xfrm>
                <a:off x="10390432" y="3964687"/>
                <a:ext cx="31978" cy="24968"/>
              </a:xfrm>
            </p:spPr>
          </p:sp>
        </mc:Fallback>
      </mc:AlternateContent>
      <mc:AlternateContent xmlns:mc="http://schemas.openxmlformats.org/markup-compatibility/2006">
        <mc:Choice xmlns:p14="http://schemas.microsoft.com/office/powerpoint/2010/main" Requires="p14">
          <p:contentPart p14:bwMode="auto" r:id="rId156">
            <p14:nvContentPartPr>
              <p14:cNvPr id="1050863" name=""/>
              <p14:cNvContentPartPr/>
              <p14:nvPr/>
            </p14:nvContentPartPr>
            <p14:xfrm>
              <a:off x="10478291" y="4074489"/>
              <a:ext cx="237543" cy="187729"/>
            </p14:xfrm>
          </p:contentPart>
        </mc:Choice>
        <mc:Fallback>
          <p:sp>
            <p:nvSpPr>
              <p:cNvPr id="1050863" name=""/>
              <p:cNvSpPr/>
              <p:nvPr/>
            </p:nvSpPr>
            <p:spPr>
              <a:xfrm>
                <a:off x="10478291" y="4074489"/>
                <a:ext cx="237543" cy="187729"/>
              </a:xfrm>
            </p:spPr>
          </p:sp>
        </mc:Fallback>
      </mc:AlternateContent>
      <mc:AlternateContent xmlns:mc="http://schemas.openxmlformats.org/markup-compatibility/2006">
        <mc:Choice xmlns:p14="http://schemas.microsoft.com/office/powerpoint/2010/main" Requires="p14">
          <p:contentPart p14:bwMode="auto" r:id="rId157">
            <p14:nvContentPartPr>
              <p14:cNvPr id="1050864" name=""/>
              <p14:cNvContentPartPr/>
              <p14:nvPr/>
            </p14:nvContentPartPr>
            <p14:xfrm>
              <a:off x="10015419" y="4759726"/>
              <a:ext cx="119544" cy="260638"/>
            </p14:xfrm>
          </p:contentPart>
        </mc:Choice>
        <mc:Fallback>
          <p:sp>
            <p:nvSpPr>
              <p:cNvPr id="1050864" name=""/>
              <p:cNvSpPr/>
              <p:nvPr/>
            </p:nvSpPr>
            <p:spPr>
              <a:xfrm>
                <a:off x="10015419" y="4759726"/>
                <a:ext cx="119544" cy="260638"/>
              </a:xfrm>
            </p:spPr>
          </p:sp>
        </mc:Fallback>
      </mc:AlternateContent>
      <mc:AlternateContent xmlns:mc="http://schemas.openxmlformats.org/markup-compatibility/2006">
        <mc:Choice xmlns:p14="http://schemas.microsoft.com/office/powerpoint/2010/main" Requires="p14">
          <p:contentPart p14:bwMode="auto" r:id="rId158">
            <p14:nvContentPartPr>
              <p14:cNvPr id="1050865" name=""/>
              <p14:cNvContentPartPr/>
              <p14:nvPr/>
            </p14:nvContentPartPr>
            <p14:xfrm>
              <a:off x="10120545" y="4903687"/>
              <a:ext cx="109749" cy="171947"/>
            </p14:xfrm>
          </p:contentPart>
        </mc:Choice>
        <mc:Fallback>
          <p:sp>
            <p:nvSpPr>
              <p:cNvPr id="1050865" name=""/>
              <p:cNvSpPr/>
              <p:nvPr/>
            </p:nvSpPr>
            <p:spPr>
              <a:xfrm>
                <a:off x="10120545" y="4903687"/>
                <a:ext cx="109749" cy="171947"/>
              </a:xfrm>
            </p:spPr>
          </p:sp>
        </mc:Fallback>
      </mc:AlternateContent>
      <mc:AlternateContent xmlns:mc="http://schemas.openxmlformats.org/markup-compatibility/2006">
        <mc:Choice xmlns:p14="http://schemas.microsoft.com/office/powerpoint/2010/main" Requires="p14">
          <p:contentPart p14:bwMode="auto" r:id="rId159">
            <p14:nvContentPartPr>
              <p14:cNvPr id="1050866" name=""/>
              <p14:cNvContentPartPr/>
              <p14:nvPr/>
            </p14:nvContentPartPr>
            <p14:xfrm>
              <a:off x="10275271" y="4862591"/>
              <a:ext cx="96923" cy="300366"/>
            </p14:xfrm>
          </p:contentPart>
        </mc:Choice>
        <mc:Fallback>
          <p:sp>
            <p:nvSpPr>
              <p:cNvPr id="1050866" name=""/>
              <p:cNvSpPr/>
              <p:nvPr/>
            </p:nvSpPr>
            <p:spPr>
              <a:xfrm>
                <a:off x="10275271" y="4862591"/>
                <a:ext cx="96923" cy="300366"/>
              </a:xfrm>
            </p:spPr>
          </p:sp>
        </mc:Fallback>
      </mc:AlternateContent>
      <mc:AlternateContent xmlns:mc="http://schemas.openxmlformats.org/markup-compatibility/2006">
        <mc:Choice xmlns:p14="http://schemas.microsoft.com/office/powerpoint/2010/main" Requires="p14">
          <p:contentPart p14:bwMode="auto" r:id="rId160">
            <p14:nvContentPartPr>
              <p14:cNvPr id="1050867" name=""/>
              <p14:cNvContentPartPr/>
              <p14:nvPr/>
            </p14:nvContentPartPr>
            <p14:xfrm>
              <a:off x="10061972" y="5118605"/>
              <a:ext cx="350537" cy="103150"/>
            </p14:xfrm>
          </p:contentPart>
        </mc:Choice>
        <mc:Fallback>
          <p:sp>
            <p:nvSpPr>
              <p:cNvPr id="1050867" name=""/>
              <p:cNvSpPr/>
              <p:nvPr/>
            </p:nvSpPr>
            <p:spPr>
              <a:xfrm>
                <a:off x="10061972" y="5118605"/>
                <a:ext cx="350537" cy="103150"/>
              </a:xfrm>
            </p:spPr>
          </p:sp>
        </mc:Fallback>
      </mc:AlternateContent>
      <mc:AlternateContent xmlns:mc="http://schemas.openxmlformats.org/markup-compatibility/2006">
        <mc:Choice xmlns:p14="http://schemas.microsoft.com/office/powerpoint/2010/main" Requires="p14">
          <p:contentPart p14:bwMode="auto" r:id="rId161">
            <p14:nvContentPartPr>
              <p14:cNvPr id="1050868" name=""/>
              <p14:cNvContentPartPr/>
              <p14:nvPr/>
            </p14:nvContentPartPr>
            <p14:xfrm>
              <a:off x="6401813" y="4814983"/>
              <a:ext cx="1133404" cy="45739"/>
            </p14:xfrm>
          </p:contentPart>
        </mc:Choice>
        <mc:Fallback>
          <p:sp>
            <p:nvSpPr>
              <p:cNvPr id="1050868" name=""/>
              <p:cNvSpPr/>
              <p:nvPr/>
            </p:nvSpPr>
            <p:spPr>
              <a:xfrm>
                <a:off x="6401813" y="4814983"/>
                <a:ext cx="1133404" cy="45739"/>
              </a:xfrm>
            </p:spPr>
          </p:sp>
        </mc:Fallback>
      </mc:AlternateContent>
      <mc:AlternateContent xmlns:mc="http://schemas.openxmlformats.org/markup-compatibility/2006">
        <mc:Choice xmlns:p14="http://schemas.microsoft.com/office/powerpoint/2010/main" Requires="p14">
          <p:contentPart p14:bwMode="auto" r:id="rId162">
            <p14:nvContentPartPr>
              <p14:cNvPr id="1050869" name=""/>
              <p14:cNvContentPartPr/>
              <p14:nvPr/>
            </p14:nvContentPartPr>
            <p14:xfrm>
              <a:off x="6371359" y="4266174"/>
              <a:ext cx="734629" cy="1132445"/>
            </p14:xfrm>
          </p:contentPart>
        </mc:Choice>
        <mc:Fallback>
          <p:sp>
            <p:nvSpPr>
              <p:cNvPr id="1050869" name=""/>
              <p:cNvSpPr/>
              <p:nvPr/>
            </p:nvSpPr>
            <p:spPr>
              <a:xfrm>
                <a:off x="6371359" y="4266174"/>
                <a:ext cx="734629" cy="1132445"/>
              </a:xfrm>
            </p:spPr>
          </p:sp>
        </mc:Fallback>
      </mc:AlternateContent>
      <mc:AlternateContent xmlns:mc="http://schemas.openxmlformats.org/markup-compatibility/2006">
        <mc:Choice xmlns:p14="http://schemas.microsoft.com/office/powerpoint/2010/main" Requires="p14">
          <p:contentPart p14:bwMode="auto" r:id="rId163">
            <p14:nvContentPartPr>
              <p14:cNvPr id="1050870" name=""/>
              <p14:cNvContentPartPr/>
              <p14:nvPr/>
            </p14:nvContentPartPr>
            <p14:xfrm>
              <a:off x="6315544" y="3936744"/>
              <a:ext cx="912196" cy="1603334"/>
            </p14:xfrm>
          </p:contentPart>
        </mc:Choice>
        <mc:Fallback>
          <p:sp>
            <p:nvSpPr>
              <p:cNvPr id="1050870" name=""/>
              <p:cNvSpPr/>
              <p:nvPr/>
            </p:nvSpPr>
            <p:spPr>
              <a:xfrm>
                <a:off x="6315544" y="3936744"/>
                <a:ext cx="912196" cy="1603334"/>
              </a:xfrm>
            </p:spPr>
          </p:sp>
        </mc:Fallback>
      </mc:AlternateContent>
      <mc:AlternateContent xmlns:mc="http://schemas.openxmlformats.org/markup-compatibility/2006">
        <mc:Choice xmlns:p14="http://schemas.microsoft.com/office/powerpoint/2010/main" Requires="p14">
          <p:contentPart p14:bwMode="auto" r:id="rId164">
            <p14:nvContentPartPr>
              <p14:cNvPr id="1050871" name=""/>
              <p14:cNvContentPartPr/>
              <p14:nvPr/>
            </p14:nvContentPartPr>
            <p14:xfrm>
              <a:off x="7067984" y="3917243"/>
              <a:ext cx="205915" cy="172323"/>
            </p14:xfrm>
          </p:contentPart>
        </mc:Choice>
        <mc:Fallback>
          <p:sp>
            <p:nvSpPr>
              <p:cNvPr id="1050871" name=""/>
              <p:cNvSpPr/>
              <p:nvPr/>
            </p:nvSpPr>
            <p:spPr>
              <a:xfrm>
                <a:off x="7067984" y="3917243"/>
                <a:ext cx="205915" cy="172323"/>
              </a:xfrm>
            </p:spPr>
          </p:sp>
        </mc:Fallback>
      </mc:AlternateContent>
      <mc:AlternateContent xmlns:mc="http://schemas.openxmlformats.org/markup-compatibility/2006">
        <mc:Choice xmlns:p14="http://schemas.microsoft.com/office/powerpoint/2010/main" Requires="p14">
          <p:contentPart p14:bwMode="auto" r:id="rId165">
            <p14:nvContentPartPr>
              <p14:cNvPr id="1050872" name=""/>
              <p14:cNvContentPartPr/>
              <p14:nvPr/>
            </p14:nvContentPartPr>
            <p14:xfrm>
              <a:off x="6483604" y="4511613"/>
              <a:ext cx="598328" cy="658738"/>
            </p14:xfrm>
          </p:contentPart>
        </mc:Choice>
        <mc:Fallback>
          <p:sp>
            <p:nvSpPr>
              <p:cNvPr id="1050872" name=""/>
              <p:cNvSpPr/>
              <p:nvPr/>
            </p:nvSpPr>
            <p:spPr>
              <a:xfrm>
                <a:off x="6483604" y="4511613"/>
                <a:ext cx="598328" cy="658738"/>
              </a:xfrm>
            </p:spPr>
          </p:sp>
        </mc:Fallback>
      </mc:AlternateContent>
      <mc:AlternateContent xmlns:mc="http://schemas.openxmlformats.org/markup-compatibility/2006">
        <mc:Choice xmlns:p14="http://schemas.microsoft.com/office/powerpoint/2010/main" Requires="p14">
          <p:contentPart p14:bwMode="auto" r:id="rId166">
            <p14:nvContentPartPr>
              <p14:cNvPr id="1050873" name=""/>
              <p14:cNvContentPartPr/>
              <p14:nvPr/>
            </p14:nvContentPartPr>
            <p14:xfrm>
              <a:off x="7235593" y="4558998"/>
              <a:ext cx="1431437" cy="93529"/>
            </p14:xfrm>
          </p:contentPart>
        </mc:Choice>
        <mc:Fallback>
          <p:sp>
            <p:nvSpPr>
              <p:cNvPr id="1050873" name=""/>
              <p:cNvSpPr/>
              <p:nvPr/>
            </p:nvSpPr>
            <p:spPr>
              <a:xfrm>
                <a:off x="7235593" y="4558998"/>
                <a:ext cx="1431437" cy="93529"/>
              </a:xfrm>
            </p:spPr>
          </p:sp>
        </mc:Fallback>
      </mc:AlternateContent>
      <mc:AlternateContent xmlns:mc="http://schemas.openxmlformats.org/markup-compatibility/2006">
        <mc:Choice xmlns:p14="http://schemas.microsoft.com/office/powerpoint/2010/main" Requires="p14">
          <p:contentPart p14:bwMode="auto" r:id="rId167">
            <p14:nvContentPartPr>
              <p14:cNvPr id="1050874" name=""/>
              <p14:cNvContentPartPr/>
              <p14:nvPr/>
            </p14:nvContentPartPr>
            <p14:xfrm>
              <a:off x="7555605" y="4992392"/>
              <a:ext cx="914528" cy="20640"/>
            </p14:xfrm>
          </p:contentPart>
        </mc:Choice>
        <mc:Fallback>
          <p:sp>
            <p:nvSpPr>
              <p:cNvPr id="1050874" name=""/>
              <p:cNvSpPr/>
              <p:nvPr/>
            </p:nvSpPr>
            <p:spPr>
              <a:xfrm>
                <a:off x="7555605" y="4992392"/>
                <a:ext cx="914528" cy="20640"/>
              </a:xfrm>
            </p:spPr>
          </p:sp>
        </mc:Fallback>
      </mc:AlternateContent>
      <mc:AlternateContent xmlns:mc="http://schemas.openxmlformats.org/markup-compatibility/2006">
        <mc:Choice xmlns:p14="http://schemas.microsoft.com/office/powerpoint/2010/main" Requires="p14">
          <p:contentPart p14:bwMode="auto" r:id="rId168">
            <p14:nvContentPartPr>
              <p14:cNvPr id="1050875" name=""/>
              <p14:cNvContentPartPr/>
              <p14:nvPr/>
            </p14:nvContentPartPr>
            <p14:xfrm>
              <a:off x="7842149" y="4874035"/>
              <a:ext cx="196796" cy="284166"/>
            </p14:xfrm>
          </p:contentPart>
        </mc:Choice>
        <mc:Fallback>
          <p:sp>
            <p:nvSpPr>
              <p:cNvPr id="1050875" name=""/>
              <p:cNvSpPr/>
              <p:nvPr/>
            </p:nvSpPr>
            <p:spPr>
              <a:xfrm>
                <a:off x="7842149" y="4874035"/>
                <a:ext cx="196796" cy="284166"/>
              </a:xfrm>
            </p:spPr>
          </p:sp>
        </mc:Fallback>
      </mc:AlternateContent>
      <mc:AlternateContent xmlns:mc="http://schemas.openxmlformats.org/markup-compatibility/2006">
        <mc:Choice xmlns:p14="http://schemas.microsoft.com/office/powerpoint/2010/main" Requires="p14">
          <p:contentPart p14:bwMode="auto" r:id="rId169">
            <p14:nvContentPartPr>
              <p14:cNvPr id="1050876" name=""/>
              <p14:cNvContentPartPr/>
              <p14:nvPr/>
            </p14:nvContentPartPr>
            <p14:xfrm>
              <a:off x="7626193" y="4445212"/>
              <a:ext cx="261058" cy="271465"/>
            </p14:xfrm>
          </p:contentPart>
        </mc:Choice>
        <mc:Fallback>
          <p:sp>
            <p:nvSpPr>
              <p:cNvPr id="1050876" name=""/>
              <p:cNvSpPr/>
              <p:nvPr/>
            </p:nvSpPr>
            <p:spPr>
              <a:xfrm>
                <a:off x="7626193" y="4445212"/>
                <a:ext cx="261058" cy="271465"/>
              </a:xfrm>
            </p:spPr>
          </p:sp>
        </mc:Fallback>
      </mc:AlternateContent>
      <mc:AlternateContent xmlns:mc="http://schemas.openxmlformats.org/markup-compatibility/2006">
        <mc:Choice xmlns:p14="http://schemas.microsoft.com/office/powerpoint/2010/main" Requires="p14">
          <p:contentPart p14:bwMode="auto" r:id="rId170">
            <p14:nvContentPartPr>
              <p14:cNvPr id="1050877" name=""/>
              <p14:cNvContentPartPr/>
              <p14:nvPr/>
            </p14:nvContentPartPr>
            <p14:xfrm>
              <a:off x="10479915" y="4282756"/>
              <a:ext cx="71368" cy="30613"/>
            </p14:xfrm>
          </p:contentPart>
        </mc:Choice>
        <mc:Fallback>
          <p:sp>
            <p:nvSpPr>
              <p:cNvPr id="1050877" name=""/>
              <p:cNvSpPr/>
              <p:nvPr/>
            </p:nvSpPr>
            <p:spPr>
              <a:xfrm>
                <a:off x="10479915" y="4282756"/>
                <a:ext cx="71368" cy="30613"/>
              </a:xfrm>
            </p:spPr>
          </p:sp>
        </mc:Fallback>
      </mc:AlternateContent>
      <mc:AlternateContent xmlns:mc="http://schemas.openxmlformats.org/markup-compatibility/2006">
        <mc:Choice xmlns:p14="http://schemas.microsoft.com/office/powerpoint/2010/main" Requires="p14">
          <p:contentPart p14:bwMode="auto" r:id="rId171">
            <p14:nvContentPartPr>
              <p14:cNvPr id="1050878" name=""/>
              <p14:cNvContentPartPr/>
              <p14:nvPr/>
            </p14:nvContentPartPr>
            <p14:xfrm>
              <a:off x="9295114" y="4264372"/>
              <a:ext cx="810776" cy="40179"/>
            </p14:xfrm>
          </p:contentPart>
        </mc:Choice>
        <mc:Fallback>
          <p:sp>
            <p:nvSpPr>
              <p:cNvPr id="1050878" name=""/>
              <p:cNvSpPr/>
              <p:nvPr/>
            </p:nvSpPr>
            <p:spPr>
              <a:xfrm>
                <a:off x="9295114" y="4264372"/>
                <a:ext cx="810776" cy="40179"/>
              </a:xfrm>
            </p:spPr>
          </p:sp>
        </mc:Fallback>
      </mc:AlternateContent>
      <mc:AlternateContent xmlns:mc="http://schemas.openxmlformats.org/markup-compatibility/2006">
        <mc:Choice xmlns:p14="http://schemas.microsoft.com/office/powerpoint/2010/main" Requires="p14">
          <p:contentPart p14:bwMode="auto" r:id="rId172">
            <p14:nvContentPartPr>
              <p14:cNvPr id="1050879" name=""/>
              <p14:cNvContentPartPr/>
              <p14:nvPr/>
            </p14:nvContentPartPr>
            <p14:xfrm>
              <a:off x="9397392" y="4548869"/>
              <a:ext cx="560851" cy="21637"/>
            </p14:xfrm>
          </p:contentPart>
        </mc:Choice>
        <mc:Fallback>
          <p:sp>
            <p:nvSpPr>
              <p:cNvPr id="1050879" name=""/>
              <p:cNvSpPr/>
              <p:nvPr/>
            </p:nvSpPr>
            <p:spPr>
              <a:xfrm>
                <a:off x="9397392" y="4548869"/>
                <a:ext cx="560851" cy="21637"/>
              </a:xfrm>
            </p:spPr>
          </p:sp>
        </mc:Fallback>
      </mc:AlternateContent>
      <mc:AlternateContent xmlns:mc="http://schemas.openxmlformats.org/markup-compatibility/2006">
        <mc:Choice xmlns:p14="http://schemas.microsoft.com/office/powerpoint/2010/main" Requires="p14">
          <p:contentPart p14:bwMode="auto" r:id="rId173">
            <p14:nvContentPartPr>
              <p14:cNvPr id="1050880" name=""/>
              <p14:cNvContentPartPr/>
              <p14:nvPr/>
            </p14:nvContentPartPr>
            <p14:xfrm>
              <a:off x="9558243" y="4104840"/>
              <a:ext cx="189568" cy="288416"/>
            </p14:xfrm>
          </p:contentPart>
        </mc:Choice>
        <mc:Fallback>
          <p:sp>
            <p:nvSpPr>
              <p:cNvPr id="1050880" name=""/>
              <p:cNvSpPr/>
              <p:nvPr/>
            </p:nvSpPr>
            <p:spPr>
              <a:xfrm>
                <a:off x="9558243" y="4104840"/>
                <a:ext cx="189568" cy="288416"/>
              </a:xfrm>
            </p:spPr>
          </p:sp>
        </mc:Fallback>
      </mc:AlternateContent>
      <mc:AlternateContent xmlns:mc="http://schemas.openxmlformats.org/markup-compatibility/2006">
        <mc:Choice xmlns:p14="http://schemas.microsoft.com/office/powerpoint/2010/main" Requires="p14">
          <p:contentPart p14:bwMode="auto" r:id="rId174">
            <p14:nvContentPartPr>
              <p14:cNvPr id="1050881" name=""/>
              <p14:cNvContentPartPr/>
              <p14:nvPr/>
            </p14:nvContentPartPr>
            <p14:xfrm>
              <a:off x="9578045" y="4467261"/>
              <a:ext cx="112493" cy="165480"/>
            </p14:xfrm>
          </p:contentPart>
        </mc:Choice>
        <mc:Fallback>
          <p:sp>
            <p:nvSpPr>
              <p:cNvPr id="1050881" name=""/>
              <p:cNvSpPr/>
              <p:nvPr/>
            </p:nvSpPr>
            <p:spPr>
              <a:xfrm>
                <a:off x="9578045" y="4467261"/>
                <a:ext cx="112493" cy="165480"/>
              </a:xfrm>
            </p:spPr>
          </p:sp>
        </mc:Fallback>
      </mc:AlternateContent>
      <mc:AlternateContent xmlns:mc="http://schemas.openxmlformats.org/markup-compatibility/2006">
        <mc:Choice xmlns:p14="http://schemas.microsoft.com/office/powerpoint/2010/main" Requires="p14">
          <p:contentPart p14:bwMode="auto" r:id="rId175">
            <p14:nvContentPartPr>
              <p14:cNvPr id="1050882" name=""/>
              <p14:cNvContentPartPr/>
              <p14:nvPr/>
            </p14:nvContentPartPr>
            <p14:xfrm>
              <a:off x="10617065" y="5266108"/>
              <a:ext cx="202038" cy="264862"/>
            </p14:xfrm>
          </p:contentPart>
        </mc:Choice>
        <mc:Fallback>
          <p:sp>
            <p:nvSpPr>
              <p:cNvPr id="1050882" name=""/>
              <p:cNvSpPr/>
              <p:nvPr/>
            </p:nvSpPr>
            <p:spPr>
              <a:xfrm>
                <a:off x="10617065" y="5266108"/>
                <a:ext cx="202038" cy="264862"/>
              </a:xfrm>
            </p:spPr>
          </p:sp>
        </mc:Fallback>
      </mc:AlternateContent>
      <mc:AlternateContent xmlns:mc="http://schemas.openxmlformats.org/markup-compatibility/2006">
        <mc:Choice xmlns:p14="http://schemas.microsoft.com/office/powerpoint/2010/main" Requires="p14">
          <p:contentPart p14:bwMode="auto" r:id="rId176">
            <p14:nvContentPartPr>
              <p14:cNvPr id="1050883" name=""/>
              <p14:cNvContentPartPr/>
              <p14:nvPr/>
            </p14:nvContentPartPr>
            <p14:xfrm>
              <a:off x="10945525" y="5377116"/>
              <a:ext cx="99598" cy="470393"/>
            </p14:xfrm>
          </p:contentPart>
        </mc:Choice>
        <mc:Fallback>
          <p:sp>
            <p:nvSpPr>
              <p:cNvPr id="1050883" name=""/>
              <p:cNvSpPr/>
              <p:nvPr/>
            </p:nvSpPr>
            <p:spPr>
              <a:xfrm>
                <a:off x="10945525" y="5377116"/>
                <a:ext cx="99598" cy="470393"/>
              </a:xfrm>
            </p:spPr>
          </p:sp>
        </mc:Fallback>
      </mc:AlternateContent>
      <mc:AlternateContent xmlns:mc="http://schemas.openxmlformats.org/markup-compatibility/2006">
        <mc:Choice xmlns:p14="http://schemas.microsoft.com/office/powerpoint/2010/main" Requires="p14">
          <p:contentPart p14:bwMode="auto" r:id="rId177">
            <p14:nvContentPartPr>
              <p14:cNvPr id="1050884" name=""/>
              <p14:cNvContentPartPr/>
              <p14:nvPr/>
            </p14:nvContentPartPr>
            <p14:xfrm>
              <a:off x="10998527" y="5214406"/>
              <a:ext cx="27198" cy="38581"/>
            </p14:xfrm>
          </p:contentPart>
        </mc:Choice>
        <mc:Fallback>
          <p:sp>
            <p:nvSpPr>
              <p:cNvPr id="1050884" name=""/>
              <p:cNvSpPr/>
              <p:nvPr/>
            </p:nvSpPr>
            <p:spPr>
              <a:xfrm>
                <a:off x="10998527" y="5214406"/>
                <a:ext cx="27198" cy="38581"/>
              </a:xfrm>
            </p:spPr>
          </p:sp>
        </mc:Fallback>
      </mc:AlternateContent>
      <mc:AlternateContent xmlns:mc="http://schemas.openxmlformats.org/markup-compatibility/2006">
        <mc:Choice xmlns:p14="http://schemas.microsoft.com/office/powerpoint/2010/main" Requires="p14">
          <p:contentPart p14:bwMode="auto" r:id="rId178">
            <p14:nvContentPartPr>
              <p14:cNvPr id="1050885" name=""/>
              <p14:cNvContentPartPr/>
              <p14:nvPr/>
            </p14:nvContentPartPr>
            <p14:xfrm>
              <a:off x="11072161" y="5399429"/>
              <a:ext cx="829908" cy="223522"/>
            </p14:xfrm>
          </p:contentPart>
        </mc:Choice>
        <mc:Fallback>
          <p:sp>
            <p:nvSpPr>
              <p:cNvPr id="1050885" name=""/>
              <p:cNvSpPr/>
              <p:nvPr/>
            </p:nvSpPr>
            <p:spPr>
              <a:xfrm>
                <a:off x="11072161" y="5399429"/>
                <a:ext cx="829908" cy="223522"/>
              </a:xfrm>
            </p:spPr>
          </p:sp>
        </mc:Fallback>
      </mc:AlternateContent>
      <mc:AlternateContent xmlns:mc="http://schemas.openxmlformats.org/markup-compatibility/2006">
        <mc:Choice xmlns:p14="http://schemas.microsoft.com/office/powerpoint/2010/main" Requires="p14">
          <p:contentPart p14:bwMode="auto" r:id="rId179">
            <p14:nvContentPartPr>
              <p14:cNvPr id="1050886" name=""/>
              <p14:cNvContentPartPr/>
              <p14:nvPr/>
            </p14:nvContentPartPr>
            <p14:xfrm>
              <a:off x="11537113" y="5259012"/>
              <a:ext cx="7236" cy="75932"/>
            </p14:xfrm>
          </p:contentPart>
        </mc:Choice>
        <mc:Fallback>
          <p:sp>
            <p:nvSpPr>
              <p:cNvPr id="1050886" name=""/>
              <p:cNvSpPr/>
              <p:nvPr/>
            </p:nvSpPr>
            <p:spPr>
              <a:xfrm>
                <a:off x="11537113" y="5259012"/>
                <a:ext cx="7236" cy="75932"/>
              </a:xfrm>
            </p:spPr>
          </p:sp>
        </mc:Fallback>
      </mc:AlternateContent>
      <mc:AlternateContent xmlns:mc="http://schemas.openxmlformats.org/markup-compatibility/2006">
        <mc:Choice xmlns:p14="http://schemas.microsoft.com/office/powerpoint/2010/main" Requires="p14">
          <p:contentPart p14:bwMode="auto" r:id="rId180">
            <p14:nvContentPartPr>
              <p14:cNvPr id="1050887" name=""/>
              <p14:cNvContentPartPr/>
              <p14:nvPr/>
            </p14:nvContentPartPr>
            <p14:xfrm>
              <a:off x="6686097" y="4829936"/>
              <a:ext cx="118757" cy="49546"/>
            </p14:xfrm>
          </p:contentPart>
        </mc:Choice>
        <mc:Fallback>
          <p:sp>
            <p:nvSpPr>
              <p:cNvPr id="1050887" name=""/>
              <p:cNvSpPr/>
              <p:nvPr/>
            </p:nvSpPr>
            <p:spPr>
              <a:xfrm>
                <a:off x="6686097" y="4829936"/>
                <a:ext cx="118757" cy="49546"/>
              </a:xfrm>
            </p:spPr>
          </p:sp>
        </mc:Fallback>
      </mc:AlternateContent>
      <mc:AlternateContent xmlns:mc="http://schemas.openxmlformats.org/markup-compatibility/2006">
        <mc:Choice xmlns:p14="http://schemas.microsoft.com/office/powerpoint/2010/main" Requires="p14">
          <p:contentPart p14:bwMode="auto" r:id="rId181">
            <p14:nvContentPartPr>
              <p14:cNvPr id="1050888" name=""/>
              <p14:cNvContentPartPr/>
              <p14:nvPr/>
            </p14:nvContentPartPr>
            <p14:xfrm>
              <a:off x="6702577" y="4748581"/>
              <a:ext cx="119579" cy="214367"/>
            </p14:xfrm>
          </p:contentPart>
        </mc:Choice>
        <mc:Fallback>
          <p:sp>
            <p:nvSpPr>
              <p:cNvPr id="1050888" name=""/>
              <p:cNvSpPr/>
              <p:nvPr/>
            </p:nvSpPr>
            <p:spPr>
              <a:xfrm>
                <a:off x="6702577" y="4748581"/>
                <a:ext cx="119579" cy="214367"/>
              </a:xfrm>
            </p:spPr>
          </p:sp>
        </mc:Fallback>
      </mc:AlternateContent>
      <mc:AlternateContent xmlns:mc="http://schemas.openxmlformats.org/markup-compatibility/2006">
        <mc:Choice xmlns:p14="http://schemas.microsoft.com/office/powerpoint/2010/main" Requires="p14">
          <p:contentPart p14:bwMode="auto" r:id="rId182">
            <p14:nvContentPartPr>
              <p14:cNvPr id="1050889" name=""/>
              <p14:cNvContentPartPr/>
              <p14:nvPr/>
            </p14:nvContentPartPr>
            <p14:xfrm>
              <a:off x="6587684" y="5502749"/>
              <a:ext cx="140736" cy="334709"/>
            </p14:xfrm>
          </p:contentPart>
        </mc:Choice>
        <mc:Fallback>
          <p:sp>
            <p:nvSpPr>
              <p:cNvPr id="1050889" name=""/>
              <p:cNvSpPr/>
              <p:nvPr/>
            </p:nvSpPr>
            <p:spPr>
              <a:xfrm>
                <a:off x="6587684" y="5502749"/>
                <a:ext cx="140736" cy="334709"/>
              </a:xfrm>
            </p:spPr>
          </p:sp>
        </mc:Fallback>
      </mc:AlternateContent>
      <mc:AlternateContent xmlns:mc="http://schemas.openxmlformats.org/markup-compatibility/2006">
        <mc:Choice xmlns:p14="http://schemas.microsoft.com/office/powerpoint/2010/main" Requires="p14">
          <p:contentPart p14:bwMode="auto" r:id="rId183">
            <p14:nvContentPartPr>
              <p14:cNvPr id="1050890" name=""/>
              <p14:cNvContentPartPr/>
              <p14:nvPr/>
            </p14:nvContentPartPr>
            <p14:xfrm>
              <a:off x="6834416" y="5600651"/>
              <a:ext cx="645698" cy="597240"/>
            </p14:xfrm>
          </p:contentPart>
        </mc:Choice>
        <mc:Fallback>
          <p:sp>
            <p:nvSpPr>
              <p:cNvPr id="1050890" name=""/>
              <p:cNvSpPr/>
              <p:nvPr/>
            </p:nvSpPr>
            <p:spPr>
              <a:xfrm>
                <a:off x="6834416" y="5600651"/>
                <a:ext cx="645698" cy="597240"/>
              </a:xfrm>
            </p:spPr>
          </p:sp>
        </mc:Fallback>
      </mc:AlternateContent>
      <mc:AlternateContent xmlns:mc="http://schemas.openxmlformats.org/markup-compatibility/2006">
        <mc:Choice xmlns:p14="http://schemas.microsoft.com/office/powerpoint/2010/main" Requires="p14">
          <p:contentPart p14:bwMode="auto" r:id="rId184">
            <p14:nvContentPartPr>
              <p14:cNvPr id="1050891" name=""/>
              <p14:cNvContentPartPr/>
              <p14:nvPr/>
            </p14:nvContentPartPr>
            <p14:xfrm>
              <a:off x="7204753" y="5540079"/>
              <a:ext cx="23631" cy="77078"/>
            </p14:xfrm>
          </p:contentPart>
        </mc:Choice>
        <mc:Fallback>
          <p:sp>
            <p:nvSpPr>
              <p:cNvPr id="1050891" name=""/>
              <p:cNvSpPr/>
              <p:nvPr/>
            </p:nvSpPr>
            <p:spPr>
              <a:xfrm>
                <a:off x="7204753" y="5540079"/>
                <a:ext cx="23631" cy="77078"/>
              </a:xfrm>
            </p:spPr>
          </p:sp>
        </mc:Fallback>
      </mc:AlternateContent>
      <mc:AlternateContent xmlns:mc="http://schemas.openxmlformats.org/markup-compatibility/2006">
        <mc:Choice xmlns:p14="http://schemas.microsoft.com/office/powerpoint/2010/main" Requires="p14">
          <p:contentPart p14:bwMode="auto" r:id="rId185">
            <p14:nvContentPartPr>
              <p14:cNvPr id="1050892" name=""/>
              <p14:cNvContentPartPr/>
              <p14:nvPr/>
            </p14:nvContentPartPr>
            <p14:xfrm>
              <a:off x="6834142" y="5458724"/>
              <a:ext cx="22077" cy="88450"/>
            </p14:xfrm>
          </p:contentPart>
        </mc:Choice>
        <mc:Fallback>
          <p:sp>
            <p:nvSpPr>
              <p:cNvPr id="1050892" name=""/>
              <p:cNvSpPr/>
              <p:nvPr/>
            </p:nvSpPr>
            <p:spPr>
              <a:xfrm>
                <a:off x="6834142" y="5458724"/>
                <a:ext cx="22077" cy="88450"/>
              </a:xfrm>
            </p:spPr>
          </p:sp>
        </mc:Fallback>
      </mc:AlternateContent>
      <mc:AlternateContent xmlns:mc="http://schemas.openxmlformats.org/markup-compatibility/2006">
        <mc:Choice xmlns:p14="http://schemas.microsoft.com/office/powerpoint/2010/main" Requires="p14">
          <p:contentPart p14:bwMode="auto" r:id="rId186">
            <p14:nvContentPartPr>
              <p14:cNvPr id="1050893" name=""/>
              <p14:cNvContentPartPr/>
              <p14:nvPr/>
            </p14:nvContentPartPr>
            <p14:xfrm>
              <a:off x="6264631" y="5654935"/>
              <a:ext cx="302450" cy="232612"/>
            </p14:xfrm>
          </p:contentPart>
        </mc:Choice>
        <mc:Fallback>
          <p:sp>
            <p:nvSpPr>
              <p:cNvPr id="1050893" name=""/>
              <p:cNvSpPr/>
              <p:nvPr/>
            </p:nvSpPr>
            <p:spPr>
              <a:xfrm>
                <a:off x="6264631" y="5654935"/>
                <a:ext cx="302450" cy="232612"/>
              </a:xfrm>
            </p:spPr>
          </p:sp>
        </mc:Fallback>
      </mc:AlternateContent>
      <mc:AlternateContent xmlns:mc="http://schemas.openxmlformats.org/markup-compatibility/2006">
        <mc:Choice xmlns:p14="http://schemas.microsoft.com/office/powerpoint/2010/main" Requires="p14">
          <p:contentPart p14:bwMode="auto" r:id="rId187">
            <p14:nvContentPartPr>
              <p14:cNvPr id="1050894" name=""/>
              <p14:cNvContentPartPr/>
              <p14:nvPr/>
            </p14:nvContentPartPr>
            <p14:xfrm>
              <a:off x="10307701" y="5396138"/>
              <a:ext cx="255063" cy="254948"/>
            </p14:xfrm>
          </p:contentPart>
        </mc:Choice>
        <mc:Fallback>
          <p:sp>
            <p:nvSpPr>
              <p:cNvPr id="1050894" name=""/>
              <p:cNvSpPr/>
              <p:nvPr/>
            </p:nvSpPr>
            <p:spPr>
              <a:xfrm>
                <a:off x="10307701" y="5396138"/>
                <a:ext cx="255063" cy="254948"/>
              </a:xfrm>
            </p:spPr>
          </p:sp>
        </mc:Fallback>
      </mc:AlternateContent>
      <mc:AlternateContent xmlns:mc="http://schemas.openxmlformats.org/markup-compatibility/2006">
        <mc:Choice xmlns:p14="http://schemas.microsoft.com/office/powerpoint/2010/main" Requires="p14">
          <p:contentPart p14:bwMode="auto" r:id="rId188">
            <p14:nvContentPartPr>
              <p14:cNvPr id="1050895" name=""/>
              <p14:cNvContentPartPr/>
              <p14:nvPr/>
            </p14:nvContentPartPr>
            <p14:xfrm>
              <a:off x="10448362" y="4032567"/>
              <a:ext cx="81790" cy="155409"/>
            </p14:xfrm>
          </p:contentPart>
        </mc:Choice>
        <mc:Fallback>
          <p:sp>
            <p:nvSpPr>
              <p:cNvPr id="1050895" name=""/>
              <p:cNvSpPr/>
              <p:nvPr/>
            </p:nvSpPr>
            <p:spPr>
              <a:xfrm>
                <a:off x="10448362" y="4032567"/>
                <a:ext cx="81790" cy="155409"/>
              </a:xfrm>
            </p:spPr>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836" name="Rectangle 3"/>
          <p:cNvSpPr/>
          <p:nvPr/>
        </p:nvSpPr>
        <p:spPr>
          <a:xfrm>
            <a:off x="713248" y="307951"/>
            <a:ext cx="1983235" cy="430887"/>
          </a:xfrm>
          <a:prstGeom prst="rect"/>
          <a:solidFill>
            <a:srgbClr val="FFFF00"/>
          </a:solidFill>
        </p:spPr>
        <p:txBody>
          <a:bodyPr wrap="none">
            <a:spAutoFit/>
          </a:bodyPr>
          <a:p>
            <a:pPr indent="-285750" marL="285750">
              <a:buFontTx/>
              <a:buChar char="❸"/>
            </a:pPr>
            <a:r>
              <a:rPr dirty="0" sz="2200" i="1" lang="fr-MA" u="sng">
                <a:effectLst>
                  <a:outerShdw algn="tl" blurRad="38100" dir="2700000" dist="38100">
                    <a:srgbClr val="000000">
                      <a:alpha val="43137"/>
                    </a:srgbClr>
                  </a:outerShdw>
                </a:effectLst>
                <a:latin typeface="OfficinaSans-Bold"/>
              </a:rPr>
              <a:t>Excentricité</a:t>
            </a:r>
            <a:endParaRPr dirty="0" sz="2200" i="1" lang="fr-MA" u="sng">
              <a:effectLst>
                <a:outerShdw algn="tl" blurRad="38100" dir="2700000" dist="38100">
                  <a:srgbClr val="000000">
                    <a:alpha val="43137"/>
                  </a:srgbClr>
                </a:outerShdw>
              </a:effectLst>
            </a:endParaRPr>
          </a:p>
        </p:txBody>
      </p:sp>
      <p:sp>
        <p:nvSpPr>
          <p:cNvPr id="1048837" name="Rectangle 5"/>
          <p:cNvSpPr>
            <a:spLocks noChangeAspect="1" noMove="1" noResize="1" noRot="1" noAdjustHandles="1" noEditPoints="1" noChangeArrowheads="1" noChangeShapeType="1" noTextEdit="1"/>
          </p:cNvSpPr>
          <p:nvPr/>
        </p:nvSpPr>
        <p:spPr>
          <a:xfrm>
            <a:off x="3178024" y="307951"/>
            <a:ext cx="1009827" cy="676980"/>
          </a:xfrm>
          <a:prstGeom prst="rect"/>
          <a:blipFill rotWithShape="0">
            <a:blip xmlns:r="http://schemas.openxmlformats.org/officeDocument/2006/relationships" r:embed="rId1"/>
            <a:stretch>
              <a:fillRect/>
            </a:stretch>
          </a:blipFill>
        </p:spPr>
        <p:txBody>
          <a:bodyPr/>
          <a:p>
            <a:r>
              <a:rPr lang="fr-MA">
                <a:noFill/>
              </a:rPr>
              <a:t> </a:t>
            </a:r>
          </a:p>
        </p:txBody>
      </p:sp>
      <p:pic>
        <p:nvPicPr>
          <p:cNvPr id="2097156" name="Image 6"/>
          <p:cNvPicPr>
            <a:picLocks noChangeAspect="1"/>
          </p:cNvPicPr>
          <p:nvPr/>
        </p:nvPicPr>
        <p:blipFill>
          <a:blip xmlns:r="http://schemas.openxmlformats.org/officeDocument/2006/relationships" r:embed="rId2">
            <a:lum bright="-40000" contrast="40000"/>
          </a:blip>
          <a:stretch>
            <a:fillRect/>
          </a:stretch>
        </p:blipFill>
        <p:spPr>
          <a:xfrm>
            <a:off x="7881872" y="176223"/>
            <a:ext cx="3637309" cy="2180762"/>
          </a:xfrm>
          <a:prstGeom prst="rect"/>
        </p:spPr>
      </p:pic>
      <p:sp>
        <p:nvSpPr>
          <p:cNvPr id="1048838" name="Rectangle 7"/>
          <p:cNvSpPr/>
          <p:nvPr/>
        </p:nvSpPr>
        <p:spPr>
          <a:xfrm>
            <a:off x="713248" y="1376899"/>
            <a:ext cx="2811780" cy="447041"/>
          </a:xfrm>
          <a:prstGeom prst="rect"/>
          <a:solidFill>
            <a:srgbClr val="FFFF00"/>
          </a:solidFill>
        </p:spPr>
        <p:txBody>
          <a:bodyPr wrap="none">
            <a:spAutoFit/>
          </a:bodyPr>
          <a:p>
            <a:pPr indent="-285750" marL="285750">
              <a:buFont typeface="Yu Gothic" panose="020B0400000000000000" pitchFamily="34" charset="-128"/>
              <a:buChar char="➍"/>
            </a:pPr>
            <a:r>
              <a:rPr dirty="0" sz="2400" i="1" lang="fr-MA" u="sng">
                <a:effectLst>
                  <a:outerShdw algn="tl" blurRad="38100" dir="2700000" dist="38100">
                    <a:srgbClr val="000000">
                      <a:alpha val="43137"/>
                    </a:srgbClr>
                  </a:outerShdw>
                </a:effectLst>
                <a:latin typeface="OfficinaSans-Bold"/>
              </a:rPr>
              <a:t>Demi petit axe </a:t>
            </a:r>
            <a:r>
              <a:rPr dirty="0" sz="2400" i="1" lang="fr-MA" u="sng">
                <a:effectLst>
                  <a:outerShdw algn="tl" blurRad="38100" dir="2700000" dist="38100">
                    <a:srgbClr val="000000">
                      <a:alpha val="43137"/>
                    </a:srgbClr>
                  </a:outerShdw>
                </a:effectLst>
                <a:latin typeface="Bembo-BoldItalic"/>
              </a:rPr>
              <a:t>b</a:t>
            </a:r>
            <a:endParaRPr dirty="0" sz="2400" i="1" lang="fr-MA" u="sng">
              <a:effectLst>
                <a:outerShdw algn="tl" blurRad="38100" dir="2700000" dist="38100">
                  <a:srgbClr val="000000">
                    <a:alpha val="43137"/>
                  </a:srgbClr>
                </a:outerShdw>
              </a:effectLst>
            </a:endParaRPr>
          </a:p>
        </p:txBody>
      </p:sp>
      <p:sp>
        <p:nvSpPr>
          <p:cNvPr id="1048839" name="Rectangle 8"/>
          <p:cNvSpPr/>
          <p:nvPr/>
        </p:nvSpPr>
        <p:spPr>
          <a:xfrm>
            <a:off x="713248" y="2153459"/>
            <a:ext cx="6808014" cy="369332"/>
          </a:xfrm>
          <a:prstGeom prst="rect"/>
        </p:spPr>
        <p:txBody>
          <a:bodyPr wrap="square">
            <a:spAutoFit/>
          </a:bodyPr>
          <a:p>
            <a:r>
              <a:rPr dirty="0" lang="fr-FR">
                <a:latin typeface="Bembo"/>
              </a:rPr>
              <a:t>Les relations générales sur les coniques donnent la relation :</a:t>
            </a:r>
            <a:endParaRPr dirty="0" lang="fr-MA"/>
          </a:p>
        </p:txBody>
      </p:sp>
      <p:sp>
        <p:nvSpPr>
          <p:cNvPr id="1048840" name="ZoneTexte 9"/>
          <p:cNvSpPr txBox="1">
            <a:spLocks noChangeAspect="1" noMove="1" noResize="1" noRot="1" noAdjustHandles="1" noEditPoints="1" noChangeArrowheads="1" noChangeShapeType="1" noTextEdit="1"/>
          </p:cNvSpPr>
          <p:nvPr/>
        </p:nvSpPr>
        <p:spPr>
          <a:xfrm>
            <a:off x="1584101" y="2837686"/>
            <a:ext cx="1774525" cy="369332"/>
          </a:xfrm>
          <a:prstGeom prst="rect"/>
          <a:blipFill rotWithShape="0">
            <a:blip xmlns:r="http://schemas.openxmlformats.org/officeDocument/2006/relationships" r:embed="rId3"/>
            <a:stretch>
              <a:fillRect l="-2062" r="-1031" b="-6557"/>
            </a:stretch>
          </a:blipFill>
        </p:spPr>
        <p:txBody>
          <a:bodyPr/>
          <a:p>
            <a:r>
              <a:rPr lang="fr-MA">
                <a:noFill/>
              </a:rPr>
              <a:t> </a:t>
            </a:r>
          </a:p>
        </p:txBody>
      </p:sp>
      <p:sp>
        <p:nvSpPr>
          <p:cNvPr id="1048841" name="ZoneTexte 10"/>
          <p:cNvSpPr txBox="1">
            <a:spLocks noChangeAspect="1" noMove="1" noResize="1" noRot="1" noAdjustHandles="1" noEditPoints="1" noChangeArrowheads="1" noChangeShapeType="1" noTextEdit="1"/>
          </p:cNvSpPr>
          <p:nvPr/>
        </p:nvSpPr>
        <p:spPr>
          <a:xfrm>
            <a:off x="3682937" y="2806908"/>
            <a:ext cx="504945" cy="430887"/>
          </a:xfrm>
          <a:prstGeom prst="rect"/>
          <a:blipFill rotWithShape="0">
            <a:blip xmlns:r="http://schemas.openxmlformats.org/officeDocument/2006/relationships" r:embed="rId4"/>
            <a:stretch>
              <a:fillRect/>
            </a:stretch>
          </a:blipFill>
        </p:spPr>
        <p:txBody>
          <a:bodyPr/>
          <a:p>
            <a:r>
              <a:rPr lang="fr-MA">
                <a:noFill/>
              </a:rPr>
              <a:t> </a:t>
            </a:r>
          </a:p>
        </p:txBody>
      </p:sp>
      <p:sp>
        <p:nvSpPr>
          <p:cNvPr id="1048842" name="Rectangle 11"/>
          <p:cNvSpPr>
            <a:spLocks noChangeAspect="1" noMove="1" noResize="1" noRot="1" noAdjustHandles="1" noEditPoints="1" noChangeArrowheads="1" noChangeShapeType="1" noTextEdit="1"/>
          </p:cNvSpPr>
          <p:nvPr/>
        </p:nvSpPr>
        <p:spPr>
          <a:xfrm>
            <a:off x="4512193" y="2667382"/>
            <a:ext cx="1716560" cy="780278"/>
          </a:xfrm>
          <a:prstGeom prst="rect"/>
          <a:blipFill rotWithShape="0">
            <a:blip xmlns:r="http://schemas.openxmlformats.org/officeDocument/2006/relationships" r:embed="rId5"/>
            <a:stretch>
              <a:fillRect/>
            </a:stretch>
          </a:blipFill>
        </p:spPr>
        <p:txBody>
          <a:bodyPr/>
          <a:p>
            <a:r>
              <a:rPr lang="fr-MA">
                <a:noFill/>
              </a:rPr>
              <a:t> </a:t>
            </a:r>
          </a:p>
        </p:txBody>
      </p:sp>
      <p:sp>
        <p:nvSpPr>
          <p:cNvPr id="1048843" name="ZoneTexte 12"/>
          <p:cNvSpPr txBox="1">
            <a:spLocks noChangeAspect="1" noMove="1" noResize="1" noRot="1" noAdjustHandles="1" noEditPoints="1" noChangeArrowheads="1" noChangeShapeType="1" noTextEdit="1"/>
          </p:cNvSpPr>
          <p:nvPr/>
        </p:nvSpPr>
        <p:spPr>
          <a:xfrm>
            <a:off x="6542402" y="2837686"/>
            <a:ext cx="504945" cy="430887"/>
          </a:xfrm>
          <a:prstGeom prst="rect"/>
          <a:blipFill rotWithShape="0">
            <a:blip xmlns:r="http://schemas.openxmlformats.org/officeDocument/2006/relationships" r:embed="rId6"/>
            <a:stretch>
              <a:fillRect/>
            </a:stretch>
          </a:blipFill>
        </p:spPr>
        <p:txBody>
          <a:bodyPr/>
          <a:p>
            <a:r>
              <a:rPr lang="fr-MA">
                <a:noFill/>
              </a:rPr>
              <a:t> </a:t>
            </a:r>
          </a:p>
        </p:txBody>
      </p:sp>
      <p:sp>
        <p:nvSpPr>
          <p:cNvPr id="1048844" name="Rectangle 13"/>
          <p:cNvSpPr>
            <a:spLocks noChangeAspect="1" noMove="1" noResize="1" noRot="1" noAdjustHandles="1" noEditPoints="1" noChangeArrowheads="1" noChangeShapeType="1" noTextEdit="1"/>
          </p:cNvSpPr>
          <p:nvPr/>
        </p:nvSpPr>
        <p:spPr>
          <a:xfrm>
            <a:off x="7150216" y="2671716"/>
            <a:ext cx="4213526" cy="740395"/>
          </a:xfrm>
          <a:prstGeom prst="rect"/>
          <a:blipFill rotWithShape="0">
            <a:blip xmlns:r="http://schemas.openxmlformats.org/officeDocument/2006/relationships" r:embed="rId7"/>
            <a:stretch>
              <a:fillRect/>
            </a:stretch>
          </a:blipFill>
        </p:spPr>
        <p:txBody>
          <a:bodyPr/>
          <a:p>
            <a:r>
              <a:rPr lang="fr-MA">
                <a:noFill/>
              </a:rPr>
              <a:t> </a:t>
            </a:r>
          </a:p>
        </p:txBody>
      </p:sp>
      <p:sp>
        <p:nvSpPr>
          <p:cNvPr id="1048845" name="Rectangle 14"/>
          <p:cNvSpPr/>
          <p:nvPr/>
        </p:nvSpPr>
        <p:spPr>
          <a:xfrm>
            <a:off x="422045" y="3594175"/>
            <a:ext cx="5440680" cy="447041"/>
          </a:xfrm>
          <a:prstGeom prst="rect"/>
          <a:solidFill>
            <a:srgbClr val="92D050"/>
          </a:solidFill>
        </p:spPr>
        <p:txBody>
          <a:bodyPr wrap="none">
            <a:spAutoFit/>
          </a:bodyPr>
          <a:p>
            <a:r>
              <a:rPr dirty="0" sz="2400" i="1" lang="fr-FR" u="sng">
                <a:effectLst>
                  <a:outerShdw algn="tl" blurRad="38100" dir="2700000" dist="38100">
                    <a:srgbClr val="000000">
                      <a:alpha val="43137"/>
                    </a:srgbClr>
                  </a:outerShdw>
                </a:effectLst>
                <a:latin typeface="AR BLANCA" panose="02000000000000000000" pitchFamily="2" charset="0"/>
              </a:rPr>
              <a:t>5.4 Expression de l’énergie mécanique</a:t>
            </a:r>
            <a:endParaRPr dirty="0" sz="2400" i="1" lang="fr-MA" u="sng">
              <a:effectLst>
                <a:outerShdw algn="tl" blurRad="38100" dir="2700000" dist="38100">
                  <a:srgbClr val="000000">
                    <a:alpha val="43137"/>
                  </a:srgbClr>
                </a:outerShdw>
              </a:effectLst>
              <a:latin typeface="AR BLANCA" panose="02000000000000000000" pitchFamily="2" charset="0"/>
            </a:endParaRPr>
          </a:p>
        </p:txBody>
      </p:sp>
      <p:sp>
        <p:nvSpPr>
          <p:cNvPr id="1048846" name="ZoneTexte 15"/>
          <p:cNvSpPr txBox="1">
            <a:spLocks noChangeAspect="1" noMove="1" noResize="1" noRot="1" noAdjustHandles="1" noEditPoints="1" noChangeArrowheads="1" noChangeShapeType="1" noTextEdit="1"/>
          </p:cNvSpPr>
          <p:nvPr/>
        </p:nvSpPr>
        <p:spPr>
          <a:xfrm>
            <a:off x="1381122" y="4206197"/>
            <a:ext cx="2460609" cy="667875"/>
          </a:xfrm>
          <a:prstGeom prst="rect"/>
          <a:blipFill rotWithShape="0">
            <a:blip xmlns:r="http://schemas.openxmlformats.org/officeDocument/2006/relationships" r:embed="rId8"/>
            <a:stretch>
              <a:fillRect/>
            </a:stretch>
          </a:blipFill>
        </p:spPr>
        <p:txBody>
          <a:bodyPr/>
          <a:p>
            <a:r>
              <a:rPr lang="fr-MA">
                <a:noFill/>
              </a:rPr>
              <a:t> </a:t>
            </a:r>
          </a:p>
        </p:txBody>
      </p:sp>
      <p:sp>
        <p:nvSpPr>
          <p:cNvPr id="1048847" name="Rectangle 16"/>
          <p:cNvSpPr>
            <a:spLocks noChangeAspect="1" noMove="1" noResize="1" noRot="1" noAdjustHandles="1" noEditPoints="1" noChangeArrowheads="1" noChangeShapeType="1" noTextEdit="1"/>
          </p:cNvSpPr>
          <p:nvPr/>
        </p:nvSpPr>
        <p:spPr>
          <a:xfrm>
            <a:off x="4622805" y="4230729"/>
            <a:ext cx="2172069" cy="762260"/>
          </a:xfrm>
          <a:prstGeom prst="rect"/>
          <a:blipFill rotWithShape="0">
            <a:blip xmlns:r="http://schemas.openxmlformats.org/officeDocument/2006/relationships" r:embed="rId9"/>
            <a:stretch>
              <a:fillRect/>
            </a:stretch>
          </a:blipFill>
        </p:spPr>
        <p:txBody>
          <a:bodyPr/>
          <a:p>
            <a:r>
              <a:rPr lang="fr-MA">
                <a:noFill/>
              </a:rPr>
              <a:t> </a:t>
            </a:r>
          </a:p>
        </p:txBody>
      </p:sp>
      <p:sp>
        <p:nvSpPr>
          <p:cNvPr id="1048848" name="ZoneTexte 17"/>
          <p:cNvSpPr txBox="1"/>
          <p:nvPr/>
        </p:nvSpPr>
        <p:spPr>
          <a:xfrm>
            <a:off x="538902" y="4314101"/>
            <a:ext cx="703580" cy="396240"/>
          </a:xfrm>
          <a:prstGeom prst="rect"/>
          <a:noFill/>
        </p:spPr>
        <p:txBody>
          <a:bodyPr rtlCol="0" wrap="none">
            <a:spAutoFit/>
          </a:bodyPr>
          <a:p>
            <a:r>
              <a:rPr dirty="0" sz="2000" lang="fr-MA">
                <a:effectLst>
                  <a:outerShdw algn="tl" blurRad="38100" dir="2700000" dist="38100">
                    <a:srgbClr val="000000">
                      <a:alpha val="43137"/>
                    </a:srgbClr>
                  </a:outerShdw>
                </a:effectLst>
              </a:rPr>
              <a:t>On a</a:t>
            </a:r>
          </a:p>
        </p:txBody>
      </p:sp>
      <p:sp>
        <p:nvSpPr>
          <p:cNvPr id="1048849" name="ZoneTexte 18"/>
          <p:cNvSpPr txBox="1"/>
          <p:nvPr/>
        </p:nvSpPr>
        <p:spPr>
          <a:xfrm>
            <a:off x="4131714" y="4373235"/>
            <a:ext cx="398122" cy="400110"/>
          </a:xfrm>
          <a:prstGeom prst="rect"/>
          <a:noFill/>
        </p:spPr>
        <p:txBody>
          <a:bodyPr rtlCol="0" wrap="none">
            <a:spAutoFit/>
          </a:bodyPr>
          <a:p>
            <a:r>
              <a:rPr dirty="0" sz="2000" lang="fr-MA">
                <a:effectLst>
                  <a:outerShdw algn="tl" blurRad="38100" dir="2700000" dist="38100">
                    <a:srgbClr val="000000">
                      <a:alpha val="43137"/>
                    </a:srgbClr>
                  </a:outerShdw>
                </a:effectLst>
              </a:rPr>
              <a:t>et</a:t>
            </a:r>
          </a:p>
        </p:txBody>
      </p:sp>
      <p:sp>
        <p:nvSpPr>
          <p:cNvPr id="1048850" name="ZoneTexte 20"/>
          <p:cNvSpPr txBox="1">
            <a:spLocks noChangeAspect="1" noMove="1" noResize="1" noRot="1" noAdjustHandles="1" noEditPoints="1" noChangeArrowheads="1" noChangeShapeType="1" noTextEdit="1"/>
          </p:cNvSpPr>
          <p:nvPr/>
        </p:nvSpPr>
        <p:spPr>
          <a:xfrm>
            <a:off x="7071003" y="4357846"/>
            <a:ext cx="504945" cy="430887"/>
          </a:xfrm>
          <a:prstGeom prst="rect"/>
          <a:blipFill rotWithShape="0">
            <a:blip xmlns:r="http://schemas.openxmlformats.org/officeDocument/2006/relationships" r:embed="rId10"/>
            <a:stretch>
              <a:fillRect/>
            </a:stretch>
          </a:blipFill>
        </p:spPr>
        <p:txBody>
          <a:bodyPr/>
          <a:p>
            <a:r>
              <a:rPr lang="fr-MA">
                <a:noFill/>
              </a:rPr>
              <a:t> </a:t>
            </a:r>
          </a:p>
        </p:txBody>
      </p:sp>
      <p:sp>
        <p:nvSpPr>
          <p:cNvPr id="1048851" name="ZoneTexte 21"/>
          <p:cNvSpPr txBox="1">
            <a:spLocks noChangeAspect="1" noMove="1" noResize="1" noRot="1" noAdjustHandles="1" noEditPoints="1" noChangeArrowheads="1" noChangeShapeType="1" noTextEdit="1"/>
          </p:cNvSpPr>
          <p:nvPr/>
        </p:nvSpPr>
        <p:spPr>
          <a:xfrm>
            <a:off x="7702502" y="4239351"/>
            <a:ext cx="2040750" cy="646908"/>
          </a:xfrm>
          <a:prstGeom prst="rect"/>
          <a:blipFill rotWithShape="0">
            <a:blip xmlns:r="http://schemas.openxmlformats.org/officeDocument/2006/relationships" r:embed="rId11"/>
            <a:stretch>
              <a:fillRect/>
            </a:stretch>
          </a:blipFill>
        </p:spPr>
        <p:txBody>
          <a:bodyPr/>
          <a:p>
            <a:r>
              <a:rPr lang="fr-MA">
                <a:noFill/>
              </a:rPr>
              <a:t> </a:t>
            </a:r>
          </a:p>
        </p:txBody>
      </p:sp>
      <p:sp>
        <p:nvSpPr>
          <p:cNvPr id="1048852" name="ZoneTexte 22"/>
          <p:cNvSpPr txBox="1"/>
          <p:nvPr/>
        </p:nvSpPr>
        <p:spPr>
          <a:xfrm>
            <a:off x="713248" y="5087155"/>
            <a:ext cx="627380" cy="396240"/>
          </a:xfrm>
          <a:prstGeom prst="rect"/>
          <a:noFill/>
        </p:spPr>
        <p:txBody>
          <a:bodyPr rtlCol="0" wrap="none">
            <a:spAutoFit/>
          </a:bodyPr>
          <a:p>
            <a:r>
              <a:rPr dirty="0" sz="2000" lang="fr-MA">
                <a:effectLst>
                  <a:outerShdw algn="tl" blurRad="38100" dir="2700000" dist="38100">
                    <a:srgbClr val="000000">
                      <a:alpha val="43137"/>
                    </a:srgbClr>
                  </a:outerShdw>
                </a:effectLst>
              </a:rPr>
              <a:t>Soit</a:t>
            </a:r>
          </a:p>
        </p:txBody>
      </p:sp>
      <p:sp>
        <p:nvSpPr>
          <p:cNvPr id="1048853" name="ZoneTexte 23"/>
          <p:cNvSpPr txBox="1">
            <a:spLocks noChangeAspect="1" noMove="1" noResize="1" noRot="1" noAdjustHandles="1" noEditPoints="1" noChangeArrowheads="1" noChangeShapeType="1" noTextEdit="1"/>
          </p:cNvSpPr>
          <p:nvPr/>
        </p:nvSpPr>
        <p:spPr>
          <a:xfrm>
            <a:off x="2700937" y="5155598"/>
            <a:ext cx="2973827" cy="654603"/>
          </a:xfrm>
          <a:prstGeom prst="rect"/>
          <a:blipFill rotWithShape="0">
            <a:blip xmlns:r="http://schemas.openxmlformats.org/officeDocument/2006/relationships" r:embed="rId12"/>
            <a:stretch>
              <a:fillRect/>
            </a:stretch>
          </a:blipFill>
        </p:spPr>
        <p:txBody>
          <a:bodyPr/>
          <a:p>
            <a:r>
              <a:rPr lang="fr-MA">
                <a:noFill/>
              </a:rPr>
              <a:t> </a:t>
            </a:r>
          </a:p>
        </p:txBody>
      </p:sp>
      <p:sp>
        <p:nvSpPr>
          <p:cNvPr id="1048854" name="Rectangle 24"/>
          <p:cNvSpPr/>
          <p:nvPr/>
        </p:nvSpPr>
        <p:spPr>
          <a:xfrm>
            <a:off x="603296" y="6004948"/>
            <a:ext cx="8424794" cy="400110"/>
          </a:xfrm>
          <a:prstGeom prst="rect"/>
          <a:solidFill>
            <a:schemeClr val="accent4">
              <a:lumMod val="60000"/>
              <a:lumOff val="40000"/>
            </a:schemeClr>
          </a:solidFill>
        </p:spPr>
        <p:txBody>
          <a:bodyPr wrap="square">
            <a:spAutoFit/>
          </a:bodyPr>
          <a:p>
            <a:pPr algn="just"/>
            <a:r>
              <a:rPr dirty="0" sz="2000" lang="fr-FR">
                <a:latin typeface="Bembo"/>
              </a:rPr>
              <a:t>L’énergie mécanique ne dépend donc que du demi grand axe de l’ellipse.</a:t>
            </a:r>
            <a:endParaRPr dirty="0" sz="2000" lang="fr-MA"/>
          </a:p>
        </p:txBody>
      </p:sp>
      <mc:AlternateContent xmlns:mc="http://schemas.openxmlformats.org/markup-compatibility/2006">
        <mc:Choice xmlns:p14="http://schemas.microsoft.com/office/powerpoint/2010/main" Requires="p14">
          <p:contentPart p14:bwMode="auto" r:id="rId13">
            <p14:nvContentPartPr>
              <p14:cNvPr id="1050787" name=""/>
              <p14:cNvContentPartPr/>
              <p14:nvPr/>
            </p14:nvContentPartPr>
            <p14:xfrm>
              <a:off x="1357368" y="2705020"/>
              <a:ext cx="2138993" cy="638467"/>
            </p14:xfrm>
          </p:contentPart>
        </mc:Choice>
        <mc:Fallback>
          <p:sp>
            <p:nvSpPr>
              <p:cNvPr id="1050787" name=""/>
              <p:cNvSpPr/>
              <p:nvPr/>
            </p:nvSpPr>
            <p:spPr>
              <a:xfrm>
                <a:off x="1357368" y="2705020"/>
                <a:ext cx="2138993" cy="638467"/>
              </a:xfrm>
            </p:spPr>
          </p:sp>
        </mc:Fallback>
      </mc:AlternateContent>
      <mc:AlternateContent xmlns:mc="http://schemas.openxmlformats.org/markup-compatibility/2006">
        <mc:Choice xmlns:p14="http://schemas.microsoft.com/office/powerpoint/2010/main" Requires="p14">
          <p:contentPart p14:bwMode="auto" r:id="rId14">
            <p14:nvContentPartPr>
              <p14:cNvPr id="1050788" name=""/>
              <p14:cNvContentPartPr/>
              <p14:nvPr/>
            </p14:nvContentPartPr>
            <p14:xfrm>
              <a:off x="1327487" y="4112190"/>
              <a:ext cx="2617427" cy="901412"/>
            </p14:xfrm>
          </p:contentPart>
        </mc:Choice>
        <mc:Fallback>
          <p:sp>
            <p:nvSpPr>
              <p:cNvPr id="1050788" name=""/>
              <p:cNvSpPr/>
              <p:nvPr/>
            </p:nvSpPr>
            <p:spPr>
              <a:xfrm>
                <a:off x="1327487" y="4112190"/>
                <a:ext cx="2617427" cy="901412"/>
              </a:xfrm>
            </p:spPr>
          </p:sp>
        </mc:Fallback>
      </mc:AlternateContent>
      <mc:AlternateContent xmlns:mc="http://schemas.openxmlformats.org/markup-compatibility/2006">
        <mc:Choice xmlns:p14="http://schemas.microsoft.com/office/powerpoint/2010/main" Requires="p14">
          <p:contentPart p14:bwMode="auto" r:id="rId15">
            <p14:nvContentPartPr>
              <p14:cNvPr id="1050789" name=""/>
              <p14:cNvContentPartPr/>
              <p14:nvPr/>
            </p14:nvContentPartPr>
            <p14:xfrm>
              <a:off x="4818776" y="5111482"/>
              <a:ext cx="891554" cy="787639"/>
            </p14:xfrm>
          </p:contentPart>
        </mc:Choice>
        <mc:Fallback>
          <p:sp>
            <p:nvSpPr>
              <p:cNvPr id="1050789" name=""/>
              <p:cNvSpPr/>
              <p:nvPr/>
            </p:nvSpPr>
            <p:spPr>
              <a:xfrm>
                <a:off x="4818776" y="5111482"/>
                <a:ext cx="891554" cy="787639"/>
              </a:xfrm>
            </p:spPr>
          </p:sp>
        </mc:Fallback>
      </mc:AlternateContent>
      <mc:AlternateContent xmlns:mc="http://schemas.openxmlformats.org/markup-compatibility/2006">
        <mc:Choice xmlns:p14="http://schemas.microsoft.com/office/powerpoint/2010/main" Requires="p14">
          <p:contentPart p14:bwMode="auto" r:id="rId16">
            <p14:nvContentPartPr>
              <p14:cNvPr id="1050790" name=""/>
              <p14:cNvContentPartPr/>
              <p14:nvPr/>
            </p14:nvContentPartPr>
            <p14:xfrm>
              <a:off x="2640044" y="5112125"/>
              <a:ext cx="395405" cy="756516"/>
            </p14:xfrm>
          </p:contentPart>
        </mc:Choice>
        <mc:Fallback>
          <p:sp>
            <p:nvSpPr>
              <p:cNvPr id="1050790" name=""/>
              <p:cNvSpPr/>
              <p:nvPr/>
            </p:nvSpPr>
            <p:spPr>
              <a:xfrm>
                <a:off x="2640044" y="5112125"/>
                <a:ext cx="395405" cy="756516"/>
              </a:xfrm>
            </p:spPr>
          </p:sp>
        </mc:Fallback>
      </mc:AlternateContent>
      <mc:AlternateContent xmlns:mc="http://schemas.openxmlformats.org/markup-compatibility/2006">
        <mc:Choice xmlns:p14="http://schemas.microsoft.com/office/powerpoint/2010/main" Requires="p14">
          <p:contentPart p14:bwMode="auto" r:id="rId17">
            <p14:nvContentPartPr>
              <p14:cNvPr id="1050793" name=""/>
              <p14:cNvContentPartPr/>
              <p14:nvPr/>
            </p14:nvContentPartPr>
            <p14:xfrm>
              <a:off x="4606225" y="5033051"/>
              <a:ext cx="1042881" cy="924912"/>
            </p14:xfrm>
          </p:contentPart>
        </mc:Choice>
        <mc:Fallback>
          <p:sp>
            <p:nvSpPr>
              <p:cNvPr id="1050793" name=""/>
              <p:cNvSpPr/>
              <p:nvPr/>
            </p:nvSpPr>
            <p:spPr>
              <a:xfrm>
                <a:off x="4606225" y="5033051"/>
                <a:ext cx="1042881" cy="924912"/>
              </a:xfrm>
            </p:spPr>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855" name="Rectangle 3"/>
          <p:cNvSpPr/>
          <p:nvPr/>
        </p:nvSpPr>
        <p:spPr>
          <a:xfrm>
            <a:off x="355711" y="192041"/>
            <a:ext cx="3573780" cy="447040"/>
          </a:xfrm>
          <a:prstGeom prst="rect"/>
          <a:solidFill>
            <a:srgbClr val="92D050"/>
          </a:solidFill>
        </p:spPr>
        <p:txBody>
          <a:bodyPr wrap="none">
            <a:spAutoFit/>
          </a:bodyPr>
          <a:p>
            <a:r>
              <a:rPr dirty="0" sz="2400" lang="fr-MA" u="sng">
                <a:effectLst>
                  <a:outerShdw algn="tl" blurRad="38100" dir="2700000" dist="38100">
                    <a:srgbClr val="000000">
                      <a:alpha val="43137"/>
                    </a:srgbClr>
                  </a:outerShdw>
                </a:effectLst>
                <a:latin typeface="AR BLANCA" panose="02000000000000000000" pitchFamily="2" charset="0"/>
              </a:rPr>
              <a:t>5.5 Période de révolution</a:t>
            </a:r>
          </a:p>
        </p:txBody>
      </p:sp>
      <p:sp>
        <p:nvSpPr>
          <p:cNvPr id="1048856" name="ZoneTexte 4"/>
          <p:cNvSpPr txBox="1">
            <a:spLocks noChangeAspect="1" noMove="1" noResize="1" noRot="1" noAdjustHandles="1" noEditPoints="1" noChangeArrowheads="1" noChangeShapeType="1" noTextEdit="1"/>
          </p:cNvSpPr>
          <p:nvPr/>
        </p:nvSpPr>
        <p:spPr>
          <a:xfrm>
            <a:off x="1790163" y="940157"/>
            <a:ext cx="3951595" cy="847155"/>
          </a:xfrm>
          <a:prstGeom prst="rect"/>
          <a:blipFill rotWithShape="0">
            <a:blip xmlns:r="http://schemas.openxmlformats.org/officeDocument/2006/relationships" r:embed="rId1"/>
            <a:stretch>
              <a:fillRect/>
            </a:stretch>
          </a:blipFill>
        </p:spPr>
        <p:txBody>
          <a:bodyPr/>
          <a:p>
            <a:r>
              <a:rPr lang="fr-MA">
                <a:noFill/>
              </a:rPr>
              <a:t> </a:t>
            </a:r>
          </a:p>
        </p:txBody>
      </p:sp>
      <p:sp>
        <p:nvSpPr>
          <p:cNvPr id="1048857" name="Rectangle 5"/>
          <p:cNvSpPr/>
          <p:nvPr/>
        </p:nvSpPr>
        <p:spPr>
          <a:xfrm>
            <a:off x="355711" y="2006517"/>
            <a:ext cx="3776980" cy="447040"/>
          </a:xfrm>
          <a:prstGeom prst="rect"/>
          <a:solidFill>
            <a:srgbClr val="92D050"/>
          </a:solidFill>
        </p:spPr>
        <p:txBody>
          <a:bodyPr wrap="none">
            <a:spAutoFit/>
          </a:bodyPr>
          <a:p>
            <a:r>
              <a:rPr dirty="0" sz="2400" lang="fr-FR" u="sng">
                <a:effectLst>
                  <a:outerShdw algn="tl" blurRad="38100" dir="2700000" dist="38100">
                    <a:srgbClr val="000000">
                      <a:alpha val="43137"/>
                    </a:srgbClr>
                  </a:outerShdw>
                </a:effectLst>
                <a:latin typeface="AR BLANCA" panose="02000000000000000000" pitchFamily="2" charset="0"/>
              </a:rPr>
              <a:t>5.6 Troisième loi de Kepler</a:t>
            </a:r>
            <a:endParaRPr dirty="0" sz="2400" lang="fr-MA" u="sng">
              <a:effectLst>
                <a:outerShdw algn="tl" blurRad="38100" dir="2700000" dist="38100">
                  <a:srgbClr val="000000">
                    <a:alpha val="43137"/>
                  </a:srgbClr>
                </a:outerShdw>
              </a:effectLst>
              <a:latin typeface="AR BLANCA" panose="02000000000000000000" pitchFamily="2" charset="0"/>
            </a:endParaRPr>
          </a:p>
        </p:txBody>
      </p:sp>
      <p:sp>
        <p:nvSpPr>
          <p:cNvPr id="1048858" name="ZoneTexte 6"/>
          <p:cNvSpPr txBox="1">
            <a:spLocks noChangeAspect="1" noMove="1" noResize="1" noRot="1" noAdjustHandles="1" noEditPoints="1" noChangeArrowheads="1" noChangeShapeType="1" noTextEdit="1"/>
          </p:cNvSpPr>
          <p:nvPr/>
        </p:nvSpPr>
        <p:spPr>
          <a:xfrm>
            <a:off x="1570210" y="2687387"/>
            <a:ext cx="1507272" cy="736868"/>
          </a:xfrm>
          <a:prstGeom prst="rect"/>
          <a:blipFill rotWithShape="0">
            <a:blip xmlns:r="http://schemas.openxmlformats.org/officeDocument/2006/relationships" r:embed="rId2"/>
            <a:stretch>
              <a:fillRect/>
            </a:stretch>
          </a:blipFill>
        </p:spPr>
        <p:txBody>
          <a:bodyPr/>
          <a:p>
            <a:r>
              <a:rPr lang="fr-MA">
                <a:noFill/>
              </a:rPr>
              <a:t> </a:t>
            </a:r>
          </a:p>
        </p:txBody>
      </p:sp>
      <p:sp>
        <p:nvSpPr>
          <p:cNvPr id="1048859" name="ZoneTexte 7"/>
          <p:cNvSpPr txBox="1">
            <a:spLocks noChangeAspect="1" noMove="1" noResize="1" noRot="1" noAdjustHandles="1" noEditPoints="1" noChangeArrowheads="1" noChangeShapeType="1" noTextEdit="1"/>
          </p:cNvSpPr>
          <p:nvPr/>
        </p:nvSpPr>
        <p:spPr>
          <a:xfrm>
            <a:off x="4057347" y="2840377"/>
            <a:ext cx="504945" cy="430887"/>
          </a:xfrm>
          <a:prstGeom prst="rect"/>
          <a:blipFill rotWithShape="0">
            <a:blip xmlns:r="http://schemas.openxmlformats.org/officeDocument/2006/relationships" r:embed="rId3"/>
            <a:stretch>
              <a:fillRect/>
            </a:stretch>
          </a:blipFill>
        </p:spPr>
        <p:txBody>
          <a:bodyPr/>
          <a:p>
            <a:r>
              <a:rPr lang="fr-MA">
                <a:noFill/>
              </a:rPr>
              <a:t> </a:t>
            </a:r>
          </a:p>
        </p:txBody>
      </p:sp>
      <p:sp>
        <p:nvSpPr>
          <p:cNvPr id="1048860" name="Rectangle 8"/>
          <p:cNvSpPr>
            <a:spLocks noChangeAspect="1" noMove="1" noResize="1" noRot="1" noAdjustHandles="1" noEditPoints="1" noChangeArrowheads="1" noChangeShapeType="1" noTextEdit="1"/>
          </p:cNvSpPr>
          <p:nvPr/>
        </p:nvSpPr>
        <p:spPr>
          <a:xfrm>
            <a:off x="4901262" y="2516088"/>
            <a:ext cx="3650310" cy="1079463"/>
          </a:xfrm>
          <a:prstGeom prst="rect"/>
          <a:blipFill rotWithShape="0">
            <a:blip xmlns:r="http://schemas.openxmlformats.org/officeDocument/2006/relationships" r:embed="rId4"/>
            <a:stretch>
              <a:fillRect/>
            </a:stretch>
          </a:blipFill>
        </p:spPr>
        <p:txBody>
          <a:bodyPr/>
          <a:p>
            <a:r>
              <a:rPr lang="fr-MA">
                <a:noFill/>
              </a:rPr>
              <a:t> </a:t>
            </a:r>
          </a:p>
        </p:txBody>
      </p:sp>
      <p:sp>
        <p:nvSpPr>
          <p:cNvPr id="1048861" name="Rectangle 9"/>
          <p:cNvSpPr/>
          <p:nvPr/>
        </p:nvSpPr>
        <p:spPr>
          <a:xfrm>
            <a:off x="355711" y="3791996"/>
            <a:ext cx="5935980" cy="447041"/>
          </a:xfrm>
          <a:prstGeom prst="rect"/>
          <a:solidFill>
            <a:srgbClr val="92D050"/>
          </a:solidFill>
        </p:spPr>
        <p:txBody>
          <a:bodyPr wrap="none">
            <a:spAutoFit/>
          </a:bodyPr>
          <a:p>
            <a:r>
              <a:rPr dirty="0" sz="2400" lang="fr-FR" u="sng">
                <a:effectLst>
                  <a:outerShdw algn="tl" blurRad="38100" dir="2700000" dist="38100">
                    <a:srgbClr val="000000">
                      <a:alpha val="43137"/>
                    </a:srgbClr>
                  </a:outerShdw>
                </a:effectLst>
                <a:latin typeface="AR BLANCA" panose="02000000000000000000" pitchFamily="2" charset="0"/>
              </a:rPr>
              <a:t>5.7 Variation de la vitesse sur la trajectoire</a:t>
            </a:r>
            <a:endParaRPr dirty="0" sz="2400" lang="fr-MA" u="sng">
              <a:effectLst>
                <a:outerShdw algn="tl" blurRad="38100" dir="2700000" dist="38100">
                  <a:srgbClr val="000000">
                    <a:alpha val="43137"/>
                  </a:srgbClr>
                </a:outerShdw>
              </a:effectLst>
              <a:latin typeface="AR BLANCA" panose="02000000000000000000" pitchFamily="2" charset="0"/>
            </a:endParaRPr>
          </a:p>
        </p:txBody>
      </p:sp>
      <p:sp>
        <p:nvSpPr>
          <p:cNvPr id="1048862" name="ZoneTexte 10"/>
          <p:cNvSpPr txBox="1">
            <a:spLocks noChangeAspect="1" noMove="1" noResize="1" noRot="1" noAdjustHandles="1" noEditPoints="1" noChangeArrowheads="1" noChangeShapeType="1" noTextEdit="1"/>
          </p:cNvSpPr>
          <p:nvPr/>
        </p:nvSpPr>
        <p:spPr>
          <a:xfrm>
            <a:off x="600845" y="4621402"/>
            <a:ext cx="1965923" cy="636072"/>
          </a:xfrm>
          <a:prstGeom prst="rect"/>
          <a:blipFill rotWithShape="0">
            <a:blip xmlns:r="http://schemas.openxmlformats.org/officeDocument/2006/relationships" r:embed="rId5"/>
            <a:stretch>
              <a:fillRect/>
            </a:stretch>
          </a:blipFill>
        </p:spPr>
        <p:txBody>
          <a:bodyPr/>
          <a:p>
            <a:r>
              <a:rPr lang="fr-MA">
                <a:noFill/>
              </a:rPr>
              <a:t> </a:t>
            </a:r>
          </a:p>
        </p:txBody>
      </p:sp>
      <p:sp>
        <p:nvSpPr>
          <p:cNvPr id="1048863" name="ZoneTexte 11"/>
          <p:cNvSpPr txBox="1">
            <a:spLocks noChangeAspect="1" noMove="1" noResize="1" noRot="1" noAdjustHandles="1" noEditPoints="1" noChangeArrowheads="1" noChangeShapeType="1" noTextEdit="1"/>
          </p:cNvSpPr>
          <p:nvPr/>
        </p:nvSpPr>
        <p:spPr>
          <a:xfrm>
            <a:off x="3444146" y="4577831"/>
            <a:ext cx="2921121" cy="633828"/>
          </a:xfrm>
          <a:prstGeom prst="rect"/>
          <a:blipFill rotWithShape="0">
            <a:blip xmlns:r="http://schemas.openxmlformats.org/officeDocument/2006/relationships" r:embed="rId6"/>
            <a:stretch>
              <a:fillRect/>
            </a:stretch>
          </a:blipFill>
        </p:spPr>
        <p:txBody>
          <a:bodyPr/>
          <a:p>
            <a:r>
              <a:rPr lang="fr-MA">
                <a:noFill/>
              </a:rPr>
              <a:t> </a:t>
            </a:r>
          </a:p>
        </p:txBody>
      </p:sp>
      <p:sp>
        <p:nvSpPr>
          <p:cNvPr id="1048864" name="ZoneTexte 12"/>
          <p:cNvSpPr txBox="1">
            <a:spLocks noChangeAspect="1" noMove="1" noResize="1" noRot="1" noAdjustHandles="1" noEditPoints="1" noChangeArrowheads="1" noChangeShapeType="1" noTextEdit="1"/>
          </p:cNvSpPr>
          <p:nvPr/>
        </p:nvSpPr>
        <p:spPr>
          <a:xfrm>
            <a:off x="6740554" y="4660885"/>
            <a:ext cx="504945" cy="430887"/>
          </a:xfrm>
          <a:prstGeom prst="rect"/>
          <a:blipFill rotWithShape="0">
            <a:blip xmlns:r="http://schemas.openxmlformats.org/officeDocument/2006/relationships" r:embed="rId7"/>
            <a:stretch>
              <a:fillRect/>
            </a:stretch>
          </a:blipFill>
        </p:spPr>
        <p:txBody>
          <a:bodyPr/>
          <a:p>
            <a:r>
              <a:rPr lang="fr-MA">
                <a:noFill/>
              </a:rPr>
              <a:t> </a:t>
            </a:r>
          </a:p>
        </p:txBody>
      </p:sp>
      <p:sp>
        <p:nvSpPr>
          <p:cNvPr id="1048865" name="ZoneTexte 13"/>
          <p:cNvSpPr txBox="1">
            <a:spLocks noChangeAspect="1" noMove="1" noResize="1" noRot="1" noAdjustHandles="1" noEditPoints="1" noChangeArrowheads="1" noChangeShapeType="1" noTextEdit="1"/>
          </p:cNvSpPr>
          <p:nvPr/>
        </p:nvSpPr>
        <p:spPr>
          <a:xfrm>
            <a:off x="7470682" y="4496753"/>
            <a:ext cx="2361031" cy="760721"/>
          </a:xfrm>
          <a:prstGeom prst="rect"/>
          <a:blipFill rotWithShape="0">
            <a:blip xmlns:r="http://schemas.openxmlformats.org/officeDocument/2006/relationships" r:embed="rId8"/>
            <a:stretch>
              <a:fillRect/>
            </a:stretch>
          </a:blipFill>
        </p:spPr>
        <p:txBody>
          <a:bodyPr/>
          <a:p>
            <a:r>
              <a:rPr lang="fr-MA">
                <a:noFill/>
              </a:rPr>
              <a:t> </a:t>
            </a:r>
          </a:p>
        </p:txBody>
      </p:sp>
      <p:sp>
        <p:nvSpPr>
          <p:cNvPr id="1048866" name="ZoneTexte 14"/>
          <p:cNvSpPr txBox="1"/>
          <p:nvPr/>
        </p:nvSpPr>
        <p:spPr>
          <a:xfrm>
            <a:off x="2806396" y="4739383"/>
            <a:ext cx="398122" cy="400110"/>
          </a:xfrm>
          <a:prstGeom prst="rect"/>
          <a:noFill/>
        </p:spPr>
        <p:txBody>
          <a:bodyPr rtlCol="0" wrap="none">
            <a:spAutoFit/>
          </a:bodyPr>
          <a:p>
            <a:r>
              <a:rPr dirty="0" sz="2000" lang="fr-MA">
                <a:effectLst>
                  <a:outerShdw algn="tl" blurRad="38100" dir="2700000" dist="38100">
                    <a:srgbClr val="000000">
                      <a:alpha val="43137"/>
                    </a:srgbClr>
                  </a:outerShdw>
                </a:effectLst>
              </a:rPr>
              <a:t>et</a:t>
            </a:r>
          </a:p>
        </p:txBody>
      </p:sp>
      <p:sp>
        <p:nvSpPr>
          <p:cNvPr id="1048867" name="ZoneTexte 15"/>
          <p:cNvSpPr txBox="1">
            <a:spLocks noChangeAspect="1" noMove="1" noResize="1" noRot="1" noAdjustHandles="1" noEditPoints="1" noChangeArrowheads="1" noChangeShapeType="1" noTextEdit="1"/>
          </p:cNvSpPr>
          <p:nvPr/>
        </p:nvSpPr>
        <p:spPr>
          <a:xfrm>
            <a:off x="3204518" y="5535829"/>
            <a:ext cx="3945952" cy="909352"/>
          </a:xfrm>
          <a:prstGeom prst="rect"/>
          <a:blipFill rotWithShape="0">
            <a:blip xmlns:r="http://schemas.openxmlformats.org/officeDocument/2006/relationships" r:embed="rId9"/>
            <a:stretch>
              <a:fillRect/>
            </a:stretch>
          </a:blipFill>
        </p:spPr>
        <p:txBody>
          <a:bodyPr/>
          <a:p>
            <a:r>
              <a:rPr lang="fr-MA">
                <a:noFill/>
              </a:rPr>
              <a:t> </a:t>
            </a:r>
          </a:p>
        </p:txBody>
      </p:sp>
      <mc:AlternateContent xmlns:mc="http://schemas.openxmlformats.org/markup-compatibility/2006">
        <mc:Choice xmlns:p14="http://schemas.microsoft.com/office/powerpoint/2010/main" Requires="p14">
          <p:contentPart p14:bwMode="auto" r:id="rId10">
            <p14:nvContentPartPr>
              <p14:cNvPr id="1050794" name=""/>
              <p14:cNvContentPartPr/>
              <p14:nvPr/>
            </p14:nvContentPartPr>
            <p14:xfrm>
              <a:off x="5150727" y="824047"/>
              <a:ext cx="816488" cy="1141398"/>
            </p14:xfrm>
          </p:contentPart>
        </mc:Choice>
        <mc:Fallback>
          <p:sp>
            <p:nvSpPr>
              <p:cNvPr id="1050794" name=""/>
              <p:cNvSpPr/>
              <p:nvPr/>
            </p:nvSpPr>
            <p:spPr>
              <a:xfrm>
                <a:off x="5150727" y="824047"/>
                <a:ext cx="816488" cy="1141398"/>
              </a:xfrm>
            </p:spPr>
          </p:sp>
        </mc:Fallback>
      </mc:AlternateContent>
      <mc:AlternateContent xmlns:mc="http://schemas.openxmlformats.org/markup-compatibility/2006">
        <mc:Choice xmlns:p14="http://schemas.microsoft.com/office/powerpoint/2010/main" Requires="p14">
          <p:contentPart p14:bwMode="auto" r:id="rId11">
            <p14:nvContentPartPr>
              <p14:cNvPr id="1050795" name=""/>
              <p14:cNvContentPartPr/>
              <p14:nvPr/>
            </p14:nvContentPartPr>
            <p14:xfrm>
              <a:off x="1615823" y="997628"/>
              <a:ext cx="398651" cy="762783"/>
            </p14:xfrm>
          </p:contentPart>
        </mc:Choice>
        <mc:Fallback>
          <p:sp>
            <p:nvSpPr>
              <p:cNvPr id="1050795" name=""/>
              <p:cNvSpPr/>
              <p:nvPr/>
            </p:nvSpPr>
            <p:spPr>
              <a:xfrm>
                <a:off x="1615823" y="997628"/>
                <a:ext cx="398651" cy="762783"/>
              </a:xfrm>
            </p:spPr>
          </p:sp>
        </mc:Fallback>
      </mc:AlternateContent>
      <mc:AlternateContent xmlns:mc="http://schemas.openxmlformats.org/markup-compatibility/2006">
        <mc:Choice xmlns:p14="http://schemas.microsoft.com/office/powerpoint/2010/main" Requires="p14">
          <p:contentPart p14:bwMode="auto" r:id="rId12">
            <p14:nvContentPartPr>
              <p14:cNvPr id="1050796" name=""/>
              <p14:cNvContentPartPr/>
              <p14:nvPr/>
            </p14:nvContentPartPr>
            <p14:xfrm>
              <a:off x="11924189" y="6611309"/>
              <a:ext cx="211774" cy="236898"/>
            </p14:xfrm>
          </p:contentPart>
        </mc:Choice>
        <mc:Fallback>
          <p:sp>
            <p:nvSpPr>
              <p:cNvPr id="1050796" name=""/>
              <p:cNvSpPr/>
              <p:nvPr/>
            </p:nvSpPr>
            <p:spPr>
              <a:xfrm>
                <a:off x="11924189" y="6611309"/>
                <a:ext cx="211774" cy="236898"/>
              </a:xfrm>
            </p:spPr>
          </p:sp>
        </mc:Fallback>
      </mc:AlternateContent>
      <mc:AlternateContent xmlns:mc="http://schemas.openxmlformats.org/markup-compatibility/2006">
        <mc:Choice xmlns:p14="http://schemas.microsoft.com/office/powerpoint/2010/main" Requires="p14">
          <p:contentPart p14:bwMode="auto" r:id="rId13">
            <p14:nvContentPartPr>
              <p14:cNvPr id="1050797" name=""/>
              <p14:cNvContentPartPr/>
              <p14:nvPr/>
            </p14:nvContentPartPr>
            <p14:xfrm>
              <a:off x="5972666" y="5902246"/>
              <a:ext cx="32716" cy="302572"/>
            </p14:xfrm>
          </p:contentPart>
        </mc:Choice>
        <mc:Fallback>
          <p:sp>
            <p:nvSpPr>
              <p:cNvPr id="1050797" name=""/>
              <p:cNvSpPr/>
              <p:nvPr/>
            </p:nvSpPr>
            <p:spPr>
              <a:xfrm>
                <a:off x="5972666" y="5902246"/>
                <a:ext cx="32716" cy="302572"/>
              </a:xfrm>
            </p:spPr>
          </p:sp>
        </mc:Fallback>
      </mc:AlternateContent>
      <mc:AlternateContent xmlns:mc="http://schemas.openxmlformats.org/markup-compatibility/2006">
        <mc:Choice xmlns:p14="http://schemas.microsoft.com/office/powerpoint/2010/main" Requires="p14">
          <p:contentPart p14:bwMode="auto" r:id="rId14">
            <p14:nvContentPartPr>
              <p14:cNvPr id="1050798" name=""/>
              <p14:cNvContentPartPr/>
              <p14:nvPr/>
            </p14:nvContentPartPr>
            <p14:xfrm>
              <a:off x="3559103" y="5925567"/>
              <a:ext cx="229893" cy="117397"/>
            </p14:xfrm>
          </p:contentPart>
        </mc:Choice>
        <mc:Fallback>
          <p:sp>
            <p:nvSpPr>
              <p:cNvPr id="1050798" name=""/>
              <p:cNvSpPr/>
              <p:nvPr/>
            </p:nvSpPr>
            <p:spPr>
              <a:xfrm>
                <a:off x="3559103" y="5925567"/>
                <a:ext cx="229893" cy="117397"/>
              </a:xfrm>
            </p:spPr>
          </p:sp>
        </mc:Fallback>
      </mc:AlternateContent>
    </p:spTree>
  </p:cSld>
  <p:clrMapOvr>
    <a:masterClrMapping/>
  </p:clrMapOvr>
</p:sld>
</file>

<file path=ppt/theme/theme1.xml><?xml version="1.0" encoding="utf-8"?>
<a:theme xmlns:a="http://schemas.openxmlformats.org/drawingml/2006/main" name="Thème Offic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Hewlett-Packard</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Mouvements à force centrale</dc:title>
  <dc:creator>Ossama Azagrouze</dc:creator>
  <cp:lastModifiedBy>HP</cp:lastModifiedBy>
  <dcterms:created xsi:type="dcterms:W3CDTF">2015-11-30T06:45:32Z</dcterms:created>
  <dcterms:modified xsi:type="dcterms:W3CDTF">2025-12-04T14:13:19Z</dcterms:modified>
</cp:coreProperties>
</file>